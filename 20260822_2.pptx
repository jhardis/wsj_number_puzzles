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0"/>
  </p:notesMasterIdLst>
  <p:sldIdLst>
    <p:sldId id="457" r:id="rId2"/>
    <p:sldId id="542" r:id="rId3"/>
    <p:sldId id="531" r:id="rId4"/>
    <p:sldId id="533" r:id="rId5"/>
    <p:sldId id="534" r:id="rId6"/>
    <p:sldId id="543" r:id="rId7"/>
    <p:sldId id="544" r:id="rId8"/>
    <p:sldId id="545" r:id="rId9"/>
    <p:sldId id="644" r:id="rId10"/>
    <p:sldId id="645" r:id="rId11"/>
    <p:sldId id="646" r:id="rId12"/>
    <p:sldId id="647" r:id="rId13"/>
    <p:sldId id="648" r:id="rId14"/>
    <p:sldId id="649" r:id="rId15"/>
    <p:sldId id="650" r:id="rId16"/>
    <p:sldId id="651" r:id="rId17"/>
    <p:sldId id="652" r:id="rId18"/>
    <p:sldId id="653" r:id="rId19"/>
    <p:sldId id="654" r:id="rId20"/>
    <p:sldId id="655" r:id="rId21"/>
    <p:sldId id="656" r:id="rId22"/>
    <p:sldId id="657" r:id="rId23"/>
    <p:sldId id="658" r:id="rId24"/>
    <p:sldId id="659" r:id="rId25"/>
    <p:sldId id="660" r:id="rId26"/>
    <p:sldId id="661" r:id="rId27"/>
    <p:sldId id="662" r:id="rId28"/>
    <p:sldId id="663" r:id="rId29"/>
    <p:sldId id="674" r:id="rId30"/>
    <p:sldId id="675" r:id="rId31"/>
    <p:sldId id="677" r:id="rId32"/>
    <p:sldId id="678" r:id="rId33"/>
    <p:sldId id="679" r:id="rId34"/>
    <p:sldId id="680" r:id="rId35"/>
    <p:sldId id="681" r:id="rId36"/>
    <p:sldId id="682" r:id="rId37"/>
    <p:sldId id="683" r:id="rId38"/>
    <p:sldId id="684" r:id="rId39"/>
    <p:sldId id="685" r:id="rId40"/>
    <p:sldId id="686" r:id="rId41"/>
    <p:sldId id="687" r:id="rId42"/>
    <p:sldId id="688" r:id="rId43"/>
    <p:sldId id="689" r:id="rId44"/>
    <p:sldId id="690" r:id="rId45"/>
    <p:sldId id="691" r:id="rId46"/>
    <p:sldId id="692" r:id="rId47"/>
    <p:sldId id="693" r:id="rId48"/>
    <p:sldId id="694"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897"/>
    <p:restoredTop sz="94670"/>
  </p:normalViewPr>
  <p:slideViewPr>
    <p:cSldViewPr snapToGrid="0">
      <p:cViewPr varScale="1">
        <p:scale>
          <a:sx n="113" d="100"/>
          <a:sy n="113" d="100"/>
        </p:scale>
        <p:origin x="152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CCFB1C-7F6E-CC48-8B12-2D5A9AE1C913}" type="datetimeFigureOut">
              <a:rPr lang="en-US" smtClean="0"/>
              <a:t>8/23/26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E9560A-78B4-504A-9396-2AE516B1349B}" type="slidenum">
              <a:rPr lang="en-US" smtClean="0"/>
              <a:t>‹#›</a:t>
            </a:fld>
            <a:endParaRPr lang="en-US"/>
          </a:p>
        </p:txBody>
      </p:sp>
    </p:spTree>
    <p:extLst>
      <p:ext uri="{BB962C8B-B14F-4D97-AF65-F5344CB8AC3E}">
        <p14:creationId xmlns:p14="http://schemas.microsoft.com/office/powerpoint/2010/main" val="3059927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4D157-A7E6-0CD3-8266-DE0939AE43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26FDA5-ABD9-E89C-43FB-F19D8441B2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8E2E9E-AD91-B134-310C-59487A42F7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F40DBF-0F4C-781C-F266-8D63105C1D0C}"/>
              </a:ext>
            </a:extLst>
          </p:cNvPr>
          <p:cNvSpPr>
            <a:spLocks noGrp="1"/>
          </p:cNvSpPr>
          <p:nvPr>
            <p:ph type="sldNum" sz="quarter" idx="5"/>
          </p:nvPr>
        </p:nvSpPr>
        <p:spPr/>
        <p:txBody>
          <a:bodyPr/>
          <a:lstStyle/>
          <a:p>
            <a:fld id="{C0E9560A-78B4-504A-9396-2AE516B1349B}" type="slidenum">
              <a:rPr lang="en-US" smtClean="0"/>
              <a:t>1</a:t>
            </a:fld>
            <a:endParaRPr lang="en-US"/>
          </a:p>
        </p:txBody>
      </p:sp>
    </p:spTree>
    <p:extLst>
      <p:ext uri="{BB962C8B-B14F-4D97-AF65-F5344CB8AC3E}">
        <p14:creationId xmlns:p14="http://schemas.microsoft.com/office/powerpoint/2010/main" val="17955788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6975F-0DCB-17BA-A1FE-6BE81D52F0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C173C9-17AC-284D-B21C-279DA88667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F29F80-910E-9417-507A-5D67D10FC7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91924A-2B03-D6B3-B9A4-09D8D994D8DA}"/>
              </a:ext>
            </a:extLst>
          </p:cNvPr>
          <p:cNvSpPr>
            <a:spLocks noGrp="1"/>
          </p:cNvSpPr>
          <p:nvPr>
            <p:ph type="sldNum" sz="quarter" idx="5"/>
          </p:nvPr>
        </p:nvSpPr>
        <p:spPr/>
        <p:txBody>
          <a:bodyPr/>
          <a:lstStyle/>
          <a:p>
            <a:fld id="{C0E9560A-78B4-504A-9396-2AE516B1349B}" type="slidenum">
              <a:rPr lang="en-US" smtClean="0"/>
              <a:t>2</a:t>
            </a:fld>
            <a:endParaRPr lang="en-US"/>
          </a:p>
        </p:txBody>
      </p:sp>
    </p:spTree>
    <p:extLst>
      <p:ext uri="{BB962C8B-B14F-4D97-AF65-F5344CB8AC3E}">
        <p14:creationId xmlns:p14="http://schemas.microsoft.com/office/powerpoint/2010/main" val="33584935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19A1A-D3A9-839E-C1F2-A619902D5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D47BDA-77AB-B18F-FF7C-43E9613A70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F506F4-0AA7-7816-CBFB-AA083CDD2E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7AE652-1394-B978-0730-338E2D749654}"/>
              </a:ext>
            </a:extLst>
          </p:cNvPr>
          <p:cNvSpPr>
            <a:spLocks noGrp="1"/>
          </p:cNvSpPr>
          <p:nvPr>
            <p:ph type="sldNum" sz="quarter" idx="5"/>
          </p:nvPr>
        </p:nvSpPr>
        <p:spPr/>
        <p:txBody>
          <a:bodyPr/>
          <a:lstStyle/>
          <a:p>
            <a:fld id="{C0E9560A-78B4-504A-9396-2AE516B1349B}" type="slidenum">
              <a:rPr lang="en-US" smtClean="0"/>
              <a:t>3</a:t>
            </a:fld>
            <a:endParaRPr lang="en-US"/>
          </a:p>
        </p:txBody>
      </p:sp>
    </p:spTree>
    <p:extLst>
      <p:ext uri="{BB962C8B-B14F-4D97-AF65-F5344CB8AC3E}">
        <p14:creationId xmlns:p14="http://schemas.microsoft.com/office/powerpoint/2010/main" val="17630155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82EDE-E0DD-76CE-9287-A322E9684C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D5E7B8-D5DB-314E-98C9-CC5D7EF7A8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AAB577-258A-A25B-FCB3-CA2EB065D0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2E389B6-6FB6-E966-F14F-7FEDCEA7147D}"/>
              </a:ext>
            </a:extLst>
          </p:cNvPr>
          <p:cNvSpPr>
            <a:spLocks noGrp="1"/>
          </p:cNvSpPr>
          <p:nvPr>
            <p:ph type="sldNum" sz="quarter" idx="5"/>
          </p:nvPr>
        </p:nvSpPr>
        <p:spPr/>
        <p:txBody>
          <a:bodyPr/>
          <a:lstStyle/>
          <a:p>
            <a:fld id="{C0E9560A-78B4-504A-9396-2AE516B1349B}" type="slidenum">
              <a:rPr lang="en-US" smtClean="0"/>
              <a:t>4</a:t>
            </a:fld>
            <a:endParaRPr lang="en-US"/>
          </a:p>
        </p:txBody>
      </p:sp>
    </p:spTree>
    <p:extLst>
      <p:ext uri="{BB962C8B-B14F-4D97-AF65-F5344CB8AC3E}">
        <p14:creationId xmlns:p14="http://schemas.microsoft.com/office/powerpoint/2010/main" val="13260941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CAD1A-197C-0A09-2261-40D4F35547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580CB1-C636-175C-06B3-1FD5E7B5F4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4314CE-F0A4-490A-2269-0079062DCF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647FAE-7208-4DAA-F9A2-1A19F0573AA0}"/>
              </a:ext>
            </a:extLst>
          </p:cNvPr>
          <p:cNvSpPr>
            <a:spLocks noGrp="1"/>
          </p:cNvSpPr>
          <p:nvPr>
            <p:ph type="sldNum" sz="quarter" idx="5"/>
          </p:nvPr>
        </p:nvSpPr>
        <p:spPr/>
        <p:txBody>
          <a:bodyPr/>
          <a:lstStyle/>
          <a:p>
            <a:fld id="{C0E9560A-78B4-504A-9396-2AE516B1349B}" type="slidenum">
              <a:rPr lang="en-US" smtClean="0"/>
              <a:t>5</a:t>
            </a:fld>
            <a:endParaRPr lang="en-US"/>
          </a:p>
        </p:txBody>
      </p:sp>
    </p:spTree>
    <p:extLst>
      <p:ext uri="{BB962C8B-B14F-4D97-AF65-F5344CB8AC3E}">
        <p14:creationId xmlns:p14="http://schemas.microsoft.com/office/powerpoint/2010/main" val="16963576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17F02-9E9F-35A1-7F3F-1367817DDA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86621D-83D6-679E-C6C9-29574F1177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7EEB66-9A14-AF14-1AC1-5561BDE083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EF17BE-9612-2A81-3896-BC5064883B1F}"/>
              </a:ext>
            </a:extLst>
          </p:cNvPr>
          <p:cNvSpPr>
            <a:spLocks noGrp="1"/>
          </p:cNvSpPr>
          <p:nvPr>
            <p:ph type="sldNum" sz="quarter" idx="5"/>
          </p:nvPr>
        </p:nvSpPr>
        <p:spPr/>
        <p:txBody>
          <a:bodyPr/>
          <a:lstStyle/>
          <a:p>
            <a:fld id="{C0E9560A-78B4-504A-9396-2AE516B1349B}" type="slidenum">
              <a:rPr lang="en-US" smtClean="0"/>
              <a:t>6</a:t>
            </a:fld>
            <a:endParaRPr lang="en-US"/>
          </a:p>
        </p:txBody>
      </p:sp>
    </p:spTree>
    <p:extLst>
      <p:ext uri="{BB962C8B-B14F-4D97-AF65-F5344CB8AC3E}">
        <p14:creationId xmlns:p14="http://schemas.microsoft.com/office/powerpoint/2010/main" val="35514313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52DF1-6CC1-AB5B-BFBB-9A5521A529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8A0BD6-90E1-A04B-12DA-E608921C16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2CC9B8-4EEF-4F12-3444-329FD3BE27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CF59D5-ABE0-949C-B96E-04E21D25A527}"/>
              </a:ext>
            </a:extLst>
          </p:cNvPr>
          <p:cNvSpPr>
            <a:spLocks noGrp="1"/>
          </p:cNvSpPr>
          <p:nvPr>
            <p:ph type="sldNum" sz="quarter" idx="5"/>
          </p:nvPr>
        </p:nvSpPr>
        <p:spPr/>
        <p:txBody>
          <a:bodyPr/>
          <a:lstStyle/>
          <a:p>
            <a:fld id="{C0E9560A-78B4-504A-9396-2AE516B1349B}" type="slidenum">
              <a:rPr lang="en-US" smtClean="0"/>
              <a:t>7</a:t>
            </a:fld>
            <a:endParaRPr lang="en-US"/>
          </a:p>
        </p:txBody>
      </p:sp>
    </p:spTree>
    <p:extLst>
      <p:ext uri="{BB962C8B-B14F-4D97-AF65-F5344CB8AC3E}">
        <p14:creationId xmlns:p14="http://schemas.microsoft.com/office/powerpoint/2010/main" val="22447006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B2165-EE0F-5349-4AE1-E344BBCBFC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E77ADA-E0D1-80DC-4097-F0CB712001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4C480C-4887-A899-FF90-AB77D19249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BEB9EB-1B44-EA4C-CDAA-4CEC9F8DEEEF}"/>
              </a:ext>
            </a:extLst>
          </p:cNvPr>
          <p:cNvSpPr>
            <a:spLocks noGrp="1"/>
          </p:cNvSpPr>
          <p:nvPr>
            <p:ph type="sldNum" sz="quarter" idx="5"/>
          </p:nvPr>
        </p:nvSpPr>
        <p:spPr/>
        <p:txBody>
          <a:bodyPr/>
          <a:lstStyle/>
          <a:p>
            <a:fld id="{C0E9560A-78B4-504A-9396-2AE516B1349B}" type="slidenum">
              <a:rPr lang="en-US" smtClean="0"/>
              <a:t>8</a:t>
            </a:fld>
            <a:endParaRPr lang="en-US"/>
          </a:p>
        </p:txBody>
      </p:sp>
    </p:spTree>
    <p:extLst>
      <p:ext uri="{BB962C8B-B14F-4D97-AF65-F5344CB8AC3E}">
        <p14:creationId xmlns:p14="http://schemas.microsoft.com/office/powerpoint/2010/main" val="29674825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84C52-9C88-9B73-BE73-DE9981B0F5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F6C98C-550A-4B3D-A06A-B05FA6BA8C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B88A80-4D94-0856-C5B6-ED288159EB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5C8D9B-DFE5-BA77-14D1-4ABFD124A25E}"/>
              </a:ext>
            </a:extLst>
          </p:cNvPr>
          <p:cNvSpPr>
            <a:spLocks noGrp="1"/>
          </p:cNvSpPr>
          <p:nvPr>
            <p:ph type="sldNum" sz="quarter" idx="5"/>
          </p:nvPr>
        </p:nvSpPr>
        <p:spPr/>
        <p:txBody>
          <a:bodyPr/>
          <a:lstStyle/>
          <a:p>
            <a:fld id="{C0E9560A-78B4-504A-9396-2AE516B1349B}" type="slidenum">
              <a:rPr lang="en-US" smtClean="0"/>
              <a:t>9</a:t>
            </a:fld>
            <a:endParaRPr lang="en-US"/>
          </a:p>
        </p:txBody>
      </p:sp>
    </p:spTree>
    <p:extLst>
      <p:ext uri="{BB962C8B-B14F-4D97-AF65-F5344CB8AC3E}">
        <p14:creationId xmlns:p14="http://schemas.microsoft.com/office/powerpoint/2010/main" val="3404241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AFDE5-B2E1-29FF-8500-E28E25DBAB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B2BCA0-34BB-CCC5-2723-4DBAA3B5FC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A290D9-D5FE-8AFE-63DF-C80AB804F6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44BCCA-C778-EADA-2544-DBB28EBCA327}"/>
              </a:ext>
            </a:extLst>
          </p:cNvPr>
          <p:cNvSpPr>
            <a:spLocks noGrp="1"/>
          </p:cNvSpPr>
          <p:nvPr>
            <p:ph type="sldNum" sz="quarter" idx="5"/>
          </p:nvPr>
        </p:nvSpPr>
        <p:spPr/>
        <p:txBody>
          <a:bodyPr/>
          <a:lstStyle/>
          <a:p>
            <a:fld id="{C0E9560A-78B4-504A-9396-2AE516B1349B}" type="slidenum">
              <a:rPr lang="en-US" smtClean="0"/>
              <a:t>10</a:t>
            </a:fld>
            <a:endParaRPr lang="en-US"/>
          </a:p>
        </p:txBody>
      </p:sp>
    </p:spTree>
    <p:extLst>
      <p:ext uri="{BB962C8B-B14F-4D97-AF65-F5344CB8AC3E}">
        <p14:creationId xmlns:p14="http://schemas.microsoft.com/office/powerpoint/2010/main" val="3925304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6C5B1-0359-A16E-5C17-EAD3562156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DECFBA-156D-C412-F67E-FF3A04B2B1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8AA8CD-2334-AD3F-0B66-C5DDA8D390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66ABC7-F3FE-BF0F-F7B6-C3751BBA8AB3}"/>
              </a:ext>
            </a:extLst>
          </p:cNvPr>
          <p:cNvSpPr>
            <a:spLocks noGrp="1"/>
          </p:cNvSpPr>
          <p:nvPr>
            <p:ph type="sldNum" sz="quarter" idx="5"/>
          </p:nvPr>
        </p:nvSpPr>
        <p:spPr/>
        <p:txBody>
          <a:bodyPr/>
          <a:lstStyle/>
          <a:p>
            <a:fld id="{C0E9560A-78B4-504A-9396-2AE516B1349B}" type="slidenum">
              <a:rPr lang="en-US" smtClean="0"/>
              <a:t>11</a:t>
            </a:fld>
            <a:endParaRPr lang="en-US"/>
          </a:p>
        </p:txBody>
      </p:sp>
    </p:spTree>
    <p:extLst>
      <p:ext uri="{BB962C8B-B14F-4D97-AF65-F5344CB8AC3E}">
        <p14:creationId xmlns:p14="http://schemas.microsoft.com/office/powerpoint/2010/main" val="14360011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9AC31-479F-BAE7-F7B0-68CA2E556C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001E00-7F63-3C96-F26F-ED5F617D7F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F1C9C2-D508-40E3-5E49-C4098781E8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F5983E-2B8E-1C33-7B07-91ED3CBD5ED6}"/>
              </a:ext>
            </a:extLst>
          </p:cNvPr>
          <p:cNvSpPr>
            <a:spLocks noGrp="1"/>
          </p:cNvSpPr>
          <p:nvPr>
            <p:ph type="sldNum" sz="quarter" idx="5"/>
          </p:nvPr>
        </p:nvSpPr>
        <p:spPr/>
        <p:txBody>
          <a:bodyPr/>
          <a:lstStyle/>
          <a:p>
            <a:fld id="{C0E9560A-78B4-504A-9396-2AE516B1349B}" type="slidenum">
              <a:rPr lang="en-US" smtClean="0"/>
              <a:t>12</a:t>
            </a:fld>
            <a:endParaRPr lang="en-US"/>
          </a:p>
        </p:txBody>
      </p:sp>
    </p:spTree>
    <p:extLst>
      <p:ext uri="{BB962C8B-B14F-4D97-AF65-F5344CB8AC3E}">
        <p14:creationId xmlns:p14="http://schemas.microsoft.com/office/powerpoint/2010/main" val="33627349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E7CF6-DB6C-6C0D-9624-F5123CA217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04FD22-49AB-4CDF-B77B-A69D66F9A2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14ADF5-45F1-BBD0-7EA7-981710D7F6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0C6DD5-C7CB-15F0-FF6E-F08CB29F0044}"/>
              </a:ext>
            </a:extLst>
          </p:cNvPr>
          <p:cNvSpPr>
            <a:spLocks noGrp="1"/>
          </p:cNvSpPr>
          <p:nvPr>
            <p:ph type="sldNum" sz="quarter" idx="5"/>
          </p:nvPr>
        </p:nvSpPr>
        <p:spPr/>
        <p:txBody>
          <a:bodyPr/>
          <a:lstStyle/>
          <a:p>
            <a:fld id="{C0E9560A-78B4-504A-9396-2AE516B1349B}" type="slidenum">
              <a:rPr lang="en-US" smtClean="0"/>
              <a:t>13</a:t>
            </a:fld>
            <a:endParaRPr lang="en-US"/>
          </a:p>
        </p:txBody>
      </p:sp>
    </p:spTree>
    <p:extLst>
      <p:ext uri="{BB962C8B-B14F-4D97-AF65-F5344CB8AC3E}">
        <p14:creationId xmlns:p14="http://schemas.microsoft.com/office/powerpoint/2010/main" val="25098185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21AF9-9F85-FB9D-7A94-56E22F72F9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6B11D7-417C-A8E7-84A9-13464A7BFE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CECF85-CF0A-AA36-729C-DE44659514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BC5485-2141-1E61-D2AD-E16620732199}"/>
              </a:ext>
            </a:extLst>
          </p:cNvPr>
          <p:cNvSpPr>
            <a:spLocks noGrp="1"/>
          </p:cNvSpPr>
          <p:nvPr>
            <p:ph type="sldNum" sz="quarter" idx="5"/>
          </p:nvPr>
        </p:nvSpPr>
        <p:spPr/>
        <p:txBody>
          <a:bodyPr/>
          <a:lstStyle/>
          <a:p>
            <a:fld id="{C0E9560A-78B4-504A-9396-2AE516B1349B}" type="slidenum">
              <a:rPr lang="en-US" smtClean="0"/>
              <a:t>14</a:t>
            </a:fld>
            <a:endParaRPr lang="en-US"/>
          </a:p>
        </p:txBody>
      </p:sp>
    </p:spTree>
    <p:extLst>
      <p:ext uri="{BB962C8B-B14F-4D97-AF65-F5344CB8AC3E}">
        <p14:creationId xmlns:p14="http://schemas.microsoft.com/office/powerpoint/2010/main" val="9246493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01C5B-2824-037A-73E8-BAD1909B1D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6B1AB2-F228-419F-C0C6-D08CE02DDC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C1001F-FF89-9B78-07D6-F40F07795E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0EADA7-F46F-1B42-5E58-92E985ACD04E}"/>
              </a:ext>
            </a:extLst>
          </p:cNvPr>
          <p:cNvSpPr>
            <a:spLocks noGrp="1"/>
          </p:cNvSpPr>
          <p:nvPr>
            <p:ph type="sldNum" sz="quarter" idx="5"/>
          </p:nvPr>
        </p:nvSpPr>
        <p:spPr/>
        <p:txBody>
          <a:bodyPr/>
          <a:lstStyle/>
          <a:p>
            <a:fld id="{C0E9560A-78B4-504A-9396-2AE516B1349B}" type="slidenum">
              <a:rPr lang="en-US" smtClean="0"/>
              <a:t>15</a:t>
            </a:fld>
            <a:endParaRPr lang="en-US"/>
          </a:p>
        </p:txBody>
      </p:sp>
    </p:spTree>
    <p:extLst>
      <p:ext uri="{BB962C8B-B14F-4D97-AF65-F5344CB8AC3E}">
        <p14:creationId xmlns:p14="http://schemas.microsoft.com/office/powerpoint/2010/main" val="25442135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6FA2D-09D7-6178-920E-BCB23248A9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6293E4-323D-123D-FCFE-B0965C9D6C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8D3DA7-145D-FE76-CF24-427E97FD98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A4F2F8-CA3A-6006-DAF1-6F58A5121D57}"/>
              </a:ext>
            </a:extLst>
          </p:cNvPr>
          <p:cNvSpPr>
            <a:spLocks noGrp="1"/>
          </p:cNvSpPr>
          <p:nvPr>
            <p:ph type="sldNum" sz="quarter" idx="5"/>
          </p:nvPr>
        </p:nvSpPr>
        <p:spPr/>
        <p:txBody>
          <a:bodyPr/>
          <a:lstStyle/>
          <a:p>
            <a:fld id="{C0E9560A-78B4-504A-9396-2AE516B1349B}" type="slidenum">
              <a:rPr lang="en-US" smtClean="0"/>
              <a:t>16</a:t>
            </a:fld>
            <a:endParaRPr lang="en-US"/>
          </a:p>
        </p:txBody>
      </p:sp>
    </p:spTree>
    <p:extLst>
      <p:ext uri="{BB962C8B-B14F-4D97-AF65-F5344CB8AC3E}">
        <p14:creationId xmlns:p14="http://schemas.microsoft.com/office/powerpoint/2010/main" val="10038095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1D098-4160-4C64-1075-1C2D0EDC00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D3C5CD-874D-91EF-ECF1-974F82CDC8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F76F91-9243-5032-8B92-257FC5268D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D1DB50-BD26-02D2-2F9C-6F95CE248681}"/>
              </a:ext>
            </a:extLst>
          </p:cNvPr>
          <p:cNvSpPr>
            <a:spLocks noGrp="1"/>
          </p:cNvSpPr>
          <p:nvPr>
            <p:ph type="sldNum" sz="quarter" idx="5"/>
          </p:nvPr>
        </p:nvSpPr>
        <p:spPr/>
        <p:txBody>
          <a:bodyPr/>
          <a:lstStyle/>
          <a:p>
            <a:fld id="{C0E9560A-78B4-504A-9396-2AE516B1349B}" type="slidenum">
              <a:rPr lang="en-US" smtClean="0"/>
              <a:t>17</a:t>
            </a:fld>
            <a:endParaRPr lang="en-US"/>
          </a:p>
        </p:txBody>
      </p:sp>
    </p:spTree>
    <p:extLst>
      <p:ext uri="{BB962C8B-B14F-4D97-AF65-F5344CB8AC3E}">
        <p14:creationId xmlns:p14="http://schemas.microsoft.com/office/powerpoint/2010/main" val="38391284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25248-DB81-2B6D-B37B-31D170B7D3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106604-DA36-B2A4-8689-770347644F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AE3C6F-8A3E-96E9-AD3A-744D328A17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F79905-7D10-3972-F62A-E86FA1F42C33}"/>
              </a:ext>
            </a:extLst>
          </p:cNvPr>
          <p:cNvSpPr>
            <a:spLocks noGrp="1"/>
          </p:cNvSpPr>
          <p:nvPr>
            <p:ph type="sldNum" sz="quarter" idx="5"/>
          </p:nvPr>
        </p:nvSpPr>
        <p:spPr/>
        <p:txBody>
          <a:bodyPr/>
          <a:lstStyle/>
          <a:p>
            <a:fld id="{C0E9560A-78B4-504A-9396-2AE516B1349B}" type="slidenum">
              <a:rPr lang="en-US" smtClean="0"/>
              <a:t>18</a:t>
            </a:fld>
            <a:endParaRPr lang="en-US"/>
          </a:p>
        </p:txBody>
      </p:sp>
    </p:spTree>
    <p:extLst>
      <p:ext uri="{BB962C8B-B14F-4D97-AF65-F5344CB8AC3E}">
        <p14:creationId xmlns:p14="http://schemas.microsoft.com/office/powerpoint/2010/main" val="33176145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17701-0E20-424D-8947-982019977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FB5141-69D3-0A42-BA7A-7389877EFE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065F0F-FBF0-5AA0-D666-2A43CC6E3C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5B73E6-70F2-A987-0FE2-123647B43F0E}"/>
              </a:ext>
            </a:extLst>
          </p:cNvPr>
          <p:cNvSpPr>
            <a:spLocks noGrp="1"/>
          </p:cNvSpPr>
          <p:nvPr>
            <p:ph type="sldNum" sz="quarter" idx="5"/>
          </p:nvPr>
        </p:nvSpPr>
        <p:spPr/>
        <p:txBody>
          <a:bodyPr/>
          <a:lstStyle/>
          <a:p>
            <a:fld id="{C0E9560A-78B4-504A-9396-2AE516B1349B}" type="slidenum">
              <a:rPr lang="en-US" smtClean="0"/>
              <a:t>19</a:t>
            </a:fld>
            <a:endParaRPr lang="en-US"/>
          </a:p>
        </p:txBody>
      </p:sp>
    </p:spTree>
    <p:extLst>
      <p:ext uri="{BB962C8B-B14F-4D97-AF65-F5344CB8AC3E}">
        <p14:creationId xmlns:p14="http://schemas.microsoft.com/office/powerpoint/2010/main" val="34893787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32D51-BCC7-D57B-8A38-A93D0D2925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A005D7-A035-F2C2-380B-1B39099DB6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C3F7F1-12A8-567D-81FC-DD9242E683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337C73-FA0C-2F0F-57F3-38F5548E8531}"/>
              </a:ext>
            </a:extLst>
          </p:cNvPr>
          <p:cNvSpPr>
            <a:spLocks noGrp="1"/>
          </p:cNvSpPr>
          <p:nvPr>
            <p:ph type="sldNum" sz="quarter" idx="5"/>
          </p:nvPr>
        </p:nvSpPr>
        <p:spPr/>
        <p:txBody>
          <a:bodyPr/>
          <a:lstStyle/>
          <a:p>
            <a:fld id="{C0E9560A-78B4-504A-9396-2AE516B1349B}" type="slidenum">
              <a:rPr lang="en-US" smtClean="0"/>
              <a:t>20</a:t>
            </a:fld>
            <a:endParaRPr lang="en-US"/>
          </a:p>
        </p:txBody>
      </p:sp>
    </p:spTree>
    <p:extLst>
      <p:ext uri="{BB962C8B-B14F-4D97-AF65-F5344CB8AC3E}">
        <p14:creationId xmlns:p14="http://schemas.microsoft.com/office/powerpoint/2010/main" val="41819578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63BE3-940D-CDD5-8529-E4EBF56B7B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9D1010-A463-A6CE-5AB2-7362DA76DF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DF4F98-D469-ADB1-8785-DCB5575895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CBFD6A-999E-9721-CDC3-122104CDF0A9}"/>
              </a:ext>
            </a:extLst>
          </p:cNvPr>
          <p:cNvSpPr>
            <a:spLocks noGrp="1"/>
          </p:cNvSpPr>
          <p:nvPr>
            <p:ph type="sldNum" sz="quarter" idx="5"/>
          </p:nvPr>
        </p:nvSpPr>
        <p:spPr/>
        <p:txBody>
          <a:bodyPr/>
          <a:lstStyle/>
          <a:p>
            <a:fld id="{C0E9560A-78B4-504A-9396-2AE516B1349B}" type="slidenum">
              <a:rPr lang="en-US" smtClean="0"/>
              <a:t>21</a:t>
            </a:fld>
            <a:endParaRPr lang="en-US"/>
          </a:p>
        </p:txBody>
      </p:sp>
    </p:spTree>
    <p:extLst>
      <p:ext uri="{BB962C8B-B14F-4D97-AF65-F5344CB8AC3E}">
        <p14:creationId xmlns:p14="http://schemas.microsoft.com/office/powerpoint/2010/main" val="7078843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56D4C-B071-6F43-5DF1-3CBE6509C9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D71596-EDF1-F67A-FB5C-FA6F0CACF0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706879-1256-C302-C1A3-839D2EDD2E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B19381-E619-BEC4-B40E-B23D7F742A5C}"/>
              </a:ext>
            </a:extLst>
          </p:cNvPr>
          <p:cNvSpPr>
            <a:spLocks noGrp="1"/>
          </p:cNvSpPr>
          <p:nvPr>
            <p:ph type="sldNum" sz="quarter" idx="5"/>
          </p:nvPr>
        </p:nvSpPr>
        <p:spPr/>
        <p:txBody>
          <a:bodyPr/>
          <a:lstStyle/>
          <a:p>
            <a:fld id="{C0E9560A-78B4-504A-9396-2AE516B1349B}" type="slidenum">
              <a:rPr lang="en-US" smtClean="0"/>
              <a:t>22</a:t>
            </a:fld>
            <a:endParaRPr lang="en-US"/>
          </a:p>
        </p:txBody>
      </p:sp>
    </p:spTree>
    <p:extLst>
      <p:ext uri="{BB962C8B-B14F-4D97-AF65-F5344CB8AC3E}">
        <p14:creationId xmlns:p14="http://schemas.microsoft.com/office/powerpoint/2010/main" val="21653471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9904B-07DA-6691-3E03-F8D7362A2B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23BC25-A867-26D3-EC2B-C6338A4762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91F38E-D818-476F-CA5D-78614DA201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2CC9BC-C7EB-1960-6D49-BABE3E32CE58}"/>
              </a:ext>
            </a:extLst>
          </p:cNvPr>
          <p:cNvSpPr>
            <a:spLocks noGrp="1"/>
          </p:cNvSpPr>
          <p:nvPr>
            <p:ph type="sldNum" sz="quarter" idx="5"/>
          </p:nvPr>
        </p:nvSpPr>
        <p:spPr/>
        <p:txBody>
          <a:bodyPr/>
          <a:lstStyle/>
          <a:p>
            <a:fld id="{C0E9560A-78B4-504A-9396-2AE516B1349B}" type="slidenum">
              <a:rPr lang="en-US" smtClean="0"/>
              <a:t>23</a:t>
            </a:fld>
            <a:endParaRPr lang="en-US"/>
          </a:p>
        </p:txBody>
      </p:sp>
    </p:spTree>
    <p:extLst>
      <p:ext uri="{BB962C8B-B14F-4D97-AF65-F5344CB8AC3E}">
        <p14:creationId xmlns:p14="http://schemas.microsoft.com/office/powerpoint/2010/main" val="16790414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143C3-C5C5-10A9-C7FA-48D9A50C17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541C90-DD7D-3B00-7F0C-1438BBFC2F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3587D9-1134-5551-C8B6-99535E23E5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110C27-9684-4D7D-5A05-FF6174F5621E}"/>
              </a:ext>
            </a:extLst>
          </p:cNvPr>
          <p:cNvSpPr>
            <a:spLocks noGrp="1"/>
          </p:cNvSpPr>
          <p:nvPr>
            <p:ph type="sldNum" sz="quarter" idx="5"/>
          </p:nvPr>
        </p:nvSpPr>
        <p:spPr/>
        <p:txBody>
          <a:bodyPr/>
          <a:lstStyle/>
          <a:p>
            <a:fld id="{C0E9560A-78B4-504A-9396-2AE516B1349B}" type="slidenum">
              <a:rPr lang="en-US" smtClean="0"/>
              <a:t>24</a:t>
            </a:fld>
            <a:endParaRPr lang="en-US"/>
          </a:p>
        </p:txBody>
      </p:sp>
    </p:spTree>
    <p:extLst>
      <p:ext uri="{BB962C8B-B14F-4D97-AF65-F5344CB8AC3E}">
        <p14:creationId xmlns:p14="http://schemas.microsoft.com/office/powerpoint/2010/main" val="39358006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311D7-1C5B-0B31-AF62-8E980A2B78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10B374-DF0F-A59E-B8E7-C9A178614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A49574-1117-2B31-ACF9-6642E380BB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E12681-D9B0-4246-F34D-1CAB5C6D6531}"/>
              </a:ext>
            </a:extLst>
          </p:cNvPr>
          <p:cNvSpPr>
            <a:spLocks noGrp="1"/>
          </p:cNvSpPr>
          <p:nvPr>
            <p:ph type="sldNum" sz="quarter" idx="5"/>
          </p:nvPr>
        </p:nvSpPr>
        <p:spPr/>
        <p:txBody>
          <a:bodyPr/>
          <a:lstStyle/>
          <a:p>
            <a:fld id="{C0E9560A-78B4-504A-9396-2AE516B1349B}" type="slidenum">
              <a:rPr lang="en-US" smtClean="0"/>
              <a:t>25</a:t>
            </a:fld>
            <a:endParaRPr lang="en-US"/>
          </a:p>
        </p:txBody>
      </p:sp>
    </p:spTree>
    <p:extLst>
      <p:ext uri="{BB962C8B-B14F-4D97-AF65-F5344CB8AC3E}">
        <p14:creationId xmlns:p14="http://schemas.microsoft.com/office/powerpoint/2010/main" val="39308195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1ACBF-F3E4-78D4-F7B9-5B57F33AED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4836FD-4C38-A323-F0AC-8614F45D22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318129-E764-7859-73AD-EA26EA044B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5C3D3A-4B57-5211-1C78-952D7C7C090A}"/>
              </a:ext>
            </a:extLst>
          </p:cNvPr>
          <p:cNvSpPr>
            <a:spLocks noGrp="1"/>
          </p:cNvSpPr>
          <p:nvPr>
            <p:ph type="sldNum" sz="quarter" idx="5"/>
          </p:nvPr>
        </p:nvSpPr>
        <p:spPr/>
        <p:txBody>
          <a:bodyPr/>
          <a:lstStyle/>
          <a:p>
            <a:fld id="{C0E9560A-78B4-504A-9396-2AE516B1349B}" type="slidenum">
              <a:rPr lang="en-US" smtClean="0"/>
              <a:t>26</a:t>
            </a:fld>
            <a:endParaRPr lang="en-US"/>
          </a:p>
        </p:txBody>
      </p:sp>
    </p:spTree>
    <p:extLst>
      <p:ext uri="{BB962C8B-B14F-4D97-AF65-F5344CB8AC3E}">
        <p14:creationId xmlns:p14="http://schemas.microsoft.com/office/powerpoint/2010/main" val="25457619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B4B11-CB5C-B3AD-AED4-4D7563846C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CBC76F-6EB5-73BC-5CD5-00EF8B2387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E0330F-2BB6-B17B-6C5A-19679D8773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E0B8F5-AC39-9555-5296-9B53A3B021F7}"/>
              </a:ext>
            </a:extLst>
          </p:cNvPr>
          <p:cNvSpPr>
            <a:spLocks noGrp="1"/>
          </p:cNvSpPr>
          <p:nvPr>
            <p:ph type="sldNum" sz="quarter" idx="5"/>
          </p:nvPr>
        </p:nvSpPr>
        <p:spPr/>
        <p:txBody>
          <a:bodyPr/>
          <a:lstStyle/>
          <a:p>
            <a:fld id="{C0E9560A-78B4-504A-9396-2AE516B1349B}" type="slidenum">
              <a:rPr lang="en-US" smtClean="0"/>
              <a:t>27</a:t>
            </a:fld>
            <a:endParaRPr lang="en-US"/>
          </a:p>
        </p:txBody>
      </p:sp>
    </p:spTree>
    <p:extLst>
      <p:ext uri="{BB962C8B-B14F-4D97-AF65-F5344CB8AC3E}">
        <p14:creationId xmlns:p14="http://schemas.microsoft.com/office/powerpoint/2010/main" val="25872211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55BA1-FB23-5A25-BE4B-EB7D5E0F30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91D26-1746-DB8A-DAE0-B2681A0069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ECB39B-C6FF-5E92-C794-F52ABA7293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C95222-1CCE-4B76-F8B0-2B3A0B1653F5}"/>
              </a:ext>
            </a:extLst>
          </p:cNvPr>
          <p:cNvSpPr>
            <a:spLocks noGrp="1"/>
          </p:cNvSpPr>
          <p:nvPr>
            <p:ph type="sldNum" sz="quarter" idx="5"/>
          </p:nvPr>
        </p:nvSpPr>
        <p:spPr/>
        <p:txBody>
          <a:bodyPr/>
          <a:lstStyle/>
          <a:p>
            <a:fld id="{C0E9560A-78B4-504A-9396-2AE516B1349B}" type="slidenum">
              <a:rPr lang="en-US" smtClean="0"/>
              <a:t>28</a:t>
            </a:fld>
            <a:endParaRPr lang="en-US"/>
          </a:p>
        </p:txBody>
      </p:sp>
    </p:spTree>
    <p:extLst>
      <p:ext uri="{BB962C8B-B14F-4D97-AF65-F5344CB8AC3E}">
        <p14:creationId xmlns:p14="http://schemas.microsoft.com/office/powerpoint/2010/main" val="37385545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9D416-92CB-73D5-5561-6C0693EABF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EDB632-9326-E7CA-4782-904CA43396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5A647F-F55D-52C4-E94E-4B2F4C8480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A4A9D8-A761-D472-7035-F4E35CCE57B7}"/>
              </a:ext>
            </a:extLst>
          </p:cNvPr>
          <p:cNvSpPr>
            <a:spLocks noGrp="1"/>
          </p:cNvSpPr>
          <p:nvPr>
            <p:ph type="sldNum" sz="quarter" idx="5"/>
          </p:nvPr>
        </p:nvSpPr>
        <p:spPr/>
        <p:txBody>
          <a:bodyPr/>
          <a:lstStyle/>
          <a:p>
            <a:fld id="{C0E9560A-78B4-504A-9396-2AE516B1349B}" type="slidenum">
              <a:rPr lang="en-US" smtClean="0"/>
              <a:t>29</a:t>
            </a:fld>
            <a:endParaRPr lang="en-US"/>
          </a:p>
        </p:txBody>
      </p:sp>
    </p:spTree>
    <p:extLst>
      <p:ext uri="{BB962C8B-B14F-4D97-AF65-F5344CB8AC3E}">
        <p14:creationId xmlns:p14="http://schemas.microsoft.com/office/powerpoint/2010/main" val="57152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002DC-A969-5A34-55E8-588C39E419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759F2E-362D-3C20-DB39-02D11CCBFE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0C004E-BD4E-AD50-E1E7-D02B283C9D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B17B39-B290-E8FA-CC04-2175EBC8945B}"/>
              </a:ext>
            </a:extLst>
          </p:cNvPr>
          <p:cNvSpPr>
            <a:spLocks noGrp="1"/>
          </p:cNvSpPr>
          <p:nvPr>
            <p:ph type="sldNum" sz="quarter" idx="5"/>
          </p:nvPr>
        </p:nvSpPr>
        <p:spPr/>
        <p:txBody>
          <a:bodyPr/>
          <a:lstStyle/>
          <a:p>
            <a:fld id="{C0E9560A-78B4-504A-9396-2AE516B1349B}" type="slidenum">
              <a:rPr lang="en-US" smtClean="0"/>
              <a:t>30</a:t>
            </a:fld>
            <a:endParaRPr lang="en-US"/>
          </a:p>
        </p:txBody>
      </p:sp>
    </p:spTree>
    <p:extLst>
      <p:ext uri="{BB962C8B-B14F-4D97-AF65-F5344CB8AC3E}">
        <p14:creationId xmlns:p14="http://schemas.microsoft.com/office/powerpoint/2010/main" val="394736428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8B802-5C7C-4AA0-F1D8-4911A7EE91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48071A-F793-EE1F-6F97-1F996C5444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EE5D10-8035-1376-D619-C4B717637F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2272E4A-2CEA-5EEF-9F0F-06D269C4AD6A}"/>
              </a:ext>
            </a:extLst>
          </p:cNvPr>
          <p:cNvSpPr>
            <a:spLocks noGrp="1"/>
          </p:cNvSpPr>
          <p:nvPr>
            <p:ph type="sldNum" sz="quarter" idx="5"/>
          </p:nvPr>
        </p:nvSpPr>
        <p:spPr/>
        <p:txBody>
          <a:bodyPr/>
          <a:lstStyle/>
          <a:p>
            <a:fld id="{C0E9560A-78B4-504A-9396-2AE516B1349B}" type="slidenum">
              <a:rPr lang="en-US" smtClean="0"/>
              <a:t>31</a:t>
            </a:fld>
            <a:endParaRPr lang="en-US"/>
          </a:p>
        </p:txBody>
      </p:sp>
    </p:spTree>
    <p:extLst>
      <p:ext uri="{BB962C8B-B14F-4D97-AF65-F5344CB8AC3E}">
        <p14:creationId xmlns:p14="http://schemas.microsoft.com/office/powerpoint/2010/main" val="4440169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3021D-BE61-87DD-A442-6916AF52AE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602EC9-D5E6-A696-7946-6E9531D8AD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AAA145-D621-8824-FBC2-A85F810A9E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D55C8E-98DA-9CFE-FD2E-8F46867B1AD5}"/>
              </a:ext>
            </a:extLst>
          </p:cNvPr>
          <p:cNvSpPr>
            <a:spLocks noGrp="1"/>
          </p:cNvSpPr>
          <p:nvPr>
            <p:ph type="sldNum" sz="quarter" idx="5"/>
          </p:nvPr>
        </p:nvSpPr>
        <p:spPr/>
        <p:txBody>
          <a:bodyPr/>
          <a:lstStyle/>
          <a:p>
            <a:fld id="{C0E9560A-78B4-504A-9396-2AE516B1349B}" type="slidenum">
              <a:rPr lang="en-US" smtClean="0"/>
              <a:t>32</a:t>
            </a:fld>
            <a:endParaRPr lang="en-US"/>
          </a:p>
        </p:txBody>
      </p:sp>
    </p:spTree>
    <p:extLst>
      <p:ext uri="{BB962C8B-B14F-4D97-AF65-F5344CB8AC3E}">
        <p14:creationId xmlns:p14="http://schemas.microsoft.com/office/powerpoint/2010/main" val="36152853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83159-5D02-AE3B-CCEA-67A109791D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8D21DC-7DF6-DD26-07CF-97A95B0905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BDA7D-A7F7-A901-86BE-4D63155117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43B124-DCD2-305B-5A1E-F3DC625A7D4E}"/>
              </a:ext>
            </a:extLst>
          </p:cNvPr>
          <p:cNvSpPr>
            <a:spLocks noGrp="1"/>
          </p:cNvSpPr>
          <p:nvPr>
            <p:ph type="sldNum" sz="quarter" idx="5"/>
          </p:nvPr>
        </p:nvSpPr>
        <p:spPr/>
        <p:txBody>
          <a:bodyPr/>
          <a:lstStyle/>
          <a:p>
            <a:fld id="{C0E9560A-78B4-504A-9396-2AE516B1349B}" type="slidenum">
              <a:rPr lang="en-US" smtClean="0"/>
              <a:t>33</a:t>
            </a:fld>
            <a:endParaRPr lang="en-US"/>
          </a:p>
        </p:txBody>
      </p:sp>
    </p:spTree>
    <p:extLst>
      <p:ext uri="{BB962C8B-B14F-4D97-AF65-F5344CB8AC3E}">
        <p14:creationId xmlns:p14="http://schemas.microsoft.com/office/powerpoint/2010/main" val="22472156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B8126-79FF-ABE5-60C5-2B5F04A1A4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377AB3-0B7A-8B58-7B58-0C40FDF755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166BB1-0D82-EE3E-3DDC-131967208E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A40D74-88AD-2108-352E-54347600D941}"/>
              </a:ext>
            </a:extLst>
          </p:cNvPr>
          <p:cNvSpPr>
            <a:spLocks noGrp="1"/>
          </p:cNvSpPr>
          <p:nvPr>
            <p:ph type="sldNum" sz="quarter" idx="5"/>
          </p:nvPr>
        </p:nvSpPr>
        <p:spPr/>
        <p:txBody>
          <a:bodyPr/>
          <a:lstStyle/>
          <a:p>
            <a:fld id="{C0E9560A-78B4-504A-9396-2AE516B1349B}" type="slidenum">
              <a:rPr lang="en-US" smtClean="0"/>
              <a:t>34</a:t>
            </a:fld>
            <a:endParaRPr lang="en-US"/>
          </a:p>
        </p:txBody>
      </p:sp>
    </p:spTree>
    <p:extLst>
      <p:ext uri="{BB962C8B-B14F-4D97-AF65-F5344CB8AC3E}">
        <p14:creationId xmlns:p14="http://schemas.microsoft.com/office/powerpoint/2010/main" val="342341366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C97D4-47C5-0CC5-6991-805CBD5B8A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30AC6D-9FEC-B4BD-88E3-3CAFA9AED8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EFB925-D504-4FDA-A5D8-D8392301AD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051BD7-79F5-1E85-FFE9-5DCA44A66933}"/>
              </a:ext>
            </a:extLst>
          </p:cNvPr>
          <p:cNvSpPr>
            <a:spLocks noGrp="1"/>
          </p:cNvSpPr>
          <p:nvPr>
            <p:ph type="sldNum" sz="quarter" idx="5"/>
          </p:nvPr>
        </p:nvSpPr>
        <p:spPr/>
        <p:txBody>
          <a:bodyPr/>
          <a:lstStyle/>
          <a:p>
            <a:fld id="{C0E9560A-78B4-504A-9396-2AE516B1349B}" type="slidenum">
              <a:rPr lang="en-US" smtClean="0"/>
              <a:t>35</a:t>
            </a:fld>
            <a:endParaRPr lang="en-US"/>
          </a:p>
        </p:txBody>
      </p:sp>
    </p:spTree>
    <p:extLst>
      <p:ext uri="{BB962C8B-B14F-4D97-AF65-F5344CB8AC3E}">
        <p14:creationId xmlns:p14="http://schemas.microsoft.com/office/powerpoint/2010/main" val="33329032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9BA80-6325-99E4-EEC8-A474A5898C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4141AD-62CD-60B0-22A2-64F9C02257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21BFD7-9386-6C86-81DD-D88126CDFE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46D836-9B51-3227-A2F1-B59790C5AB03}"/>
              </a:ext>
            </a:extLst>
          </p:cNvPr>
          <p:cNvSpPr>
            <a:spLocks noGrp="1"/>
          </p:cNvSpPr>
          <p:nvPr>
            <p:ph type="sldNum" sz="quarter" idx="5"/>
          </p:nvPr>
        </p:nvSpPr>
        <p:spPr/>
        <p:txBody>
          <a:bodyPr/>
          <a:lstStyle/>
          <a:p>
            <a:fld id="{C0E9560A-78B4-504A-9396-2AE516B1349B}" type="slidenum">
              <a:rPr lang="en-US" smtClean="0"/>
              <a:t>36</a:t>
            </a:fld>
            <a:endParaRPr lang="en-US"/>
          </a:p>
        </p:txBody>
      </p:sp>
    </p:spTree>
    <p:extLst>
      <p:ext uri="{BB962C8B-B14F-4D97-AF65-F5344CB8AC3E}">
        <p14:creationId xmlns:p14="http://schemas.microsoft.com/office/powerpoint/2010/main" val="22721517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A8DA6-B55C-0489-0D16-7CE7DE8C76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4E78AF-2D76-BA58-8842-826A008975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A346AF-DDF5-1941-3D9F-CC14A1D012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817777-3931-2727-F90D-B94E9B19D205}"/>
              </a:ext>
            </a:extLst>
          </p:cNvPr>
          <p:cNvSpPr>
            <a:spLocks noGrp="1"/>
          </p:cNvSpPr>
          <p:nvPr>
            <p:ph type="sldNum" sz="quarter" idx="5"/>
          </p:nvPr>
        </p:nvSpPr>
        <p:spPr/>
        <p:txBody>
          <a:bodyPr/>
          <a:lstStyle/>
          <a:p>
            <a:fld id="{C0E9560A-78B4-504A-9396-2AE516B1349B}" type="slidenum">
              <a:rPr lang="en-US" smtClean="0"/>
              <a:t>37</a:t>
            </a:fld>
            <a:endParaRPr lang="en-US"/>
          </a:p>
        </p:txBody>
      </p:sp>
    </p:spTree>
    <p:extLst>
      <p:ext uri="{BB962C8B-B14F-4D97-AF65-F5344CB8AC3E}">
        <p14:creationId xmlns:p14="http://schemas.microsoft.com/office/powerpoint/2010/main" val="342036393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868F1-A9E3-DE84-0C98-A3F84A9E4F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ADA05C-C1FD-B7DA-706D-E11EDE4E40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75ED9-C5FA-1A19-058F-A0504ED136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ABE360-9A58-1359-6E02-EAC44217A51E}"/>
              </a:ext>
            </a:extLst>
          </p:cNvPr>
          <p:cNvSpPr>
            <a:spLocks noGrp="1"/>
          </p:cNvSpPr>
          <p:nvPr>
            <p:ph type="sldNum" sz="quarter" idx="5"/>
          </p:nvPr>
        </p:nvSpPr>
        <p:spPr/>
        <p:txBody>
          <a:bodyPr/>
          <a:lstStyle/>
          <a:p>
            <a:fld id="{C0E9560A-78B4-504A-9396-2AE516B1349B}" type="slidenum">
              <a:rPr lang="en-US" smtClean="0"/>
              <a:t>38</a:t>
            </a:fld>
            <a:endParaRPr lang="en-US"/>
          </a:p>
        </p:txBody>
      </p:sp>
    </p:spTree>
    <p:extLst>
      <p:ext uri="{BB962C8B-B14F-4D97-AF65-F5344CB8AC3E}">
        <p14:creationId xmlns:p14="http://schemas.microsoft.com/office/powerpoint/2010/main" val="265125560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87D59-B37F-3C3F-E6DE-24CC71202D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FE86BE-761F-6A2F-F520-523FC6A41F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49031E-3D27-10D3-3417-B92A70C857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ECD9A3-6EA5-59B5-0307-07C1CE2E4E7E}"/>
              </a:ext>
            </a:extLst>
          </p:cNvPr>
          <p:cNvSpPr>
            <a:spLocks noGrp="1"/>
          </p:cNvSpPr>
          <p:nvPr>
            <p:ph type="sldNum" sz="quarter" idx="5"/>
          </p:nvPr>
        </p:nvSpPr>
        <p:spPr/>
        <p:txBody>
          <a:bodyPr/>
          <a:lstStyle/>
          <a:p>
            <a:fld id="{C0E9560A-78B4-504A-9396-2AE516B1349B}" type="slidenum">
              <a:rPr lang="en-US" smtClean="0"/>
              <a:t>39</a:t>
            </a:fld>
            <a:endParaRPr lang="en-US"/>
          </a:p>
        </p:txBody>
      </p:sp>
    </p:spTree>
    <p:extLst>
      <p:ext uri="{BB962C8B-B14F-4D97-AF65-F5344CB8AC3E}">
        <p14:creationId xmlns:p14="http://schemas.microsoft.com/office/powerpoint/2010/main" val="90144426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14F42-E0DB-3FA3-0D5E-928C5741B8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F545D4-523A-D208-DB1E-D7C93B46C0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D2E16C-5797-0A28-106F-B66FE5D1F8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033DEE-A9F4-E694-0A5C-BA4862186F3D}"/>
              </a:ext>
            </a:extLst>
          </p:cNvPr>
          <p:cNvSpPr>
            <a:spLocks noGrp="1"/>
          </p:cNvSpPr>
          <p:nvPr>
            <p:ph type="sldNum" sz="quarter" idx="5"/>
          </p:nvPr>
        </p:nvSpPr>
        <p:spPr/>
        <p:txBody>
          <a:bodyPr/>
          <a:lstStyle/>
          <a:p>
            <a:fld id="{C0E9560A-78B4-504A-9396-2AE516B1349B}" type="slidenum">
              <a:rPr lang="en-US" smtClean="0"/>
              <a:t>40</a:t>
            </a:fld>
            <a:endParaRPr lang="en-US"/>
          </a:p>
        </p:txBody>
      </p:sp>
    </p:spTree>
    <p:extLst>
      <p:ext uri="{BB962C8B-B14F-4D97-AF65-F5344CB8AC3E}">
        <p14:creationId xmlns:p14="http://schemas.microsoft.com/office/powerpoint/2010/main" val="28788881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8CF62-2968-C90B-279B-F05C735D09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F0A422-BD96-D057-16C5-695F9F1A01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FDB92B-6FF1-BA0B-7C46-FCEE7C1238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A16F13-FC48-577C-427D-C656015B9F82}"/>
              </a:ext>
            </a:extLst>
          </p:cNvPr>
          <p:cNvSpPr>
            <a:spLocks noGrp="1"/>
          </p:cNvSpPr>
          <p:nvPr>
            <p:ph type="sldNum" sz="quarter" idx="5"/>
          </p:nvPr>
        </p:nvSpPr>
        <p:spPr/>
        <p:txBody>
          <a:bodyPr/>
          <a:lstStyle/>
          <a:p>
            <a:fld id="{C0E9560A-78B4-504A-9396-2AE516B1349B}" type="slidenum">
              <a:rPr lang="en-US" smtClean="0"/>
              <a:t>41</a:t>
            </a:fld>
            <a:endParaRPr lang="en-US"/>
          </a:p>
        </p:txBody>
      </p:sp>
    </p:spTree>
    <p:extLst>
      <p:ext uri="{BB962C8B-B14F-4D97-AF65-F5344CB8AC3E}">
        <p14:creationId xmlns:p14="http://schemas.microsoft.com/office/powerpoint/2010/main" val="115290254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FE5AA-D32D-7AA4-600F-43DEBF09C6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239C50-92C2-8C60-F945-4066FD20C4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0E2004-0418-0E32-CF23-1DC1E607EF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8C0DA2-60E0-FF4E-4C8E-B7152C399054}"/>
              </a:ext>
            </a:extLst>
          </p:cNvPr>
          <p:cNvSpPr>
            <a:spLocks noGrp="1"/>
          </p:cNvSpPr>
          <p:nvPr>
            <p:ph type="sldNum" sz="quarter" idx="5"/>
          </p:nvPr>
        </p:nvSpPr>
        <p:spPr/>
        <p:txBody>
          <a:bodyPr/>
          <a:lstStyle/>
          <a:p>
            <a:fld id="{C0E9560A-78B4-504A-9396-2AE516B1349B}" type="slidenum">
              <a:rPr lang="en-US" smtClean="0"/>
              <a:t>42</a:t>
            </a:fld>
            <a:endParaRPr lang="en-US"/>
          </a:p>
        </p:txBody>
      </p:sp>
    </p:spTree>
    <p:extLst>
      <p:ext uri="{BB962C8B-B14F-4D97-AF65-F5344CB8AC3E}">
        <p14:creationId xmlns:p14="http://schemas.microsoft.com/office/powerpoint/2010/main" val="272197275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37F56-7C9F-A4AD-C5AE-7C3915329A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BD62E2-0F3D-6FCC-D41F-8CFE731168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73B38D-C324-2DF2-F01F-8B9C3B209C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BA656A-9E17-C6C2-5184-C7531EF25A05}"/>
              </a:ext>
            </a:extLst>
          </p:cNvPr>
          <p:cNvSpPr>
            <a:spLocks noGrp="1"/>
          </p:cNvSpPr>
          <p:nvPr>
            <p:ph type="sldNum" sz="quarter" idx="5"/>
          </p:nvPr>
        </p:nvSpPr>
        <p:spPr/>
        <p:txBody>
          <a:bodyPr/>
          <a:lstStyle/>
          <a:p>
            <a:fld id="{C0E9560A-78B4-504A-9396-2AE516B1349B}" type="slidenum">
              <a:rPr lang="en-US" smtClean="0"/>
              <a:t>43</a:t>
            </a:fld>
            <a:endParaRPr lang="en-US"/>
          </a:p>
        </p:txBody>
      </p:sp>
    </p:spTree>
    <p:extLst>
      <p:ext uri="{BB962C8B-B14F-4D97-AF65-F5344CB8AC3E}">
        <p14:creationId xmlns:p14="http://schemas.microsoft.com/office/powerpoint/2010/main" val="222534778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19507-C70B-0613-EE3A-BA35E4CCEA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1A8EB7-7EB3-E6DE-8FDC-A849D70B98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550E2B-03B0-8788-2CC7-66B6468653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21DAFA-F3CE-F367-02EB-04352FAE707C}"/>
              </a:ext>
            </a:extLst>
          </p:cNvPr>
          <p:cNvSpPr>
            <a:spLocks noGrp="1"/>
          </p:cNvSpPr>
          <p:nvPr>
            <p:ph type="sldNum" sz="quarter" idx="5"/>
          </p:nvPr>
        </p:nvSpPr>
        <p:spPr/>
        <p:txBody>
          <a:bodyPr/>
          <a:lstStyle/>
          <a:p>
            <a:fld id="{C0E9560A-78B4-504A-9396-2AE516B1349B}" type="slidenum">
              <a:rPr lang="en-US" smtClean="0"/>
              <a:t>44</a:t>
            </a:fld>
            <a:endParaRPr lang="en-US"/>
          </a:p>
        </p:txBody>
      </p:sp>
    </p:spTree>
    <p:extLst>
      <p:ext uri="{BB962C8B-B14F-4D97-AF65-F5344CB8AC3E}">
        <p14:creationId xmlns:p14="http://schemas.microsoft.com/office/powerpoint/2010/main" val="96196739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5D815-2373-D908-DBA5-926C5922E7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92FB64-3B9E-BE67-1146-157E657041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1E34BA-7F01-5628-1B07-A4ACDB3701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2D28DC-F844-9A5D-453B-1B71A3491201}"/>
              </a:ext>
            </a:extLst>
          </p:cNvPr>
          <p:cNvSpPr>
            <a:spLocks noGrp="1"/>
          </p:cNvSpPr>
          <p:nvPr>
            <p:ph type="sldNum" sz="quarter" idx="5"/>
          </p:nvPr>
        </p:nvSpPr>
        <p:spPr/>
        <p:txBody>
          <a:bodyPr/>
          <a:lstStyle/>
          <a:p>
            <a:fld id="{C0E9560A-78B4-504A-9396-2AE516B1349B}" type="slidenum">
              <a:rPr lang="en-US" smtClean="0"/>
              <a:t>45</a:t>
            </a:fld>
            <a:endParaRPr lang="en-US"/>
          </a:p>
        </p:txBody>
      </p:sp>
    </p:spTree>
    <p:extLst>
      <p:ext uri="{BB962C8B-B14F-4D97-AF65-F5344CB8AC3E}">
        <p14:creationId xmlns:p14="http://schemas.microsoft.com/office/powerpoint/2010/main" val="129902228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D0E13-C4C7-BA44-4094-8218F6E9EB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A4D43F-6A52-4B28-1B1A-0E68B18B5C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DE4107-4037-D600-2355-25E8BF4D49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0A4F0C-DFFF-A019-412E-EF6A0EF2E64F}"/>
              </a:ext>
            </a:extLst>
          </p:cNvPr>
          <p:cNvSpPr>
            <a:spLocks noGrp="1"/>
          </p:cNvSpPr>
          <p:nvPr>
            <p:ph type="sldNum" sz="quarter" idx="5"/>
          </p:nvPr>
        </p:nvSpPr>
        <p:spPr/>
        <p:txBody>
          <a:bodyPr/>
          <a:lstStyle/>
          <a:p>
            <a:fld id="{C0E9560A-78B4-504A-9396-2AE516B1349B}" type="slidenum">
              <a:rPr lang="en-US" smtClean="0"/>
              <a:t>46</a:t>
            </a:fld>
            <a:endParaRPr lang="en-US"/>
          </a:p>
        </p:txBody>
      </p:sp>
    </p:spTree>
    <p:extLst>
      <p:ext uri="{BB962C8B-B14F-4D97-AF65-F5344CB8AC3E}">
        <p14:creationId xmlns:p14="http://schemas.microsoft.com/office/powerpoint/2010/main" val="266102636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D08BA-1C7A-A309-8B4D-3473FB1F7B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4D64F1-684A-CDD3-9A54-3E08EB3C1B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6138A8-A370-2DEC-E528-5DD055CDFC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D3CCDC-D7D4-B620-4554-C05C61B4B04B}"/>
              </a:ext>
            </a:extLst>
          </p:cNvPr>
          <p:cNvSpPr>
            <a:spLocks noGrp="1"/>
          </p:cNvSpPr>
          <p:nvPr>
            <p:ph type="sldNum" sz="quarter" idx="5"/>
          </p:nvPr>
        </p:nvSpPr>
        <p:spPr/>
        <p:txBody>
          <a:bodyPr/>
          <a:lstStyle/>
          <a:p>
            <a:fld id="{C0E9560A-78B4-504A-9396-2AE516B1349B}" type="slidenum">
              <a:rPr lang="en-US" smtClean="0"/>
              <a:t>47</a:t>
            </a:fld>
            <a:endParaRPr lang="en-US"/>
          </a:p>
        </p:txBody>
      </p:sp>
    </p:spTree>
    <p:extLst>
      <p:ext uri="{BB962C8B-B14F-4D97-AF65-F5344CB8AC3E}">
        <p14:creationId xmlns:p14="http://schemas.microsoft.com/office/powerpoint/2010/main" val="102169971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911D0-30B6-8609-BFB8-EED10D91BB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B6F7A0-3022-DCAC-B30E-356995D360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EBC79C-7290-F562-32DB-DDADA9B1C4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9A0D87-BA9C-6A7F-B0ED-3C8291CECC63}"/>
              </a:ext>
            </a:extLst>
          </p:cNvPr>
          <p:cNvSpPr>
            <a:spLocks noGrp="1"/>
          </p:cNvSpPr>
          <p:nvPr>
            <p:ph type="sldNum" sz="quarter" idx="5"/>
          </p:nvPr>
        </p:nvSpPr>
        <p:spPr/>
        <p:txBody>
          <a:bodyPr/>
          <a:lstStyle/>
          <a:p>
            <a:fld id="{C0E9560A-78B4-504A-9396-2AE516B1349B}" type="slidenum">
              <a:rPr lang="en-US" smtClean="0"/>
              <a:t>48</a:t>
            </a:fld>
            <a:endParaRPr lang="en-US"/>
          </a:p>
        </p:txBody>
      </p:sp>
    </p:spTree>
    <p:extLst>
      <p:ext uri="{BB962C8B-B14F-4D97-AF65-F5344CB8AC3E}">
        <p14:creationId xmlns:p14="http://schemas.microsoft.com/office/powerpoint/2010/main" val="36474026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2608419-76BB-718B-9C2B-FDAA599B6F6E}"/>
              </a:ext>
            </a:extLst>
          </p:cNvPr>
          <p:cNvPicPr>
            <a:picLocks noChangeAspect="1"/>
          </p:cNvPicPr>
          <p:nvPr userDrawn="1"/>
        </p:nvPicPr>
        <p:blipFill>
          <a:blip r:embed="rId2"/>
          <a:stretch>
            <a:fillRect/>
          </a:stretch>
        </p:blipFill>
        <p:spPr>
          <a:xfrm>
            <a:off x="3167569" y="-258332"/>
            <a:ext cx="4542406" cy="5556336"/>
          </a:xfrm>
          <a:prstGeom prst="rect">
            <a:avLst/>
          </a:prstGeom>
        </p:spPr>
      </p:pic>
      <p:sp>
        <p:nvSpPr>
          <p:cNvPr id="8" name="Content Placeholder 2">
            <a:extLst>
              <a:ext uri="{FF2B5EF4-FFF2-40B4-BE49-F238E27FC236}">
                <a16:creationId xmlns:a16="http://schemas.microsoft.com/office/drawing/2014/main" id="{F9BDA2A3-0B56-A4BC-FB3E-5478898E2B5F}"/>
              </a:ext>
            </a:extLst>
          </p:cNvPr>
          <p:cNvSpPr>
            <a:spLocks noGrp="1"/>
          </p:cNvSpPr>
          <p:nvPr>
            <p:ph sz="half" idx="1"/>
          </p:nvPr>
        </p:nvSpPr>
        <p:spPr>
          <a:xfrm>
            <a:off x="1371600" y="5486400"/>
            <a:ext cx="9445752" cy="1143000"/>
          </a:xfrm>
        </p:spPr>
        <p:txBody>
          <a:bodyPr/>
          <a:lstStyle>
            <a:lvl1pPr marL="0" indent="0">
              <a:buNone/>
              <a:defRPr sz="2000">
                <a:latin typeface="Arial" panose="020B0604020202020204" pitchFamily="34" charset="0"/>
                <a:cs typeface="Arial" panose="020B0604020202020204" pitchFamily="34" charset="0"/>
              </a:defRPr>
            </a:lvl1pPr>
          </a:lstStyle>
          <a:p>
            <a:pPr lvl="0"/>
            <a:r>
              <a:rPr lang="en-US" dirty="0"/>
              <a:t>Click to edit Master text styles</a:t>
            </a:r>
          </a:p>
        </p:txBody>
      </p:sp>
    </p:spTree>
    <p:extLst>
      <p:ext uri="{BB962C8B-B14F-4D97-AF65-F5344CB8AC3E}">
        <p14:creationId xmlns:p14="http://schemas.microsoft.com/office/powerpoint/2010/main" val="3834513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94743-B086-9A1D-3BE2-DD15285A74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0CEFC70-38F9-BD71-579C-1F4DEDA47A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2F92569-D687-F730-54A4-431B655508E3}"/>
              </a:ext>
            </a:extLst>
          </p:cNvPr>
          <p:cNvSpPr>
            <a:spLocks noGrp="1"/>
          </p:cNvSpPr>
          <p:nvPr>
            <p:ph type="dt" sz="half" idx="10"/>
          </p:nvPr>
        </p:nvSpPr>
        <p:spPr/>
        <p:txBody>
          <a:bodyPr/>
          <a:lstStyle/>
          <a:p>
            <a:fld id="{069363D2-3164-4145-A578-C91A7CE0BB59}" type="datetimeFigureOut">
              <a:rPr lang="en-US" smtClean="0"/>
              <a:t>8/23/26</a:t>
            </a:fld>
            <a:endParaRPr lang="en-US"/>
          </a:p>
        </p:txBody>
      </p:sp>
      <p:sp>
        <p:nvSpPr>
          <p:cNvPr id="5" name="Footer Placeholder 4">
            <a:extLst>
              <a:ext uri="{FF2B5EF4-FFF2-40B4-BE49-F238E27FC236}">
                <a16:creationId xmlns:a16="http://schemas.microsoft.com/office/drawing/2014/main" id="{8B703A70-2667-EDB6-55AA-33F2B75DF9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08A86A-DF98-B80A-F92A-0243739D2689}"/>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752018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10CD2-26EC-3693-3584-A1A3B203F1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FE58AA-4CD0-A17C-27E6-209C794D91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4697F3-ACE3-F75F-B6DB-E2EDCB101DDB}"/>
              </a:ext>
            </a:extLst>
          </p:cNvPr>
          <p:cNvSpPr>
            <a:spLocks noGrp="1"/>
          </p:cNvSpPr>
          <p:nvPr>
            <p:ph type="dt" sz="half" idx="10"/>
          </p:nvPr>
        </p:nvSpPr>
        <p:spPr/>
        <p:txBody>
          <a:bodyPr/>
          <a:lstStyle/>
          <a:p>
            <a:fld id="{069363D2-3164-4145-A578-C91A7CE0BB59}" type="datetimeFigureOut">
              <a:rPr lang="en-US" smtClean="0"/>
              <a:t>8/23/26</a:t>
            </a:fld>
            <a:endParaRPr lang="en-US"/>
          </a:p>
        </p:txBody>
      </p:sp>
      <p:sp>
        <p:nvSpPr>
          <p:cNvPr id="5" name="Footer Placeholder 4">
            <a:extLst>
              <a:ext uri="{FF2B5EF4-FFF2-40B4-BE49-F238E27FC236}">
                <a16:creationId xmlns:a16="http://schemas.microsoft.com/office/drawing/2014/main" id="{E877B070-E19C-7C7A-25CB-AF7C97F4AB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37F193-7B3D-9447-B9FC-64FB2E720B25}"/>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609500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894EB-0995-8BC4-1C13-B926701ED8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BE455E3-AE09-9D5C-4866-DBCAEF2977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809359-F2A6-099E-D457-FB4976E8B617}"/>
              </a:ext>
            </a:extLst>
          </p:cNvPr>
          <p:cNvSpPr>
            <a:spLocks noGrp="1"/>
          </p:cNvSpPr>
          <p:nvPr>
            <p:ph type="dt" sz="half" idx="10"/>
          </p:nvPr>
        </p:nvSpPr>
        <p:spPr/>
        <p:txBody>
          <a:bodyPr/>
          <a:lstStyle/>
          <a:p>
            <a:fld id="{069363D2-3164-4145-A578-C91A7CE0BB59}" type="datetimeFigureOut">
              <a:rPr lang="en-US" smtClean="0"/>
              <a:t>8/23/26</a:t>
            </a:fld>
            <a:endParaRPr lang="en-US"/>
          </a:p>
        </p:txBody>
      </p:sp>
      <p:sp>
        <p:nvSpPr>
          <p:cNvPr id="5" name="Footer Placeholder 4">
            <a:extLst>
              <a:ext uri="{FF2B5EF4-FFF2-40B4-BE49-F238E27FC236}">
                <a16:creationId xmlns:a16="http://schemas.microsoft.com/office/drawing/2014/main" id="{E868D10E-33CC-A61E-F850-633C403F3C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E52A36-99CB-F55C-ACC1-D46F4EBF2A8E}"/>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265860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0032E-D76D-01DC-ACC3-A5F6F34C0B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181452-1F3E-95FB-1DCF-20830E009B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2B7308B-161F-AA81-3B91-25A7195D6A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7584CB4-2FAA-C87B-0278-FD1F16105A6B}"/>
              </a:ext>
            </a:extLst>
          </p:cNvPr>
          <p:cNvSpPr>
            <a:spLocks noGrp="1"/>
          </p:cNvSpPr>
          <p:nvPr>
            <p:ph type="dt" sz="half" idx="10"/>
          </p:nvPr>
        </p:nvSpPr>
        <p:spPr/>
        <p:txBody>
          <a:bodyPr/>
          <a:lstStyle/>
          <a:p>
            <a:fld id="{069363D2-3164-4145-A578-C91A7CE0BB59}" type="datetimeFigureOut">
              <a:rPr lang="en-US" smtClean="0"/>
              <a:t>8/23/26</a:t>
            </a:fld>
            <a:endParaRPr lang="en-US"/>
          </a:p>
        </p:txBody>
      </p:sp>
      <p:sp>
        <p:nvSpPr>
          <p:cNvPr id="6" name="Footer Placeholder 5">
            <a:extLst>
              <a:ext uri="{FF2B5EF4-FFF2-40B4-BE49-F238E27FC236}">
                <a16:creationId xmlns:a16="http://schemas.microsoft.com/office/drawing/2014/main" id="{E9EB3548-58B7-CC82-7526-F47EECC631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725728-77DE-9067-C037-0F4A37C618FD}"/>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338673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220DA-D412-1E6E-D212-C26FE2AE10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C6D9DE2-8BC9-5CD3-98A2-2F07C05E3F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52FD07-250B-0FD6-7698-EFBA488CF8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AE512E-5E7E-6D45-2D58-1B044598D7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5F8E62-62B7-FF78-DD11-69774DDB6C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FE82641-31B3-87F3-FC9C-760F5B5EFBC3}"/>
              </a:ext>
            </a:extLst>
          </p:cNvPr>
          <p:cNvSpPr>
            <a:spLocks noGrp="1"/>
          </p:cNvSpPr>
          <p:nvPr>
            <p:ph type="dt" sz="half" idx="10"/>
          </p:nvPr>
        </p:nvSpPr>
        <p:spPr/>
        <p:txBody>
          <a:bodyPr/>
          <a:lstStyle/>
          <a:p>
            <a:fld id="{069363D2-3164-4145-A578-C91A7CE0BB59}" type="datetimeFigureOut">
              <a:rPr lang="en-US" smtClean="0"/>
              <a:t>8/23/26</a:t>
            </a:fld>
            <a:endParaRPr lang="en-US"/>
          </a:p>
        </p:txBody>
      </p:sp>
      <p:sp>
        <p:nvSpPr>
          <p:cNvPr id="8" name="Footer Placeholder 7">
            <a:extLst>
              <a:ext uri="{FF2B5EF4-FFF2-40B4-BE49-F238E27FC236}">
                <a16:creationId xmlns:a16="http://schemas.microsoft.com/office/drawing/2014/main" id="{175D0B37-C72D-AB40-FC50-0F2BA55DA8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C0F554-9EE5-C216-0F66-7B3B4944571D}"/>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3691539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96625-DF37-5199-8B5F-0AD4D7EB81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2CC992C-BF00-880C-96C0-7042C394ED33}"/>
              </a:ext>
            </a:extLst>
          </p:cNvPr>
          <p:cNvSpPr>
            <a:spLocks noGrp="1"/>
          </p:cNvSpPr>
          <p:nvPr>
            <p:ph type="dt" sz="half" idx="10"/>
          </p:nvPr>
        </p:nvSpPr>
        <p:spPr/>
        <p:txBody>
          <a:bodyPr/>
          <a:lstStyle/>
          <a:p>
            <a:fld id="{069363D2-3164-4145-A578-C91A7CE0BB59}" type="datetimeFigureOut">
              <a:rPr lang="en-US" smtClean="0"/>
              <a:t>8/23/26</a:t>
            </a:fld>
            <a:endParaRPr lang="en-US"/>
          </a:p>
        </p:txBody>
      </p:sp>
      <p:sp>
        <p:nvSpPr>
          <p:cNvPr id="4" name="Footer Placeholder 3">
            <a:extLst>
              <a:ext uri="{FF2B5EF4-FFF2-40B4-BE49-F238E27FC236}">
                <a16:creationId xmlns:a16="http://schemas.microsoft.com/office/drawing/2014/main" id="{AA390746-6A20-2222-138F-BDCA2EDA12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7D388B-382C-CD6D-1A3B-DE8DF017D387}"/>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4259337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3BC02C-7483-7A7A-5354-1616AA5D5C28}"/>
              </a:ext>
            </a:extLst>
          </p:cNvPr>
          <p:cNvSpPr>
            <a:spLocks noGrp="1"/>
          </p:cNvSpPr>
          <p:nvPr>
            <p:ph type="dt" sz="half" idx="10"/>
          </p:nvPr>
        </p:nvSpPr>
        <p:spPr/>
        <p:txBody>
          <a:bodyPr/>
          <a:lstStyle/>
          <a:p>
            <a:fld id="{069363D2-3164-4145-A578-C91A7CE0BB59}" type="datetimeFigureOut">
              <a:rPr lang="en-US" smtClean="0"/>
              <a:t>8/23/26</a:t>
            </a:fld>
            <a:endParaRPr lang="en-US"/>
          </a:p>
        </p:txBody>
      </p:sp>
      <p:sp>
        <p:nvSpPr>
          <p:cNvPr id="3" name="Footer Placeholder 2">
            <a:extLst>
              <a:ext uri="{FF2B5EF4-FFF2-40B4-BE49-F238E27FC236}">
                <a16:creationId xmlns:a16="http://schemas.microsoft.com/office/drawing/2014/main" id="{660BC8C8-CDC3-97B6-5888-93197E1549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6C0EB0F-BDCE-E810-451C-168B2B13A2B9}"/>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41323639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63DE7-75FC-0404-38C4-4C8BA62E7B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496F1FB-D688-5CBE-3F6B-2779251017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61E1062-A0F8-7378-6259-452596C601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FF6140-8766-DC48-76B8-3CCA9AE814CA}"/>
              </a:ext>
            </a:extLst>
          </p:cNvPr>
          <p:cNvSpPr>
            <a:spLocks noGrp="1"/>
          </p:cNvSpPr>
          <p:nvPr>
            <p:ph type="dt" sz="half" idx="10"/>
          </p:nvPr>
        </p:nvSpPr>
        <p:spPr/>
        <p:txBody>
          <a:bodyPr/>
          <a:lstStyle/>
          <a:p>
            <a:fld id="{069363D2-3164-4145-A578-C91A7CE0BB59}" type="datetimeFigureOut">
              <a:rPr lang="en-US" smtClean="0"/>
              <a:t>8/23/26</a:t>
            </a:fld>
            <a:endParaRPr lang="en-US"/>
          </a:p>
        </p:txBody>
      </p:sp>
      <p:sp>
        <p:nvSpPr>
          <p:cNvPr id="6" name="Footer Placeholder 5">
            <a:extLst>
              <a:ext uri="{FF2B5EF4-FFF2-40B4-BE49-F238E27FC236}">
                <a16:creationId xmlns:a16="http://schemas.microsoft.com/office/drawing/2014/main" id="{A75EF2E7-A2CA-3672-1E8B-91BB705640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F05B17-1A06-FFD4-9DA2-DD17D363CE25}"/>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043403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4234A-C922-2D66-252C-D286F8F886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A83645-2F0A-288D-3E4A-4B2A0F3993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23567A8-683E-46D7-65F7-FE65B0279F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FF03D4-5799-29C2-B960-ACB1D94C369A}"/>
              </a:ext>
            </a:extLst>
          </p:cNvPr>
          <p:cNvSpPr>
            <a:spLocks noGrp="1"/>
          </p:cNvSpPr>
          <p:nvPr>
            <p:ph type="dt" sz="half" idx="10"/>
          </p:nvPr>
        </p:nvSpPr>
        <p:spPr/>
        <p:txBody>
          <a:bodyPr/>
          <a:lstStyle/>
          <a:p>
            <a:fld id="{069363D2-3164-4145-A578-C91A7CE0BB59}" type="datetimeFigureOut">
              <a:rPr lang="en-US" smtClean="0"/>
              <a:t>8/23/26</a:t>
            </a:fld>
            <a:endParaRPr lang="en-US"/>
          </a:p>
        </p:txBody>
      </p:sp>
      <p:sp>
        <p:nvSpPr>
          <p:cNvPr id="6" name="Footer Placeholder 5">
            <a:extLst>
              <a:ext uri="{FF2B5EF4-FFF2-40B4-BE49-F238E27FC236}">
                <a16:creationId xmlns:a16="http://schemas.microsoft.com/office/drawing/2014/main" id="{4F4B8BCD-EAE3-2871-51C7-771B7DF075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5741F1-D331-2192-5F65-9DB5585C4DCB}"/>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705609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831E0-2506-463B-6A1D-2E997B58E24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C2888F-D6C9-FAC2-0EB3-EF63307BB1C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D9D78B-309E-CCD2-C0DA-8B2E3D16B11A}"/>
              </a:ext>
            </a:extLst>
          </p:cNvPr>
          <p:cNvSpPr>
            <a:spLocks noGrp="1"/>
          </p:cNvSpPr>
          <p:nvPr>
            <p:ph type="dt" sz="half" idx="10"/>
          </p:nvPr>
        </p:nvSpPr>
        <p:spPr/>
        <p:txBody>
          <a:bodyPr/>
          <a:lstStyle/>
          <a:p>
            <a:fld id="{069363D2-3164-4145-A578-C91A7CE0BB59}" type="datetimeFigureOut">
              <a:rPr lang="en-US" smtClean="0"/>
              <a:t>8/23/26</a:t>
            </a:fld>
            <a:endParaRPr lang="en-US"/>
          </a:p>
        </p:txBody>
      </p:sp>
      <p:sp>
        <p:nvSpPr>
          <p:cNvPr id="5" name="Footer Placeholder 4">
            <a:extLst>
              <a:ext uri="{FF2B5EF4-FFF2-40B4-BE49-F238E27FC236}">
                <a16:creationId xmlns:a16="http://schemas.microsoft.com/office/drawing/2014/main" id="{49318859-EB6C-DBE7-E231-BD638FBF70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DCCD95-C583-5245-72DF-6AD690D353E3}"/>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36750675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69EFD7-1358-426B-0140-A202A2D530C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D6D7B90-D96C-BD6E-65E7-55E7D91F25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7CB66A-8728-B88E-C058-E9DC9E0E00A0}"/>
              </a:ext>
            </a:extLst>
          </p:cNvPr>
          <p:cNvSpPr>
            <a:spLocks noGrp="1"/>
          </p:cNvSpPr>
          <p:nvPr>
            <p:ph type="dt" sz="half" idx="10"/>
          </p:nvPr>
        </p:nvSpPr>
        <p:spPr/>
        <p:txBody>
          <a:bodyPr/>
          <a:lstStyle/>
          <a:p>
            <a:fld id="{069363D2-3164-4145-A578-C91A7CE0BB59}" type="datetimeFigureOut">
              <a:rPr lang="en-US" smtClean="0"/>
              <a:t>8/23/26</a:t>
            </a:fld>
            <a:endParaRPr lang="en-US"/>
          </a:p>
        </p:txBody>
      </p:sp>
      <p:sp>
        <p:nvSpPr>
          <p:cNvPr id="5" name="Footer Placeholder 4">
            <a:extLst>
              <a:ext uri="{FF2B5EF4-FFF2-40B4-BE49-F238E27FC236}">
                <a16:creationId xmlns:a16="http://schemas.microsoft.com/office/drawing/2014/main" id="{864AFAF8-3C65-F3B5-B108-F27717ECDD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21642F-5721-9D1C-3D1D-6C1ABCC72C93}"/>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507743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6A456F-C771-8F4B-C98D-9BDEE57818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D23516-7E50-1256-7BC0-68CAD2D90D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011502-CDE0-E081-1B9D-874EEBF9B1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69363D2-3164-4145-A578-C91A7CE0BB59}" type="datetimeFigureOut">
              <a:rPr lang="en-US" smtClean="0"/>
              <a:t>8/23/26</a:t>
            </a:fld>
            <a:endParaRPr lang="en-US"/>
          </a:p>
        </p:txBody>
      </p:sp>
      <p:sp>
        <p:nvSpPr>
          <p:cNvPr id="5" name="Footer Placeholder 4">
            <a:extLst>
              <a:ext uri="{FF2B5EF4-FFF2-40B4-BE49-F238E27FC236}">
                <a16:creationId xmlns:a16="http://schemas.microsoft.com/office/drawing/2014/main" id="{9473C5F3-3A43-75DF-E382-0F9630A01C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EC1DBE2-D540-2BBE-7791-BE410B8C51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1F62E73-FB30-9C4C-8DFF-19E2C751B483}" type="slidenum">
              <a:rPr lang="en-US" smtClean="0"/>
              <a:t>‹#›</a:t>
            </a:fld>
            <a:endParaRPr lang="en-US"/>
          </a:p>
        </p:txBody>
      </p:sp>
    </p:spTree>
    <p:extLst>
      <p:ext uri="{BB962C8B-B14F-4D97-AF65-F5344CB8AC3E}">
        <p14:creationId xmlns:p14="http://schemas.microsoft.com/office/powerpoint/2010/main" val="1299515533"/>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D0A50-E4B8-B9C3-5177-C6AFBE291E5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EABAD0-26FF-2429-AA3C-799A8664316C}"/>
              </a:ext>
            </a:extLst>
          </p:cNvPr>
          <p:cNvSpPr>
            <a:spLocks noGrp="1"/>
          </p:cNvSpPr>
          <p:nvPr>
            <p:ph sz="half" idx="1"/>
          </p:nvPr>
        </p:nvSpPr>
        <p:spPr/>
        <p:txBody>
          <a:bodyPr/>
          <a:lstStyle/>
          <a:p>
            <a:r>
              <a:rPr lang="en-US" dirty="0"/>
              <a:t>Start.</a:t>
            </a:r>
          </a:p>
        </p:txBody>
      </p:sp>
      <p:pic>
        <p:nvPicPr>
          <p:cNvPr id="4" name="Picture 3" descr="A grid of sudoku puzzle&#10;&#10;Description automatically generated">
            <a:extLst>
              <a:ext uri="{FF2B5EF4-FFF2-40B4-BE49-F238E27FC236}">
                <a16:creationId xmlns:a16="http://schemas.microsoft.com/office/drawing/2014/main" id="{F6091D9C-BB94-C92F-54B6-41DFBD939B5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00F2C2C-B17C-CAE0-2A94-0B0164D60A0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B6A1E27-B0EF-0D2E-77F3-45C5486A13F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6A3FFB8-54B3-D7CD-B299-A02362981388}"/>
              </a:ext>
            </a:extLst>
          </p:cNvPr>
          <p:cNvPicPr>
            <a:picLocks noChangeAspect="1"/>
          </p:cNvPicPr>
          <p:nvPr/>
        </p:nvPicPr>
        <p:blipFill>
          <a:blip r:embed="rId6"/>
          <a:stretch>
            <a:fillRect/>
          </a:stretch>
        </p:blipFill>
        <p:spPr>
          <a:xfrm>
            <a:off x="4584700" y="2311400"/>
            <a:ext cx="0" cy="0"/>
          </a:xfrm>
          <a:prstGeom prst="rect">
            <a:avLst/>
          </a:prstGeom>
        </p:spPr>
      </p:pic>
    </p:spTree>
    <p:extLst>
      <p:ext uri="{BB962C8B-B14F-4D97-AF65-F5344CB8AC3E}">
        <p14:creationId xmlns:p14="http://schemas.microsoft.com/office/powerpoint/2010/main" val="39131366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BC746-C506-4DB3-2D4D-82AC1234D1B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9EE30CB-4B91-F4BB-657B-1F1A5A749DF6}"/>
              </a:ext>
            </a:extLst>
          </p:cNvPr>
          <p:cNvSpPr>
            <a:spLocks noGrp="1"/>
          </p:cNvSpPr>
          <p:nvPr>
            <p:ph sz="half" idx="1"/>
          </p:nvPr>
        </p:nvSpPr>
        <p:spPr/>
        <p:txBody>
          <a:bodyPr/>
          <a:lstStyle/>
          <a:p>
            <a:r>
              <a:rPr lang="en-US" dirty="0"/>
              <a:t>The only single-digit square numbers are 1, 4, and 9.</a:t>
            </a:r>
          </a:p>
        </p:txBody>
      </p:sp>
      <p:pic>
        <p:nvPicPr>
          <p:cNvPr id="4" name="Picture 3" descr="A grid of sudoku puzzle&#10;&#10;Description automatically generated">
            <a:extLst>
              <a:ext uri="{FF2B5EF4-FFF2-40B4-BE49-F238E27FC236}">
                <a16:creationId xmlns:a16="http://schemas.microsoft.com/office/drawing/2014/main" id="{22B5BFBE-FB75-04B9-64D2-C078CBB3C14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882996A-A5A6-145D-E113-8FC83F61D75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4E9B78E-1688-3901-4E6A-18BE9F07AE3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E31B090-ADA3-DC54-36CD-7AC830A7B10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67DB276-C42A-421C-B518-E10FC017F921}"/>
              </a:ext>
            </a:extLst>
          </p:cNvPr>
          <p:cNvSpPr txBox="1"/>
          <p:nvPr/>
        </p:nvSpPr>
        <p:spPr>
          <a:xfrm>
            <a:off x="3138310" y="901933"/>
            <a:ext cx="570089" cy="230832"/>
          </a:xfrm>
          <a:prstGeom prst="rect">
            <a:avLst/>
          </a:prstGeom>
          <a:noFill/>
        </p:spPr>
        <p:txBody>
          <a:bodyPr wrap="square" rtlCol="0">
            <a:spAutoFit/>
          </a:bodyPr>
          <a:lstStyle/>
          <a:p>
            <a:pPr algn="ctr"/>
            <a:r>
              <a:rPr lang="en-US" sz="900" dirty="0"/>
              <a:t>19</a:t>
            </a:r>
          </a:p>
        </p:txBody>
      </p:sp>
      <p:sp>
        <p:nvSpPr>
          <p:cNvPr id="8" name="TextBox 7">
            <a:extLst>
              <a:ext uri="{FF2B5EF4-FFF2-40B4-BE49-F238E27FC236}">
                <a16:creationId xmlns:a16="http://schemas.microsoft.com/office/drawing/2014/main" id="{03BCEA4B-9D20-1D6A-5C91-79D06F5E3518}"/>
              </a:ext>
            </a:extLst>
          </p:cNvPr>
          <p:cNvSpPr txBox="1"/>
          <p:nvPr/>
        </p:nvSpPr>
        <p:spPr>
          <a:xfrm>
            <a:off x="5147734" y="4909484"/>
            <a:ext cx="570089" cy="230832"/>
          </a:xfrm>
          <a:prstGeom prst="rect">
            <a:avLst/>
          </a:prstGeom>
          <a:noFill/>
        </p:spPr>
        <p:txBody>
          <a:bodyPr wrap="square" rtlCol="0">
            <a:spAutoFit/>
          </a:bodyPr>
          <a:lstStyle/>
          <a:p>
            <a:pPr algn="ctr"/>
            <a:r>
              <a:rPr lang="en-US" sz="900" dirty="0"/>
              <a:t>149</a:t>
            </a:r>
          </a:p>
        </p:txBody>
      </p:sp>
    </p:spTree>
    <p:extLst>
      <p:ext uri="{BB962C8B-B14F-4D97-AF65-F5344CB8AC3E}">
        <p14:creationId xmlns:p14="http://schemas.microsoft.com/office/powerpoint/2010/main" val="22185331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5EEEF-99F9-13BC-1D37-42970546AF1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5FD0683-9491-C004-BAC3-91079CF91483}"/>
              </a:ext>
            </a:extLst>
          </p:cNvPr>
          <p:cNvSpPr>
            <a:spLocks noGrp="1"/>
          </p:cNvSpPr>
          <p:nvPr>
            <p:ph sz="half" idx="1"/>
          </p:nvPr>
        </p:nvSpPr>
        <p:spPr/>
        <p:txBody>
          <a:bodyPr/>
          <a:lstStyle/>
          <a:p>
            <a:r>
              <a:rPr lang="en-US" dirty="0"/>
              <a:t>In the upper right block, the nine cells of this cage sum to 45. The only square number within 1 to 9 greater than 45 is 49.</a:t>
            </a:r>
          </a:p>
        </p:txBody>
      </p:sp>
      <p:pic>
        <p:nvPicPr>
          <p:cNvPr id="4" name="Picture 3" descr="A grid of sudoku puzzle&#10;&#10;Description automatically generated">
            <a:extLst>
              <a:ext uri="{FF2B5EF4-FFF2-40B4-BE49-F238E27FC236}">
                <a16:creationId xmlns:a16="http://schemas.microsoft.com/office/drawing/2014/main" id="{DAAF1400-6FE9-2981-C01E-F28D425C77C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8B1E17B-2E41-D0B0-70D7-2FB36505FBC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995FE6C-8B6B-D3C9-3611-16165899D4F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9402734-AE22-D54F-148D-1AFB3FAECC2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0247959-4DE3-85BD-D13C-19F776A41FDC}"/>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9DCF0E11-228F-C519-1941-160353290767}"/>
              </a:ext>
            </a:extLst>
          </p:cNvPr>
          <p:cNvSpPr txBox="1"/>
          <p:nvPr/>
        </p:nvSpPr>
        <p:spPr>
          <a:xfrm>
            <a:off x="3138310" y="901933"/>
            <a:ext cx="570089" cy="230832"/>
          </a:xfrm>
          <a:prstGeom prst="rect">
            <a:avLst/>
          </a:prstGeom>
          <a:noFill/>
        </p:spPr>
        <p:txBody>
          <a:bodyPr wrap="square" rtlCol="0">
            <a:spAutoFit/>
          </a:bodyPr>
          <a:lstStyle/>
          <a:p>
            <a:pPr algn="ctr"/>
            <a:r>
              <a:rPr lang="en-US" sz="900" dirty="0"/>
              <a:t>19</a:t>
            </a:r>
          </a:p>
        </p:txBody>
      </p:sp>
      <p:sp>
        <p:nvSpPr>
          <p:cNvPr id="9" name="TextBox 8">
            <a:extLst>
              <a:ext uri="{FF2B5EF4-FFF2-40B4-BE49-F238E27FC236}">
                <a16:creationId xmlns:a16="http://schemas.microsoft.com/office/drawing/2014/main" id="{388BA566-32BA-E37F-75FB-4AEEE8366706}"/>
              </a:ext>
            </a:extLst>
          </p:cNvPr>
          <p:cNvSpPr txBox="1"/>
          <p:nvPr/>
        </p:nvSpPr>
        <p:spPr>
          <a:xfrm>
            <a:off x="5147734" y="4909484"/>
            <a:ext cx="570089" cy="230832"/>
          </a:xfrm>
          <a:prstGeom prst="rect">
            <a:avLst/>
          </a:prstGeom>
          <a:noFill/>
        </p:spPr>
        <p:txBody>
          <a:bodyPr wrap="square" rtlCol="0">
            <a:spAutoFit/>
          </a:bodyPr>
          <a:lstStyle/>
          <a:p>
            <a:pPr algn="ctr"/>
            <a:r>
              <a:rPr lang="en-US" sz="900" dirty="0"/>
              <a:t>149</a:t>
            </a:r>
          </a:p>
        </p:txBody>
      </p:sp>
    </p:spTree>
    <p:extLst>
      <p:ext uri="{BB962C8B-B14F-4D97-AF65-F5344CB8AC3E}">
        <p14:creationId xmlns:p14="http://schemas.microsoft.com/office/powerpoint/2010/main" val="34250093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C860D-CF62-95BD-2325-097D5145B17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842EF1F-34E9-0452-07F6-0E28E8591D0A}"/>
              </a:ext>
            </a:extLst>
          </p:cNvPr>
          <p:cNvSpPr>
            <a:spLocks noGrp="1"/>
          </p:cNvSpPr>
          <p:nvPr>
            <p:ph sz="half" idx="1"/>
          </p:nvPr>
        </p:nvSpPr>
        <p:spPr/>
        <p:txBody>
          <a:bodyPr>
            <a:normAutofit fontScale="92500"/>
          </a:bodyPr>
          <a:lstStyle/>
          <a:p>
            <a:r>
              <a:rPr lang="en-US" dirty="0"/>
              <a:t>In the lower left block, the nine cells of this cage sum to 45. There are six additional cells, one of which must be 3 and another of which must be 4. So, the cage is 52 plus four cells, which could be 1256 (14) to 6789 (30). The only square in the range 66–82 is 81, which means that the 4 cells sum to 29, which must be 5789.</a:t>
            </a:r>
          </a:p>
        </p:txBody>
      </p:sp>
      <p:pic>
        <p:nvPicPr>
          <p:cNvPr id="4" name="Picture 3" descr="A grid of sudoku puzzle&#10;&#10;Description automatically generated">
            <a:extLst>
              <a:ext uri="{FF2B5EF4-FFF2-40B4-BE49-F238E27FC236}">
                <a16:creationId xmlns:a16="http://schemas.microsoft.com/office/drawing/2014/main" id="{77FDDDF6-6C0D-B3ED-D0AC-3E3B500EE10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38D32CB-7090-CEE0-1C68-40EC2A86CBD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C7C56E4-0C1C-E3ED-2B65-F1706BE9D8C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8281A3E-0672-F078-730B-59EF2BEE0C7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66705A0-686B-4E89-F7CE-F4A03FB1E9F3}"/>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D301CB6B-EBD8-B0FD-32D5-04A9F15D8874}"/>
              </a:ext>
            </a:extLst>
          </p:cNvPr>
          <p:cNvSpPr txBox="1"/>
          <p:nvPr/>
        </p:nvSpPr>
        <p:spPr>
          <a:xfrm>
            <a:off x="3640666" y="2905709"/>
            <a:ext cx="570089" cy="230832"/>
          </a:xfrm>
          <a:prstGeom prst="rect">
            <a:avLst/>
          </a:prstGeom>
          <a:noFill/>
        </p:spPr>
        <p:txBody>
          <a:bodyPr wrap="square" rtlCol="0">
            <a:spAutoFit/>
          </a:bodyPr>
          <a:lstStyle/>
          <a:p>
            <a:pPr algn="ctr"/>
            <a:r>
              <a:rPr lang="en-US" sz="900" dirty="0"/>
              <a:t>5789</a:t>
            </a:r>
          </a:p>
        </p:txBody>
      </p:sp>
      <p:sp>
        <p:nvSpPr>
          <p:cNvPr id="9" name="TextBox 8">
            <a:extLst>
              <a:ext uri="{FF2B5EF4-FFF2-40B4-BE49-F238E27FC236}">
                <a16:creationId xmlns:a16="http://schemas.microsoft.com/office/drawing/2014/main" id="{342C98E6-2C3E-4E7E-A706-5F17DAF47B53}"/>
              </a:ext>
            </a:extLst>
          </p:cNvPr>
          <p:cNvSpPr txBox="1"/>
          <p:nvPr/>
        </p:nvSpPr>
        <p:spPr>
          <a:xfrm>
            <a:off x="4143022" y="2905709"/>
            <a:ext cx="570089" cy="230832"/>
          </a:xfrm>
          <a:prstGeom prst="rect">
            <a:avLst/>
          </a:prstGeom>
          <a:noFill/>
        </p:spPr>
        <p:txBody>
          <a:bodyPr wrap="square" rtlCol="0">
            <a:spAutoFit/>
          </a:bodyPr>
          <a:lstStyle/>
          <a:p>
            <a:pPr algn="ctr"/>
            <a:r>
              <a:rPr lang="en-US" sz="900" dirty="0"/>
              <a:t>45789</a:t>
            </a:r>
          </a:p>
        </p:txBody>
      </p:sp>
      <p:sp>
        <p:nvSpPr>
          <p:cNvPr id="10" name="TextBox 9">
            <a:extLst>
              <a:ext uri="{FF2B5EF4-FFF2-40B4-BE49-F238E27FC236}">
                <a16:creationId xmlns:a16="http://schemas.microsoft.com/office/drawing/2014/main" id="{3D36EBEE-9615-63D6-CF2E-48FC00D56891}"/>
              </a:ext>
            </a:extLst>
          </p:cNvPr>
          <p:cNvSpPr txBox="1"/>
          <p:nvPr/>
        </p:nvSpPr>
        <p:spPr>
          <a:xfrm>
            <a:off x="3138310" y="2905709"/>
            <a:ext cx="570089" cy="230832"/>
          </a:xfrm>
          <a:prstGeom prst="rect">
            <a:avLst/>
          </a:prstGeom>
          <a:noFill/>
        </p:spPr>
        <p:txBody>
          <a:bodyPr wrap="square" rtlCol="0">
            <a:spAutoFit/>
          </a:bodyPr>
          <a:lstStyle/>
          <a:p>
            <a:pPr algn="ctr"/>
            <a:r>
              <a:rPr lang="en-US" sz="900" dirty="0"/>
              <a:t>45789</a:t>
            </a:r>
          </a:p>
        </p:txBody>
      </p:sp>
      <p:sp>
        <p:nvSpPr>
          <p:cNvPr id="11" name="TextBox 10">
            <a:extLst>
              <a:ext uri="{FF2B5EF4-FFF2-40B4-BE49-F238E27FC236}">
                <a16:creationId xmlns:a16="http://schemas.microsoft.com/office/drawing/2014/main" id="{15F9BA0B-7702-1FBF-A664-2D0DCBD7CAF8}"/>
              </a:ext>
            </a:extLst>
          </p:cNvPr>
          <p:cNvSpPr txBox="1"/>
          <p:nvPr/>
        </p:nvSpPr>
        <p:spPr>
          <a:xfrm>
            <a:off x="3640666" y="3406653"/>
            <a:ext cx="570089" cy="230832"/>
          </a:xfrm>
          <a:prstGeom prst="rect">
            <a:avLst/>
          </a:prstGeom>
          <a:noFill/>
        </p:spPr>
        <p:txBody>
          <a:bodyPr wrap="square" rtlCol="0">
            <a:spAutoFit/>
          </a:bodyPr>
          <a:lstStyle/>
          <a:p>
            <a:pPr algn="ctr"/>
            <a:r>
              <a:rPr lang="en-US" sz="900" dirty="0"/>
              <a:t>5789</a:t>
            </a:r>
          </a:p>
        </p:txBody>
      </p:sp>
      <p:sp>
        <p:nvSpPr>
          <p:cNvPr id="12" name="TextBox 11">
            <a:extLst>
              <a:ext uri="{FF2B5EF4-FFF2-40B4-BE49-F238E27FC236}">
                <a16:creationId xmlns:a16="http://schemas.microsoft.com/office/drawing/2014/main" id="{DE2B5A65-94B7-00FA-3E99-7C271CB93214}"/>
              </a:ext>
            </a:extLst>
          </p:cNvPr>
          <p:cNvSpPr txBox="1"/>
          <p:nvPr/>
        </p:nvSpPr>
        <p:spPr>
          <a:xfrm>
            <a:off x="4143022" y="3406653"/>
            <a:ext cx="570089" cy="230832"/>
          </a:xfrm>
          <a:prstGeom prst="rect">
            <a:avLst/>
          </a:prstGeom>
          <a:noFill/>
        </p:spPr>
        <p:txBody>
          <a:bodyPr wrap="square" rtlCol="0">
            <a:spAutoFit/>
          </a:bodyPr>
          <a:lstStyle/>
          <a:p>
            <a:pPr algn="ctr"/>
            <a:r>
              <a:rPr lang="en-US" sz="900" dirty="0"/>
              <a:t>45789</a:t>
            </a:r>
          </a:p>
        </p:txBody>
      </p:sp>
      <p:sp>
        <p:nvSpPr>
          <p:cNvPr id="13" name="TextBox 12">
            <a:extLst>
              <a:ext uri="{FF2B5EF4-FFF2-40B4-BE49-F238E27FC236}">
                <a16:creationId xmlns:a16="http://schemas.microsoft.com/office/drawing/2014/main" id="{35FA8D51-8208-CB86-7153-BEA89692DF43}"/>
              </a:ext>
            </a:extLst>
          </p:cNvPr>
          <p:cNvSpPr txBox="1"/>
          <p:nvPr/>
        </p:nvSpPr>
        <p:spPr>
          <a:xfrm>
            <a:off x="3138310" y="901933"/>
            <a:ext cx="570089" cy="230832"/>
          </a:xfrm>
          <a:prstGeom prst="rect">
            <a:avLst/>
          </a:prstGeom>
          <a:noFill/>
        </p:spPr>
        <p:txBody>
          <a:bodyPr wrap="square" rtlCol="0">
            <a:spAutoFit/>
          </a:bodyPr>
          <a:lstStyle/>
          <a:p>
            <a:pPr algn="ctr"/>
            <a:r>
              <a:rPr lang="en-US" sz="900" dirty="0"/>
              <a:t>19</a:t>
            </a:r>
          </a:p>
        </p:txBody>
      </p:sp>
      <p:sp>
        <p:nvSpPr>
          <p:cNvPr id="14" name="TextBox 13">
            <a:extLst>
              <a:ext uri="{FF2B5EF4-FFF2-40B4-BE49-F238E27FC236}">
                <a16:creationId xmlns:a16="http://schemas.microsoft.com/office/drawing/2014/main" id="{F5E002D0-A6C1-F089-2583-BF9E4F19BF4D}"/>
              </a:ext>
            </a:extLst>
          </p:cNvPr>
          <p:cNvSpPr txBox="1"/>
          <p:nvPr/>
        </p:nvSpPr>
        <p:spPr>
          <a:xfrm>
            <a:off x="5147734" y="4909484"/>
            <a:ext cx="570089" cy="230832"/>
          </a:xfrm>
          <a:prstGeom prst="rect">
            <a:avLst/>
          </a:prstGeom>
          <a:noFill/>
        </p:spPr>
        <p:txBody>
          <a:bodyPr wrap="square" rtlCol="0">
            <a:spAutoFit/>
          </a:bodyPr>
          <a:lstStyle/>
          <a:p>
            <a:pPr algn="ctr"/>
            <a:r>
              <a:rPr lang="en-US" sz="900" dirty="0"/>
              <a:t>149</a:t>
            </a:r>
          </a:p>
        </p:txBody>
      </p:sp>
    </p:spTree>
    <p:extLst>
      <p:ext uri="{BB962C8B-B14F-4D97-AF65-F5344CB8AC3E}">
        <p14:creationId xmlns:p14="http://schemas.microsoft.com/office/powerpoint/2010/main" val="566114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4876E-EBBB-0BF7-8647-1A5F48B79EF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CF425DC-2E54-D317-5F9F-BB313FE63C6C}"/>
              </a:ext>
            </a:extLst>
          </p:cNvPr>
          <p:cNvSpPr>
            <a:spLocks noGrp="1"/>
          </p:cNvSpPr>
          <p:nvPr>
            <p:ph sz="half" idx="1"/>
          </p:nvPr>
        </p:nvSpPr>
        <p:spPr/>
        <p:txBody>
          <a:bodyPr>
            <a:normAutofit/>
          </a:bodyPr>
          <a:lstStyle/>
          <a:p>
            <a:r>
              <a:rPr lang="en-US" dirty="0"/>
              <a:t>Complete left center block.</a:t>
            </a:r>
          </a:p>
        </p:txBody>
      </p:sp>
      <p:pic>
        <p:nvPicPr>
          <p:cNvPr id="4" name="Picture 3" descr="A grid of sudoku puzzle&#10;&#10;Description automatically generated">
            <a:extLst>
              <a:ext uri="{FF2B5EF4-FFF2-40B4-BE49-F238E27FC236}">
                <a16:creationId xmlns:a16="http://schemas.microsoft.com/office/drawing/2014/main" id="{281CE79D-E747-F998-BB0A-1D221C9CEA5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288CC27-5D8F-FEF7-F371-750F95EB15C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C95A76A-7827-46C3-EB23-F5EC28A8CA7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E7B0679-4DAC-5120-9A20-0ECB73C33B8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A0651FE-47E3-964C-AB0C-34629DC1D639}"/>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0A3182A0-FBBF-3C3A-67A5-75D80E7D1B99}"/>
              </a:ext>
            </a:extLst>
          </p:cNvPr>
          <p:cNvSpPr txBox="1"/>
          <p:nvPr/>
        </p:nvSpPr>
        <p:spPr>
          <a:xfrm>
            <a:off x="3640666" y="2905709"/>
            <a:ext cx="570089" cy="230832"/>
          </a:xfrm>
          <a:prstGeom prst="rect">
            <a:avLst/>
          </a:prstGeom>
          <a:noFill/>
        </p:spPr>
        <p:txBody>
          <a:bodyPr wrap="square" rtlCol="0">
            <a:spAutoFit/>
          </a:bodyPr>
          <a:lstStyle/>
          <a:p>
            <a:pPr algn="ctr"/>
            <a:r>
              <a:rPr lang="en-US" sz="900" dirty="0"/>
              <a:t>5789</a:t>
            </a:r>
          </a:p>
        </p:txBody>
      </p:sp>
      <p:sp>
        <p:nvSpPr>
          <p:cNvPr id="9" name="TextBox 8">
            <a:extLst>
              <a:ext uri="{FF2B5EF4-FFF2-40B4-BE49-F238E27FC236}">
                <a16:creationId xmlns:a16="http://schemas.microsoft.com/office/drawing/2014/main" id="{C33C2FB0-7D8F-1244-F93E-7B7E49C068B4}"/>
              </a:ext>
            </a:extLst>
          </p:cNvPr>
          <p:cNvSpPr txBox="1"/>
          <p:nvPr/>
        </p:nvSpPr>
        <p:spPr>
          <a:xfrm>
            <a:off x="4143022" y="2905709"/>
            <a:ext cx="570089" cy="230832"/>
          </a:xfrm>
          <a:prstGeom prst="rect">
            <a:avLst/>
          </a:prstGeom>
          <a:noFill/>
        </p:spPr>
        <p:txBody>
          <a:bodyPr wrap="square" rtlCol="0">
            <a:spAutoFit/>
          </a:bodyPr>
          <a:lstStyle/>
          <a:p>
            <a:pPr algn="ctr"/>
            <a:r>
              <a:rPr lang="en-US" sz="900" dirty="0"/>
              <a:t>45789</a:t>
            </a:r>
          </a:p>
        </p:txBody>
      </p:sp>
      <p:sp>
        <p:nvSpPr>
          <p:cNvPr id="10" name="TextBox 9">
            <a:extLst>
              <a:ext uri="{FF2B5EF4-FFF2-40B4-BE49-F238E27FC236}">
                <a16:creationId xmlns:a16="http://schemas.microsoft.com/office/drawing/2014/main" id="{3D352FB0-769B-61C9-29EB-7C926B8AA550}"/>
              </a:ext>
            </a:extLst>
          </p:cNvPr>
          <p:cNvSpPr txBox="1"/>
          <p:nvPr/>
        </p:nvSpPr>
        <p:spPr>
          <a:xfrm>
            <a:off x="3138310" y="2905709"/>
            <a:ext cx="570089" cy="230832"/>
          </a:xfrm>
          <a:prstGeom prst="rect">
            <a:avLst/>
          </a:prstGeom>
          <a:noFill/>
        </p:spPr>
        <p:txBody>
          <a:bodyPr wrap="square" rtlCol="0">
            <a:spAutoFit/>
          </a:bodyPr>
          <a:lstStyle/>
          <a:p>
            <a:pPr algn="ctr"/>
            <a:r>
              <a:rPr lang="en-US" sz="900" dirty="0"/>
              <a:t>45789</a:t>
            </a:r>
          </a:p>
        </p:txBody>
      </p:sp>
      <p:sp>
        <p:nvSpPr>
          <p:cNvPr id="11" name="TextBox 10">
            <a:extLst>
              <a:ext uri="{FF2B5EF4-FFF2-40B4-BE49-F238E27FC236}">
                <a16:creationId xmlns:a16="http://schemas.microsoft.com/office/drawing/2014/main" id="{A0F83CF9-2E15-6407-CCED-5558C73E8D48}"/>
              </a:ext>
            </a:extLst>
          </p:cNvPr>
          <p:cNvSpPr txBox="1"/>
          <p:nvPr/>
        </p:nvSpPr>
        <p:spPr>
          <a:xfrm>
            <a:off x="3640666" y="3406653"/>
            <a:ext cx="570089" cy="230832"/>
          </a:xfrm>
          <a:prstGeom prst="rect">
            <a:avLst/>
          </a:prstGeom>
          <a:noFill/>
        </p:spPr>
        <p:txBody>
          <a:bodyPr wrap="square" rtlCol="0">
            <a:spAutoFit/>
          </a:bodyPr>
          <a:lstStyle/>
          <a:p>
            <a:pPr algn="ctr"/>
            <a:r>
              <a:rPr lang="en-US" sz="900" dirty="0"/>
              <a:t>5789</a:t>
            </a:r>
          </a:p>
        </p:txBody>
      </p:sp>
      <p:sp>
        <p:nvSpPr>
          <p:cNvPr id="12" name="TextBox 11">
            <a:extLst>
              <a:ext uri="{FF2B5EF4-FFF2-40B4-BE49-F238E27FC236}">
                <a16:creationId xmlns:a16="http://schemas.microsoft.com/office/drawing/2014/main" id="{990CA7A6-ECFA-190C-929D-B348A506B53A}"/>
              </a:ext>
            </a:extLst>
          </p:cNvPr>
          <p:cNvSpPr txBox="1"/>
          <p:nvPr/>
        </p:nvSpPr>
        <p:spPr>
          <a:xfrm>
            <a:off x="4143022" y="3406653"/>
            <a:ext cx="570089" cy="230832"/>
          </a:xfrm>
          <a:prstGeom prst="rect">
            <a:avLst/>
          </a:prstGeom>
          <a:noFill/>
        </p:spPr>
        <p:txBody>
          <a:bodyPr wrap="square" rtlCol="0">
            <a:spAutoFit/>
          </a:bodyPr>
          <a:lstStyle/>
          <a:p>
            <a:pPr algn="ctr"/>
            <a:r>
              <a:rPr lang="en-US" sz="900" dirty="0"/>
              <a:t>45789</a:t>
            </a:r>
          </a:p>
        </p:txBody>
      </p:sp>
      <p:sp>
        <p:nvSpPr>
          <p:cNvPr id="13" name="TextBox 12">
            <a:extLst>
              <a:ext uri="{FF2B5EF4-FFF2-40B4-BE49-F238E27FC236}">
                <a16:creationId xmlns:a16="http://schemas.microsoft.com/office/drawing/2014/main" id="{D9244B3C-66BF-BD89-1AF7-6A731DB8BE49}"/>
              </a:ext>
            </a:extLst>
          </p:cNvPr>
          <p:cNvSpPr txBox="1"/>
          <p:nvPr/>
        </p:nvSpPr>
        <p:spPr>
          <a:xfrm>
            <a:off x="3640666" y="2404765"/>
            <a:ext cx="570089" cy="230832"/>
          </a:xfrm>
          <a:prstGeom prst="rect">
            <a:avLst/>
          </a:prstGeom>
          <a:noFill/>
        </p:spPr>
        <p:txBody>
          <a:bodyPr wrap="square" rtlCol="0">
            <a:spAutoFit/>
          </a:bodyPr>
          <a:lstStyle/>
          <a:p>
            <a:pPr algn="ctr"/>
            <a:r>
              <a:rPr lang="en-US" sz="900" dirty="0"/>
              <a:t>126</a:t>
            </a:r>
          </a:p>
        </p:txBody>
      </p:sp>
      <p:sp>
        <p:nvSpPr>
          <p:cNvPr id="14" name="TextBox 13">
            <a:extLst>
              <a:ext uri="{FF2B5EF4-FFF2-40B4-BE49-F238E27FC236}">
                <a16:creationId xmlns:a16="http://schemas.microsoft.com/office/drawing/2014/main" id="{A1BC8564-FF16-1C97-54C3-2DCF838BC128}"/>
              </a:ext>
            </a:extLst>
          </p:cNvPr>
          <p:cNvSpPr txBox="1"/>
          <p:nvPr/>
        </p:nvSpPr>
        <p:spPr>
          <a:xfrm>
            <a:off x="4143022" y="2404765"/>
            <a:ext cx="570089" cy="230832"/>
          </a:xfrm>
          <a:prstGeom prst="rect">
            <a:avLst/>
          </a:prstGeom>
          <a:noFill/>
        </p:spPr>
        <p:txBody>
          <a:bodyPr wrap="square" rtlCol="0">
            <a:spAutoFit/>
          </a:bodyPr>
          <a:lstStyle/>
          <a:p>
            <a:pPr algn="ctr"/>
            <a:r>
              <a:rPr lang="en-US" sz="900" dirty="0"/>
              <a:t>126</a:t>
            </a:r>
          </a:p>
        </p:txBody>
      </p:sp>
      <p:sp>
        <p:nvSpPr>
          <p:cNvPr id="15" name="TextBox 14">
            <a:extLst>
              <a:ext uri="{FF2B5EF4-FFF2-40B4-BE49-F238E27FC236}">
                <a16:creationId xmlns:a16="http://schemas.microsoft.com/office/drawing/2014/main" id="{22DC608B-EF52-594C-3530-B02123130B20}"/>
              </a:ext>
            </a:extLst>
          </p:cNvPr>
          <p:cNvSpPr txBox="1"/>
          <p:nvPr/>
        </p:nvSpPr>
        <p:spPr>
          <a:xfrm>
            <a:off x="3138310" y="2544465"/>
            <a:ext cx="570089" cy="230832"/>
          </a:xfrm>
          <a:prstGeom prst="rect">
            <a:avLst/>
          </a:prstGeom>
          <a:noFill/>
        </p:spPr>
        <p:txBody>
          <a:bodyPr wrap="square" rtlCol="0">
            <a:spAutoFit/>
          </a:bodyPr>
          <a:lstStyle/>
          <a:p>
            <a:pPr algn="ctr"/>
            <a:r>
              <a:rPr lang="en-US" sz="900" dirty="0"/>
              <a:t>126</a:t>
            </a:r>
          </a:p>
        </p:txBody>
      </p:sp>
      <p:sp>
        <p:nvSpPr>
          <p:cNvPr id="16" name="TextBox 15">
            <a:extLst>
              <a:ext uri="{FF2B5EF4-FFF2-40B4-BE49-F238E27FC236}">
                <a16:creationId xmlns:a16="http://schemas.microsoft.com/office/drawing/2014/main" id="{152B3C6A-FB44-D23D-8E6B-ABD5739926DA}"/>
              </a:ext>
            </a:extLst>
          </p:cNvPr>
          <p:cNvSpPr txBox="1"/>
          <p:nvPr/>
        </p:nvSpPr>
        <p:spPr>
          <a:xfrm>
            <a:off x="3138310" y="901933"/>
            <a:ext cx="570089" cy="230832"/>
          </a:xfrm>
          <a:prstGeom prst="rect">
            <a:avLst/>
          </a:prstGeom>
          <a:noFill/>
        </p:spPr>
        <p:txBody>
          <a:bodyPr wrap="square" rtlCol="0">
            <a:spAutoFit/>
          </a:bodyPr>
          <a:lstStyle/>
          <a:p>
            <a:pPr algn="ctr"/>
            <a:r>
              <a:rPr lang="en-US" sz="900" dirty="0"/>
              <a:t>19</a:t>
            </a:r>
          </a:p>
        </p:txBody>
      </p:sp>
      <p:sp>
        <p:nvSpPr>
          <p:cNvPr id="17" name="TextBox 16">
            <a:extLst>
              <a:ext uri="{FF2B5EF4-FFF2-40B4-BE49-F238E27FC236}">
                <a16:creationId xmlns:a16="http://schemas.microsoft.com/office/drawing/2014/main" id="{170548EA-D8C3-40CD-12A5-17C9BE2874D4}"/>
              </a:ext>
            </a:extLst>
          </p:cNvPr>
          <p:cNvSpPr txBox="1"/>
          <p:nvPr/>
        </p:nvSpPr>
        <p:spPr>
          <a:xfrm>
            <a:off x="5147734" y="4909484"/>
            <a:ext cx="570089" cy="230832"/>
          </a:xfrm>
          <a:prstGeom prst="rect">
            <a:avLst/>
          </a:prstGeom>
          <a:noFill/>
        </p:spPr>
        <p:txBody>
          <a:bodyPr wrap="square" rtlCol="0">
            <a:spAutoFit/>
          </a:bodyPr>
          <a:lstStyle/>
          <a:p>
            <a:pPr algn="ctr"/>
            <a:r>
              <a:rPr lang="en-US" sz="900" dirty="0"/>
              <a:t>149</a:t>
            </a:r>
          </a:p>
        </p:txBody>
      </p:sp>
    </p:spTree>
    <p:extLst>
      <p:ext uri="{BB962C8B-B14F-4D97-AF65-F5344CB8AC3E}">
        <p14:creationId xmlns:p14="http://schemas.microsoft.com/office/powerpoint/2010/main" val="3399537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A7641-22B8-D1C8-8972-CE0EF9729FE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CBD9BF1-BD50-38E4-40F0-C0FCFF152F89}"/>
              </a:ext>
            </a:extLst>
          </p:cNvPr>
          <p:cNvSpPr>
            <a:spLocks noGrp="1"/>
          </p:cNvSpPr>
          <p:nvPr>
            <p:ph sz="half" idx="1"/>
          </p:nvPr>
        </p:nvSpPr>
        <p:spPr/>
        <p:txBody>
          <a:bodyPr>
            <a:normAutofit/>
          </a:bodyPr>
          <a:lstStyle/>
          <a:p>
            <a:r>
              <a:rPr lang="en-US" dirty="0"/>
              <a:t>There are four red lines that lie within a single row, column, or block. Their two digits must be different. When the two digits on a line must be different, the only valid combinations are 1×4 (2²), 1×9 (3²), 4×9 (6²), and 2×8 (4²).</a:t>
            </a:r>
          </a:p>
        </p:txBody>
      </p:sp>
      <p:pic>
        <p:nvPicPr>
          <p:cNvPr id="4" name="Picture 3" descr="A grid of sudoku puzzle&#10;&#10;Description automatically generated">
            <a:extLst>
              <a:ext uri="{FF2B5EF4-FFF2-40B4-BE49-F238E27FC236}">
                <a16:creationId xmlns:a16="http://schemas.microsoft.com/office/drawing/2014/main" id="{91FE0CFE-0C62-3832-4864-1D0671C943D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DF5406A-2EB1-CB45-693C-89CF267C236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3B50BC6-1C7E-C4E9-282A-3E71729D1E7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B581675-D0D2-A8BA-9F53-8F8ECE073B7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BC6C683-41C1-C105-DE7C-E13868FAFC5D}"/>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08C5FAE5-B358-CA8A-6C5F-283516D978DB}"/>
              </a:ext>
            </a:extLst>
          </p:cNvPr>
          <p:cNvSpPr txBox="1"/>
          <p:nvPr/>
        </p:nvSpPr>
        <p:spPr>
          <a:xfrm>
            <a:off x="3640666" y="2905709"/>
            <a:ext cx="570089" cy="230832"/>
          </a:xfrm>
          <a:prstGeom prst="rect">
            <a:avLst/>
          </a:prstGeom>
          <a:noFill/>
        </p:spPr>
        <p:txBody>
          <a:bodyPr wrap="square" rtlCol="0">
            <a:spAutoFit/>
          </a:bodyPr>
          <a:lstStyle/>
          <a:p>
            <a:pPr algn="ctr"/>
            <a:r>
              <a:rPr lang="en-US" sz="900" dirty="0"/>
              <a:t>5789</a:t>
            </a:r>
          </a:p>
        </p:txBody>
      </p:sp>
      <p:sp>
        <p:nvSpPr>
          <p:cNvPr id="9" name="TextBox 8">
            <a:extLst>
              <a:ext uri="{FF2B5EF4-FFF2-40B4-BE49-F238E27FC236}">
                <a16:creationId xmlns:a16="http://schemas.microsoft.com/office/drawing/2014/main" id="{62A93570-711D-4305-A58B-C5350688B0E7}"/>
              </a:ext>
            </a:extLst>
          </p:cNvPr>
          <p:cNvSpPr txBox="1"/>
          <p:nvPr/>
        </p:nvSpPr>
        <p:spPr>
          <a:xfrm>
            <a:off x="4143022" y="2905709"/>
            <a:ext cx="570089" cy="230832"/>
          </a:xfrm>
          <a:prstGeom prst="rect">
            <a:avLst/>
          </a:prstGeom>
          <a:noFill/>
        </p:spPr>
        <p:txBody>
          <a:bodyPr wrap="square" rtlCol="0">
            <a:spAutoFit/>
          </a:bodyPr>
          <a:lstStyle/>
          <a:p>
            <a:pPr algn="ctr"/>
            <a:r>
              <a:rPr lang="en-US" sz="900" dirty="0"/>
              <a:t>45789</a:t>
            </a:r>
          </a:p>
        </p:txBody>
      </p:sp>
      <p:sp>
        <p:nvSpPr>
          <p:cNvPr id="10" name="TextBox 9">
            <a:extLst>
              <a:ext uri="{FF2B5EF4-FFF2-40B4-BE49-F238E27FC236}">
                <a16:creationId xmlns:a16="http://schemas.microsoft.com/office/drawing/2014/main" id="{3AFE4642-31EC-86E4-6734-D6BC3832FE51}"/>
              </a:ext>
            </a:extLst>
          </p:cNvPr>
          <p:cNvSpPr txBox="1"/>
          <p:nvPr/>
        </p:nvSpPr>
        <p:spPr>
          <a:xfrm>
            <a:off x="3138310" y="2905709"/>
            <a:ext cx="570089" cy="230832"/>
          </a:xfrm>
          <a:prstGeom prst="rect">
            <a:avLst/>
          </a:prstGeom>
          <a:noFill/>
        </p:spPr>
        <p:txBody>
          <a:bodyPr wrap="square" rtlCol="0">
            <a:spAutoFit/>
          </a:bodyPr>
          <a:lstStyle/>
          <a:p>
            <a:pPr algn="ctr"/>
            <a:r>
              <a:rPr lang="en-US" sz="900" dirty="0"/>
              <a:t>45789</a:t>
            </a:r>
          </a:p>
        </p:txBody>
      </p:sp>
      <p:sp>
        <p:nvSpPr>
          <p:cNvPr id="11" name="TextBox 10">
            <a:extLst>
              <a:ext uri="{FF2B5EF4-FFF2-40B4-BE49-F238E27FC236}">
                <a16:creationId xmlns:a16="http://schemas.microsoft.com/office/drawing/2014/main" id="{2D94E648-5217-0DF9-1006-482BD1ED8270}"/>
              </a:ext>
            </a:extLst>
          </p:cNvPr>
          <p:cNvSpPr txBox="1"/>
          <p:nvPr/>
        </p:nvSpPr>
        <p:spPr>
          <a:xfrm>
            <a:off x="3640666" y="3406653"/>
            <a:ext cx="570089" cy="230832"/>
          </a:xfrm>
          <a:prstGeom prst="rect">
            <a:avLst/>
          </a:prstGeom>
          <a:noFill/>
        </p:spPr>
        <p:txBody>
          <a:bodyPr wrap="square" rtlCol="0">
            <a:spAutoFit/>
          </a:bodyPr>
          <a:lstStyle/>
          <a:p>
            <a:pPr algn="ctr"/>
            <a:r>
              <a:rPr lang="en-US" sz="900" dirty="0"/>
              <a:t>5789</a:t>
            </a:r>
          </a:p>
        </p:txBody>
      </p:sp>
      <p:sp>
        <p:nvSpPr>
          <p:cNvPr id="12" name="TextBox 11">
            <a:extLst>
              <a:ext uri="{FF2B5EF4-FFF2-40B4-BE49-F238E27FC236}">
                <a16:creationId xmlns:a16="http://schemas.microsoft.com/office/drawing/2014/main" id="{5969AB45-BACA-6501-BB68-F7500870CC23}"/>
              </a:ext>
            </a:extLst>
          </p:cNvPr>
          <p:cNvSpPr txBox="1"/>
          <p:nvPr/>
        </p:nvSpPr>
        <p:spPr>
          <a:xfrm>
            <a:off x="4143022" y="3406653"/>
            <a:ext cx="570089" cy="230832"/>
          </a:xfrm>
          <a:prstGeom prst="rect">
            <a:avLst/>
          </a:prstGeom>
          <a:noFill/>
        </p:spPr>
        <p:txBody>
          <a:bodyPr wrap="square" rtlCol="0">
            <a:spAutoFit/>
          </a:bodyPr>
          <a:lstStyle/>
          <a:p>
            <a:pPr algn="ctr"/>
            <a:r>
              <a:rPr lang="en-US" sz="900" dirty="0"/>
              <a:t>45789</a:t>
            </a:r>
          </a:p>
        </p:txBody>
      </p:sp>
      <p:sp>
        <p:nvSpPr>
          <p:cNvPr id="13" name="TextBox 12">
            <a:extLst>
              <a:ext uri="{FF2B5EF4-FFF2-40B4-BE49-F238E27FC236}">
                <a16:creationId xmlns:a16="http://schemas.microsoft.com/office/drawing/2014/main" id="{A6BDEE89-0419-51CE-62E0-F3A68E252875}"/>
              </a:ext>
            </a:extLst>
          </p:cNvPr>
          <p:cNvSpPr txBox="1"/>
          <p:nvPr/>
        </p:nvSpPr>
        <p:spPr>
          <a:xfrm>
            <a:off x="3640666" y="2404765"/>
            <a:ext cx="570089" cy="230832"/>
          </a:xfrm>
          <a:prstGeom prst="rect">
            <a:avLst/>
          </a:prstGeom>
          <a:noFill/>
        </p:spPr>
        <p:txBody>
          <a:bodyPr wrap="square" rtlCol="0">
            <a:spAutoFit/>
          </a:bodyPr>
          <a:lstStyle/>
          <a:p>
            <a:pPr algn="ctr"/>
            <a:r>
              <a:rPr lang="en-US" sz="900" dirty="0"/>
              <a:t>126</a:t>
            </a:r>
          </a:p>
        </p:txBody>
      </p:sp>
      <p:sp>
        <p:nvSpPr>
          <p:cNvPr id="14" name="TextBox 13">
            <a:extLst>
              <a:ext uri="{FF2B5EF4-FFF2-40B4-BE49-F238E27FC236}">
                <a16:creationId xmlns:a16="http://schemas.microsoft.com/office/drawing/2014/main" id="{4AF6FE52-3889-15FB-57F8-2B51CEA9A885}"/>
              </a:ext>
            </a:extLst>
          </p:cNvPr>
          <p:cNvSpPr txBox="1"/>
          <p:nvPr/>
        </p:nvSpPr>
        <p:spPr>
          <a:xfrm>
            <a:off x="4143022" y="2404765"/>
            <a:ext cx="570089" cy="230832"/>
          </a:xfrm>
          <a:prstGeom prst="rect">
            <a:avLst/>
          </a:prstGeom>
          <a:noFill/>
        </p:spPr>
        <p:txBody>
          <a:bodyPr wrap="square" rtlCol="0">
            <a:spAutoFit/>
          </a:bodyPr>
          <a:lstStyle/>
          <a:p>
            <a:pPr algn="ctr"/>
            <a:r>
              <a:rPr lang="en-US" sz="900" dirty="0"/>
              <a:t>126</a:t>
            </a:r>
          </a:p>
        </p:txBody>
      </p:sp>
      <p:sp>
        <p:nvSpPr>
          <p:cNvPr id="15" name="TextBox 14">
            <a:extLst>
              <a:ext uri="{FF2B5EF4-FFF2-40B4-BE49-F238E27FC236}">
                <a16:creationId xmlns:a16="http://schemas.microsoft.com/office/drawing/2014/main" id="{E06B2546-AEFB-5F82-8123-BD182AA36D4A}"/>
              </a:ext>
            </a:extLst>
          </p:cNvPr>
          <p:cNvSpPr txBox="1"/>
          <p:nvPr/>
        </p:nvSpPr>
        <p:spPr>
          <a:xfrm>
            <a:off x="3138310" y="2544465"/>
            <a:ext cx="570089" cy="230832"/>
          </a:xfrm>
          <a:prstGeom prst="rect">
            <a:avLst/>
          </a:prstGeom>
          <a:noFill/>
        </p:spPr>
        <p:txBody>
          <a:bodyPr wrap="square" rtlCol="0">
            <a:spAutoFit/>
          </a:bodyPr>
          <a:lstStyle/>
          <a:p>
            <a:pPr algn="ctr"/>
            <a:r>
              <a:rPr lang="en-US" sz="900" dirty="0"/>
              <a:t>12</a:t>
            </a:r>
          </a:p>
        </p:txBody>
      </p:sp>
      <p:sp>
        <p:nvSpPr>
          <p:cNvPr id="16" name="TextBox 15">
            <a:extLst>
              <a:ext uri="{FF2B5EF4-FFF2-40B4-BE49-F238E27FC236}">
                <a16:creationId xmlns:a16="http://schemas.microsoft.com/office/drawing/2014/main" id="{67CFAFD1-0206-701C-7424-436F82EED170}"/>
              </a:ext>
            </a:extLst>
          </p:cNvPr>
          <p:cNvSpPr txBox="1"/>
          <p:nvPr/>
        </p:nvSpPr>
        <p:spPr>
          <a:xfrm>
            <a:off x="3138310" y="901933"/>
            <a:ext cx="570089" cy="230832"/>
          </a:xfrm>
          <a:prstGeom prst="rect">
            <a:avLst/>
          </a:prstGeom>
          <a:noFill/>
        </p:spPr>
        <p:txBody>
          <a:bodyPr wrap="square" rtlCol="0">
            <a:spAutoFit/>
          </a:bodyPr>
          <a:lstStyle/>
          <a:p>
            <a:pPr algn="ctr"/>
            <a:r>
              <a:rPr lang="en-US" sz="900" dirty="0"/>
              <a:t>19</a:t>
            </a:r>
          </a:p>
        </p:txBody>
      </p:sp>
      <p:sp>
        <p:nvSpPr>
          <p:cNvPr id="17" name="TextBox 16">
            <a:extLst>
              <a:ext uri="{FF2B5EF4-FFF2-40B4-BE49-F238E27FC236}">
                <a16:creationId xmlns:a16="http://schemas.microsoft.com/office/drawing/2014/main" id="{E04F99F8-D3FD-1C4A-D215-A2683A83134E}"/>
              </a:ext>
            </a:extLst>
          </p:cNvPr>
          <p:cNvSpPr txBox="1"/>
          <p:nvPr/>
        </p:nvSpPr>
        <p:spPr>
          <a:xfrm>
            <a:off x="5147734" y="4909484"/>
            <a:ext cx="570089" cy="230832"/>
          </a:xfrm>
          <a:prstGeom prst="rect">
            <a:avLst/>
          </a:prstGeom>
          <a:noFill/>
        </p:spPr>
        <p:txBody>
          <a:bodyPr wrap="square" rtlCol="0">
            <a:spAutoFit/>
          </a:bodyPr>
          <a:lstStyle/>
          <a:p>
            <a:pPr algn="ctr"/>
            <a:r>
              <a:rPr lang="en-US" sz="900" dirty="0"/>
              <a:t>149</a:t>
            </a:r>
          </a:p>
        </p:txBody>
      </p:sp>
      <p:sp>
        <p:nvSpPr>
          <p:cNvPr id="19" name="TextBox 18">
            <a:extLst>
              <a:ext uri="{FF2B5EF4-FFF2-40B4-BE49-F238E27FC236}">
                <a16:creationId xmlns:a16="http://schemas.microsoft.com/office/drawing/2014/main" id="{4F57EEB1-8A87-DAC0-6027-D9B2007ADD76}"/>
              </a:ext>
            </a:extLst>
          </p:cNvPr>
          <p:cNvSpPr txBox="1"/>
          <p:nvPr/>
        </p:nvSpPr>
        <p:spPr>
          <a:xfrm>
            <a:off x="3138310" y="1776821"/>
            <a:ext cx="570089" cy="230832"/>
          </a:xfrm>
          <a:prstGeom prst="rect">
            <a:avLst/>
          </a:prstGeom>
          <a:noFill/>
        </p:spPr>
        <p:txBody>
          <a:bodyPr wrap="square" rtlCol="0">
            <a:spAutoFit/>
          </a:bodyPr>
          <a:lstStyle/>
          <a:p>
            <a:pPr algn="ctr"/>
            <a:r>
              <a:rPr lang="en-US" sz="900" dirty="0"/>
              <a:t>98</a:t>
            </a:r>
          </a:p>
        </p:txBody>
      </p:sp>
      <p:sp>
        <p:nvSpPr>
          <p:cNvPr id="20" name="TextBox 19">
            <a:extLst>
              <a:ext uri="{FF2B5EF4-FFF2-40B4-BE49-F238E27FC236}">
                <a16:creationId xmlns:a16="http://schemas.microsoft.com/office/drawing/2014/main" id="{17995840-1FC5-218C-E5F5-272FFD86D393}"/>
              </a:ext>
            </a:extLst>
          </p:cNvPr>
          <p:cNvSpPr txBox="1"/>
          <p:nvPr/>
        </p:nvSpPr>
        <p:spPr>
          <a:xfrm>
            <a:off x="6654802" y="1764121"/>
            <a:ext cx="570089" cy="230832"/>
          </a:xfrm>
          <a:prstGeom prst="rect">
            <a:avLst/>
          </a:prstGeom>
          <a:noFill/>
        </p:spPr>
        <p:txBody>
          <a:bodyPr wrap="square" rtlCol="0">
            <a:spAutoFit/>
          </a:bodyPr>
          <a:lstStyle/>
          <a:p>
            <a:pPr algn="ctr"/>
            <a:r>
              <a:rPr lang="en-US" sz="900" dirty="0"/>
              <a:t>12489</a:t>
            </a:r>
          </a:p>
        </p:txBody>
      </p:sp>
      <p:sp>
        <p:nvSpPr>
          <p:cNvPr id="21" name="TextBox 20">
            <a:extLst>
              <a:ext uri="{FF2B5EF4-FFF2-40B4-BE49-F238E27FC236}">
                <a16:creationId xmlns:a16="http://schemas.microsoft.com/office/drawing/2014/main" id="{54847B8D-CBDD-E78A-93E6-165C78D252EB}"/>
              </a:ext>
            </a:extLst>
          </p:cNvPr>
          <p:cNvSpPr txBox="1"/>
          <p:nvPr/>
        </p:nvSpPr>
        <p:spPr>
          <a:xfrm>
            <a:off x="7157158" y="1764121"/>
            <a:ext cx="570089" cy="230832"/>
          </a:xfrm>
          <a:prstGeom prst="rect">
            <a:avLst/>
          </a:prstGeom>
          <a:noFill/>
        </p:spPr>
        <p:txBody>
          <a:bodyPr wrap="square" rtlCol="0">
            <a:spAutoFit/>
          </a:bodyPr>
          <a:lstStyle/>
          <a:p>
            <a:pPr algn="ctr"/>
            <a:r>
              <a:rPr lang="en-US" sz="900" dirty="0"/>
              <a:t>1289</a:t>
            </a:r>
          </a:p>
        </p:txBody>
      </p:sp>
      <p:sp>
        <p:nvSpPr>
          <p:cNvPr id="22" name="TextBox 21">
            <a:extLst>
              <a:ext uri="{FF2B5EF4-FFF2-40B4-BE49-F238E27FC236}">
                <a16:creationId xmlns:a16="http://schemas.microsoft.com/office/drawing/2014/main" id="{7B784532-13BA-4ECE-0E14-8B736A416CFA}"/>
              </a:ext>
            </a:extLst>
          </p:cNvPr>
          <p:cNvSpPr txBox="1"/>
          <p:nvPr/>
        </p:nvSpPr>
        <p:spPr>
          <a:xfrm>
            <a:off x="6152446" y="2277765"/>
            <a:ext cx="570089" cy="230832"/>
          </a:xfrm>
          <a:prstGeom prst="rect">
            <a:avLst/>
          </a:prstGeom>
          <a:noFill/>
        </p:spPr>
        <p:txBody>
          <a:bodyPr wrap="square" rtlCol="0">
            <a:spAutoFit/>
          </a:bodyPr>
          <a:lstStyle/>
          <a:p>
            <a:pPr algn="ctr"/>
            <a:r>
              <a:rPr lang="en-US" sz="900" dirty="0"/>
              <a:t>89</a:t>
            </a:r>
          </a:p>
        </p:txBody>
      </p:sp>
      <p:sp>
        <p:nvSpPr>
          <p:cNvPr id="23" name="TextBox 22">
            <a:extLst>
              <a:ext uri="{FF2B5EF4-FFF2-40B4-BE49-F238E27FC236}">
                <a16:creationId xmlns:a16="http://schemas.microsoft.com/office/drawing/2014/main" id="{C59B0C38-FCBB-0F68-F095-99036E15EAE3}"/>
              </a:ext>
            </a:extLst>
          </p:cNvPr>
          <p:cNvSpPr txBox="1"/>
          <p:nvPr/>
        </p:nvSpPr>
        <p:spPr>
          <a:xfrm>
            <a:off x="6654802" y="3045409"/>
            <a:ext cx="570089" cy="230832"/>
          </a:xfrm>
          <a:prstGeom prst="rect">
            <a:avLst/>
          </a:prstGeom>
          <a:noFill/>
        </p:spPr>
        <p:txBody>
          <a:bodyPr wrap="square" rtlCol="0">
            <a:spAutoFit/>
          </a:bodyPr>
          <a:lstStyle/>
          <a:p>
            <a:pPr algn="ctr"/>
            <a:r>
              <a:rPr lang="en-US" sz="900" dirty="0"/>
              <a:t>21</a:t>
            </a:r>
          </a:p>
        </p:txBody>
      </p:sp>
      <p:sp>
        <p:nvSpPr>
          <p:cNvPr id="24" name="TextBox 23">
            <a:extLst>
              <a:ext uri="{FF2B5EF4-FFF2-40B4-BE49-F238E27FC236}">
                <a16:creationId xmlns:a16="http://schemas.microsoft.com/office/drawing/2014/main" id="{25192166-70EC-D064-2C04-62491CC3DF1B}"/>
              </a:ext>
            </a:extLst>
          </p:cNvPr>
          <p:cNvSpPr txBox="1"/>
          <p:nvPr/>
        </p:nvSpPr>
        <p:spPr>
          <a:xfrm>
            <a:off x="3640666" y="4059997"/>
            <a:ext cx="570089" cy="230832"/>
          </a:xfrm>
          <a:prstGeom prst="rect">
            <a:avLst/>
          </a:prstGeom>
          <a:noFill/>
        </p:spPr>
        <p:txBody>
          <a:bodyPr wrap="square" rtlCol="0">
            <a:spAutoFit/>
          </a:bodyPr>
          <a:lstStyle/>
          <a:p>
            <a:pPr algn="ctr"/>
            <a:r>
              <a:rPr lang="en-US" sz="900" dirty="0"/>
              <a:t>1289</a:t>
            </a:r>
          </a:p>
        </p:txBody>
      </p:sp>
      <p:sp>
        <p:nvSpPr>
          <p:cNvPr id="25" name="TextBox 24">
            <a:extLst>
              <a:ext uri="{FF2B5EF4-FFF2-40B4-BE49-F238E27FC236}">
                <a16:creationId xmlns:a16="http://schemas.microsoft.com/office/drawing/2014/main" id="{B136425F-AAA4-A017-1AE0-B0E3C2B3825C}"/>
              </a:ext>
            </a:extLst>
          </p:cNvPr>
          <p:cNvSpPr txBox="1"/>
          <p:nvPr/>
        </p:nvSpPr>
        <p:spPr>
          <a:xfrm>
            <a:off x="4143022" y="4059997"/>
            <a:ext cx="570089" cy="230832"/>
          </a:xfrm>
          <a:prstGeom prst="rect">
            <a:avLst/>
          </a:prstGeom>
          <a:noFill/>
        </p:spPr>
        <p:txBody>
          <a:bodyPr wrap="square" rtlCol="0">
            <a:spAutoFit/>
          </a:bodyPr>
          <a:lstStyle/>
          <a:p>
            <a:pPr algn="ctr"/>
            <a:r>
              <a:rPr lang="en-US" sz="900" dirty="0"/>
              <a:t>12489</a:t>
            </a:r>
          </a:p>
        </p:txBody>
      </p:sp>
    </p:spTree>
    <p:extLst>
      <p:ext uri="{BB962C8B-B14F-4D97-AF65-F5344CB8AC3E}">
        <p14:creationId xmlns:p14="http://schemas.microsoft.com/office/powerpoint/2010/main" val="10465336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0A6D3-4CB9-5046-C521-E308EA62284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D7A80DF-AB02-8328-C592-008BE12DFA21}"/>
              </a:ext>
            </a:extLst>
          </p:cNvPr>
          <p:cNvSpPr>
            <a:spLocks noGrp="1"/>
          </p:cNvSpPr>
          <p:nvPr>
            <p:ph sz="half" idx="1"/>
          </p:nvPr>
        </p:nvSpPr>
        <p:spPr/>
        <p:txBody>
          <a:bodyPr>
            <a:normAutofit/>
          </a:bodyPr>
          <a:lstStyle/>
          <a:p>
            <a:r>
              <a:rPr lang="en-US" dirty="0"/>
              <a:t>This line can’t be 19 because that would leave no possibilities for the 19 cell.</a:t>
            </a:r>
          </a:p>
        </p:txBody>
      </p:sp>
      <p:pic>
        <p:nvPicPr>
          <p:cNvPr id="4" name="Picture 3" descr="A grid of sudoku puzzle&#10;&#10;Description automatically generated">
            <a:extLst>
              <a:ext uri="{FF2B5EF4-FFF2-40B4-BE49-F238E27FC236}">
                <a16:creationId xmlns:a16="http://schemas.microsoft.com/office/drawing/2014/main" id="{068378B8-EEDD-5C7D-7551-C77E6F62B4E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F067D55-D14C-25EF-D1FA-1907209C007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8DF758B-5ED2-9C11-89A5-967BA35B872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B31AB15-92EA-2E05-3150-07424ACD726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0D29EFC-E99A-B45B-E84F-4BC715642B45}"/>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77FE6B70-EB79-9F61-971B-B16899CA6996}"/>
              </a:ext>
            </a:extLst>
          </p:cNvPr>
          <p:cNvSpPr txBox="1"/>
          <p:nvPr/>
        </p:nvSpPr>
        <p:spPr>
          <a:xfrm>
            <a:off x="3640666" y="2905709"/>
            <a:ext cx="570089" cy="230832"/>
          </a:xfrm>
          <a:prstGeom prst="rect">
            <a:avLst/>
          </a:prstGeom>
          <a:noFill/>
        </p:spPr>
        <p:txBody>
          <a:bodyPr wrap="square" rtlCol="0">
            <a:spAutoFit/>
          </a:bodyPr>
          <a:lstStyle/>
          <a:p>
            <a:pPr algn="ctr"/>
            <a:r>
              <a:rPr lang="en-US" sz="900" dirty="0"/>
              <a:t>5789</a:t>
            </a:r>
          </a:p>
        </p:txBody>
      </p:sp>
      <p:sp>
        <p:nvSpPr>
          <p:cNvPr id="9" name="TextBox 8">
            <a:extLst>
              <a:ext uri="{FF2B5EF4-FFF2-40B4-BE49-F238E27FC236}">
                <a16:creationId xmlns:a16="http://schemas.microsoft.com/office/drawing/2014/main" id="{EC467547-B2C6-7687-DBED-0FC8CD2E176F}"/>
              </a:ext>
            </a:extLst>
          </p:cNvPr>
          <p:cNvSpPr txBox="1"/>
          <p:nvPr/>
        </p:nvSpPr>
        <p:spPr>
          <a:xfrm>
            <a:off x="4143022" y="2905709"/>
            <a:ext cx="570089" cy="230832"/>
          </a:xfrm>
          <a:prstGeom prst="rect">
            <a:avLst/>
          </a:prstGeom>
          <a:noFill/>
        </p:spPr>
        <p:txBody>
          <a:bodyPr wrap="square" rtlCol="0">
            <a:spAutoFit/>
          </a:bodyPr>
          <a:lstStyle/>
          <a:p>
            <a:pPr algn="ctr"/>
            <a:r>
              <a:rPr lang="en-US" sz="900" dirty="0"/>
              <a:t>45789</a:t>
            </a:r>
          </a:p>
        </p:txBody>
      </p:sp>
      <p:sp>
        <p:nvSpPr>
          <p:cNvPr id="10" name="TextBox 9">
            <a:extLst>
              <a:ext uri="{FF2B5EF4-FFF2-40B4-BE49-F238E27FC236}">
                <a16:creationId xmlns:a16="http://schemas.microsoft.com/office/drawing/2014/main" id="{E744FCE4-4238-4CF1-689C-ABE7F170967A}"/>
              </a:ext>
            </a:extLst>
          </p:cNvPr>
          <p:cNvSpPr txBox="1"/>
          <p:nvPr/>
        </p:nvSpPr>
        <p:spPr>
          <a:xfrm>
            <a:off x="3138310" y="2905709"/>
            <a:ext cx="570089" cy="230832"/>
          </a:xfrm>
          <a:prstGeom prst="rect">
            <a:avLst/>
          </a:prstGeom>
          <a:noFill/>
        </p:spPr>
        <p:txBody>
          <a:bodyPr wrap="square" rtlCol="0">
            <a:spAutoFit/>
          </a:bodyPr>
          <a:lstStyle/>
          <a:p>
            <a:pPr algn="ctr"/>
            <a:r>
              <a:rPr lang="en-US" sz="900" dirty="0"/>
              <a:t>45789</a:t>
            </a:r>
          </a:p>
        </p:txBody>
      </p:sp>
      <p:sp>
        <p:nvSpPr>
          <p:cNvPr id="11" name="TextBox 10">
            <a:extLst>
              <a:ext uri="{FF2B5EF4-FFF2-40B4-BE49-F238E27FC236}">
                <a16:creationId xmlns:a16="http://schemas.microsoft.com/office/drawing/2014/main" id="{9139D8AF-1AF6-2160-8D1D-B66DF4732A8A}"/>
              </a:ext>
            </a:extLst>
          </p:cNvPr>
          <p:cNvSpPr txBox="1"/>
          <p:nvPr/>
        </p:nvSpPr>
        <p:spPr>
          <a:xfrm>
            <a:off x="3640666" y="3406653"/>
            <a:ext cx="570089" cy="230832"/>
          </a:xfrm>
          <a:prstGeom prst="rect">
            <a:avLst/>
          </a:prstGeom>
          <a:noFill/>
        </p:spPr>
        <p:txBody>
          <a:bodyPr wrap="square" rtlCol="0">
            <a:spAutoFit/>
          </a:bodyPr>
          <a:lstStyle/>
          <a:p>
            <a:pPr algn="ctr"/>
            <a:r>
              <a:rPr lang="en-US" sz="900" dirty="0"/>
              <a:t>5789</a:t>
            </a:r>
          </a:p>
        </p:txBody>
      </p:sp>
      <p:sp>
        <p:nvSpPr>
          <p:cNvPr id="12" name="TextBox 11">
            <a:extLst>
              <a:ext uri="{FF2B5EF4-FFF2-40B4-BE49-F238E27FC236}">
                <a16:creationId xmlns:a16="http://schemas.microsoft.com/office/drawing/2014/main" id="{5594270D-FBAD-03C3-644B-17E12F4583B5}"/>
              </a:ext>
            </a:extLst>
          </p:cNvPr>
          <p:cNvSpPr txBox="1"/>
          <p:nvPr/>
        </p:nvSpPr>
        <p:spPr>
          <a:xfrm>
            <a:off x="4143022" y="3406653"/>
            <a:ext cx="570089" cy="230832"/>
          </a:xfrm>
          <a:prstGeom prst="rect">
            <a:avLst/>
          </a:prstGeom>
          <a:noFill/>
        </p:spPr>
        <p:txBody>
          <a:bodyPr wrap="square" rtlCol="0">
            <a:spAutoFit/>
          </a:bodyPr>
          <a:lstStyle/>
          <a:p>
            <a:pPr algn="ctr"/>
            <a:r>
              <a:rPr lang="en-US" sz="900" dirty="0"/>
              <a:t>45789</a:t>
            </a:r>
          </a:p>
        </p:txBody>
      </p:sp>
      <p:sp>
        <p:nvSpPr>
          <p:cNvPr id="13" name="TextBox 12">
            <a:extLst>
              <a:ext uri="{FF2B5EF4-FFF2-40B4-BE49-F238E27FC236}">
                <a16:creationId xmlns:a16="http://schemas.microsoft.com/office/drawing/2014/main" id="{4CE5C602-C248-F44A-AE01-AB5644C194F8}"/>
              </a:ext>
            </a:extLst>
          </p:cNvPr>
          <p:cNvSpPr txBox="1"/>
          <p:nvPr/>
        </p:nvSpPr>
        <p:spPr>
          <a:xfrm>
            <a:off x="3640666" y="2404765"/>
            <a:ext cx="570089" cy="230832"/>
          </a:xfrm>
          <a:prstGeom prst="rect">
            <a:avLst/>
          </a:prstGeom>
          <a:noFill/>
        </p:spPr>
        <p:txBody>
          <a:bodyPr wrap="square" rtlCol="0">
            <a:spAutoFit/>
          </a:bodyPr>
          <a:lstStyle/>
          <a:p>
            <a:pPr algn="ctr"/>
            <a:r>
              <a:rPr lang="en-US" sz="900" dirty="0"/>
              <a:t>126</a:t>
            </a:r>
          </a:p>
        </p:txBody>
      </p:sp>
      <p:sp>
        <p:nvSpPr>
          <p:cNvPr id="14" name="TextBox 13">
            <a:extLst>
              <a:ext uri="{FF2B5EF4-FFF2-40B4-BE49-F238E27FC236}">
                <a16:creationId xmlns:a16="http://schemas.microsoft.com/office/drawing/2014/main" id="{2BFE06EB-5D03-5038-4F7E-5849A12DCB1E}"/>
              </a:ext>
            </a:extLst>
          </p:cNvPr>
          <p:cNvSpPr txBox="1"/>
          <p:nvPr/>
        </p:nvSpPr>
        <p:spPr>
          <a:xfrm>
            <a:off x="4143022" y="2404765"/>
            <a:ext cx="570089" cy="230832"/>
          </a:xfrm>
          <a:prstGeom prst="rect">
            <a:avLst/>
          </a:prstGeom>
          <a:noFill/>
        </p:spPr>
        <p:txBody>
          <a:bodyPr wrap="square" rtlCol="0">
            <a:spAutoFit/>
          </a:bodyPr>
          <a:lstStyle/>
          <a:p>
            <a:pPr algn="ctr"/>
            <a:r>
              <a:rPr lang="en-US" sz="900" dirty="0"/>
              <a:t>126</a:t>
            </a:r>
          </a:p>
        </p:txBody>
      </p:sp>
      <p:sp>
        <p:nvSpPr>
          <p:cNvPr id="16" name="TextBox 15">
            <a:extLst>
              <a:ext uri="{FF2B5EF4-FFF2-40B4-BE49-F238E27FC236}">
                <a16:creationId xmlns:a16="http://schemas.microsoft.com/office/drawing/2014/main" id="{506F476E-3962-E7DF-DE7E-31F69B0E1E14}"/>
              </a:ext>
            </a:extLst>
          </p:cNvPr>
          <p:cNvSpPr txBox="1"/>
          <p:nvPr/>
        </p:nvSpPr>
        <p:spPr>
          <a:xfrm>
            <a:off x="3138310" y="901933"/>
            <a:ext cx="570089" cy="230832"/>
          </a:xfrm>
          <a:prstGeom prst="rect">
            <a:avLst/>
          </a:prstGeom>
          <a:noFill/>
        </p:spPr>
        <p:txBody>
          <a:bodyPr wrap="square" rtlCol="0">
            <a:spAutoFit/>
          </a:bodyPr>
          <a:lstStyle/>
          <a:p>
            <a:pPr algn="ctr"/>
            <a:r>
              <a:rPr lang="en-US" sz="900" dirty="0"/>
              <a:t>19</a:t>
            </a:r>
          </a:p>
        </p:txBody>
      </p:sp>
      <p:sp>
        <p:nvSpPr>
          <p:cNvPr id="17" name="TextBox 16">
            <a:extLst>
              <a:ext uri="{FF2B5EF4-FFF2-40B4-BE49-F238E27FC236}">
                <a16:creationId xmlns:a16="http://schemas.microsoft.com/office/drawing/2014/main" id="{6A9DDBD4-8D0A-1506-4724-84BE4C07988F}"/>
              </a:ext>
            </a:extLst>
          </p:cNvPr>
          <p:cNvSpPr txBox="1"/>
          <p:nvPr/>
        </p:nvSpPr>
        <p:spPr>
          <a:xfrm>
            <a:off x="5147734" y="4909484"/>
            <a:ext cx="570089" cy="230832"/>
          </a:xfrm>
          <a:prstGeom prst="rect">
            <a:avLst/>
          </a:prstGeom>
          <a:noFill/>
        </p:spPr>
        <p:txBody>
          <a:bodyPr wrap="square" rtlCol="0">
            <a:spAutoFit/>
          </a:bodyPr>
          <a:lstStyle/>
          <a:p>
            <a:pPr algn="ctr"/>
            <a:r>
              <a:rPr lang="en-US" sz="900" dirty="0"/>
              <a:t>149</a:t>
            </a:r>
          </a:p>
        </p:txBody>
      </p:sp>
      <p:sp>
        <p:nvSpPr>
          <p:cNvPr id="20" name="TextBox 19">
            <a:extLst>
              <a:ext uri="{FF2B5EF4-FFF2-40B4-BE49-F238E27FC236}">
                <a16:creationId xmlns:a16="http://schemas.microsoft.com/office/drawing/2014/main" id="{D3107779-FEDA-0115-3D68-F7BEC7E72330}"/>
              </a:ext>
            </a:extLst>
          </p:cNvPr>
          <p:cNvSpPr txBox="1"/>
          <p:nvPr/>
        </p:nvSpPr>
        <p:spPr>
          <a:xfrm>
            <a:off x="6654802" y="1764121"/>
            <a:ext cx="570089" cy="230832"/>
          </a:xfrm>
          <a:prstGeom prst="rect">
            <a:avLst/>
          </a:prstGeom>
          <a:noFill/>
        </p:spPr>
        <p:txBody>
          <a:bodyPr wrap="square" rtlCol="0">
            <a:spAutoFit/>
          </a:bodyPr>
          <a:lstStyle/>
          <a:p>
            <a:pPr algn="ctr"/>
            <a:r>
              <a:rPr lang="en-US" sz="900" dirty="0"/>
              <a:t>12489</a:t>
            </a:r>
          </a:p>
        </p:txBody>
      </p:sp>
      <p:sp>
        <p:nvSpPr>
          <p:cNvPr id="21" name="TextBox 20">
            <a:extLst>
              <a:ext uri="{FF2B5EF4-FFF2-40B4-BE49-F238E27FC236}">
                <a16:creationId xmlns:a16="http://schemas.microsoft.com/office/drawing/2014/main" id="{ECDE0641-421C-E729-AE6C-39318D4929B8}"/>
              </a:ext>
            </a:extLst>
          </p:cNvPr>
          <p:cNvSpPr txBox="1"/>
          <p:nvPr/>
        </p:nvSpPr>
        <p:spPr>
          <a:xfrm>
            <a:off x="7157158" y="1764121"/>
            <a:ext cx="570089" cy="230832"/>
          </a:xfrm>
          <a:prstGeom prst="rect">
            <a:avLst/>
          </a:prstGeom>
          <a:noFill/>
        </p:spPr>
        <p:txBody>
          <a:bodyPr wrap="square" rtlCol="0">
            <a:spAutoFit/>
          </a:bodyPr>
          <a:lstStyle/>
          <a:p>
            <a:pPr algn="ctr"/>
            <a:r>
              <a:rPr lang="en-US" sz="900" dirty="0"/>
              <a:t>1289</a:t>
            </a:r>
          </a:p>
        </p:txBody>
      </p:sp>
      <p:sp>
        <p:nvSpPr>
          <p:cNvPr id="22" name="TextBox 21">
            <a:extLst>
              <a:ext uri="{FF2B5EF4-FFF2-40B4-BE49-F238E27FC236}">
                <a16:creationId xmlns:a16="http://schemas.microsoft.com/office/drawing/2014/main" id="{72DE98EF-10F7-CD63-9E3D-6715F36C691D}"/>
              </a:ext>
            </a:extLst>
          </p:cNvPr>
          <p:cNvSpPr txBox="1"/>
          <p:nvPr/>
        </p:nvSpPr>
        <p:spPr>
          <a:xfrm>
            <a:off x="6152446" y="2277765"/>
            <a:ext cx="570089" cy="230832"/>
          </a:xfrm>
          <a:prstGeom prst="rect">
            <a:avLst/>
          </a:prstGeom>
          <a:noFill/>
        </p:spPr>
        <p:txBody>
          <a:bodyPr wrap="square" rtlCol="0">
            <a:spAutoFit/>
          </a:bodyPr>
          <a:lstStyle/>
          <a:p>
            <a:pPr algn="ctr"/>
            <a:r>
              <a:rPr lang="en-US" sz="900" dirty="0"/>
              <a:t>89</a:t>
            </a:r>
          </a:p>
        </p:txBody>
      </p:sp>
      <p:sp>
        <p:nvSpPr>
          <p:cNvPr id="23" name="TextBox 22">
            <a:extLst>
              <a:ext uri="{FF2B5EF4-FFF2-40B4-BE49-F238E27FC236}">
                <a16:creationId xmlns:a16="http://schemas.microsoft.com/office/drawing/2014/main" id="{3F779D66-CCEE-394B-0D7D-EF10A0FE8429}"/>
              </a:ext>
            </a:extLst>
          </p:cNvPr>
          <p:cNvSpPr txBox="1"/>
          <p:nvPr/>
        </p:nvSpPr>
        <p:spPr>
          <a:xfrm>
            <a:off x="6654802" y="3045409"/>
            <a:ext cx="570089" cy="230832"/>
          </a:xfrm>
          <a:prstGeom prst="rect">
            <a:avLst/>
          </a:prstGeom>
          <a:noFill/>
        </p:spPr>
        <p:txBody>
          <a:bodyPr wrap="square" rtlCol="0">
            <a:spAutoFit/>
          </a:bodyPr>
          <a:lstStyle/>
          <a:p>
            <a:pPr algn="ctr"/>
            <a:r>
              <a:rPr lang="en-US" sz="900" dirty="0"/>
              <a:t>21</a:t>
            </a:r>
          </a:p>
        </p:txBody>
      </p:sp>
      <p:sp>
        <p:nvSpPr>
          <p:cNvPr id="24" name="TextBox 23">
            <a:extLst>
              <a:ext uri="{FF2B5EF4-FFF2-40B4-BE49-F238E27FC236}">
                <a16:creationId xmlns:a16="http://schemas.microsoft.com/office/drawing/2014/main" id="{46306F25-8190-31D1-6C33-9EC5B5FDE2A0}"/>
              </a:ext>
            </a:extLst>
          </p:cNvPr>
          <p:cNvSpPr txBox="1"/>
          <p:nvPr/>
        </p:nvSpPr>
        <p:spPr>
          <a:xfrm>
            <a:off x="3640666" y="4059997"/>
            <a:ext cx="570089" cy="230832"/>
          </a:xfrm>
          <a:prstGeom prst="rect">
            <a:avLst/>
          </a:prstGeom>
          <a:noFill/>
        </p:spPr>
        <p:txBody>
          <a:bodyPr wrap="square" rtlCol="0">
            <a:spAutoFit/>
          </a:bodyPr>
          <a:lstStyle/>
          <a:p>
            <a:pPr algn="ctr"/>
            <a:r>
              <a:rPr lang="en-US" sz="900" dirty="0"/>
              <a:t>1289</a:t>
            </a:r>
          </a:p>
        </p:txBody>
      </p:sp>
      <p:sp>
        <p:nvSpPr>
          <p:cNvPr id="25" name="TextBox 24">
            <a:extLst>
              <a:ext uri="{FF2B5EF4-FFF2-40B4-BE49-F238E27FC236}">
                <a16:creationId xmlns:a16="http://schemas.microsoft.com/office/drawing/2014/main" id="{17B39089-A26A-B9DB-6A18-92B2CEF6FEBB}"/>
              </a:ext>
            </a:extLst>
          </p:cNvPr>
          <p:cNvSpPr txBox="1"/>
          <p:nvPr/>
        </p:nvSpPr>
        <p:spPr>
          <a:xfrm>
            <a:off x="4143022" y="4059997"/>
            <a:ext cx="570089" cy="230832"/>
          </a:xfrm>
          <a:prstGeom prst="rect">
            <a:avLst/>
          </a:prstGeom>
          <a:noFill/>
        </p:spPr>
        <p:txBody>
          <a:bodyPr wrap="square" rtlCol="0">
            <a:spAutoFit/>
          </a:bodyPr>
          <a:lstStyle/>
          <a:p>
            <a:pPr algn="ctr"/>
            <a:r>
              <a:rPr lang="en-US" sz="900" dirty="0"/>
              <a:t>12489</a:t>
            </a:r>
          </a:p>
        </p:txBody>
      </p:sp>
      <p:sp>
        <p:nvSpPr>
          <p:cNvPr id="18" name="TextBox 17">
            <a:extLst>
              <a:ext uri="{FF2B5EF4-FFF2-40B4-BE49-F238E27FC236}">
                <a16:creationId xmlns:a16="http://schemas.microsoft.com/office/drawing/2014/main" id="{257C831F-E87C-8B48-8385-C4085973E0B1}"/>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9E1FEEC5-1DA6-EFAE-4851-A9E5E744A680}"/>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2526281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331D4-71F0-B0F1-D0D2-3242380D511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8552BE1-FEBE-AED2-EC73-924CA2558F49}"/>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EA1E3DE0-7DCD-0B31-B874-8DFF9340C09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D99E209-D4DD-D899-E91F-4B9817D0980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92AD324-7B7D-4B83-F020-EA39176EBED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9C30C62-9097-0C7D-9485-4C4E9A9E3D8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5C3047C-D113-6F60-B222-9CD9A97AE4D0}"/>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040C244C-447B-85AD-285A-E12A45A3B87F}"/>
              </a:ext>
            </a:extLst>
          </p:cNvPr>
          <p:cNvSpPr txBox="1"/>
          <p:nvPr/>
        </p:nvSpPr>
        <p:spPr>
          <a:xfrm>
            <a:off x="3640666" y="2905709"/>
            <a:ext cx="570089" cy="230832"/>
          </a:xfrm>
          <a:prstGeom prst="rect">
            <a:avLst/>
          </a:prstGeom>
          <a:noFill/>
        </p:spPr>
        <p:txBody>
          <a:bodyPr wrap="square" rtlCol="0">
            <a:spAutoFit/>
          </a:bodyPr>
          <a:lstStyle/>
          <a:p>
            <a:pPr algn="ctr"/>
            <a:r>
              <a:rPr lang="en-US" sz="900" dirty="0"/>
              <a:t>5789</a:t>
            </a:r>
          </a:p>
        </p:txBody>
      </p:sp>
      <p:sp>
        <p:nvSpPr>
          <p:cNvPr id="9" name="TextBox 8">
            <a:extLst>
              <a:ext uri="{FF2B5EF4-FFF2-40B4-BE49-F238E27FC236}">
                <a16:creationId xmlns:a16="http://schemas.microsoft.com/office/drawing/2014/main" id="{F79F5D00-2D54-FE07-5C9B-FF65C7B98B7D}"/>
              </a:ext>
            </a:extLst>
          </p:cNvPr>
          <p:cNvSpPr txBox="1"/>
          <p:nvPr/>
        </p:nvSpPr>
        <p:spPr>
          <a:xfrm>
            <a:off x="4143022" y="2905709"/>
            <a:ext cx="570089" cy="230832"/>
          </a:xfrm>
          <a:prstGeom prst="rect">
            <a:avLst/>
          </a:prstGeom>
          <a:noFill/>
        </p:spPr>
        <p:txBody>
          <a:bodyPr wrap="square" rtlCol="0">
            <a:spAutoFit/>
          </a:bodyPr>
          <a:lstStyle/>
          <a:p>
            <a:pPr algn="ctr"/>
            <a:r>
              <a:rPr lang="en-US" sz="900" dirty="0"/>
              <a:t>45789</a:t>
            </a:r>
          </a:p>
        </p:txBody>
      </p:sp>
      <p:sp>
        <p:nvSpPr>
          <p:cNvPr id="10" name="TextBox 9">
            <a:extLst>
              <a:ext uri="{FF2B5EF4-FFF2-40B4-BE49-F238E27FC236}">
                <a16:creationId xmlns:a16="http://schemas.microsoft.com/office/drawing/2014/main" id="{6ED2F541-91B3-DDE7-0E0E-D94F6138712F}"/>
              </a:ext>
            </a:extLst>
          </p:cNvPr>
          <p:cNvSpPr txBox="1"/>
          <p:nvPr/>
        </p:nvSpPr>
        <p:spPr>
          <a:xfrm>
            <a:off x="3138310" y="2905709"/>
            <a:ext cx="570089" cy="230832"/>
          </a:xfrm>
          <a:prstGeom prst="rect">
            <a:avLst/>
          </a:prstGeom>
          <a:noFill/>
        </p:spPr>
        <p:txBody>
          <a:bodyPr wrap="square" rtlCol="0">
            <a:spAutoFit/>
          </a:bodyPr>
          <a:lstStyle/>
          <a:p>
            <a:pPr algn="ctr"/>
            <a:r>
              <a:rPr lang="en-US" sz="900" dirty="0"/>
              <a:t>4579</a:t>
            </a:r>
          </a:p>
        </p:txBody>
      </p:sp>
      <p:sp>
        <p:nvSpPr>
          <p:cNvPr id="11" name="TextBox 10">
            <a:extLst>
              <a:ext uri="{FF2B5EF4-FFF2-40B4-BE49-F238E27FC236}">
                <a16:creationId xmlns:a16="http://schemas.microsoft.com/office/drawing/2014/main" id="{11767424-FC9C-010E-DB65-96A5E7375FB5}"/>
              </a:ext>
            </a:extLst>
          </p:cNvPr>
          <p:cNvSpPr txBox="1"/>
          <p:nvPr/>
        </p:nvSpPr>
        <p:spPr>
          <a:xfrm>
            <a:off x="3640666" y="3406653"/>
            <a:ext cx="570089" cy="230832"/>
          </a:xfrm>
          <a:prstGeom prst="rect">
            <a:avLst/>
          </a:prstGeom>
          <a:noFill/>
        </p:spPr>
        <p:txBody>
          <a:bodyPr wrap="square" rtlCol="0">
            <a:spAutoFit/>
          </a:bodyPr>
          <a:lstStyle/>
          <a:p>
            <a:pPr algn="ctr"/>
            <a:r>
              <a:rPr lang="en-US" sz="900" dirty="0"/>
              <a:t>5789</a:t>
            </a:r>
          </a:p>
        </p:txBody>
      </p:sp>
      <p:sp>
        <p:nvSpPr>
          <p:cNvPr id="12" name="TextBox 11">
            <a:extLst>
              <a:ext uri="{FF2B5EF4-FFF2-40B4-BE49-F238E27FC236}">
                <a16:creationId xmlns:a16="http://schemas.microsoft.com/office/drawing/2014/main" id="{52ACE604-709D-1CD9-6B0D-C5A5BE01AE01}"/>
              </a:ext>
            </a:extLst>
          </p:cNvPr>
          <p:cNvSpPr txBox="1"/>
          <p:nvPr/>
        </p:nvSpPr>
        <p:spPr>
          <a:xfrm>
            <a:off x="4143022" y="3406653"/>
            <a:ext cx="570089" cy="230832"/>
          </a:xfrm>
          <a:prstGeom prst="rect">
            <a:avLst/>
          </a:prstGeom>
          <a:noFill/>
        </p:spPr>
        <p:txBody>
          <a:bodyPr wrap="square" rtlCol="0">
            <a:spAutoFit/>
          </a:bodyPr>
          <a:lstStyle/>
          <a:p>
            <a:pPr algn="ctr"/>
            <a:r>
              <a:rPr lang="en-US" sz="900" dirty="0"/>
              <a:t>45789</a:t>
            </a:r>
          </a:p>
        </p:txBody>
      </p:sp>
      <p:sp>
        <p:nvSpPr>
          <p:cNvPr id="13" name="TextBox 12">
            <a:extLst>
              <a:ext uri="{FF2B5EF4-FFF2-40B4-BE49-F238E27FC236}">
                <a16:creationId xmlns:a16="http://schemas.microsoft.com/office/drawing/2014/main" id="{C667408E-3619-DA70-CD96-FE88DB9D1CF1}"/>
              </a:ext>
            </a:extLst>
          </p:cNvPr>
          <p:cNvSpPr txBox="1"/>
          <p:nvPr/>
        </p:nvSpPr>
        <p:spPr>
          <a:xfrm>
            <a:off x="3640666" y="2404765"/>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C101B58C-4CA8-EDF2-6261-C668CFA5AAE7}"/>
              </a:ext>
            </a:extLst>
          </p:cNvPr>
          <p:cNvSpPr txBox="1"/>
          <p:nvPr/>
        </p:nvSpPr>
        <p:spPr>
          <a:xfrm>
            <a:off x="4143022" y="2404765"/>
            <a:ext cx="570089" cy="230832"/>
          </a:xfrm>
          <a:prstGeom prst="rect">
            <a:avLst/>
          </a:prstGeom>
          <a:noFill/>
        </p:spPr>
        <p:txBody>
          <a:bodyPr wrap="square" rtlCol="0">
            <a:spAutoFit/>
          </a:bodyPr>
          <a:lstStyle/>
          <a:p>
            <a:pPr algn="ctr"/>
            <a:r>
              <a:rPr lang="en-US" sz="900" dirty="0"/>
              <a:t>61</a:t>
            </a:r>
          </a:p>
        </p:txBody>
      </p:sp>
      <p:sp>
        <p:nvSpPr>
          <p:cNvPr id="16" name="TextBox 15">
            <a:extLst>
              <a:ext uri="{FF2B5EF4-FFF2-40B4-BE49-F238E27FC236}">
                <a16:creationId xmlns:a16="http://schemas.microsoft.com/office/drawing/2014/main" id="{431C58AC-C3B5-A79C-2C52-BE0DB9748A89}"/>
              </a:ext>
            </a:extLst>
          </p:cNvPr>
          <p:cNvSpPr txBox="1"/>
          <p:nvPr/>
        </p:nvSpPr>
        <p:spPr>
          <a:xfrm>
            <a:off x="3138310" y="901933"/>
            <a:ext cx="570089" cy="230832"/>
          </a:xfrm>
          <a:prstGeom prst="rect">
            <a:avLst/>
          </a:prstGeom>
          <a:noFill/>
        </p:spPr>
        <p:txBody>
          <a:bodyPr wrap="square" rtlCol="0">
            <a:spAutoFit/>
          </a:bodyPr>
          <a:lstStyle/>
          <a:p>
            <a:pPr algn="ctr"/>
            <a:r>
              <a:rPr lang="en-US" sz="900" dirty="0"/>
              <a:t>19</a:t>
            </a:r>
          </a:p>
        </p:txBody>
      </p:sp>
      <p:sp>
        <p:nvSpPr>
          <p:cNvPr id="17" name="TextBox 16">
            <a:extLst>
              <a:ext uri="{FF2B5EF4-FFF2-40B4-BE49-F238E27FC236}">
                <a16:creationId xmlns:a16="http://schemas.microsoft.com/office/drawing/2014/main" id="{CA07D4A9-92CF-33C0-032E-0FBAF3A4A281}"/>
              </a:ext>
            </a:extLst>
          </p:cNvPr>
          <p:cNvSpPr txBox="1"/>
          <p:nvPr/>
        </p:nvSpPr>
        <p:spPr>
          <a:xfrm>
            <a:off x="5147734" y="4909484"/>
            <a:ext cx="570089" cy="230832"/>
          </a:xfrm>
          <a:prstGeom prst="rect">
            <a:avLst/>
          </a:prstGeom>
          <a:noFill/>
        </p:spPr>
        <p:txBody>
          <a:bodyPr wrap="square" rtlCol="0">
            <a:spAutoFit/>
          </a:bodyPr>
          <a:lstStyle/>
          <a:p>
            <a:pPr algn="ctr"/>
            <a:r>
              <a:rPr lang="en-US" sz="900" dirty="0"/>
              <a:t>149</a:t>
            </a:r>
          </a:p>
        </p:txBody>
      </p:sp>
      <p:sp>
        <p:nvSpPr>
          <p:cNvPr id="20" name="TextBox 19">
            <a:extLst>
              <a:ext uri="{FF2B5EF4-FFF2-40B4-BE49-F238E27FC236}">
                <a16:creationId xmlns:a16="http://schemas.microsoft.com/office/drawing/2014/main" id="{ACB710A5-281A-B959-6751-69804B960960}"/>
              </a:ext>
            </a:extLst>
          </p:cNvPr>
          <p:cNvSpPr txBox="1"/>
          <p:nvPr/>
        </p:nvSpPr>
        <p:spPr>
          <a:xfrm>
            <a:off x="6654802" y="1764121"/>
            <a:ext cx="570089" cy="230832"/>
          </a:xfrm>
          <a:prstGeom prst="rect">
            <a:avLst/>
          </a:prstGeom>
          <a:noFill/>
        </p:spPr>
        <p:txBody>
          <a:bodyPr wrap="square" rtlCol="0">
            <a:spAutoFit/>
          </a:bodyPr>
          <a:lstStyle/>
          <a:p>
            <a:pPr algn="ctr"/>
            <a:r>
              <a:rPr lang="en-US" sz="900" dirty="0"/>
              <a:t>149</a:t>
            </a:r>
          </a:p>
        </p:txBody>
      </p:sp>
      <p:sp>
        <p:nvSpPr>
          <p:cNvPr id="21" name="TextBox 20">
            <a:extLst>
              <a:ext uri="{FF2B5EF4-FFF2-40B4-BE49-F238E27FC236}">
                <a16:creationId xmlns:a16="http://schemas.microsoft.com/office/drawing/2014/main" id="{EF7706F3-AFB6-E9DE-EE5C-65D20582BD29}"/>
              </a:ext>
            </a:extLst>
          </p:cNvPr>
          <p:cNvSpPr txBox="1"/>
          <p:nvPr/>
        </p:nvSpPr>
        <p:spPr>
          <a:xfrm>
            <a:off x="7157158" y="1764121"/>
            <a:ext cx="570089" cy="230832"/>
          </a:xfrm>
          <a:prstGeom prst="rect">
            <a:avLst/>
          </a:prstGeom>
          <a:noFill/>
        </p:spPr>
        <p:txBody>
          <a:bodyPr wrap="square" rtlCol="0">
            <a:spAutoFit/>
          </a:bodyPr>
          <a:lstStyle/>
          <a:p>
            <a:pPr algn="ctr"/>
            <a:r>
              <a:rPr lang="en-US" sz="900" dirty="0"/>
              <a:t>19</a:t>
            </a:r>
          </a:p>
        </p:txBody>
      </p:sp>
      <p:sp>
        <p:nvSpPr>
          <p:cNvPr id="22" name="TextBox 21">
            <a:extLst>
              <a:ext uri="{FF2B5EF4-FFF2-40B4-BE49-F238E27FC236}">
                <a16:creationId xmlns:a16="http://schemas.microsoft.com/office/drawing/2014/main" id="{A09B5126-EAFA-C298-4B4B-549E87BB4ADF}"/>
              </a:ext>
            </a:extLst>
          </p:cNvPr>
          <p:cNvSpPr txBox="1"/>
          <p:nvPr/>
        </p:nvSpPr>
        <p:spPr>
          <a:xfrm>
            <a:off x="6152446" y="2277765"/>
            <a:ext cx="570089" cy="230832"/>
          </a:xfrm>
          <a:prstGeom prst="rect">
            <a:avLst/>
          </a:prstGeom>
          <a:noFill/>
        </p:spPr>
        <p:txBody>
          <a:bodyPr wrap="square" rtlCol="0">
            <a:spAutoFit/>
          </a:bodyPr>
          <a:lstStyle/>
          <a:p>
            <a:pPr algn="ctr"/>
            <a:r>
              <a:rPr lang="en-US" sz="900" dirty="0"/>
              <a:t>89</a:t>
            </a:r>
          </a:p>
        </p:txBody>
      </p:sp>
      <p:sp>
        <p:nvSpPr>
          <p:cNvPr id="23" name="TextBox 22">
            <a:extLst>
              <a:ext uri="{FF2B5EF4-FFF2-40B4-BE49-F238E27FC236}">
                <a16:creationId xmlns:a16="http://schemas.microsoft.com/office/drawing/2014/main" id="{30E89B9E-B2D9-B30B-562E-61B078F2A26A}"/>
              </a:ext>
            </a:extLst>
          </p:cNvPr>
          <p:cNvSpPr txBox="1"/>
          <p:nvPr/>
        </p:nvSpPr>
        <p:spPr>
          <a:xfrm>
            <a:off x="6654802" y="3045409"/>
            <a:ext cx="570089" cy="230832"/>
          </a:xfrm>
          <a:prstGeom prst="rect">
            <a:avLst/>
          </a:prstGeom>
          <a:noFill/>
        </p:spPr>
        <p:txBody>
          <a:bodyPr wrap="square" rtlCol="0">
            <a:spAutoFit/>
          </a:bodyPr>
          <a:lstStyle/>
          <a:p>
            <a:pPr algn="ctr"/>
            <a:r>
              <a:rPr lang="en-US" sz="900" dirty="0"/>
              <a:t>21</a:t>
            </a:r>
          </a:p>
        </p:txBody>
      </p:sp>
      <p:sp>
        <p:nvSpPr>
          <p:cNvPr id="24" name="TextBox 23">
            <a:extLst>
              <a:ext uri="{FF2B5EF4-FFF2-40B4-BE49-F238E27FC236}">
                <a16:creationId xmlns:a16="http://schemas.microsoft.com/office/drawing/2014/main" id="{2996E5C2-AAF5-6F26-F08D-174B536FE7CC}"/>
              </a:ext>
            </a:extLst>
          </p:cNvPr>
          <p:cNvSpPr txBox="1"/>
          <p:nvPr/>
        </p:nvSpPr>
        <p:spPr>
          <a:xfrm>
            <a:off x="3640666" y="4059997"/>
            <a:ext cx="570089" cy="230832"/>
          </a:xfrm>
          <a:prstGeom prst="rect">
            <a:avLst/>
          </a:prstGeom>
          <a:noFill/>
        </p:spPr>
        <p:txBody>
          <a:bodyPr wrap="square" rtlCol="0">
            <a:spAutoFit/>
          </a:bodyPr>
          <a:lstStyle/>
          <a:p>
            <a:pPr algn="ctr"/>
            <a:r>
              <a:rPr lang="en-US" sz="900" dirty="0"/>
              <a:t>1289</a:t>
            </a:r>
          </a:p>
        </p:txBody>
      </p:sp>
      <p:sp>
        <p:nvSpPr>
          <p:cNvPr id="25" name="TextBox 24">
            <a:extLst>
              <a:ext uri="{FF2B5EF4-FFF2-40B4-BE49-F238E27FC236}">
                <a16:creationId xmlns:a16="http://schemas.microsoft.com/office/drawing/2014/main" id="{0470F975-CE76-1BF5-9471-F297DC9D1A52}"/>
              </a:ext>
            </a:extLst>
          </p:cNvPr>
          <p:cNvSpPr txBox="1"/>
          <p:nvPr/>
        </p:nvSpPr>
        <p:spPr>
          <a:xfrm>
            <a:off x="4143022" y="4059997"/>
            <a:ext cx="570089" cy="230832"/>
          </a:xfrm>
          <a:prstGeom prst="rect">
            <a:avLst/>
          </a:prstGeom>
          <a:noFill/>
        </p:spPr>
        <p:txBody>
          <a:bodyPr wrap="square" rtlCol="0">
            <a:spAutoFit/>
          </a:bodyPr>
          <a:lstStyle/>
          <a:p>
            <a:pPr algn="ctr"/>
            <a:r>
              <a:rPr lang="en-US" sz="900" dirty="0"/>
              <a:t>12489</a:t>
            </a:r>
          </a:p>
        </p:txBody>
      </p:sp>
      <p:sp>
        <p:nvSpPr>
          <p:cNvPr id="18" name="TextBox 17">
            <a:extLst>
              <a:ext uri="{FF2B5EF4-FFF2-40B4-BE49-F238E27FC236}">
                <a16:creationId xmlns:a16="http://schemas.microsoft.com/office/drawing/2014/main" id="{EE6C2324-7E97-17BB-9682-9DE09C336742}"/>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CE363B9F-F86D-0D36-CE73-934719C92411}"/>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29262091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01E34-F6EA-8BB8-0E7F-6D99CE0EFB5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D27D434-F89C-EE09-EC0F-77DCA76E87F8}"/>
              </a:ext>
            </a:extLst>
          </p:cNvPr>
          <p:cNvSpPr>
            <a:spLocks noGrp="1"/>
          </p:cNvSpPr>
          <p:nvPr>
            <p:ph sz="half" idx="1"/>
          </p:nvPr>
        </p:nvSpPr>
        <p:spPr/>
        <p:txBody>
          <a:bodyPr>
            <a:normAutofit fontScale="92500" lnSpcReduction="20000"/>
          </a:bodyPr>
          <a:lstStyle/>
          <a:p>
            <a:r>
              <a:rPr lang="en-US" dirty="0"/>
              <a:t>There are nine red lines, four that share a common row, column, or block, and five that don’t. Per the instructions, each red line must represent a different square (since there are only nine of them). And since there are only four possibilities for the first type of line (of which there are four), each must be used once. The 28 combination can’t be repeated.</a:t>
            </a:r>
          </a:p>
        </p:txBody>
      </p:sp>
      <p:pic>
        <p:nvPicPr>
          <p:cNvPr id="4" name="Picture 3" descr="A grid of sudoku puzzle&#10;&#10;Description automatically generated">
            <a:extLst>
              <a:ext uri="{FF2B5EF4-FFF2-40B4-BE49-F238E27FC236}">
                <a16:creationId xmlns:a16="http://schemas.microsoft.com/office/drawing/2014/main" id="{579C2571-B127-12F8-B2A5-EB575BCE54E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2C3B6C7-C0A1-F93E-6D8E-9BFD379E9C4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1694360-CA19-9A25-C80C-BD2760AB1BA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4F53DBA-2787-0481-29E6-6AC0DF154486}"/>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A66FD3B-C9D8-3C15-6B8F-3FC13A1BCBF3}"/>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ED92C6B0-FF5F-B64F-46E2-65FCAB5A4B75}"/>
              </a:ext>
            </a:extLst>
          </p:cNvPr>
          <p:cNvSpPr txBox="1"/>
          <p:nvPr/>
        </p:nvSpPr>
        <p:spPr>
          <a:xfrm>
            <a:off x="3640666" y="2905709"/>
            <a:ext cx="570089" cy="230832"/>
          </a:xfrm>
          <a:prstGeom prst="rect">
            <a:avLst/>
          </a:prstGeom>
          <a:noFill/>
        </p:spPr>
        <p:txBody>
          <a:bodyPr wrap="square" rtlCol="0">
            <a:spAutoFit/>
          </a:bodyPr>
          <a:lstStyle/>
          <a:p>
            <a:pPr algn="ctr"/>
            <a:r>
              <a:rPr lang="en-US" sz="900" dirty="0"/>
              <a:t>5789</a:t>
            </a:r>
          </a:p>
        </p:txBody>
      </p:sp>
      <p:sp>
        <p:nvSpPr>
          <p:cNvPr id="9" name="TextBox 8">
            <a:extLst>
              <a:ext uri="{FF2B5EF4-FFF2-40B4-BE49-F238E27FC236}">
                <a16:creationId xmlns:a16="http://schemas.microsoft.com/office/drawing/2014/main" id="{536466EC-3B5F-6504-4817-0639CE8A1C17}"/>
              </a:ext>
            </a:extLst>
          </p:cNvPr>
          <p:cNvSpPr txBox="1"/>
          <p:nvPr/>
        </p:nvSpPr>
        <p:spPr>
          <a:xfrm>
            <a:off x="4143022" y="2905709"/>
            <a:ext cx="570089" cy="230832"/>
          </a:xfrm>
          <a:prstGeom prst="rect">
            <a:avLst/>
          </a:prstGeom>
          <a:noFill/>
        </p:spPr>
        <p:txBody>
          <a:bodyPr wrap="square" rtlCol="0">
            <a:spAutoFit/>
          </a:bodyPr>
          <a:lstStyle/>
          <a:p>
            <a:pPr algn="ctr"/>
            <a:r>
              <a:rPr lang="en-US" sz="900" dirty="0"/>
              <a:t>45789</a:t>
            </a:r>
          </a:p>
        </p:txBody>
      </p:sp>
      <p:sp>
        <p:nvSpPr>
          <p:cNvPr id="10" name="TextBox 9">
            <a:extLst>
              <a:ext uri="{FF2B5EF4-FFF2-40B4-BE49-F238E27FC236}">
                <a16:creationId xmlns:a16="http://schemas.microsoft.com/office/drawing/2014/main" id="{C57F35AA-235D-1088-6395-B958B06E0950}"/>
              </a:ext>
            </a:extLst>
          </p:cNvPr>
          <p:cNvSpPr txBox="1"/>
          <p:nvPr/>
        </p:nvSpPr>
        <p:spPr>
          <a:xfrm>
            <a:off x="3138310" y="2905709"/>
            <a:ext cx="570089" cy="230832"/>
          </a:xfrm>
          <a:prstGeom prst="rect">
            <a:avLst/>
          </a:prstGeom>
          <a:noFill/>
        </p:spPr>
        <p:txBody>
          <a:bodyPr wrap="square" rtlCol="0">
            <a:spAutoFit/>
          </a:bodyPr>
          <a:lstStyle/>
          <a:p>
            <a:pPr algn="ctr"/>
            <a:r>
              <a:rPr lang="en-US" sz="900" dirty="0"/>
              <a:t>4579</a:t>
            </a:r>
          </a:p>
        </p:txBody>
      </p:sp>
      <p:sp>
        <p:nvSpPr>
          <p:cNvPr id="11" name="TextBox 10">
            <a:extLst>
              <a:ext uri="{FF2B5EF4-FFF2-40B4-BE49-F238E27FC236}">
                <a16:creationId xmlns:a16="http://schemas.microsoft.com/office/drawing/2014/main" id="{0E7B2B05-5893-BBFE-4E54-CBEC11306706}"/>
              </a:ext>
            </a:extLst>
          </p:cNvPr>
          <p:cNvSpPr txBox="1"/>
          <p:nvPr/>
        </p:nvSpPr>
        <p:spPr>
          <a:xfrm>
            <a:off x="3640666" y="3406653"/>
            <a:ext cx="570089" cy="230832"/>
          </a:xfrm>
          <a:prstGeom prst="rect">
            <a:avLst/>
          </a:prstGeom>
          <a:noFill/>
        </p:spPr>
        <p:txBody>
          <a:bodyPr wrap="square" rtlCol="0">
            <a:spAutoFit/>
          </a:bodyPr>
          <a:lstStyle/>
          <a:p>
            <a:pPr algn="ctr"/>
            <a:r>
              <a:rPr lang="en-US" sz="900" dirty="0"/>
              <a:t>5789</a:t>
            </a:r>
          </a:p>
        </p:txBody>
      </p:sp>
      <p:sp>
        <p:nvSpPr>
          <p:cNvPr id="12" name="TextBox 11">
            <a:extLst>
              <a:ext uri="{FF2B5EF4-FFF2-40B4-BE49-F238E27FC236}">
                <a16:creationId xmlns:a16="http://schemas.microsoft.com/office/drawing/2014/main" id="{4D586D27-BD4E-8276-4871-1DAB0E1046AC}"/>
              </a:ext>
            </a:extLst>
          </p:cNvPr>
          <p:cNvSpPr txBox="1"/>
          <p:nvPr/>
        </p:nvSpPr>
        <p:spPr>
          <a:xfrm>
            <a:off x="4143022" y="3406653"/>
            <a:ext cx="570089" cy="230832"/>
          </a:xfrm>
          <a:prstGeom prst="rect">
            <a:avLst/>
          </a:prstGeom>
          <a:noFill/>
        </p:spPr>
        <p:txBody>
          <a:bodyPr wrap="square" rtlCol="0">
            <a:spAutoFit/>
          </a:bodyPr>
          <a:lstStyle/>
          <a:p>
            <a:pPr algn="ctr"/>
            <a:r>
              <a:rPr lang="en-US" sz="900" dirty="0"/>
              <a:t>45789</a:t>
            </a:r>
          </a:p>
        </p:txBody>
      </p:sp>
      <p:sp>
        <p:nvSpPr>
          <p:cNvPr id="13" name="TextBox 12">
            <a:extLst>
              <a:ext uri="{FF2B5EF4-FFF2-40B4-BE49-F238E27FC236}">
                <a16:creationId xmlns:a16="http://schemas.microsoft.com/office/drawing/2014/main" id="{4EC7B667-5630-CFBA-9645-1A61427C5D3F}"/>
              </a:ext>
            </a:extLst>
          </p:cNvPr>
          <p:cNvSpPr txBox="1"/>
          <p:nvPr/>
        </p:nvSpPr>
        <p:spPr>
          <a:xfrm>
            <a:off x="3640666" y="2404765"/>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BA44240E-29C3-E008-7114-9EB776BFC541}"/>
              </a:ext>
            </a:extLst>
          </p:cNvPr>
          <p:cNvSpPr txBox="1"/>
          <p:nvPr/>
        </p:nvSpPr>
        <p:spPr>
          <a:xfrm>
            <a:off x="4143022" y="2404765"/>
            <a:ext cx="570089" cy="230832"/>
          </a:xfrm>
          <a:prstGeom prst="rect">
            <a:avLst/>
          </a:prstGeom>
          <a:noFill/>
        </p:spPr>
        <p:txBody>
          <a:bodyPr wrap="square" rtlCol="0">
            <a:spAutoFit/>
          </a:bodyPr>
          <a:lstStyle/>
          <a:p>
            <a:pPr algn="ctr"/>
            <a:r>
              <a:rPr lang="en-US" sz="900" dirty="0"/>
              <a:t>61</a:t>
            </a:r>
          </a:p>
        </p:txBody>
      </p:sp>
      <p:sp>
        <p:nvSpPr>
          <p:cNvPr id="16" name="TextBox 15">
            <a:extLst>
              <a:ext uri="{FF2B5EF4-FFF2-40B4-BE49-F238E27FC236}">
                <a16:creationId xmlns:a16="http://schemas.microsoft.com/office/drawing/2014/main" id="{2081DCB6-C768-6FF6-232B-041DBDD67651}"/>
              </a:ext>
            </a:extLst>
          </p:cNvPr>
          <p:cNvSpPr txBox="1"/>
          <p:nvPr/>
        </p:nvSpPr>
        <p:spPr>
          <a:xfrm>
            <a:off x="3138310" y="901933"/>
            <a:ext cx="570089" cy="230832"/>
          </a:xfrm>
          <a:prstGeom prst="rect">
            <a:avLst/>
          </a:prstGeom>
          <a:noFill/>
        </p:spPr>
        <p:txBody>
          <a:bodyPr wrap="square" rtlCol="0">
            <a:spAutoFit/>
          </a:bodyPr>
          <a:lstStyle/>
          <a:p>
            <a:pPr algn="ctr"/>
            <a:r>
              <a:rPr lang="en-US" sz="900" dirty="0"/>
              <a:t>19</a:t>
            </a:r>
          </a:p>
        </p:txBody>
      </p:sp>
      <p:sp>
        <p:nvSpPr>
          <p:cNvPr id="17" name="TextBox 16">
            <a:extLst>
              <a:ext uri="{FF2B5EF4-FFF2-40B4-BE49-F238E27FC236}">
                <a16:creationId xmlns:a16="http://schemas.microsoft.com/office/drawing/2014/main" id="{78D559E8-D208-2C74-C0CD-F9A2CD8BC02B}"/>
              </a:ext>
            </a:extLst>
          </p:cNvPr>
          <p:cNvSpPr txBox="1"/>
          <p:nvPr/>
        </p:nvSpPr>
        <p:spPr>
          <a:xfrm>
            <a:off x="5147734" y="4909484"/>
            <a:ext cx="570089" cy="230832"/>
          </a:xfrm>
          <a:prstGeom prst="rect">
            <a:avLst/>
          </a:prstGeom>
          <a:noFill/>
        </p:spPr>
        <p:txBody>
          <a:bodyPr wrap="square" rtlCol="0">
            <a:spAutoFit/>
          </a:bodyPr>
          <a:lstStyle/>
          <a:p>
            <a:pPr algn="ctr"/>
            <a:r>
              <a:rPr lang="en-US" sz="900" dirty="0"/>
              <a:t>149</a:t>
            </a:r>
          </a:p>
        </p:txBody>
      </p:sp>
      <p:sp>
        <p:nvSpPr>
          <p:cNvPr id="20" name="TextBox 19">
            <a:extLst>
              <a:ext uri="{FF2B5EF4-FFF2-40B4-BE49-F238E27FC236}">
                <a16:creationId xmlns:a16="http://schemas.microsoft.com/office/drawing/2014/main" id="{FBD1E089-8E33-2087-7749-3879B203CF86}"/>
              </a:ext>
            </a:extLst>
          </p:cNvPr>
          <p:cNvSpPr txBox="1"/>
          <p:nvPr/>
        </p:nvSpPr>
        <p:spPr>
          <a:xfrm>
            <a:off x="6654802" y="1764121"/>
            <a:ext cx="570089" cy="230832"/>
          </a:xfrm>
          <a:prstGeom prst="rect">
            <a:avLst/>
          </a:prstGeom>
          <a:noFill/>
        </p:spPr>
        <p:txBody>
          <a:bodyPr wrap="square" rtlCol="0">
            <a:spAutoFit/>
          </a:bodyPr>
          <a:lstStyle/>
          <a:p>
            <a:pPr algn="ctr"/>
            <a:r>
              <a:rPr lang="en-US" sz="900" dirty="0"/>
              <a:t>149</a:t>
            </a:r>
          </a:p>
        </p:txBody>
      </p:sp>
      <p:sp>
        <p:nvSpPr>
          <p:cNvPr id="21" name="TextBox 20">
            <a:extLst>
              <a:ext uri="{FF2B5EF4-FFF2-40B4-BE49-F238E27FC236}">
                <a16:creationId xmlns:a16="http://schemas.microsoft.com/office/drawing/2014/main" id="{066AC28A-753C-6863-5AC3-39C3E39C1672}"/>
              </a:ext>
            </a:extLst>
          </p:cNvPr>
          <p:cNvSpPr txBox="1"/>
          <p:nvPr/>
        </p:nvSpPr>
        <p:spPr>
          <a:xfrm>
            <a:off x="7157158" y="1764121"/>
            <a:ext cx="570089" cy="230832"/>
          </a:xfrm>
          <a:prstGeom prst="rect">
            <a:avLst/>
          </a:prstGeom>
          <a:noFill/>
        </p:spPr>
        <p:txBody>
          <a:bodyPr wrap="square" rtlCol="0">
            <a:spAutoFit/>
          </a:bodyPr>
          <a:lstStyle/>
          <a:p>
            <a:pPr algn="ctr"/>
            <a:r>
              <a:rPr lang="en-US" sz="900" dirty="0"/>
              <a:t>19</a:t>
            </a:r>
          </a:p>
        </p:txBody>
      </p:sp>
      <p:sp>
        <p:nvSpPr>
          <p:cNvPr id="24" name="TextBox 23">
            <a:extLst>
              <a:ext uri="{FF2B5EF4-FFF2-40B4-BE49-F238E27FC236}">
                <a16:creationId xmlns:a16="http://schemas.microsoft.com/office/drawing/2014/main" id="{3DFB5E12-7B65-F6F1-54B8-077D61227874}"/>
              </a:ext>
            </a:extLst>
          </p:cNvPr>
          <p:cNvSpPr txBox="1"/>
          <p:nvPr/>
        </p:nvSpPr>
        <p:spPr>
          <a:xfrm>
            <a:off x="3640666" y="4059997"/>
            <a:ext cx="570089" cy="230832"/>
          </a:xfrm>
          <a:prstGeom prst="rect">
            <a:avLst/>
          </a:prstGeom>
          <a:noFill/>
        </p:spPr>
        <p:txBody>
          <a:bodyPr wrap="square" rtlCol="0">
            <a:spAutoFit/>
          </a:bodyPr>
          <a:lstStyle/>
          <a:p>
            <a:pPr algn="ctr"/>
            <a:r>
              <a:rPr lang="en-US" sz="900" dirty="0"/>
              <a:t>19</a:t>
            </a:r>
          </a:p>
        </p:txBody>
      </p:sp>
      <p:sp>
        <p:nvSpPr>
          <p:cNvPr id="25" name="TextBox 24">
            <a:extLst>
              <a:ext uri="{FF2B5EF4-FFF2-40B4-BE49-F238E27FC236}">
                <a16:creationId xmlns:a16="http://schemas.microsoft.com/office/drawing/2014/main" id="{DC25FF93-21C0-645B-E03C-7A23C59B9E1A}"/>
              </a:ext>
            </a:extLst>
          </p:cNvPr>
          <p:cNvSpPr txBox="1"/>
          <p:nvPr/>
        </p:nvSpPr>
        <p:spPr>
          <a:xfrm>
            <a:off x="4143022" y="4059997"/>
            <a:ext cx="570089" cy="230832"/>
          </a:xfrm>
          <a:prstGeom prst="rect">
            <a:avLst/>
          </a:prstGeom>
          <a:noFill/>
        </p:spPr>
        <p:txBody>
          <a:bodyPr wrap="square" rtlCol="0">
            <a:spAutoFit/>
          </a:bodyPr>
          <a:lstStyle/>
          <a:p>
            <a:pPr algn="ctr"/>
            <a:r>
              <a:rPr lang="en-US" sz="900" dirty="0"/>
              <a:t>149</a:t>
            </a:r>
          </a:p>
        </p:txBody>
      </p:sp>
      <p:sp>
        <p:nvSpPr>
          <p:cNvPr id="18" name="TextBox 17">
            <a:extLst>
              <a:ext uri="{FF2B5EF4-FFF2-40B4-BE49-F238E27FC236}">
                <a16:creationId xmlns:a16="http://schemas.microsoft.com/office/drawing/2014/main" id="{D0E5E338-1461-0979-06C2-7F1ED2A226DE}"/>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A2A774CD-0FEC-3061-2A62-378468261DAB}"/>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EA69B65B-9473-72E2-8C7E-6355C954AAD1}"/>
              </a:ext>
            </a:extLst>
          </p:cNvPr>
          <p:cNvSpPr txBox="1"/>
          <p:nvPr/>
        </p:nvSpPr>
        <p:spPr>
          <a:xfrm>
            <a:off x="6214537" y="2231221"/>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B89F6541-169A-C94F-827B-7C3CA0025A35}"/>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22131940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DFBC1-CBCC-1D7A-2687-9A5857FE541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9C80302-1527-CF14-0F9F-8C704F98CAEF}"/>
              </a:ext>
            </a:extLst>
          </p:cNvPr>
          <p:cNvSpPr>
            <a:spLocks noGrp="1"/>
          </p:cNvSpPr>
          <p:nvPr>
            <p:ph sz="half" idx="1"/>
          </p:nvPr>
        </p:nvSpPr>
        <p:spPr/>
        <p:txBody>
          <a:bodyPr>
            <a:normAutofit/>
          </a:bodyPr>
          <a:lstStyle/>
          <a:p>
            <a:r>
              <a:rPr lang="en-US" dirty="0"/>
              <a:t>The remaining two lines of this type must be 14 and 49.</a:t>
            </a:r>
          </a:p>
        </p:txBody>
      </p:sp>
      <p:pic>
        <p:nvPicPr>
          <p:cNvPr id="4" name="Picture 3" descr="A grid of sudoku puzzle&#10;&#10;Description automatically generated">
            <a:extLst>
              <a:ext uri="{FF2B5EF4-FFF2-40B4-BE49-F238E27FC236}">
                <a16:creationId xmlns:a16="http://schemas.microsoft.com/office/drawing/2014/main" id="{C5FE568A-E23A-8BE6-8BAD-76BAB3C3CA9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ACDD8E5-7497-FBA8-8292-55B9F274C2B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A690AA6-FEC9-2EC9-167A-BEA5FAC73B0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F91D47D-FCAD-9198-44C2-B953E814151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47B4218-91A4-D288-3BAB-FE4B0933FB1C}"/>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B2A975E5-47B6-A35B-E4C3-58A0FB360654}"/>
              </a:ext>
            </a:extLst>
          </p:cNvPr>
          <p:cNvSpPr txBox="1"/>
          <p:nvPr/>
        </p:nvSpPr>
        <p:spPr>
          <a:xfrm>
            <a:off x="3640666" y="2905709"/>
            <a:ext cx="570089" cy="230832"/>
          </a:xfrm>
          <a:prstGeom prst="rect">
            <a:avLst/>
          </a:prstGeom>
          <a:noFill/>
        </p:spPr>
        <p:txBody>
          <a:bodyPr wrap="square" rtlCol="0">
            <a:spAutoFit/>
          </a:bodyPr>
          <a:lstStyle/>
          <a:p>
            <a:pPr algn="ctr"/>
            <a:r>
              <a:rPr lang="en-US" sz="900" dirty="0"/>
              <a:t>5789</a:t>
            </a:r>
          </a:p>
        </p:txBody>
      </p:sp>
      <p:sp>
        <p:nvSpPr>
          <p:cNvPr id="9" name="TextBox 8">
            <a:extLst>
              <a:ext uri="{FF2B5EF4-FFF2-40B4-BE49-F238E27FC236}">
                <a16:creationId xmlns:a16="http://schemas.microsoft.com/office/drawing/2014/main" id="{A7B6D953-E9B7-2A99-2923-16C052D1CB8C}"/>
              </a:ext>
            </a:extLst>
          </p:cNvPr>
          <p:cNvSpPr txBox="1"/>
          <p:nvPr/>
        </p:nvSpPr>
        <p:spPr>
          <a:xfrm>
            <a:off x="4143022" y="2905709"/>
            <a:ext cx="570089" cy="230832"/>
          </a:xfrm>
          <a:prstGeom prst="rect">
            <a:avLst/>
          </a:prstGeom>
          <a:noFill/>
        </p:spPr>
        <p:txBody>
          <a:bodyPr wrap="square" rtlCol="0">
            <a:spAutoFit/>
          </a:bodyPr>
          <a:lstStyle/>
          <a:p>
            <a:pPr algn="ctr"/>
            <a:r>
              <a:rPr lang="en-US" sz="900" dirty="0"/>
              <a:t>45789</a:t>
            </a:r>
          </a:p>
        </p:txBody>
      </p:sp>
      <p:sp>
        <p:nvSpPr>
          <p:cNvPr id="10" name="TextBox 9">
            <a:extLst>
              <a:ext uri="{FF2B5EF4-FFF2-40B4-BE49-F238E27FC236}">
                <a16:creationId xmlns:a16="http://schemas.microsoft.com/office/drawing/2014/main" id="{0CBC9B3A-1DA6-4716-D3B5-8F55FB834CCF}"/>
              </a:ext>
            </a:extLst>
          </p:cNvPr>
          <p:cNvSpPr txBox="1"/>
          <p:nvPr/>
        </p:nvSpPr>
        <p:spPr>
          <a:xfrm>
            <a:off x="3138310" y="2905709"/>
            <a:ext cx="570089" cy="230832"/>
          </a:xfrm>
          <a:prstGeom prst="rect">
            <a:avLst/>
          </a:prstGeom>
          <a:noFill/>
        </p:spPr>
        <p:txBody>
          <a:bodyPr wrap="square" rtlCol="0">
            <a:spAutoFit/>
          </a:bodyPr>
          <a:lstStyle/>
          <a:p>
            <a:pPr algn="ctr"/>
            <a:r>
              <a:rPr lang="en-US" sz="900" dirty="0"/>
              <a:t>4579</a:t>
            </a:r>
          </a:p>
        </p:txBody>
      </p:sp>
      <p:sp>
        <p:nvSpPr>
          <p:cNvPr id="11" name="TextBox 10">
            <a:extLst>
              <a:ext uri="{FF2B5EF4-FFF2-40B4-BE49-F238E27FC236}">
                <a16:creationId xmlns:a16="http://schemas.microsoft.com/office/drawing/2014/main" id="{D9009E76-1F47-DBF2-02D3-28DD06AE0FC7}"/>
              </a:ext>
            </a:extLst>
          </p:cNvPr>
          <p:cNvSpPr txBox="1"/>
          <p:nvPr/>
        </p:nvSpPr>
        <p:spPr>
          <a:xfrm>
            <a:off x="3640666" y="3406653"/>
            <a:ext cx="570089" cy="230832"/>
          </a:xfrm>
          <a:prstGeom prst="rect">
            <a:avLst/>
          </a:prstGeom>
          <a:noFill/>
        </p:spPr>
        <p:txBody>
          <a:bodyPr wrap="square" rtlCol="0">
            <a:spAutoFit/>
          </a:bodyPr>
          <a:lstStyle/>
          <a:p>
            <a:pPr algn="ctr"/>
            <a:r>
              <a:rPr lang="en-US" sz="900" dirty="0"/>
              <a:t>5789</a:t>
            </a:r>
          </a:p>
        </p:txBody>
      </p:sp>
      <p:sp>
        <p:nvSpPr>
          <p:cNvPr id="12" name="TextBox 11">
            <a:extLst>
              <a:ext uri="{FF2B5EF4-FFF2-40B4-BE49-F238E27FC236}">
                <a16:creationId xmlns:a16="http://schemas.microsoft.com/office/drawing/2014/main" id="{FEF19410-CD89-E554-F96C-98001945CC19}"/>
              </a:ext>
            </a:extLst>
          </p:cNvPr>
          <p:cNvSpPr txBox="1"/>
          <p:nvPr/>
        </p:nvSpPr>
        <p:spPr>
          <a:xfrm>
            <a:off x="4143022" y="3406653"/>
            <a:ext cx="570089" cy="230832"/>
          </a:xfrm>
          <a:prstGeom prst="rect">
            <a:avLst/>
          </a:prstGeom>
          <a:noFill/>
        </p:spPr>
        <p:txBody>
          <a:bodyPr wrap="square" rtlCol="0">
            <a:spAutoFit/>
          </a:bodyPr>
          <a:lstStyle/>
          <a:p>
            <a:pPr algn="ctr"/>
            <a:r>
              <a:rPr lang="en-US" sz="900" dirty="0"/>
              <a:t>45789</a:t>
            </a:r>
          </a:p>
        </p:txBody>
      </p:sp>
      <p:sp>
        <p:nvSpPr>
          <p:cNvPr id="13" name="TextBox 12">
            <a:extLst>
              <a:ext uri="{FF2B5EF4-FFF2-40B4-BE49-F238E27FC236}">
                <a16:creationId xmlns:a16="http://schemas.microsoft.com/office/drawing/2014/main" id="{1F78AF3C-E6D2-CC27-A5C2-D9FA9BCF0FD8}"/>
              </a:ext>
            </a:extLst>
          </p:cNvPr>
          <p:cNvSpPr txBox="1"/>
          <p:nvPr/>
        </p:nvSpPr>
        <p:spPr>
          <a:xfrm>
            <a:off x="3640666" y="2404765"/>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D18B9B85-2D95-4DDC-79ED-4208ED3C48B4}"/>
              </a:ext>
            </a:extLst>
          </p:cNvPr>
          <p:cNvSpPr txBox="1"/>
          <p:nvPr/>
        </p:nvSpPr>
        <p:spPr>
          <a:xfrm>
            <a:off x="4143022" y="2404765"/>
            <a:ext cx="570089" cy="230832"/>
          </a:xfrm>
          <a:prstGeom prst="rect">
            <a:avLst/>
          </a:prstGeom>
          <a:noFill/>
        </p:spPr>
        <p:txBody>
          <a:bodyPr wrap="square" rtlCol="0">
            <a:spAutoFit/>
          </a:bodyPr>
          <a:lstStyle/>
          <a:p>
            <a:pPr algn="ctr"/>
            <a:r>
              <a:rPr lang="en-US" sz="900" dirty="0"/>
              <a:t>61</a:t>
            </a:r>
          </a:p>
        </p:txBody>
      </p:sp>
      <p:sp>
        <p:nvSpPr>
          <p:cNvPr id="16" name="TextBox 15">
            <a:extLst>
              <a:ext uri="{FF2B5EF4-FFF2-40B4-BE49-F238E27FC236}">
                <a16:creationId xmlns:a16="http://schemas.microsoft.com/office/drawing/2014/main" id="{4D22A76C-532A-39F4-F87F-34234B796F98}"/>
              </a:ext>
            </a:extLst>
          </p:cNvPr>
          <p:cNvSpPr txBox="1"/>
          <p:nvPr/>
        </p:nvSpPr>
        <p:spPr>
          <a:xfrm>
            <a:off x="3138310" y="901933"/>
            <a:ext cx="570089" cy="230832"/>
          </a:xfrm>
          <a:prstGeom prst="rect">
            <a:avLst/>
          </a:prstGeom>
          <a:noFill/>
        </p:spPr>
        <p:txBody>
          <a:bodyPr wrap="square" rtlCol="0">
            <a:spAutoFit/>
          </a:bodyPr>
          <a:lstStyle/>
          <a:p>
            <a:pPr algn="ctr"/>
            <a:r>
              <a:rPr lang="en-US" sz="900" dirty="0"/>
              <a:t>19</a:t>
            </a:r>
          </a:p>
        </p:txBody>
      </p:sp>
      <p:sp>
        <p:nvSpPr>
          <p:cNvPr id="17" name="TextBox 16">
            <a:extLst>
              <a:ext uri="{FF2B5EF4-FFF2-40B4-BE49-F238E27FC236}">
                <a16:creationId xmlns:a16="http://schemas.microsoft.com/office/drawing/2014/main" id="{18ACD6E0-62A1-63F8-50A3-DDB0CF526F9B}"/>
              </a:ext>
            </a:extLst>
          </p:cNvPr>
          <p:cNvSpPr txBox="1"/>
          <p:nvPr/>
        </p:nvSpPr>
        <p:spPr>
          <a:xfrm>
            <a:off x="5147734" y="4909484"/>
            <a:ext cx="570089" cy="230832"/>
          </a:xfrm>
          <a:prstGeom prst="rect">
            <a:avLst/>
          </a:prstGeom>
          <a:noFill/>
        </p:spPr>
        <p:txBody>
          <a:bodyPr wrap="square" rtlCol="0">
            <a:spAutoFit/>
          </a:bodyPr>
          <a:lstStyle/>
          <a:p>
            <a:pPr algn="ctr"/>
            <a:r>
              <a:rPr lang="en-US" sz="900" dirty="0"/>
              <a:t>149</a:t>
            </a:r>
          </a:p>
        </p:txBody>
      </p:sp>
      <p:sp>
        <p:nvSpPr>
          <p:cNvPr id="21" name="TextBox 20">
            <a:extLst>
              <a:ext uri="{FF2B5EF4-FFF2-40B4-BE49-F238E27FC236}">
                <a16:creationId xmlns:a16="http://schemas.microsoft.com/office/drawing/2014/main" id="{C8E4FDF1-8CF5-28D1-12FE-3C1B30D8DAB6}"/>
              </a:ext>
            </a:extLst>
          </p:cNvPr>
          <p:cNvSpPr txBox="1"/>
          <p:nvPr/>
        </p:nvSpPr>
        <p:spPr>
          <a:xfrm>
            <a:off x="7157158" y="1764121"/>
            <a:ext cx="570089" cy="230832"/>
          </a:xfrm>
          <a:prstGeom prst="rect">
            <a:avLst/>
          </a:prstGeom>
          <a:noFill/>
        </p:spPr>
        <p:txBody>
          <a:bodyPr wrap="square" rtlCol="0">
            <a:spAutoFit/>
          </a:bodyPr>
          <a:lstStyle/>
          <a:p>
            <a:pPr algn="ctr"/>
            <a:r>
              <a:rPr lang="en-US" sz="900" dirty="0"/>
              <a:t>19</a:t>
            </a:r>
          </a:p>
        </p:txBody>
      </p:sp>
      <p:sp>
        <p:nvSpPr>
          <p:cNvPr id="24" name="TextBox 23">
            <a:extLst>
              <a:ext uri="{FF2B5EF4-FFF2-40B4-BE49-F238E27FC236}">
                <a16:creationId xmlns:a16="http://schemas.microsoft.com/office/drawing/2014/main" id="{F330EBE9-9C7C-5958-C500-42422D44E042}"/>
              </a:ext>
            </a:extLst>
          </p:cNvPr>
          <p:cNvSpPr txBox="1"/>
          <p:nvPr/>
        </p:nvSpPr>
        <p:spPr>
          <a:xfrm>
            <a:off x="3640666" y="4059997"/>
            <a:ext cx="570089" cy="230832"/>
          </a:xfrm>
          <a:prstGeom prst="rect">
            <a:avLst/>
          </a:prstGeom>
          <a:noFill/>
        </p:spPr>
        <p:txBody>
          <a:bodyPr wrap="square" rtlCol="0">
            <a:spAutoFit/>
          </a:bodyPr>
          <a:lstStyle/>
          <a:p>
            <a:pPr algn="ctr"/>
            <a:r>
              <a:rPr lang="en-US" sz="900" dirty="0"/>
              <a:t>19</a:t>
            </a:r>
          </a:p>
        </p:txBody>
      </p:sp>
      <p:sp>
        <p:nvSpPr>
          <p:cNvPr id="18" name="TextBox 17">
            <a:extLst>
              <a:ext uri="{FF2B5EF4-FFF2-40B4-BE49-F238E27FC236}">
                <a16:creationId xmlns:a16="http://schemas.microsoft.com/office/drawing/2014/main" id="{B8D619BC-7A8B-9059-079F-5146D61565C9}"/>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9C33D560-4C09-814C-905F-EC00F96BAD20}"/>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0201DDB5-617D-A099-B3B1-D4604166F842}"/>
              </a:ext>
            </a:extLst>
          </p:cNvPr>
          <p:cNvSpPr txBox="1"/>
          <p:nvPr/>
        </p:nvSpPr>
        <p:spPr>
          <a:xfrm>
            <a:off x="6214537" y="2231221"/>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9718BDE3-AD6D-4E71-5CB9-0CBC3C7D9F73}"/>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06060241-33F7-E69E-F6E0-CA69BB293C5B}"/>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DC00B538-D66D-80C3-3530-55D5DF06B2BA}"/>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12777224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39FD6-D70C-D207-FF4D-5C5EF8E9798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E8CEBBC-9808-A8C3-F3FE-DAD49D0E02A7}"/>
              </a:ext>
            </a:extLst>
          </p:cNvPr>
          <p:cNvSpPr>
            <a:spLocks noGrp="1"/>
          </p:cNvSpPr>
          <p:nvPr>
            <p:ph sz="half" idx="1"/>
          </p:nvPr>
        </p:nvSpPr>
        <p:spPr/>
        <p:txBody>
          <a:bodyPr>
            <a:normAutofit/>
          </a:bodyPr>
          <a:lstStyle/>
          <a:p>
            <a:r>
              <a:rPr lang="en-US" dirty="0"/>
              <a:t>Reduce, noting last possible 4 in left center block.</a:t>
            </a:r>
          </a:p>
        </p:txBody>
      </p:sp>
      <p:pic>
        <p:nvPicPr>
          <p:cNvPr id="4" name="Picture 3" descr="A grid of sudoku puzzle&#10;&#10;Description automatically generated">
            <a:extLst>
              <a:ext uri="{FF2B5EF4-FFF2-40B4-BE49-F238E27FC236}">
                <a16:creationId xmlns:a16="http://schemas.microsoft.com/office/drawing/2014/main" id="{71C5E025-E5DE-938D-F395-24374697173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CCFC0AE-0E02-B896-1CDC-0EE4E58E2B1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387E005-4A22-2F77-EE7E-2D4C87B35DD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B5DBE98-456E-B20B-3437-C70FED8681AB}"/>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EAFA98F4-879C-16CE-4E4D-498C4426541E}"/>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83344F59-8D43-CFD0-8672-F9678FC58627}"/>
              </a:ext>
            </a:extLst>
          </p:cNvPr>
          <p:cNvSpPr txBox="1"/>
          <p:nvPr/>
        </p:nvSpPr>
        <p:spPr>
          <a:xfrm>
            <a:off x="3640666" y="2905709"/>
            <a:ext cx="570089" cy="230832"/>
          </a:xfrm>
          <a:prstGeom prst="rect">
            <a:avLst/>
          </a:prstGeom>
          <a:noFill/>
        </p:spPr>
        <p:txBody>
          <a:bodyPr wrap="square" rtlCol="0">
            <a:spAutoFit/>
          </a:bodyPr>
          <a:lstStyle/>
          <a:p>
            <a:pPr algn="ctr"/>
            <a:r>
              <a:rPr lang="en-US" sz="900" dirty="0"/>
              <a:t>5789</a:t>
            </a:r>
          </a:p>
        </p:txBody>
      </p:sp>
      <p:sp>
        <p:nvSpPr>
          <p:cNvPr id="9" name="TextBox 8">
            <a:extLst>
              <a:ext uri="{FF2B5EF4-FFF2-40B4-BE49-F238E27FC236}">
                <a16:creationId xmlns:a16="http://schemas.microsoft.com/office/drawing/2014/main" id="{4E35A2E5-BFA0-87C7-CD6C-C113CB6627FF}"/>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5789</a:t>
            </a:r>
          </a:p>
        </p:txBody>
      </p:sp>
      <p:sp>
        <p:nvSpPr>
          <p:cNvPr id="11" name="TextBox 10">
            <a:extLst>
              <a:ext uri="{FF2B5EF4-FFF2-40B4-BE49-F238E27FC236}">
                <a16:creationId xmlns:a16="http://schemas.microsoft.com/office/drawing/2014/main" id="{A7687146-7633-D124-EC5C-B08B8D647BD6}"/>
              </a:ext>
            </a:extLst>
          </p:cNvPr>
          <p:cNvSpPr txBox="1"/>
          <p:nvPr/>
        </p:nvSpPr>
        <p:spPr>
          <a:xfrm>
            <a:off x="3640666" y="3406653"/>
            <a:ext cx="570089" cy="230832"/>
          </a:xfrm>
          <a:prstGeom prst="rect">
            <a:avLst/>
          </a:prstGeom>
          <a:noFill/>
        </p:spPr>
        <p:txBody>
          <a:bodyPr wrap="square" rtlCol="0">
            <a:spAutoFit/>
          </a:bodyPr>
          <a:lstStyle/>
          <a:p>
            <a:pPr algn="ctr"/>
            <a:r>
              <a:rPr lang="en-US" sz="900" dirty="0"/>
              <a:t>5789</a:t>
            </a:r>
          </a:p>
        </p:txBody>
      </p:sp>
      <p:sp>
        <p:nvSpPr>
          <p:cNvPr id="12" name="TextBox 11">
            <a:extLst>
              <a:ext uri="{FF2B5EF4-FFF2-40B4-BE49-F238E27FC236}">
                <a16:creationId xmlns:a16="http://schemas.microsoft.com/office/drawing/2014/main" id="{2072A070-AAFE-5BB4-1F9C-3ECB0E15E534}"/>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5789</a:t>
            </a:r>
          </a:p>
        </p:txBody>
      </p:sp>
      <p:sp>
        <p:nvSpPr>
          <p:cNvPr id="13" name="TextBox 12">
            <a:extLst>
              <a:ext uri="{FF2B5EF4-FFF2-40B4-BE49-F238E27FC236}">
                <a16:creationId xmlns:a16="http://schemas.microsoft.com/office/drawing/2014/main" id="{8E109E12-32A5-EEF9-415B-41A65E7D5390}"/>
              </a:ext>
            </a:extLst>
          </p:cNvPr>
          <p:cNvSpPr txBox="1"/>
          <p:nvPr/>
        </p:nvSpPr>
        <p:spPr>
          <a:xfrm>
            <a:off x="3640666" y="2404765"/>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8372B4B3-C676-0BAB-6BEA-2BD92DFBCC7D}"/>
              </a:ext>
            </a:extLst>
          </p:cNvPr>
          <p:cNvSpPr txBox="1"/>
          <p:nvPr/>
        </p:nvSpPr>
        <p:spPr>
          <a:xfrm>
            <a:off x="4143022" y="2404765"/>
            <a:ext cx="570089" cy="230832"/>
          </a:xfrm>
          <a:prstGeom prst="rect">
            <a:avLst/>
          </a:prstGeom>
          <a:noFill/>
        </p:spPr>
        <p:txBody>
          <a:bodyPr wrap="square" rtlCol="0">
            <a:spAutoFit/>
          </a:bodyPr>
          <a:lstStyle/>
          <a:p>
            <a:pPr algn="ctr"/>
            <a:r>
              <a:rPr lang="en-US" sz="900" dirty="0"/>
              <a:t>61</a:t>
            </a:r>
          </a:p>
        </p:txBody>
      </p:sp>
      <p:sp>
        <p:nvSpPr>
          <p:cNvPr id="16" name="TextBox 15">
            <a:extLst>
              <a:ext uri="{FF2B5EF4-FFF2-40B4-BE49-F238E27FC236}">
                <a16:creationId xmlns:a16="http://schemas.microsoft.com/office/drawing/2014/main" id="{FE90EFC7-2D5F-6DA1-6E24-DFF1859BD001}"/>
              </a:ext>
            </a:extLst>
          </p:cNvPr>
          <p:cNvSpPr txBox="1"/>
          <p:nvPr/>
        </p:nvSpPr>
        <p:spPr>
          <a:xfrm>
            <a:off x="3138310" y="901933"/>
            <a:ext cx="570089" cy="230832"/>
          </a:xfrm>
          <a:prstGeom prst="rect">
            <a:avLst/>
          </a:prstGeom>
          <a:noFill/>
        </p:spPr>
        <p:txBody>
          <a:bodyPr wrap="square" rtlCol="0">
            <a:spAutoFit/>
          </a:bodyPr>
          <a:lstStyle/>
          <a:p>
            <a:pPr algn="ctr"/>
            <a:r>
              <a:rPr lang="en-US" sz="900" dirty="0"/>
              <a:t>19</a:t>
            </a:r>
          </a:p>
        </p:txBody>
      </p:sp>
      <p:sp>
        <p:nvSpPr>
          <p:cNvPr id="17" name="TextBox 16">
            <a:extLst>
              <a:ext uri="{FF2B5EF4-FFF2-40B4-BE49-F238E27FC236}">
                <a16:creationId xmlns:a16="http://schemas.microsoft.com/office/drawing/2014/main" id="{90657F54-9751-06DE-228E-3619C13F7AE0}"/>
              </a:ext>
            </a:extLst>
          </p:cNvPr>
          <p:cNvSpPr txBox="1"/>
          <p:nvPr/>
        </p:nvSpPr>
        <p:spPr>
          <a:xfrm>
            <a:off x="5147734" y="4909484"/>
            <a:ext cx="570089" cy="230832"/>
          </a:xfrm>
          <a:prstGeom prst="rect">
            <a:avLst/>
          </a:prstGeom>
          <a:noFill/>
        </p:spPr>
        <p:txBody>
          <a:bodyPr wrap="square" rtlCol="0">
            <a:spAutoFit/>
          </a:bodyPr>
          <a:lstStyle/>
          <a:p>
            <a:pPr algn="ctr"/>
            <a:r>
              <a:rPr lang="en-US" sz="900" dirty="0"/>
              <a:t>149</a:t>
            </a:r>
          </a:p>
        </p:txBody>
      </p:sp>
      <p:sp>
        <p:nvSpPr>
          <p:cNvPr id="21" name="TextBox 20">
            <a:extLst>
              <a:ext uri="{FF2B5EF4-FFF2-40B4-BE49-F238E27FC236}">
                <a16:creationId xmlns:a16="http://schemas.microsoft.com/office/drawing/2014/main" id="{67FFE1A2-E6B9-A0DC-84DB-2208A8EBC528}"/>
              </a:ext>
            </a:extLst>
          </p:cNvPr>
          <p:cNvSpPr txBox="1"/>
          <p:nvPr/>
        </p:nvSpPr>
        <p:spPr>
          <a:xfrm>
            <a:off x="7157158" y="1764121"/>
            <a:ext cx="570089" cy="230832"/>
          </a:xfrm>
          <a:prstGeom prst="rect">
            <a:avLst/>
          </a:prstGeom>
          <a:noFill/>
        </p:spPr>
        <p:txBody>
          <a:bodyPr wrap="square" rtlCol="0">
            <a:spAutoFit/>
          </a:bodyPr>
          <a:lstStyle/>
          <a:p>
            <a:pPr algn="ctr"/>
            <a:r>
              <a:rPr lang="en-US" sz="900" dirty="0"/>
              <a:t>19</a:t>
            </a:r>
          </a:p>
        </p:txBody>
      </p:sp>
      <p:sp>
        <p:nvSpPr>
          <p:cNvPr id="24" name="TextBox 23">
            <a:extLst>
              <a:ext uri="{FF2B5EF4-FFF2-40B4-BE49-F238E27FC236}">
                <a16:creationId xmlns:a16="http://schemas.microsoft.com/office/drawing/2014/main" id="{2D5DDFF2-15E1-C5C4-007B-995DA239D768}"/>
              </a:ext>
            </a:extLst>
          </p:cNvPr>
          <p:cNvSpPr txBox="1"/>
          <p:nvPr/>
        </p:nvSpPr>
        <p:spPr>
          <a:xfrm>
            <a:off x="3640666" y="4059997"/>
            <a:ext cx="570089" cy="230832"/>
          </a:xfrm>
          <a:prstGeom prst="rect">
            <a:avLst/>
          </a:prstGeom>
          <a:noFill/>
        </p:spPr>
        <p:txBody>
          <a:bodyPr wrap="square" rtlCol="0">
            <a:spAutoFit/>
          </a:bodyPr>
          <a:lstStyle/>
          <a:p>
            <a:pPr algn="ctr"/>
            <a:r>
              <a:rPr lang="en-US" sz="900" dirty="0"/>
              <a:t>19</a:t>
            </a:r>
          </a:p>
        </p:txBody>
      </p:sp>
      <p:sp>
        <p:nvSpPr>
          <p:cNvPr id="18" name="TextBox 17">
            <a:extLst>
              <a:ext uri="{FF2B5EF4-FFF2-40B4-BE49-F238E27FC236}">
                <a16:creationId xmlns:a16="http://schemas.microsoft.com/office/drawing/2014/main" id="{EDFCD36D-A2CC-3F90-DDC4-1ED9F66020C5}"/>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9DA13AE4-4BB5-97FC-620B-90DD4AB3AD06}"/>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71068611-ECE1-E07C-B49B-4D9AB4DBDBB5}"/>
              </a:ext>
            </a:extLst>
          </p:cNvPr>
          <p:cNvSpPr txBox="1"/>
          <p:nvPr/>
        </p:nvSpPr>
        <p:spPr>
          <a:xfrm>
            <a:off x="6214537" y="2231221"/>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038AC0FF-7225-560C-F904-C676F0BA985C}"/>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6AE17219-6E13-7006-C514-EDC40997276F}"/>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AAB57BE1-0354-27E5-7A1C-1FF9411956DA}"/>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A711C6D2-6247-E107-53A8-90501FE8ED8A}"/>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32872155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98D72-496A-7244-7262-B665F69D179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D88FC1B-9FA8-FB18-245E-F81674413094}"/>
              </a:ext>
            </a:extLst>
          </p:cNvPr>
          <p:cNvSpPr>
            <a:spLocks noGrp="1"/>
          </p:cNvSpPr>
          <p:nvPr>
            <p:ph sz="half" idx="1"/>
          </p:nvPr>
        </p:nvSpPr>
        <p:spPr/>
        <p:txBody>
          <a:bodyPr>
            <a:normAutofit/>
          </a:bodyPr>
          <a:lstStyle/>
          <a:p>
            <a:r>
              <a:rPr lang="en-US" dirty="0"/>
              <a:t>In Column 5, the only square number within 3 to 17 less than 45 (28 to 42) is 36.</a:t>
            </a:r>
          </a:p>
          <a:p>
            <a:r>
              <a:rPr lang="en-US" dirty="0"/>
              <a:t>45–36 = 9. Initialize [9 in 2] with the constraint that one of those cells is a square.</a:t>
            </a:r>
          </a:p>
        </p:txBody>
      </p:sp>
      <p:pic>
        <p:nvPicPr>
          <p:cNvPr id="4" name="Picture 3" descr="A grid of sudoku puzzle&#10;&#10;Description automatically generated">
            <a:extLst>
              <a:ext uri="{FF2B5EF4-FFF2-40B4-BE49-F238E27FC236}">
                <a16:creationId xmlns:a16="http://schemas.microsoft.com/office/drawing/2014/main" id="{A156ABE7-3C6E-55BB-3C4F-7A1BF9B1D9A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7867A5C-07F5-E948-EE9E-148A84D794F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3D8B4C5-F562-1EB6-3E78-CF1A7068A52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319135B-2C41-CDEB-DD0B-B7C380E2D37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61E223F-DAB2-65A0-627C-10635EA63B6B}"/>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736F27BE-23F6-6C32-A998-4D65FD74C3EF}"/>
              </a:ext>
            </a:extLst>
          </p:cNvPr>
          <p:cNvSpPr txBox="1"/>
          <p:nvPr/>
        </p:nvSpPr>
        <p:spPr>
          <a:xfrm>
            <a:off x="3640666" y="2905709"/>
            <a:ext cx="570089" cy="230832"/>
          </a:xfrm>
          <a:prstGeom prst="rect">
            <a:avLst/>
          </a:prstGeom>
          <a:noFill/>
        </p:spPr>
        <p:txBody>
          <a:bodyPr wrap="square" rtlCol="0">
            <a:spAutoFit/>
          </a:bodyPr>
          <a:lstStyle/>
          <a:p>
            <a:pPr algn="ctr"/>
            <a:r>
              <a:rPr lang="en-US" sz="900" dirty="0"/>
              <a:t>5789</a:t>
            </a:r>
          </a:p>
        </p:txBody>
      </p:sp>
      <p:sp>
        <p:nvSpPr>
          <p:cNvPr id="9" name="TextBox 8">
            <a:extLst>
              <a:ext uri="{FF2B5EF4-FFF2-40B4-BE49-F238E27FC236}">
                <a16:creationId xmlns:a16="http://schemas.microsoft.com/office/drawing/2014/main" id="{4DA29502-F79B-A373-5E22-4343431C72B9}"/>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5789</a:t>
            </a:r>
          </a:p>
        </p:txBody>
      </p:sp>
      <p:sp>
        <p:nvSpPr>
          <p:cNvPr id="11" name="TextBox 10">
            <a:extLst>
              <a:ext uri="{FF2B5EF4-FFF2-40B4-BE49-F238E27FC236}">
                <a16:creationId xmlns:a16="http://schemas.microsoft.com/office/drawing/2014/main" id="{2BF50D71-414A-6526-AA2E-81865D9173B9}"/>
              </a:ext>
            </a:extLst>
          </p:cNvPr>
          <p:cNvSpPr txBox="1"/>
          <p:nvPr/>
        </p:nvSpPr>
        <p:spPr>
          <a:xfrm>
            <a:off x="3640666" y="3406653"/>
            <a:ext cx="570089" cy="230832"/>
          </a:xfrm>
          <a:prstGeom prst="rect">
            <a:avLst/>
          </a:prstGeom>
          <a:noFill/>
        </p:spPr>
        <p:txBody>
          <a:bodyPr wrap="square" rtlCol="0">
            <a:spAutoFit/>
          </a:bodyPr>
          <a:lstStyle/>
          <a:p>
            <a:pPr algn="ctr"/>
            <a:r>
              <a:rPr lang="en-US" sz="900" dirty="0"/>
              <a:t>5789</a:t>
            </a:r>
          </a:p>
        </p:txBody>
      </p:sp>
      <p:sp>
        <p:nvSpPr>
          <p:cNvPr id="12" name="TextBox 11">
            <a:extLst>
              <a:ext uri="{FF2B5EF4-FFF2-40B4-BE49-F238E27FC236}">
                <a16:creationId xmlns:a16="http://schemas.microsoft.com/office/drawing/2014/main" id="{EAD8E97A-63DD-D6BF-40F8-5382732D8008}"/>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5789</a:t>
            </a:r>
          </a:p>
        </p:txBody>
      </p:sp>
      <p:sp>
        <p:nvSpPr>
          <p:cNvPr id="13" name="TextBox 12">
            <a:extLst>
              <a:ext uri="{FF2B5EF4-FFF2-40B4-BE49-F238E27FC236}">
                <a16:creationId xmlns:a16="http://schemas.microsoft.com/office/drawing/2014/main" id="{A49A26F4-2711-8D2C-B740-3EF5BA3F03DE}"/>
              </a:ext>
            </a:extLst>
          </p:cNvPr>
          <p:cNvSpPr txBox="1"/>
          <p:nvPr/>
        </p:nvSpPr>
        <p:spPr>
          <a:xfrm>
            <a:off x="3640666" y="2404765"/>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327B2307-6862-234B-3FAC-B0086E070BFA}"/>
              </a:ext>
            </a:extLst>
          </p:cNvPr>
          <p:cNvSpPr txBox="1"/>
          <p:nvPr/>
        </p:nvSpPr>
        <p:spPr>
          <a:xfrm>
            <a:off x="4143022" y="2404765"/>
            <a:ext cx="570089" cy="230832"/>
          </a:xfrm>
          <a:prstGeom prst="rect">
            <a:avLst/>
          </a:prstGeom>
          <a:noFill/>
        </p:spPr>
        <p:txBody>
          <a:bodyPr wrap="square" rtlCol="0">
            <a:spAutoFit/>
          </a:bodyPr>
          <a:lstStyle/>
          <a:p>
            <a:pPr algn="ctr"/>
            <a:r>
              <a:rPr lang="en-US" sz="900" dirty="0"/>
              <a:t>61</a:t>
            </a:r>
          </a:p>
        </p:txBody>
      </p:sp>
      <p:sp>
        <p:nvSpPr>
          <p:cNvPr id="16" name="TextBox 15">
            <a:extLst>
              <a:ext uri="{FF2B5EF4-FFF2-40B4-BE49-F238E27FC236}">
                <a16:creationId xmlns:a16="http://schemas.microsoft.com/office/drawing/2014/main" id="{E57A2887-2CAF-82B1-8E7C-C803054E7560}"/>
              </a:ext>
            </a:extLst>
          </p:cNvPr>
          <p:cNvSpPr txBox="1"/>
          <p:nvPr/>
        </p:nvSpPr>
        <p:spPr>
          <a:xfrm>
            <a:off x="3138310" y="901933"/>
            <a:ext cx="570089" cy="230832"/>
          </a:xfrm>
          <a:prstGeom prst="rect">
            <a:avLst/>
          </a:prstGeom>
          <a:noFill/>
        </p:spPr>
        <p:txBody>
          <a:bodyPr wrap="square" rtlCol="0">
            <a:spAutoFit/>
          </a:bodyPr>
          <a:lstStyle/>
          <a:p>
            <a:pPr algn="ctr"/>
            <a:r>
              <a:rPr lang="en-US" sz="900" dirty="0"/>
              <a:t>19</a:t>
            </a:r>
          </a:p>
        </p:txBody>
      </p:sp>
      <p:sp>
        <p:nvSpPr>
          <p:cNvPr id="17" name="TextBox 16">
            <a:extLst>
              <a:ext uri="{FF2B5EF4-FFF2-40B4-BE49-F238E27FC236}">
                <a16:creationId xmlns:a16="http://schemas.microsoft.com/office/drawing/2014/main" id="{C473AB80-583F-9696-FB7B-7530AC5AA626}"/>
              </a:ext>
            </a:extLst>
          </p:cNvPr>
          <p:cNvSpPr txBox="1"/>
          <p:nvPr/>
        </p:nvSpPr>
        <p:spPr>
          <a:xfrm>
            <a:off x="5147734" y="4909484"/>
            <a:ext cx="570089" cy="230832"/>
          </a:xfrm>
          <a:prstGeom prst="rect">
            <a:avLst/>
          </a:prstGeom>
          <a:noFill/>
        </p:spPr>
        <p:txBody>
          <a:bodyPr wrap="square" rtlCol="0">
            <a:spAutoFit/>
          </a:bodyPr>
          <a:lstStyle/>
          <a:p>
            <a:pPr algn="ctr"/>
            <a:r>
              <a:rPr lang="en-US" sz="900" dirty="0"/>
              <a:t>14</a:t>
            </a:r>
          </a:p>
        </p:txBody>
      </p:sp>
      <p:sp>
        <p:nvSpPr>
          <p:cNvPr id="21" name="TextBox 20">
            <a:extLst>
              <a:ext uri="{FF2B5EF4-FFF2-40B4-BE49-F238E27FC236}">
                <a16:creationId xmlns:a16="http://schemas.microsoft.com/office/drawing/2014/main" id="{9D11762D-E028-C887-F7F1-E506C9B6D0DE}"/>
              </a:ext>
            </a:extLst>
          </p:cNvPr>
          <p:cNvSpPr txBox="1"/>
          <p:nvPr/>
        </p:nvSpPr>
        <p:spPr>
          <a:xfrm>
            <a:off x="7157158" y="1764121"/>
            <a:ext cx="570089" cy="230832"/>
          </a:xfrm>
          <a:prstGeom prst="rect">
            <a:avLst/>
          </a:prstGeom>
          <a:noFill/>
        </p:spPr>
        <p:txBody>
          <a:bodyPr wrap="square" rtlCol="0">
            <a:spAutoFit/>
          </a:bodyPr>
          <a:lstStyle/>
          <a:p>
            <a:pPr algn="ctr"/>
            <a:r>
              <a:rPr lang="en-US" sz="900" dirty="0"/>
              <a:t>19</a:t>
            </a:r>
          </a:p>
        </p:txBody>
      </p:sp>
      <p:sp>
        <p:nvSpPr>
          <p:cNvPr id="24" name="TextBox 23">
            <a:extLst>
              <a:ext uri="{FF2B5EF4-FFF2-40B4-BE49-F238E27FC236}">
                <a16:creationId xmlns:a16="http://schemas.microsoft.com/office/drawing/2014/main" id="{DC7AA0A7-912F-3CA4-862E-72493C1BC71C}"/>
              </a:ext>
            </a:extLst>
          </p:cNvPr>
          <p:cNvSpPr txBox="1"/>
          <p:nvPr/>
        </p:nvSpPr>
        <p:spPr>
          <a:xfrm>
            <a:off x="3640666" y="4059997"/>
            <a:ext cx="570089" cy="230832"/>
          </a:xfrm>
          <a:prstGeom prst="rect">
            <a:avLst/>
          </a:prstGeom>
          <a:noFill/>
        </p:spPr>
        <p:txBody>
          <a:bodyPr wrap="square" rtlCol="0">
            <a:spAutoFit/>
          </a:bodyPr>
          <a:lstStyle/>
          <a:p>
            <a:pPr algn="ctr"/>
            <a:r>
              <a:rPr lang="en-US" sz="900" dirty="0"/>
              <a:t>19</a:t>
            </a:r>
          </a:p>
        </p:txBody>
      </p:sp>
      <p:sp>
        <p:nvSpPr>
          <p:cNvPr id="18" name="TextBox 17">
            <a:extLst>
              <a:ext uri="{FF2B5EF4-FFF2-40B4-BE49-F238E27FC236}">
                <a16:creationId xmlns:a16="http://schemas.microsoft.com/office/drawing/2014/main" id="{36AA8D6C-1220-7655-A1B1-930F74B014BF}"/>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8A264920-1802-885E-2B6E-22F9C665DAF2}"/>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998BB031-88DB-145C-50A0-D10BE7369E79}"/>
              </a:ext>
            </a:extLst>
          </p:cNvPr>
          <p:cNvSpPr txBox="1"/>
          <p:nvPr/>
        </p:nvSpPr>
        <p:spPr>
          <a:xfrm>
            <a:off x="6214537" y="2231221"/>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A7498BBB-942B-0E5D-E7B3-E50203D0B9BA}"/>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92481AFF-1FE0-5EA9-BF0B-25F03D524E29}"/>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079F68CC-F073-14CA-26A6-4EA1D60AFAF0}"/>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0CF0C977-12EE-1F7C-C2F4-634E081F637E}"/>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77872EEF-433E-A542-F725-754339C0ACF7}"/>
              </a:ext>
            </a:extLst>
          </p:cNvPr>
          <p:cNvSpPr txBox="1"/>
          <p:nvPr/>
        </p:nvSpPr>
        <p:spPr>
          <a:xfrm>
            <a:off x="5147734" y="4408541"/>
            <a:ext cx="570089" cy="230832"/>
          </a:xfrm>
          <a:prstGeom prst="rect">
            <a:avLst/>
          </a:prstGeom>
          <a:noFill/>
        </p:spPr>
        <p:txBody>
          <a:bodyPr wrap="square" rtlCol="0">
            <a:spAutoFit/>
          </a:bodyPr>
          <a:lstStyle/>
          <a:p>
            <a:pPr algn="ctr"/>
            <a:r>
              <a:rPr lang="en-US" sz="900" dirty="0"/>
              <a:t>85</a:t>
            </a:r>
          </a:p>
        </p:txBody>
      </p:sp>
    </p:spTree>
    <p:extLst>
      <p:ext uri="{BB962C8B-B14F-4D97-AF65-F5344CB8AC3E}">
        <p14:creationId xmlns:p14="http://schemas.microsoft.com/office/powerpoint/2010/main" val="39908184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78776-C511-8C50-12B8-5FFFB7255C4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4C27E10-2575-19EC-6078-7B69794ADE9F}"/>
              </a:ext>
            </a:extLst>
          </p:cNvPr>
          <p:cNvSpPr>
            <a:spLocks noGrp="1"/>
          </p:cNvSpPr>
          <p:nvPr>
            <p:ph sz="half" idx="1"/>
          </p:nvPr>
        </p:nvSpPr>
        <p:spPr/>
        <p:txBody>
          <a:bodyPr>
            <a:normAutofit/>
          </a:bodyPr>
          <a:lstStyle/>
          <a:p>
            <a:r>
              <a:rPr lang="en-US" dirty="0"/>
              <a:t>Complete Row 4.</a:t>
            </a:r>
          </a:p>
        </p:txBody>
      </p:sp>
      <p:pic>
        <p:nvPicPr>
          <p:cNvPr id="4" name="Picture 3" descr="A grid of sudoku puzzle&#10;&#10;Description automatically generated">
            <a:extLst>
              <a:ext uri="{FF2B5EF4-FFF2-40B4-BE49-F238E27FC236}">
                <a16:creationId xmlns:a16="http://schemas.microsoft.com/office/drawing/2014/main" id="{2108E7D1-D18C-8299-AE3D-75BDFB9CF21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81F9D92-F960-9376-6670-D39E73F22E7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AE1F51C-4F53-AE65-BD09-4F3AC8F24BC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54998DF-139C-900B-FE1E-26FBB671569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54D1002-4A40-7602-F0F7-DFA99D59FB93}"/>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0B04EA84-4D78-4148-61F8-81AD1F2A9803}"/>
              </a:ext>
            </a:extLst>
          </p:cNvPr>
          <p:cNvSpPr txBox="1"/>
          <p:nvPr/>
        </p:nvSpPr>
        <p:spPr>
          <a:xfrm>
            <a:off x="3640666" y="2905709"/>
            <a:ext cx="570089" cy="230832"/>
          </a:xfrm>
          <a:prstGeom prst="rect">
            <a:avLst/>
          </a:prstGeom>
          <a:noFill/>
        </p:spPr>
        <p:txBody>
          <a:bodyPr wrap="square" rtlCol="0">
            <a:spAutoFit/>
          </a:bodyPr>
          <a:lstStyle/>
          <a:p>
            <a:pPr algn="ctr"/>
            <a:r>
              <a:rPr lang="en-US" sz="900" dirty="0"/>
              <a:t>5789</a:t>
            </a:r>
          </a:p>
        </p:txBody>
      </p:sp>
      <p:sp>
        <p:nvSpPr>
          <p:cNvPr id="9" name="TextBox 8">
            <a:extLst>
              <a:ext uri="{FF2B5EF4-FFF2-40B4-BE49-F238E27FC236}">
                <a16:creationId xmlns:a16="http://schemas.microsoft.com/office/drawing/2014/main" id="{5E305CEE-7B21-CE92-6BA6-72F9C9B7AEC6}"/>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5789</a:t>
            </a:r>
          </a:p>
        </p:txBody>
      </p:sp>
      <p:sp>
        <p:nvSpPr>
          <p:cNvPr id="11" name="TextBox 10">
            <a:extLst>
              <a:ext uri="{FF2B5EF4-FFF2-40B4-BE49-F238E27FC236}">
                <a16:creationId xmlns:a16="http://schemas.microsoft.com/office/drawing/2014/main" id="{02DD4521-6B2D-39E4-E80D-D504D447B629}"/>
              </a:ext>
            </a:extLst>
          </p:cNvPr>
          <p:cNvSpPr txBox="1"/>
          <p:nvPr/>
        </p:nvSpPr>
        <p:spPr>
          <a:xfrm>
            <a:off x="3640666" y="3406653"/>
            <a:ext cx="570089" cy="230832"/>
          </a:xfrm>
          <a:prstGeom prst="rect">
            <a:avLst/>
          </a:prstGeom>
          <a:noFill/>
        </p:spPr>
        <p:txBody>
          <a:bodyPr wrap="square" rtlCol="0">
            <a:spAutoFit/>
          </a:bodyPr>
          <a:lstStyle/>
          <a:p>
            <a:pPr algn="ctr"/>
            <a:r>
              <a:rPr lang="en-US" sz="900" dirty="0"/>
              <a:t>5789</a:t>
            </a:r>
          </a:p>
        </p:txBody>
      </p:sp>
      <p:sp>
        <p:nvSpPr>
          <p:cNvPr id="12" name="TextBox 11">
            <a:extLst>
              <a:ext uri="{FF2B5EF4-FFF2-40B4-BE49-F238E27FC236}">
                <a16:creationId xmlns:a16="http://schemas.microsoft.com/office/drawing/2014/main" id="{E1A66F8A-20A6-E04B-7AB7-DEBECFD59301}"/>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5789</a:t>
            </a:r>
          </a:p>
        </p:txBody>
      </p:sp>
      <p:sp>
        <p:nvSpPr>
          <p:cNvPr id="13" name="TextBox 12">
            <a:extLst>
              <a:ext uri="{FF2B5EF4-FFF2-40B4-BE49-F238E27FC236}">
                <a16:creationId xmlns:a16="http://schemas.microsoft.com/office/drawing/2014/main" id="{B5DED8EE-9F10-6C86-4C33-AB0E625A726C}"/>
              </a:ext>
            </a:extLst>
          </p:cNvPr>
          <p:cNvSpPr txBox="1"/>
          <p:nvPr/>
        </p:nvSpPr>
        <p:spPr>
          <a:xfrm>
            <a:off x="3640666" y="2404765"/>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F8D7957A-940A-B366-30AC-12754F67AB46}"/>
              </a:ext>
            </a:extLst>
          </p:cNvPr>
          <p:cNvSpPr txBox="1"/>
          <p:nvPr/>
        </p:nvSpPr>
        <p:spPr>
          <a:xfrm>
            <a:off x="4143022" y="2404765"/>
            <a:ext cx="570089" cy="230832"/>
          </a:xfrm>
          <a:prstGeom prst="rect">
            <a:avLst/>
          </a:prstGeom>
          <a:noFill/>
        </p:spPr>
        <p:txBody>
          <a:bodyPr wrap="square" rtlCol="0">
            <a:spAutoFit/>
          </a:bodyPr>
          <a:lstStyle/>
          <a:p>
            <a:pPr algn="ctr"/>
            <a:r>
              <a:rPr lang="en-US" sz="900" dirty="0"/>
              <a:t>61</a:t>
            </a:r>
          </a:p>
        </p:txBody>
      </p:sp>
      <p:sp>
        <p:nvSpPr>
          <p:cNvPr id="16" name="TextBox 15">
            <a:extLst>
              <a:ext uri="{FF2B5EF4-FFF2-40B4-BE49-F238E27FC236}">
                <a16:creationId xmlns:a16="http://schemas.microsoft.com/office/drawing/2014/main" id="{521980E5-64B0-ABC4-72C8-8AC79DA9BE43}"/>
              </a:ext>
            </a:extLst>
          </p:cNvPr>
          <p:cNvSpPr txBox="1"/>
          <p:nvPr/>
        </p:nvSpPr>
        <p:spPr>
          <a:xfrm>
            <a:off x="3138310" y="901933"/>
            <a:ext cx="570089" cy="230832"/>
          </a:xfrm>
          <a:prstGeom prst="rect">
            <a:avLst/>
          </a:prstGeom>
          <a:noFill/>
        </p:spPr>
        <p:txBody>
          <a:bodyPr wrap="square" rtlCol="0">
            <a:spAutoFit/>
          </a:bodyPr>
          <a:lstStyle/>
          <a:p>
            <a:pPr algn="ctr"/>
            <a:r>
              <a:rPr lang="en-US" sz="900" dirty="0"/>
              <a:t>19</a:t>
            </a:r>
          </a:p>
        </p:txBody>
      </p:sp>
      <p:sp>
        <p:nvSpPr>
          <p:cNvPr id="17" name="TextBox 16">
            <a:extLst>
              <a:ext uri="{FF2B5EF4-FFF2-40B4-BE49-F238E27FC236}">
                <a16:creationId xmlns:a16="http://schemas.microsoft.com/office/drawing/2014/main" id="{C1AABC17-8753-B70B-A1D4-890BDAD6F29B}"/>
              </a:ext>
            </a:extLst>
          </p:cNvPr>
          <p:cNvSpPr txBox="1"/>
          <p:nvPr/>
        </p:nvSpPr>
        <p:spPr>
          <a:xfrm>
            <a:off x="5147734" y="4909484"/>
            <a:ext cx="570089" cy="230832"/>
          </a:xfrm>
          <a:prstGeom prst="rect">
            <a:avLst/>
          </a:prstGeom>
          <a:noFill/>
        </p:spPr>
        <p:txBody>
          <a:bodyPr wrap="square" rtlCol="0">
            <a:spAutoFit/>
          </a:bodyPr>
          <a:lstStyle/>
          <a:p>
            <a:pPr algn="ctr"/>
            <a:r>
              <a:rPr lang="en-US" sz="900" dirty="0"/>
              <a:t>14</a:t>
            </a:r>
          </a:p>
        </p:txBody>
      </p:sp>
      <p:sp>
        <p:nvSpPr>
          <p:cNvPr id="21" name="TextBox 20">
            <a:extLst>
              <a:ext uri="{FF2B5EF4-FFF2-40B4-BE49-F238E27FC236}">
                <a16:creationId xmlns:a16="http://schemas.microsoft.com/office/drawing/2014/main" id="{1F226318-2F32-BF69-C736-4E977572AA17}"/>
              </a:ext>
            </a:extLst>
          </p:cNvPr>
          <p:cNvSpPr txBox="1"/>
          <p:nvPr/>
        </p:nvSpPr>
        <p:spPr>
          <a:xfrm>
            <a:off x="7157158" y="1764121"/>
            <a:ext cx="570089" cy="230832"/>
          </a:xfrm>
          <a:prstGeom prst="rect">
            <a:avLst/>
          </a:prstGeom>
          <a:noFill/>
        </p:spPr>
        <p:txBody>
          <a:bodyPr wrap="square" rtlCol="0">
            <a:spAutoFit/>
          </a:bodyPr>
          <a:lstStyle/>
          <a:p>
            <a:pPr algn="ctr"/>
            <a:r>
              <a:rPr lang="en-US" sz="900" dirty="0"/>
              <a:t>19</a:t>
            </a:r>
          </a:p>
        </p:txBody>
      </p:sp>
      <p:sp>
        <p:nvSpPr>
          <p:cNvPr id="24" name="TextBox 23">
            <a:extLst>
              <a:ext uri="{FF2B5EF4-FFF2-40B4-BE49-F238E27FC236}">
                <a16:creationId xmlns:a16="http://schemas.microsoft.com/office/drawing/2014/main" id="{39C6888C-6B38-4823-2FEC-7576C4EEEC30}"/>
              </a:ext>
            </a:extLst>
          </p:cNvPr>
          <p:cNvSpPr txBox="1"/>
          <p:nvPr/>
        </p:nvSpPr>
        <p:spPr>
          <a:xfrm>
            <a:off x="3640666" y="4059997"/>
            <a:ext cx="570089" cy="230832"/>
          </a:xfrm>
          <a:prstGeom prst="rect">
            <a:avLst/>
          </a:prstGeom>
          <a:noFill/>
        </p:spPr>
        <p:txBody>
          <a:bodyPr wrap="square" rtlCol="0">
            <a:spAutoFit/>
          </a:bodyPr>
          <a:lstStyle/>
          <a:p>
            <a:pPr algn="ctr"/>
            <a:r>
              <a:rPr lang="en-US" sz="900" dirty="0"/>
              <a:t>19</a:t>
            </a:r>
          </a:p>
        </p:txBody>
      </p:sp>
      <p:sp>
        <p:nvSpPr>
          <p:cNvPr id="18" name="TextBox 17">
            <a:extLst>
              <a:ext uri="{FF2B5EF4-FFF2-40B4-BE49-F238E27FC236}">
                <a16:creationId xmlns:a16="http://schemas.microsoft.com/office/drawing/2014/main" id="{D2D3B880-6CCF-1A8D-79C8-0044E3638C7D}"/>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7EE102D9-C2C1-1FC7-C761-C8790BF8D120}"/>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4F207479-B5E1-312A-9687-DFF5C7FE0F98}"/>
              </a:ext>
            </a:extLst>
          </p:cNvPr>
          <p:cNvSpPr txBox="1"/>
          <p:nvPr/>
        </p:nvSpPr>
        <p:spPr>
          <a:xfrm>
            <a:off x="6214537" y="2231221"/>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E4E5F5BD-8A18-71A8-009B-0B49F136E367}"/>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7BA04863-EFF8-4D07-510F-6C4720B15BF3}"/>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91113F63-755F-8D13-590B-E4B0D4552F96}"/>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16C254A8-37D6-F146-1F42-0C855897C4DA}"/>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B357C4CA-F4EE-13E0-33EE-F4938AEAD1F2}"/>
              </a:ext>
            </a:extLst>
          </p:cNvPr>
          <p:cNvSpPr txBox="1"/>
          <p:nvPr/>
        </p:nvSpPr>
        <p:spPr>
          <a:xfrm>
            <a:off x="5147734" y="4408541"/>
            <a:ext cx="570089" cy="230832"/>
          </a:xfrm>
          <a:prstGeom prst="rect">
            <a:avLst/>
          </a:prstGeom>
          <a:noFill/>
        </p:spPr>
        <p:txBody>
          <a:bodyPr wrap="square" rtlCol="0">
            <a:spAutoFit/>
          </a:bodyPr>
          <a:lstStyle/>
          <a:p>
            <a:pPr algn="ctr"/>
            <a:r>
              <a:rPr lang="en-US" sz="900" dirty="0"/>
              <a:t>85</a:t>
            </a:r>
          </a:p>
        </p:txBody>
      </p:sp>
      <p:sp>
        <p:nvSpPr>
          <p:cNvPr id="25" name="TextBox 24">
            <a:extLst>
              <a:ext uri="{FF2B5EF4-FFF2-40B4-BE49-F238E27FC236}">
                <a16:creationId xmlns:a16="http://schemas.microsoft.com/office/drawing/2014/main" id="{9C1F59DD-07F9-78B2-EC22-75E6359F39CC}"/>
              </a:ext>
            </a:extLst>
          </p:cNvPr>
          <p:cNvSpPr txBox="1"/>
          <p:nvPr/>
        </p:nvSpPr>
        <p:spPr>
          <a:xfrm>
            <a:off x="4645378" y="2531765"/>
            <a:ext cx="570089" cy="230832"/>
          </a:xfrm>
          <a:prstGeom prst="rect">
            <a:avLst/>
          </a:prstGeom>
          <a:noFill/>
        </p:spPr>
        <p:txBody>
          <a:bodyPr wrap="square" rtlCol="0">
            <a:spAutoFit/>
          </a:bodyPr>
          <a:lstStyle/>
          <a:p>
            <a:pPr algn="ctr"/>
            <a:r>
              <a:rPr lang="en-US" sz="900" dirty="0"/>
              <a:t>3578</a:t>
            </a:r>
          </a:p>
        </p:txBody>
      </p:sp>
      <p:sp>
        <p:nvSpPr>
          <p:cNvPr id="27" name="TextBox 26">
            <a:extLst>
              <a:ext uri="{FF2B5EF4-FFF2-40B4-BE49-F238E27FC236}">
                <a16:creationId xmlns:a16="http://schemas.microsoft.com/office/drawing/2014/main" id="{7F3C381B-8557-166D-DEC3-DF9FF4477117}"/>
              </a:ext>
            </a:extLst>
          </p:cNvPr>
          <p:cNvSpPr txBox="1"/>
          <p:nvPr/>
        </p:nvSpPr>
        <p:spPr>
          <a:xfrm>
            <a:off x="5147734" y="2404765"/>
            <a:ext cx="570089" cy="230832"/>
          </a:xfrm>
          <a:prstGeom prst="rect">
            <a:avLst/>
          </a:prstGeom>
          <a:noFill/>
        </p:spPr>
        <p:txBody>
          <a:bodyPr wrap="square" rtlCol="0">
            <a:spAutoFit/>
          </a:bodyPr>
          <a:lstStyle/>
          <a:p>
            <a:pPr algn="ctr"/>
            <a:r>
              <a:rPr lang="en-US" sz="900" dirty="0"/>
              <a:t>3578</a:t>
            </a:r>
          </a:p>
        </p:txBody>
      </p:sp>
      <p:sp>
        <p:nvSpPr>
          <p:cNvPr id="28" name="TextBox 27">
            <a:extLst>
              <a:ext uri="{FF2B5EF4-FFF2-40B4-BE49-F238E27FC236}">
                <a16:creationId xmlns:a16="http://schemas.microsoft.com/office/drawing/2014/main" id="{71588145-14A3-231B-CC69-4BB3B73DC663}"/>
              </a:ext>
            </a:extLst>
          </p:cNvPr>
          <p:cNvSpPr txBox="1"/>
          <p:nvPr/>
        </p:nvSpPr>
        <p:spPr>
          <a:xfrm>
            <a:off x="5650090" y="2277765"/>
            <a:ext cx="570089" cy="230832"/>
          </a:xfrm>
          <a:prstGeom prst="rect">
            <a:avLst/>
          </a:prstGeom>
          <a:noFill/>
        </p:spPr>
        <p:txBody>
          <a:bodyPr wrap="square" rtlCol="0">
            <a:spAutoFit/>
          </a:bodyPr>
          <a:lstStyle/>
          <a:p>
            <a:pPr algn="ctr"/>
            <a:r>
              <a:rPr lang="en-US" sz="900" dirty="0"/>
              <a:t>3578</a:t>
            </a:r>
          </a:p>
        </p:txBody>
      </p:sp>
      <p:sp>
        <p:nvSpPr>
          <p:cNvPr id="29" name="TextBox 28">
            <a:extLst>
              <a:ext uri="{FF2B5EF4-FFF2-40B4-BE49-F238E27FC236}">
                <a16:creationId xmlns:a16="http://schemas.microsoft.com/office/drawing/2014/main" id="{B0BF928D-1B7F-A1BB-5383-EE2ACD509C47}"/>
              </a:ext>
            </a:extLst>
          </p:cNvPr>
          <p:cNvSpPr txBox="1"/>
          <p:nvPr/>
        </p:nvSpPr>
        <p:spPr>
          <a:xfrm>
            <a:off x="6654802" y="2404765"/>
            <a:ext cx="570089" cy="230832"/>
          </a:xfrm>
          <a:prstGeom prst="rect">
            <a:avLst/>
          </a:prstGeom>
          <a:noFill/>
        </p:spPr>
        <p:txBody>
          <a:bodyPr wrap="square" rtlCol="0">
            <a:spAutoFit/>
          </a:bodyPr>
          <a:lstStyle/>
          <a:p>
            <a:pPr algn="ctr"/>
            <a:r>
              <a:rPr lang="en-US" sz="900" dirty="0"/>
              <a:t>3578</a:t>
            </a:r>
          </a:p>
        </p:txBody>
      </p:sp>
    </p:spTree>
    <p:extLst>
      <p:ext uri="{BB962C8B-B14F-4D97-AF65-F5344CB8AC3E}">
        <p14:creationId xmlns:p14="http://schemas.microsoft.com/office/powerpoint/2010/main" val="21785094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B664E-8418-2833-811E-6B8847AE84F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EA7997D-1139-E826-2B45-E58A53B1DF76}"/>
              </a:ext>
            </a:extLst>
          </p:cNvPr>
          <p:cNvSpPr>
            <a:spLocks noGrp="1"/>
          </p:cNvSpPr>
          <p:nvPr>
            <p:ph sz="half" idx="1"/>
          </p:nvPr>
        </p:nvSpPr>
        <p:spPr/>
        <p:txBody>
          <a:bodyPr>
            <a:normAutofit/>
          </a:bodyPr>
          <a:lstStyle/>
          <a:p>
            <a:r>
              <a:rPr lang="en-US" dirty="0"/>
              <a:t>The five red lines that cross rows, columns, and blocks must be the remaining squares, which must repeat digits: 1², 5², 7², 8², and 9². Here, there are three of those possibilities. (3² is not possible.)</a:t>
            </a:r>
          </a:p>
        </p:txBody>
      </p:sp>
      <p:pic>
        <p:nvPicPr>
          <p:cNvPr id="4" name="Picture 3" descr="A grid of sudoku puzzle&#10;&#10;Description automatically generated">
            <a:extLst>
              <a:ext uri="{FF2B5EF4-FFF2-40B4-BE49-F238E27FC236}">
                <a16:creationId xmlns:a16="http://schemas.microsoft.com/office/drawing/2014/main" id="{5A15862B-7D2A-2C23-AB7F-71D9DE70246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E18112D-EEB4-0550-64DF-1D8A4CC5C46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4C05346-0921-0E4F-608B-291A59A57D3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DA16AE8-AA67-1BCC-9548-E2487998324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5DD2261-BA6D-8FE6-4341-5989C48B8AC3}"/>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C7E6E73C-8DCB-662F-7B7C-322DA0133408}"/>
              </a:ext>
            </a:extLst>
          </p:cNvPr>
          <p:cNvSpPr txBox="1"/>
          <p:nvPr/>
        </p:nvSpPr>
        <p:spPr>
          <a:xfrm>
            <a:off x="3640666" y="2905709"/>
            <a:ext cx="570089" cy="230832"/>
          </a:xfrm>
          <a:prstGeom prst="rect">
            <a:avLst/>
          </a:prstGeom>
          <a:noFill/>
        </p:spPr>
        <p:txBody>
          <a:bodyPr wrap="square" rtlCol="0">
            <a:spAutoFit/>
          </a:bodyPr>
          <a:lstStyle/>
          <a:p>
            <a:pPr algn="ctr"/>
            <a:r>
              <a:rPr lang="en-US" sz="900" dirty="0"/>
              <a:t>5789</a:t>
            </a:r>
          </a:p>
        </p:txBody>
      </p:sp>
      <p:sp>
        <p:nvSpPr>
          <p:cNvPr id="9" name="TextBox 8">
            <a:extLst>
              <a:ext uri="{FF2B5EF4-FFF2-40B4-BE49-F238E27FC236}">
                <a16:creationId xmlns:a16="http://schemas.microsoft.com/office/drawing/2014/main" id="{DFF40112-D558-A664-AEE1-F54188D24248}"/>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5789</a:t>
            </a:r>
          </a:p>
        </p:txBody>
      </p:sp>
      <p:sp>
        <p:nvSpPr>
          <p:cNvPr id="11" name="TextBox 10">
            <a:extLst>
              <a:ext uri="{FF2B5EF4-FFF2-40B4-BE49-F238E27FC236}">
                <a16:creationId xmlns:a16="http://schemas.microsoft.com/office/drawing/2014/main" id="{CC5C8899-71FD-F421-2254-325FCA5FF6E5}"/>
              </a:ext>
            </a:extLst>
          </p:cNvPr>
          <p:cNvSpPr txBox="1"/>
          <p:nvPr/>
        </p:nvSpPr>
        <p:spPr>
          <a:xfrm>
            <a:off x="3640666" y="3406653"/>
            <a:ext cx="570089" cy="230832"/>
          </a:xfrm>
          <a:prstGeom prst="rect">
            <a:avLst/>
          </a:prstGeom>
          <a:noFill/>
        </p:spPr>
        <p:txBody>
          <a:bodyPr wrap="square" rtlCol="0">
            <a:spAutoFit/>
          </a:bodyPr>
          <a:lstStyle/>
          <a:p>
            <a:pPr algn="ctr"/>
            <a:r>
              <a:rPr lang="en-US" sz="900" dirty="0"/>
              <a:t>5789</a:t>
            </a:r>
          </a:p>
        </p:txBody>
      </p:sp>
      <p:sp>
        <p:nvSpPr>
          <p:cNvPr id="12" name="TextBox 11">
            <a:extLst>
              <a:ext uri="{FF2B5EF4-FFF2-40B4-BE49-F238E27FC236}">
                <a16:creationId xmlns:a16="http://schemas.microsoft.com/office/drawing/2014/main" id="{63FEA01B-15E1-C3B6-EBEB-99ABAE57CCB0}"/>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5789</a:t>
            </a:r>
          </a:p>
        </p:txBody>
      </p:sp>
      <p:sp>
        <p:nvSpPr>
          <p:cNvPr id="13" name="TextBox 12">
            <a:extLst>
              <a:ext uri="{FF2B5EF4-FFF2-40B4-BE49-F238E27FC236}">
                <a16:creationId xmlns:a16="http://schemas.microsoft.com/office/drawing/2014/main" id="{F561B5AA-6675-BCE2-01A3-DA44948E22BB}"/>
              </a:ext>
            </a:extLst>
          </p:cNvPr>
          <p:cNvSpPr txBox="1"/>
          <p:nvPr/>
        </p:nvSpPr>
        <p:spPr>
          <a:xfrm>
            <a:off x="3640666" y="2404765"/>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B910956C-13D9-C401-8082-683E4B379D28}"/>
              </a:ext>
            </a:extLst>
          </p:cNvPr>
          <p:cNvSpPr txBox="1"/>
          <p:nvPr/>
        </p:nvSpPr>
        <p:spPr>
          <a:xfrm>
            <a:off x="4143022" y="2404765"/>
            <a:ext cx="570089" cy="230832"/>
          </a:xfrm>
          <a:prstGeom prst="rect">
            <a:avLst/>
          </a:prstGeom>
          <a:noFill/>
        </p:spPr>
        <p:txBody>
          <a:bodyPr wrap="square" rtlCol="0">
            <a:spAutoFit/>
          </a:bodyPr>
          <a:lstStyle/>
          <a:p>
            <a:pPr algn="ctr"/>
            <a:r>
              <a:rPr lang="en-US" sz="900" dirty="0"/>
              <a:t>61</a:t>
            </a:r>
          </a:p>
        </p:txBody>
      </p:sp>
      <p:sp>
        <p:nvSpPr>
          <p:cNvPr id="16" name="TextBox 15">
            <a:extLst>
              <a:ext uri="{FF2B5EF4-FFF2-40B4-BE49-F238E27FC236}">
                <a16:creationId xmlns:a16="http://schemas.microsoft.com/office/drawing/2014/main" id="{633CC537-78BF-0233-FEDB-A7E36C3CBBC7}"/>
              </a:ext>
            </a:extLst>
          </p:cNvPr>
          <p:cNvSpPr txBox="1"/>
          <p:nvPr/>
        </p:nvSpPr>
        <p:spPr>
          <a:xfrm>
            <a:off x="3138310" y="901933"/>
            <a:ext cx="570089" cy="230832"/>
          </a:xfrm>
          <a:prstGeom prst="rect">
            <a:avLst/>
          </a:prstGeom>
          <a:noFill/>
        </p:spPr>
        <p:txBody>
          <a:bodyPr wrap="square" rtlCol="0">
            <a:spAutoFit/>
          </a:bodyPr>
          <a:lstStyle/>
          <a:p>
            <a:pPr algn="ctr"/>
            <a:r>
              <a:rPr lang="en-US" sz="900" dirty="0"/>
              <a:t>19</a:t>
            </a:r>
          </a:p>
        </p:txBody>
      </p:sp>
      <p:sp>
        <p:nvSpPr>
          <p:cNvPr id="17" name="TextBox 16">
            <a:extLst>
              <a:ext uri="{FF2B5EF4-FFF2-40B4-BE49-F238E27FC236}">
                <a16:creationId xmlns:a16="http://schemas.microsoft.com/office/drawing/2014/main" id="{EA8B0F70-8C7C-2AAC-C72F-CFD755C8744E}"/>
              </a:ext>
            </a:extLst>
          </p:cNvPr>
          <p:cNvSpPr txBox="1"/>
          <p:nvPr/>
        </p:nvSpPr>
        <p:spPr>
          <a:xfrm>
            <a:off x="5147734" y="4909484"/>
            <a:ext cx="570089" cy="230832"/>
          </a:xfrm>
          <a:prstGeom prst="rect">
            <a:avLst/>
          </a:prstGeom>
          <a:noFill/>
        </p:spPr>
        <p:txBody>
          <a:bodyPr wrap="square" rtlCol="0">
            <a:spAutoFit/>
          </a:bodyPr>
          <a:lstStyle/>
          <a:p>
            <a:pPr algn="ctr"/>
            <a:r>
              <a:rPr lang="en-US" sz="900" dirty="0"/>
              <a:t>14</a:t>
            </a:r>
          </a:p>
        </p:txBody>
      </p:sp>
      <p:sp>
        <p:nvSpPr>
          <p:cNvPr id="21" name="TextBox 20">
            <a:extLst>
              <a:ext uri="{FF2B5EF4-FFF2-40B4-BE49-F238E27FC236}">
                <a16:creationId xmlns:a16="http://schemas.microsoft.com/office/drawing/2014/main" id="{B83007CC-66BB-183D-0074-70D742041A77}"/>
              </a:ext>
            </a:extLst>
          </p:cNvPr>
          <p:cNvSpPr txBox="1"/>
          <p:nvPr/>
        </p:nvSpPr>
        <p:spPr>
          <a:xfrm>
            <a:off x="7157158" y="1764121"/>
            <a:ext cx="570089" cy="230832"/>
          </a:xfrm>
          <a:prstGeom prst="rect">
            <a:avLst/>
          </a:prstGeom>
          <a:noFill/>
        </p:spPr>
        <p:txBody>
          <a:bodyPr wrap="square" rtlCol="0">
            <a:spAutoFit/>
          </a:bodyPr>
          <a:lstStyle/>
          <a:p>
            <a:pPr algn="ctr"/>
            <a:r>
              <a:rPr lang="en-US" sz="900" dirty="0"/>
              <a:t>19</a:t>
            </a:r>
          </a:p>
        </p:txBody>
      </p:sp>
      <p:sp>
        <p:nvSpPr>
          <p:cNvPr id="24" name="TextBox 23">
            <a:extLst>
              <a:ext uri="{FF2B5EF4-FFF2-40B4-BE49-F238E27FC236}">
                <a16:creationId xmlns:a16="http://schemas.microsoft.com/office/drawing/2014/main" id="{C77A8444-C88F-42B1-D4EE-B749ABD73E13}"/>
              </a:ext>
            </a:extLst>
          </p:cNvPr>
          <p:cNvSpPr txBox="1"/>
          <p:nvPr/>
        </p:nvSpPr>
        <p:spPr>
          <a:xfrm>
            <a:off x="3640666" y="4059997"/>
            <a:ext cx="570089" cy="230832"/>
          </a:xfrm>
          <a:prstGeom prst="rect">
            <a:avLst/>
          </a:prstGeom>
          <a:noFill/>
        </p:spPr>
        <p:txBody>
          <a:bodyPr wrap="square" rtlCol="0">
            <a:spAutoFit/>
          </a:bodyPr>
          <a:lstStyle/>
          <a:p>
            <a:pPr algn="ctr"/>
            <a:r>
              <a:rPr lang="en-US" sz="900" dirty="0"/>
              <a:t>19</a:t>
            </a:r>
          </a:p>
        </p:txBody>
      </p:sp>
      <p:sp>
        <p:nvSpPr>
          <p:cNvPr id="18" name="TextBox 17">
            <a:extLst>
              <a:ext uri="{FF2B5EF4-FFF2-40B4-BE49-F238E27FC236}">
                <a16:creationId xmlns:a16="http://schemas.microsoft.com/office/drawing/2014/main" id="{E22EAE24-7F79-A8C6-4B46-E9C6121F56F6}"/>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95E22B0E-1912-41F4-B122-3C874369BA7A}"/>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89A4DD29-3582-E705-EEF9-F61FD5990AE2}"/>
              </a:ext>
            </a:extLst>
          </p:cNvPr>
          <p:cNvSpPr txBox="1"/>
          <p:nvPr/>
        </p:nvSpPr>
        <p:spPr>
          <a:xfrm>
            <a:off x="6214537" y="2231221"/>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E977689F-BAD1-BAC5-693A-D3D9FE442BE0}"/>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86267919-3ED7-D677-64C8-63B1410CFB1F}"/>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EE73840C-D5C9-23A3-A7D4-998B469D4243}"/>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5D0A43D6-D867-0BB0-DAE8-6FB640AF08BE}"/>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BF70843E-AB00-9EE3-ADFD-51FA9CFC3B21}"/>
              </a:ext>
            </a:extLst>
          </p:cNvPr>
          <p:cNvSpPr txBox="1"/>
          <p:nvPr/>
        </p:nvSpPr>
        <p:spPr>
          <a:xfrm>
            <a:off x="5147734" y="4408541"/>
            <a:ext cx="570089" cy="230832"/>
          </a:xfrm>
          <a:prstGeom prst="rect">
            <a:avLst/>
          </a:prstGeom>
          <a:noFill/>
        </p:spPr>
        <p:txBody>
          <a:bodyPr wrap="square" rtlCol="0">
            <a:spAutoFit/>
          </a:bodyPr>
          <a:lstStyle/>
          <a:p>
            <a:pPr algn="ctr"/>
            <a:r>
              <a:rPr lang="en-US" sz="900" dirty="0"/>
              <a:t>85</a:t>
            </a:r>
          </a:p>
        </p:txBody>
      </p:sp>
      <p:sp>
        <p:nvSpPr>
          <p:cNvPr id="25" name="TextBox 24">
            <a:extLst>
              <a:ext uri="{FF2B5EF4-FFF2-40B4-BE49-F238E27FC236}">
                <a16:creationId xmlns:a16="http://schemas.microsoft.com/office/drawing/2014/main" id="{D54C5A96-546F-2E18-8AD6-F390EF656D4B}"/>
              </a:ext>
            </a:extLst>
          </p:cNvPr>
          <p:cNvSpPr txBox="1"/>
          <p:nvPr/>
        </p:nvSpPr>
        <p:spPr>
          <a:xfrm>
            <a:off x="4645378" y="2531765"/>
            <a:ext cx="570089" cy="230832"/>
          </a:xfrm>
          <a:prstGeom prst="rect">
            <a:avLst/>
          </a:prstGeom>
          <a:noFill/>
        </p:spPr>
        <p:txBody>
          <a:bodyPr wrap="square" rtlCol="0">
            <a:spAutoFit/>
          </a:bodyPr>
          <a:lstStyle/>
          <a:p>
            <a:pPr algn="ctr"/>
            <a:r>
              <a:rPr lang="en-US" sz="900" dirty="0"/>
              <a:t>578</a:t>
            </a:r>
          </a:p>
        </p:txBody>
      </p:sp>
      <p:sp>
        <p:nvSpPr>
          <p:cNvPr id="27" name="TextBox 26">
            <a:extLst>
              <a:ext uri="{FF2B5EF4-FFF2-40B4-BE49-F238E27FC236}">
                <a16:creationId xmlns:a16="http://schemas.microsoft.com/office/drawing/2014/main" id="{2B5E864A-7B17-868F-9A32-C2FC3485249E}"/>
              </a:ext>
            </a:extLst>
          </p:cNvPr>
          <p:cNvSpPr txBox="1"/>
          <p:nvPr/>
        </p:nvSpPr>
        <p:spPr>
          <a:xfrm>
            <a:off x="5147734" y="2404765"/>
            <a:ext cx="570089" cy="230832"/>
          </a:xfrm>
          <a:prstGeom prst="rect">
            <a:avLst/>
          </a:prstGeom>
          <a:noFill/>
        </p:spPr>
        <p:txBody>
          <a:bodyPr wrap="square" rtlCol="0">
            <a:spAutoFit/>
          </a:bodyPr>
          <a:lstStyle/>
          <a:p>
            <a:pPr algn="ctr"/>
            <a:r>
              <a:rPr lang="en-US" sz="900" dirty="0"/>
              <a:t>3578</a:t>
            </a:r>
          </a:p>
        </p:txBody>
      </p:sp>
      <p:sp>
        <p:nvSpPr>
          <p:cNvPr id="28" name="TextBox 27">
            <a:extLst>
              <a:ext uri="{FF2B5EF4-FFF2-40B4-BE49-F238E27FC236}">
                <a16:creationId xmlns:a16="http://schemas.microsoft.com/office/drawing/2014/main" id="{237FA8D5-3458-45C9-D6B8-D55D70F9A627}"/>
              </a:ext>
            </a:extLst>
          </p:cNvPr>
          <p:cNvSpPr txBox="1"/>
          <p:nvPr/>
        </p:nvSpPr>
        <p:spPr>
          <a:xfrm>
            <a:off x="5650090" y="2277765"/>
            <a:ext cx="570089" cy="230832"/>
          </a:xfrm>
          <a:prstGeom prst="rect">
            <a:avLst/>
          </a:prstGeom>
          <a:noFill/>
        </p:spPr>
        <p:txBody>
          <a:bodyPr wrap="square" rtlCol="0">
            <a:spAutoFit/>
          </a:bodyPr>
          <a:lstStyle/>
          <a:p>
            <a:pPr algn="ctr"/>
            <a:r>
              <a:rPr lang="en-US" sz="900" dirty="0"/>
              <a:t>578</a:t>
            </a:r>
          </a:p>
        </p:txBody>
      </p:sp>
      <p:sp>
        <p:nvSpPr>
          <p:cNvPr id="29" name="TextBox 28">
            <a:extLst>
              <a:ext uri="{FF2B5EF4-FFF2-40B4-BE49-F238E27FC236}">
                <a16:creationId xmlns:a16="http://schemas.microsoft.com/office/drawing/2014/main" id="{23390F2A-226C-F585-B48C-EA08F7A7F1B3}"/>
              </a:ext>
            </a:extLst>
          </p:cNvPr>
          <p:cNvSpPr txBox="1"/>
          <p:nvPr/>
        </p:nvSpPr>
        <p:spPr>
          <a:xfrm>
            <a:off x="6654802" y="2404765"/>
            <a:ext cx="570089" cy="230832"/>
          </a:xfrm>
          <a:prstGeom prst="rect">
            <a:avLst/>
          </a:prstGeom>
          <a:noFill/>
        </p:spPr>
        <p:txBody>
          <a:bodyPr wrap="square" rtlCol="0">
            <a:spAutoFit/>
          </a:bodyPr>
          <a:lstStyle/>
          <a:p>
            <a:pPr algn="ctr"/>
            <a:r>
              <a:rPr lang="en-US" sz="900" dirty="0"/>
              <a:t>3578</a:t>
            </a:r>
          </a:p>
        </p:txBody>
      </p:sp>
      <p:sp>
        <p:nvSpPr>
          <p:cNvPr id="30" name="TextBox 29">
            <a:extLst>
              <a:ext uri="{FF2B5EF4-FFF2-40B4-BE49-F238E27FC236}">
                <a16:creationId xmlns:a16="http://schemas.microsoft.com/office/drawing/2014/main" id="{8DCBEEE3-C59B-84AF-41FD-1AA833455871}"/>
              </a:ext>
            </a:extLst>
          </p:cNvPr>
          <p:cNvSpPr txBox="1"/>
          <p:nvPr/>
        </p:nvSpPr>
        <p:spPr>
          <a:xfrm>
            <a:off x="6152446" y="3032709"/>
            <a:ext cx="570089" cy="230832"/>
          </a:xfrm>
          <a:prstGeom prst="rect">
            <a:avLst/>
          </a:prstGeom>
          <a:noFill/>
        </p:spPr>
        <p:txBody>
          <a:bodyPr wrap="square" rtlCol="0">
            <a:spAutoFit/>
          </a:bodyPr>
          <a:lstStyle/>
          <a:p>
            <a:pPr algn="ctr"/>
            <a:r>
              <a:rPr lang="en-US" sz="900" dirty="0"/>
              <a:t>578</a:t>
            </a:r>
          </a:p>
        </p:txBody>
      </p:sp>
    </p:spTree>
    <p:extLst>
      <p:ext uri="{BB962C8B-B14F-4D97-AF65-F5344CB8AC3E}">
        <p14:creationId xmlns:p14="http://schemas.microsoft.com/office/powerpoint/2010/main" val="14979044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18C0A-3EB2-B05C-45F9-AB60D696ABB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F2BAD1-0A8C-4E52-5768-64883BE6189E}"/>
              </a:ext>
            </a:extLst>
          </p:cNvPr>
          <p:cNvSpPr>
            <a:spLocks noGrp="1"/>
          </p:cNvSpPr>
          <p:nvPr>
            <p:ph sz="half" idx="1"/>
          </p:nvPr>
        </p:nvSpPr>
        <p:spPr/>
        <p:txBody>
          <a:bodyPr>
            <a:normAutofit/>
          </a:bodyPr>
          <a:lstStyle/>
          <a:p>
            <a:r>
              <a:rPr lang="en-US" dirty="0"/>
              <a:t>This 4-cage must be at least 19 and less than 36 (four 9’s, which would be impossible). The only square in that range is 25. That would make the fourth cell 6, 2, and not possible.</a:t>
            </a:r>
          </a:p>
        </p:txBody>
      </p:sp>
      <p:pic>
        <p:nvPicPr>
          <p:cNvPr id="4" name="Picture 3" descr="A grid of sudoku puzzle&#10;&#10;Description automatically generated">
            <a:extLst>
              <a:ext uri="{FF2B5EF4-FFF2-40B4-BE49-F238E27FC236}">
                <a16:creationId xmlns:a16="http://schemas.microsoft.com/office/drawing/2014/main" id="{691280D4-C0A7-93D6-A683-B659E72F19D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5C56FF7-F598-2DB7-3B10-89710052D41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9A421D6-0E7B-14B9-9849-BE33A2D0148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6023321-67FA-DD7A-140C-44BD31B91E9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FBB3DC9-6212-9251-6B66-3317B10BA070}"/>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EE76EA51-1120-CA4A-1B4C-4316379BD593}"/>
              </a:ext>
            </a:extLst>
          </p:cNvPr>
          <p:cNvSpPr txBox="1"/>
          <p:nvPr/>
        </p:nvSpPr>
        <p:spPr>
          <a:xfrm>
            <a:off x="3640666" y="2905709"/>
            <a:ext cx="570089" cy="230832"/>
          </a:xfrm>
          <a:prstGeom prst="rect">
            <a:avLst/>
          </a:prstGeom>
          <a:noFill/>
        </p:spPr>
        <p:txBody>
          <a:bodyPr wrap="square" rtlCol="0">
            <a:spAutoFit/>
          </a:bodyPr>
          <a:lstStyle/>
          <a:p>
            <a:pPr algn="ctr"/>
            <a:r>
              <a:rPr lang="en-US" sz="900" dirty="0"/>
              <a:t>5789</a:t>
            </a:r>
          </a:p>
        </p:txBody>
      </p:sp>
      <p:sp>
        <p:nvSpPr>
          <p:cNvPr id="9" name="TextBox 8">
            <a:extLst>
              <a:ext uri="{FF2B5EF4-FFF2-40B4-BE49-F238E27FC236}">
                <a16:creationId xmlns:a16="http://schemas.microsoft.com/office/drawing/2014/main" id="{0A46C8FB-A4CA-18D6-8196-CBD0BBDE8021}"/>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5789</a:t>
            </a:r>
          </a:p>
        </p:txBody>
      </p:sp>
      <p:sp>
        <p:nvSpPr>
          <p:cNvPr id="11" name="TextBox 10">
            <a:extLst>
              <a:ext uri="{FF2B5EF4-FFF2-40B4-BE49-F238E27FC236}">
                <a16:creationId xmlns:a16="http://schemas.microsoft.com/office/drawing/2014/main" id="{2302455C-AEF5-A6A8-4E77-819F1E3DA12E}"/>
              </a:ext>
            </a:extLst>
          </p:cNvPr>
          <p:cNvSpPr txBox="1"/>
          <p:nvPr/>
        </p:nvSpPr>
        <p:spPr>
          <a:xfrm>
            <a:off x="3640666" y="3406653"/>
            <a:ext cx="570089" cy="230832"/>
          </a:xfrm>
          <a:prstGeom prst="rect">
            <a:avLst/>
          </a:prstGeom>
          <a:noFill/>
        </p:spPr>
        <p:txBody>
          <a:bodyPr wrap="square" rtlCol="0">
            <a:spAutoFit/>
          </a:bodyPr>
          <a:lstStyle/>
          <a:p>
            <a:pPr algn="ctr"/>
            <a:r>
              <a:rPr lang="en-US" sz="900" dirty="0"/>
              <a:t>5789</a:t>
            </a:r>
          </a:p>
        </p:txBody>
      </p:sp>
      <p:sp>
        <p:nvSpPr>
          <p:cNvPr id="12" name="TextBox 11">
            <a:extLst>
              <a:ext uri="{FF2B5EF4-FFF2-40B4-BE49-F238E27FC236}">
                <a16:creationId xmlns:a16="http://schemas.microsoft.com/office/drawing/2014/main" id="{371A1045-CD9F-2D50-3AF6-A834E40F7DF3}"/>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5789</a:t>
            </a:r>
          </a:p>
        </p:txBody>
      </p:sp>
      <p:sp>
        <p:nvSpPr>
          <p:cNvPr id="13" name="TextBox 12">
            <a:extLst>
              <a:ext uri="{FF2B5EF4-FFF2-40B4-BE49-F238E27FC236}">
                <a16:creationId xmlns:a16="http://schemas.microsoft.com/office/drawing/2014/main" id="{F2AF89D1-9083-D366-340D-296F0988F546}"/>
              </a:ext>
            </a:extLst>
          </p:cNvPr>
          <p:cNvSpPr txBox="1"/>
          <p:nvPr/>
        </p:nvSpPr>
        <p:spPr>
          <a:xfrm>
            <a:off x="3640666" y="2404765"/>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2146541B-7158-8433-47AD-4C4133090ADC}"/>
              </a:ext>
            </a:extLst>
          </p:cNvPr>
          <p:cNvSpPr txBox="1"/>
          <p:nvPr/>
        </p:nvSpPr>
        <p:spPr>
          <a:xfrm>
            <a:off x="4143022" y="2404765"/>
            <a:ext cx="570089" cy="230832"/>
          </a:xfrm>
          <a:prstGeom prst="rect">
            <a:avLst/>
          </a:prstGeom>
          <a:noFill/>
        </p:spPr>
        <p:txBody>
          <a:bodyPr wrap="square" rtlCol="0">
            <a:spAutoFit/>
          </a:bodyPr>
          <a:lstStyle/>
          <a:p>
            <a:pPr algn="ctr"/>
            <a:r>
              <a:rPr lang="en-US" sz="900" dirty="0"/>
              <a:t>61</a:t>
            </a:r>
          </a:p>
        </p:txBody>
      </p:sp>
      <p:sp>
        <p:nvSpPr>
          <p:cNvPr id="16" name="TextBox 15">
            <a:extLst>
              <a:ext uri="{FF2B5EF4-FFF2-40B4-BE49-F238E27FC236}">
                <a16:creationId xmlns:a16="http://schemas.microsoft.com/office/drawing/2014/main" id="{7706D618-4B7E-F26E-18A1-48A5B9590CAE}"/>
              </a:ext>
            </a:extLst>
          </p:cNvPr>
          <p:cNvSpPr txBox="1"/>
          <p:nvPr/>
        </p:nvSpPr>
        <p:spPr>
          <a:xfrm>
            <a:off x="3138310" y="901933"/>
            <a:ext cx="570089" cy="230832"/>
          </a:xfrm>
          <a:prstGeom prst="rect">
            <a:avLst/>
          </a:prstGeom>
          <a:noFill/>
        </p:spPr>
        <p:txBody>
          <a:bodyPr wrap="square" rtlCol="0">
            <a:spAutoFit/>
          </a:bodyPr>
          <a:lstStyle/>
          <a:p>
            <a:pPr algn="ctr"/>
            <a:r>
              <a:rPr lang="en-US" sz="900" dirty="0"/>
              <a:t>19</a:t>
            </a:r>
          </a:p>
        </p:txBody>
      </p:sp>
      <p:sp>
        <p:nvSpPr>
          <p:cNvPr id="17" name="TextBox 16">
            <a:extLst>
              <a:ext uri="{FF2B5EF4-FFF2-40B4-BE49-F238E27FC236}">
                <a16:creationId xmlns:a16="http://schemas.microsoft.com/office/drawing/2014/main" id="{A7157A88-F5C6-CA83-71A4-13081F2F8420}"/>
              </a:ext>
            </a:extLst>
          </p:cNvPr>
          <p:cNvSpPr txBox="1"/>
          <p:nvPr/>
        </p:nvSpPr>
        <p:spPr>
          <a:xfrm>
            <a:off x="5147734" y="4909484"/>
            <a:ext cx="570089" cy="230832"/>
          </a:xfrm>
          <a:prstGeom prst="rect">
            <a:avLst/>
          </a:prstGeom>
          <a:noFill/>
        </p:spPr>
        <p:txBody>
          <a:bodyPr wrap="square" rtlCol="0">
            <a:spAutoFit/>
          </a:bodyPr>
          <a:lstStyle/>
          <a:p>
            <a:pPr algn="ctr"/>
            <a:r>
              <a:rPr lang="en-US" sz="900" dirty="0"/>
              <a:t>14</a:t>
            </a:r>
          </a:p>
        </p:txBody>
      </p:sp>
      <p:sp>
        <p:nvSpPr>
          <p:cNvPr id="21" name="TextBox 20">
            <a:extLst>
              <a:ext uri="{FF2B5EF4-FFF2-40B4-BE49-F238E27FC236}">
                <a16:creationId xmlns:a16="http://schemas.microsoft.com/office/drawing/2014/main" id="{451C73E0-7734-6801-717E-CBFB5F180D27}"/>
              </a:ext>
            </a:extLst>
          </p:cNvPr>
          <p:cNvSpPr txBox="1"/>
          <p:nvPr/>
        </p:nvSpPr>
        <p:spPr>
          <a:xfrm>
            <a:off x="7157158" y="1764121"/>
            <a:ext cx="570089" cy="230832"/>
          </a:xfrm>
          <a:prstGeom prst="rect">
            <a:avLst/>
          </a:prstGeom>
          <a:noFill/>
        </p:spPr>
        <p:txBody>
          <a:bodyPr wrap="square" rtlCol="0">
            <a:spAutoFit/>
          </a:bodyPr>
          <a:lstStyle/>
          <a:p>
            <a:pPr algn="ctr"/>
            <a:r>
              <a:rPr lang="en-US" sz="900" dirty="0"/>
              <a:t>19</a:t>
            </a:r>
          </a:p>
        </p:txBody>
      </p:sp>
      <p:sp>
        <p:nvSpPr>
          <p:cNvPr id="24" name="TextBox 23">
            <a:extLst>
              <a:ext uri="{FF2B5EF4-FFF2-40B4-BE49-F238E27FC236}">
                <a16:creationId xmlns:a16="http://schemas.microsoft.com/office/drawing/2014/main" id="{632C2713-67BD-568B-6D02-0A649B64E7A3}"/>
              </a:ext>
            </a:extLst>
          </p:cNvPr>
          <p:cNvSpPr txBox="1"/>
          <p:nvPr/>
        </p:nvSpPr>
        <p:spPr>
          <a:xfrm>
            <a:off x="3640666" y="4059997"/>
            <a:ext cx="570089" cy="230832"/>
          </a:xfrm>
          <a:prstGeom prst="rect">
            <a:avLst/>
          </a:prstGeom>
          <a:noFill/>
        </p:spPr>
        <p:txBody>
          <a:bodyPr wrap="square" rtlCol="0">
            <a:spAutoFit/>
          </a:bodyPr>
          <a:lstStyle/>
          <a:p>
            <a:pPr algn="ctr"/>
            <a:r>
              <a:rPr lang="en-US" sz="900" dirty="0"/>
              <a:t>19</a:t>
            </a:r>
          </a:p>
        </p:txBody>
      </p:sp>
      <p:sp>
        <p:nvSpPr>
          <p:cNvPr id="18" name="TextBox 17">
            <a:extLst>
              <a:ext uri="{FF2B5EF4-FFF2-40B4-BE49-F238E27FC236}">
                <a16:creationId xmlns:a16="http://schemas.microsoft.com/office/drawing/2014/main" id="{C5077EA4-C34E-2D80-1059-2D4598A32A3F}"/>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2FB2DBCB-5BC6-CE0D-D46B-96FA34DB6A89}"/>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A94190B9-3924-7B16-26D2-B66E6E33FCE4}"/>
              </a:ext>
            </a:extLst>
          </p:cNvPr>
          <p:cNvSpPr txBox="1"/>
          <p:nvPr/>
        </p:nvSpPr>
        <p:spPr>
          <a:xfrm>
            <a:off x="6214537" y="2231221"/>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E38B4562-7112-3E56-EAC2-38DE55DE65E3}"/>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D5ACF54F-6BBF-339D-659E-BC7776CEE704}"/>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52AB158E-D713-3A1B-881D-010ACEFDF2A7}"/>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53744EE3-8154-2219-64D7-04C5A7851D33}"/>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41970BF0-ED41-F18C-8D58-9B1DDBEABAF5}"/>
              </a:ext>
            </a:extLst>
          </p:cNvPr>
          <p:cNvSpPr txBox="1"/>
          <p:nvPr/>
        </p:nvSpPr>
        <p:spPr>
          <a:xfrm>
            <a:off x="5147734" y="4408541"/>
            <a:ext cx="570089" cy="230832"/>
          </a:xfrm>
          <a:prstGeom prst="rect">
            <a:avLst/>
          </a:prstGeom>
          <a:noFill/>
        </p:spPr>
        <p:txBody>
          <a:bodyPr wrap="square" rtlCol="0">
            <a:spAutoFit/>
          </a:bodyPr>
          <a:lstStyle/>
          <a:p>
            <a:pPr algn="ctr"/>
            <a:r>
              <a:rPr lang="en-US" sz="900" dirty="0"/>
              <a:t>85</a:t>
            </a:r>
          </a:p>
        </p:txBody>
      </p:sp>
      <p:sp>
        <p:nvSpPr>
          <p:cNvPr id="25" name="TextBox 24">
            <a:extLst>
              <a:ext uri="{FF2B5EF4-FFF2-40B4-BE49-F238E27FC236}">
                <a16:creationId xmlns:a16="http://schemas.microsoft.com/office/drawing/2014/main" id="{0242ECEC-F257-1585-CE2A-5D4664079093}"/>
              </a:ext>
            </a:extLst>
          </p:cNvPr>
          <p:cNvSpPr txBox="1"/>
          <p:nvPr/>
        </p:nvSpPr>
        <p:spPr>
          <a:xfrm>
            <a:off x="4645378" y="2531765"/>
            <a:ext cx="570089" cy="230832"/>
          </a:xfrm>
          <a:prstGeom prst="rect">
            <a:avLst/>
          </a:prstGeom>
          <a:noFill/>
        </p:spPr>
        <p:txBody>
          <a:bodyPr wrap="square" rtlCol="0">
            <a:spAutoFit/>
          </a:bodyPr>
          <a:lstStyle/>
          <a:p>
            <a:pPr algn="ctr"/>
            <a:r>
              <a:rPr lang="en-US" sz="900" dirty="0"/>
              <a:t>578</a:t>
            </a:r>
          </a:p>
        </p:txBody>
      </p:sp>
      <p:sp>
        <p:nvSpPr>
          <p:cNvPr id="27" name="TextBox 26">
            <a:extLst>
              <a:ext uri="{FF2B5EF4-FFF2-40B4-BE49-F238E27FC236}">
                <a16:creationId xmlns:a16="http://schemas.microsoft.com/office/drawing/2014/main" id="{381634C9-856C-A542-4AC2-E6E960286AEF}"/>
              </a:ext>
            </a:extLst>
          </p:cNvPr>
          <p:cNvSpPr txBox="1"/>
          <p:nvPr/>
        </p:nvSpPr>
        <p:spPr>
          <a:xfrm>
            <a:off x="5147734" y="2404765"/>
            <a:ext cx="570089" cy="230832"/>
          </a:xfrm>
          <a:prstGeom prst="rect">
            <a:avLst/>
          </a:prstGeom>
          <a:noFill/>
        </p:spPr>
        <p:txBody>
          <a:bodyPr wrap="square" rtlCol="0">
            <a:spAutoFit/>
          </a:bodyPr>
          <a:lstStyle/>
          <a:p>
            <a:pPr algn="ctr"/>
            <a:r>
              <a:rPr lang="en-US" sz="900" dirty="0"/>
              <a:t>3578</a:t>
            </a:r>
          </a:p>
        </p:txBody>
      </p:sp>
      <p:sp>
        <p:nvSpPr>
          <p:cNvPr id="28" name="TextBox 27">
            <a:extLst>
              <a:ext uri="{FF2B5EF4-FFF2-40B4-BE49-F238E27FC236}">
                <a16:creationId xmlns:a16="http://schemas.microsoft.com/office/drawing/2014/main" id="{5A5581B3-B938-324D-5568-D769E372021F}"/>
              </a:ext>
            </a:extLst>
          </p:cNvPr>
          <p:cNvSpPr txBox="1"/>
          <p:nvPr/>
        </p:nvSpPr>
        <p:spPr>
          <a:xfrm>
            <a:off x="5650090" y="2277765"/>
            <a:ext cx="570089" cy="230832"/>
          </a:xfrm>
          <a:prstGeom prst="rect">
            <a:avLst/>
          </a:prstGeom>
          <a:noFill/>
        </p:spPr>
        <p:txBody>
          <a:bodyPr wrap="square" rtlCol="0">
            <a:spAutoFit/>
          </a:bodyPr>
          <a:lstStyle/>
          <a:p>
            <a:pPr algn="ctr"/>
            <a:r>
              <a:rPr lang="en-US" sz="900" dirty="0"/>
              <a:t>57</a:t>
            </a:r>
          </a:p>
        </p:txBody>
      </p:sp>
      <p:sp>
        <p:nvSpPr>
          <p:cNvPr id="29" name="TextBox 28">
            <a:extLst>
              <a:ext uri="{FF2B5EF4-FFF2-40B4-BE49-F238E27FC236}">
                <a16:creationId xmlns:a16="http://schemas.microsoft.com/office/drawing/2014/main" id="{E2831588-10BB-C273-F84D-088BAD5C750D}"/>
              </a:ext>
            </a:extLst>
          </p:cNvPr>
          <p:cNvSpPr txBox="1"/>
          <p:nvPr/>
        </p:nvSpPr>
        <p:spPr>
          <a:xfrm>
            <a:off x="6654802" y="2404765"/>
            <a:ext cx="570089" cy="230832"/>
          </a:xfrm>
          <a:prstGeom prst="rect">
            <a:avLst/>
          </a:prstGeom>
          <a:noFill/>
        </p:spPr>
        <p:txBody>
          <a:bodyPr wrap="square" rtlCol="0">
            <a:spAutoFit/>
          </a:bodyPr>
          <a:lstStyle/>
          <a:p>
            <a:pPr algn="ctr"/>
            <a:r>
              <a:rPr lang="en-US" sz="900" dirty="0"/>
              <a:t>3578</a:t>
            </a:r>
          </a:p>
        </p:txBody>
      </p:sp>
      <p:sp>
        <p:nvSpPr>
          <p:cNvPr id="30" name="TextBox 29">
            <a:extLst>
              <a:ext uri="{FF2B5EF4-FFF2-40B4-BE49-F238E27FC236}">
                <a16:creationId xmlns:a16="http://schemas.microsoft.com/office/drawing/2014/main" id="{99C14782-9470-0B79-E8A9-267161EF769B}"/>
              </a:ext>
            </a:extLst>
          </p:cNvPr>
          <p:cNvSpPr txBox="1"/>
          <p:nvPr/>
        </p:nvSpPr>
        <p:spPr>
          <a:xfrm>
            <a:off x="6152446" y="3032709"/>
            <a:ext cx="570089" cy="230832"/>
          </a:xfrm>
          <a:prstGeom prst="rect">
            <a:avLst/>
          </a:prstGeom>
          <a:noFill/>
        </p:spPr>
        <p:txBody>
          <a:bodyPr wrap="square" rtlCol="0">
            <a:spAutoFit/>
          </a:bodyPr>
          <a:lstStyle/>
          <a:p>
            <a:pPr algn="ctr"/>
            <a:r>
              <a:rPr lang="en-US" sz="900" dirty="0"/>
              <a:t>57</a:t>
            </a:r>
          </a:p>
        </p:txBody>
      </p:sp>
      <p:sp>
        <p:nvSpPr>
          <p:cNvPr id="31" name="TextBox 30">
            <a:extLst>
              <a:ext uri="{FF2B5EF4-FFF2-40B4-BE49-F238E27FC236}">
                <a16:creationId xmlns:a16="http://schemas.microsoft.com/office/drawing/2014/main" id="{45345F88-0E9B-0373-E355-BFD78D8081AB}"/>
              </a:ext>
            </a:extLst>
          </p:cNvPr>
          <p:cNvSpPr txBox="1"/>
          <p:nvPr/>
        </p:nvSpPr>
        <p:spPr>
          <a:xfrm>
            <a:off x="5650090" y="2905709"/>
            <a:ext cx="570089" cy="230832"/>
          </a:xfrm>
          <a:prstGeom prst="rect">
            <a:avLst/>
          </a:prstGeom>
          <a:noFill/>
        </p:spPr>
        <p:txBody>
          <a:bodyPr wrap="square" rtlCol="0">
            <a:spAutoFit/>
          </a:bodyPr>
          <a:lstStyle/>
          <a:p>
            <a:pPr algn="ctr"/>
            <a:r>
              <a:rPr lang="en-US" sz="900" dirty="0"/>
              <a:t>62</a:t>
            </a:r>
          </a:p>
        </p:txBody>
      </p:sp>
    </p:spTree>
    <p:extLst>
      <p:ext uri="{BB962C8B-B14F-4D97-AF65-F5344CB8AC3E}">
        <p14:creationId xmlns:p14="http://schemas.microsoft.com/office/powerpoint/2010/main" val="35152683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3D53A-75D1-A157-1CBE-63811A503A8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2F9A9A8-8DC3-6000-28B1-E8C117FEE925}"/>
              </a:ext>
            </a:extLst>
          </p:cNvPr>
          <p:cNvSpPr>
            <a:spLocks noGrp="1"/>
          </p:cNvSpPr>
          <p:nvPr>
            <p:ph sz="half" idx="1"/>
          </p:nvPr>
        </p:nvSpPr>
        <p:spPr/>
        <p:txBody>
          <a:bodyPr>
            <a:normAutofit fontScale="85000" lnSpcReduction="10000"/>
          </a:bodyPr>
          <a:lstStyle/>
          <a:p>
            <a:r>
              <a:rPr lang="en-US" dirty="0"/>
              <a:t>Columns 6–9 consist of five cages and an odd cell (3578) that sum to 180. We know that one of those cages sums to 49, and another sums to 25. Per the instructions, there must be at least one cage that sums to 64, and the only remaining possibility for that is the cage in the lower right. 180–(49+25+64) = 42. The 3-cage could be 9 or 16 and the 4-cage could be 9, 16, or 25. The only combination that works is 9 and 25, with 8 left over.</a:t>
            </a:r>
          </a:p>
        </p:txBody>
      </p:sp>
      <p:pic>
        <p:nvPicPr>
          <p:cNvPr id="4" name="Picture 3" descr="A grid of sudoku puzzle&#10;&#10;Description automatically generated">
            <a:extLst>
              <a:ext uri="{FF2B5EF4-FFF2-40B4-BE49-F238E27FC236}">
                <a16:creationId xmlns:a16="http://schemas.microsoft.com/office/drawing/2014/main" id="{EBFEC4A7-5443-F452-20FA-B591A513830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3552D7B-0F46-3C6F-4149-8F17776B8B9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D2E74FE-4DA6-472A-70FF-4D72456964A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765BBA1-0037-0A00-80FA-B16CDDD32F73}"/>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CEDA489-967B-D31B-6CCE-44E09C4D8EA3}"/>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819941A8-9B91-0850-AF57-1EC745F67941}"/>
              </a:ext>
            </a:extLst>
          </p:cNvPr>
          <p:cNvSpPr txBox="1"/>
          <p:nvPr/>
        </p:nvSpPr>
        <p:spPr>
          <a:xfrm>
            <a:off x="3640666" y="2905709"/>
            <a:ext cx="570089" cy="230832"/>
          </a:xfrm>
          <a:prstGeom prst="rect">
            <a:avLst/>
          </a:prstGeom>
          <a:noFill/>
        </p:spPr>
        <p:txBody>
          <a:bodyPr wrap="square" rtlCol="0">
            <a:spAutoFit/>
          </a:bodyPr>
          <a:lstStyle/>
          <a:p>
            <a:pPr algn="ctr"/>
            <a:r>
              <a:rPr lang="en-US" sz="900" dirty="0"/>
              <a:t>5789</a:t>
            </a:r>
          </a:p>
        </p:txBody>
      </p:sp>
      <p:sp>
        <p:nvSpPr>
          <p:cNvPr id="9" name="TextBox 8">
            <a:extLst>
              <a:ext uri="{FF2B5EF4-FFF2-40B4-BE49-F238E27FC236}">
                <a16:creationId xmlns:a16="http://schemas.microsoft.com/office/drawing/2014/main" id="{B546058D-96DB-24AE-5F3C-3F39BC38F618}"/>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5789</a:t>
            </a:r>
          </a:p>
        </p:txBody>
      </p:sp>
      <p:sp>
        <p:nvSpPr>
          <p:cNvPr id="11" name="TextBox 10">
            <a:extLst>
              <a:ext uri="{FF2B5EF4-FFF2-40B4-BE49-F238E27FC236}">
                <a16:creationId xmlns:a16="http://schemas.microsoft.com/office/drawing/2014/main" id="{B2401F83-26FE-47A2-C695-9384652755F2}"/>
              </a:ext>
            </a:extLst>
          </p:cNvPr>
          <p:cNvSpPr txBox="1"/>
          <p:nvPr/>
        </p:nvSpPr>
        <p:spPr>
          <a:xfrm>
            <a:off x="3640666" y="3406653"/>
            <a:ext cx="570089" cy="230832"/>
          </a:xfrm>
          <a:prstGeom prst="rect">
            <a:avLst/>
          </a:prstGeom>
          <a:noFill/>
        </p:spPr>
        <p:txBody>
          <a:bodyPr wrap="square" rtlCol="0">
            <a:spAutoFit/>
          </a:bodyPr>
          <a:lstStyle/>
          <a:p>
            <a:pPr algn="ctr"/>
            <a:r>
              <a:rPr lang="en-US" sz="900" dirty="0"/>
              <a:t>5789</a:t>
            </a:r>
          </a:p>
        </p:txBody>
      </p:sp>
      <p:sp>
        <p:nvSpPr>
          <p:cNvPr id="12" name="TextBox 11">
            <a:extLst>
              <a:ext uri="{FF2B5EF4-FFF2-40B4-BE49-F238E27FC236}">
                <a16:creationId xmlns:a16="http://schemas.microsoft.com/office/drawing/2014/main" id="{18405252-5683-DE86-906F-468038F07D3F}"/>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5789</a:t>
            </a:r>
          </a:p>
        </p:txBody>
      </p:sp>
      <p:sp>
        <p:nvSpPr>
          <p:cNvPr id="13" name="TextBox 12">
            <a:extLst>
              <a:ext uri="{FF2B5EF4-FFF2-40B4-BE49-F238E27FC236}">
                <a16:creationId xmlns:a16="http://schemas.microsoft.com/office/drawing/2014/main" id="{82043081-6C20-998A-39BF-8DB32FE0934D}"/>
              </a:ext>
            </a:extLst>
          </p:cNvPr>
          <p:cNvSpPr txBox="1"/>
          <p:nvPr/>
        </p:nvSpPr>
        <p:spPr>
          <a:xfrm>
            <a:off x="3640666" y="2404765"/>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025AE55A-FA7D-516B-B538-DCFB3D7FEBBE}"/>
              </a:ext>
            </a:extLst>
          </p:cNvPr>
          <p:cNvSpPr txBox="1"/>
          <p:nvPr/>
        </p:nvSpPr>
        <p:spPr>
          <a:xfrm>
            <a:off x="4143022" y="2404765"/>
            <a:ext cx="570089" cy="230832"/>
          </a:xfrm>
          <a:prstGeom prst="rect">
            <a:avLst/>
          </a:prstGeom>
          <a:noFill/>
        </p:spPr>
        <p:txBody>
          <a:bodyPr wrap="square" rtlCol="0">
            <a:spAutoFit/>
          </a:bodyPr>
          <a:lstStyle/>
          <a:p>
            <a:pPr algn="ctr"/>
            <a:r>
              <a:rPr lang="en-US" sz="900" dirty="0"/>
              <a:t>61</a:t>
            </a:r>
          </a:p>
        </p:txBody>
      </p:sp>
      <p:sp>
        <p:nvSpPr>
          <p:cNvPr id="16" name="TextBox 15">
            <a:extLst>
              <a:ext uri="{FF2B5EF4-FFF2-40B4-BE49-F238E27FC236}">
                <a16:creationId xmlns:a16="http://schemas.microsoft.com/office/drawing/2014/main" id="{BF22B1DB-E536-5969-130F-6778D03C0567}"/>
              </a:ext>
            </a:extLst>
          </p:cNvPr>
          <p:cNvSpPr txBox="1"/>
          <p:nvPr/>
        </p:nvSpPr>
        <p:spPr>
          <a:xfrm>
            <a:off x="3138310" y="901933"/>
            <a:ext cx="570089" cy="230832"/>
          </a:xfrm>
          <a:prstGeom prst="rect">
            <a:avLst/>
          </a:prstGeom>
          <a:noFill/>
        </p:spPr>
        <p:txBody>
          <a:bodyPr wrap="square" rtlCol="0">
            <a:spAutoFit/>
          </a:bodyPr>
          <a:lstStyle/>
          <a:p>
            <a:pPr algn="ctr"/>
            <a:r>
              <a:rPr lang="en-US" sz="900" dirty="0"/>
              <a:t>19</a:t>
            </a:r>
          </a:p>
        </p:txBody>
      </p:sp>
      <p:sp>
        <p:nvSpPr>
          <p:cNvPr id="17" name="TextBox 16">
            <a:extLst>
              <a:ext uri="{FF2B5EF4-FFF2-40B4-BE49-F238E27FC236}">
                <a16:creationId xmlns:a16="http://schemas.microsoft.com/office/drawing/2014/main" id="{DAF024D1-1928-4C3E-217F-1E59025C313C}"/>
              </a:ext>
            </a:extLst>
          </p:cNvPr>
          <p:cNvSpPr txBox="1"/>
          <p:nvPr/>
        </p:nvSpPr>
        <p:spPr>
          <a:xfrm>
            <a:off x="5147734" y="4909484"/>
            <a:ext cx="570089" cy="230832"/>
          </a:xfrm>
          <a:prstGeom prst="rect">
            <a:avLst/>
          </a:prstGeom>
          <a:noFill/>
        </p:spPr>
        <p:txBody>
          <a:bodyPr wrap="square" rtlCol="0">
            <a:spAutoFit/>
          </a:bodyPr>
          <a:lstStyle/>
          <a:p>
            <a:pPr algn="ctr"/>
            <a:r>
              <a:rPr lang="en-US" sz="900" dirty="0"/>
              <a:t>14</a:t>
            </a:r>
          </a:p>
        </p:txBody>
      </p:sp>
      <p:sp>
        <p:nvSpPr>
          <p:cNvPr id="21" name="TextBox 20">
            <a:extLst>
              <a:ext uri="{FF2B5EF4-FFF2-40B4-BE49-F238E27FC236}">
                <a16:creationId xmlns:a16="http://schemas.microsoft.com/office/drawing/2014/main" id="{643490BB-B853-CA54-1B82-06C17CFC71BE}"/>
              </a:ext>
            </a:extLst>
          </p:cNvPr>
          <p:cNvSpPr txBox="1"/>
          <p:nvPr/>
        </p:nvSpPr>
        <p:spPr>
          <a:xfrm>
            <a:off x="7157158" y="1764121"/>
            <a:ext cx="570089" cy="230832"/>
          </a:xfrm>
          <a:prstGeom prst="rect">
            <a:avLst/>
          </a:prstGeom>
          <a:noFill/>
        </p:spPr>
        <p:txBody>
          <a:bodyPr wrap="square" rtlCol="0">
            <a:spAutoFit/>
          </a:bodyPr>
          <a:lstStyle/>
          <a:p>
            <a:pPr algn="ctr"/>
            <a:r>
              <a:rPr lang="en-US" sz="900" dirty="0"/>
              <a:t>19</a:t>
            </a:r>
          </a:p>
        </p:txBody>
      </p:sp>
      <p:sp>
        <p:nvSpPr>
          <p:cNvPr id="24" name="TextBox 23">
            <a:extLst>
              <a:ext uri="{FF2B5EF4-FFF2-40B4-BE49-F238E27FC236}">
                <a16:creationId xmlns:a16="http://schemas.microsoft.com/office/drawing/2014/main" id="{973769B2-7E74-07BC-40ED-CAA4835D15D4}"/>
              </a:ext>
            </a:extLst>
          </p:cNvPr>
          <p:cNvSpPr txBox="1"/>
          <p:nvPr/>
        </p:nvSpPr>
        <p:spPr>
          <a:xfrm>
            <a:off x="3640666" y="4059997"/>
            <a:ext cx="570089" cy="230832"/>
          </a:xfrm>
          <a:prstGeom prst="rect">
            <a:avLst/>
          </a:prstGeom>
          <a:noFill/>
        </p:spPr>
        <p:txBody>
          <a:bodyPr wrap="square" rtlCol="0">
            <a:spAutoFit/>
          </a:bodyPr>
          <a:lstStyle/>
          <a:p>
            <a:pPr algn="ctr"/>
            <a:r>
              <a:rPr lang="en-US" sz="900" dirty="0"/>
              <a:t>19</a:t>
            </a:r>
          </a:p>
        </p:txBody>
      </p:sp>
      <p:sp>
        <p:nvSpPr>
          <p:cNvPr id="18" name="TextBox 17">
            <a:extLst>
              <a:ext uri="{FF2B5EF4-FFF2-40B4-BE49-F238E27FC236}">
                <a16:creationId xmlns:a16="http://schemas.microsoft.com/office/drawing/2014/main" id="{591F94E5-D064-4710-EC8E-0DC8F6AA7FA2}"/>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8192ED44-149A-F19F-9D47-4B83C20A6421}"/>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23B526BA-292F-0785-76F6-03CC8886ECCB}"/>
              </a:ext>
            </a:extLst>
          </p:cNvPr>
          <p:cNvSpPr txBox="1"/>
          <p:nvPr/>
        </p:nvSpPr>
        <p:spPr>
          <a:xfrm>
            <a:off x="6214537" y="2231221"/>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ACB6652A-7EBD-6E92-1B4A-A1B65C314596}"/>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6686990F-D08A-DF97-2B14-0FBD2F4C3359}"/>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5A4B122D-4DC2-C260-C765-9BCB26D65345}"/>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A23197D7-D717-5A7D-FB4D-CAD58FB02770}"/>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0F44C806-942A-386B-D60F-1B1F95927FA4}"/>
              </a:ext>
            </a:extLst>
          </p:cNvPr>
          <p:cNvSpPr txBox="1"/>
          <p:nvPr/>
        </p:nvSpPr>
        <p:spPr>
          <a:xfrm>
            <a:off x="5147734" y="4408541"/>
            <a:ext cx="570089" cy="230832"/>
          </a:xfrm>
          <a:prstGeom prst="rect">
            <a:avLst/>
          </a:prstGeom>
          <a:noFill/>
        </p:spPr>
        <p:txBody>
          <a:bodyPr wrap="square" rtlCol="0">
            <a:spAutoFit/>
          </a:bodyPr>
          <a:lstStyle/>
          <a:p>
            <a:pPr algn="ctr"/>
            <a:r>
              <a:rPr lang="en-US" sz="900" dirty="0"/>
              <a:t>85</a:t>
            </a:r>
          </a:p>
        </p:txBody>
      </p:sp>
      <p:sp>
        <p:nvSpPr>
          <p:cNvPr id="25" name="TextBox 24">
            <a:extLst>
              <a:ext uri="{FF2B5EF4-FFF2-40B4-BE49-F238E27FC236}">
                <a16:creationId xmlns:a16="http://schemas.microsoft.com/office/drawing/2014/main" id="{9A4A3DBF-A531-CA9C-6899-5EEE04680710}"/>
              </a:ext>
            </a:extLst>
          </p:cNvPr>
          <p:cNvSpPr txBox="1"/>
          <p:nvPr/>
        </p:nvSpPr>
        <p:spPr>
          <a:xfrm>
            <a:off x="4645378" y="2531765"/>
            <a:ext cx="570089" cy="230832"/>
          </a:xfrm>
          <a:prstGeom prst="rect">
            <a:avLst/>
          </a:prstGeom>
          <a:noFill/>
        </p:spPr>
        <p:txBody>
          <a:bodyPr wrap="square" rtlCol="0">
            <a:spAutoFit/>
          </a:bodyPr>
          <a:lstStyle/>
          <a:p>
            <a:pPr algn="ctr"/>
            <a:r>
              <a:rPr lang="en-US" sz="900" dirty="0"/>
              <a:t>578</a:t>
            </a:r>
          </a:p>
        </p:txBody>
      </p:sp>
      <p:sp>
        <p:nvSpPr>
          <p:cNvPr id="27" name="TextBox 26">
            <a:extLst>
              <a:ext uri="{FF2B5EF4-FFF2-40B4-BE49-F238E27FC236}">
                <a16:creationId xmlns:a16="http://schemas.microsoft.com/office/drawing/2014/main" id="{C230CA17-F4DE-AD1B-B94B-501D80B27CEC}"/>
              </a:ext>
            </a:extLst>
          </p:cNvPr>
          <p:cNvSpPr txBox="1"/>
          <p:nvPr/>
        </p:nvSpPr>
        <p:spPr>
          <a:xfrm>
            <a:off x="5147734" y="2404765"/>
            <a:ext cx="570089" cy="230832"/>
          </a:xfrm>
          <a:prstGeom prst="rect">
            <a:avLst/>
          </a:prstGeom>
          <a:noFill/>
        </p:spPr>
        <p:txBody>
          <a:bodyPr wrap="square" rtlCol="0">
            <a:spAutoFit/>
          </a:bodyPr>
          <a:lstStyle/>
          <a:p>
            <a:pPr algn="ctr"/>
            <a:r>
              <a:rPr lang="en-US" sz="900" dirty="0"/>
              <a:t>3578</a:t>
            </a:r>
          </a:p>
        </p:txBody>
      </p:sp>
      <p:sp>
        <p:nvSpPr>
          <p:cNvPr id="28" name="TextBox 27">
            <a:extLst>
              <a:ext uri="{FF2B5EF4-FFF2-40B4-BE49-F238E27FC236}">
                <a16:creationId xmlns:a16="http://schemas.microsoft.com/office/drawing/2014/main" id="{3FEE34A4-B7B1-62E6-6D31-3A622C0F41AA}"/>
              </a:ext>
            </a:extLst>
          </p:cNvPr>
          <p:cNvSpPr txBox="1"/>
          <p:nvPr/>
        </p:nvSpPr>
        <p:spPr>
          <a:xfrm>
            <a:off x="5650090" y="2277765"/>
            <a:ext cx="570089" cy="230832"/>
          </a:xfrm>
          <a:prstGeom prst="rect">
            <a:avLst/>
          </a:prstGeom>
          <a:noFill/>
        </p:spPr>
        <p:txBody>
          <a:bodyPr wrap="square" rtlCol="0">
            <a:spAutoFit/>
          </a:bodyPr>
          <a:lstStyle/>
          <a:p>
            <a:pPr algn="ctr"/>
            <a:r>
              <a:rPr lang="en-US" sz="900" dirty="0"/>
              <a:t>57</a:t>
            </a:r>
          </a:p>
        </p:txBody>
      </p:sp>
      <p:sp>
        <p:nvSpPr>
          <p:cNvPr id="30" name="TextBox 29">
            <a:extLst>
              <a:ext uri="{FF2B5EF4-FFF2-40B4-BE49-F238E27FC236}">
                <a16:creationId xmlns:a16="http://schemas.microsoft.com/office/drawing/2014/main" id="{987F7DD9-E824-B039-6FB7-D9469A66510B}"/>
              </a:ext>
            </a:extLst>
          </p:cNvPr>
          <p:cNvSpPr txBox="1"/>
          <p:nvPr/>
        </p:nvSpPr>
        <p:spPr>
          <a:xfrm>
            <a:off x="6152446" y="3032709"/>
            <a:ext cx="570089" cy="230832"/>
          </a:xfrm>
          <a:prstGeom prst="rect">
            <a:avLst/>
          </a:prstGeom>
          <a:noFill/>
        </p:spPr>
        <p:txBody>
          <a:bodyPr wrap="square" rtlCol="0">
            <a:spAutoFit/>
          </a:bodyPr>
          <a:lstStyle/>
          <a:p>
            <a:pPr algn="ctr"/>
            <a:r>
              <a:rPr lang="en-US" sz="900" dirty="0"/>
              <a:t>57</a:t>
            </a:r>
          </a:p>
        </p:txBody>
      </p:sp>
      <p:sp>
        <p:nvSpPr>
          <p:cNvPr id="31" name="TextBox 30">
            <a:extLst>
              <a:ext uri="{FF2B5EF4-FFF2-40B4-BE49-F238E27FC236}">
                <a16:creationId xmlns:a16="http://schemas.microsoft.com/office/drawing/2014/main" id="{F474EB3D-0EC6-81CC-ED69-D0EDECF7C6FF}"/>
              </a:ext>
            </a:extLst>
          </p:cNvPr>
          <p:cNvSpPr txBox="1"/>
          <p:nvPr/>
        </p:nvSpPr>
        <p:spPr>
          <a:xfrm>
            <a:off x="5650090" y="2905709"/>
            <a:ext cx="570089" cy="230832"/>
          </a:xfrm>
          <a:prstGeom prst="rect">
            <a:avLst/>
          </a:prstGeom>
          <a:noFill/>
        </p:spPr>
        <p:txBody>
          <a:bodyPr wrap="square" rtlCol="0">
            <a:spAutoFit/>
          </a:bodyPr>
          <a:lstStyle/>
          <a:p>
            <a:pPr algn="ctr"/>
            <a:r>
              <a:rPr lang="en-US" sz="900" dirty="0"/>
              <a:t>62</a:t>
            </a:r>
          </a:p>
        </p:txBody>
      </p:sp>
      <p:sp>
        <p:nvSpPr>
          <p:cNvPr id="32" name="TextBox 31">
            <a:extLst>
              <a:ext uri="{FF2B5EF4-FFF2-40B4-BE49-F238E27FC236}">
                <a16:creationId xmlns:a16="http://schemas.microsoft.com/office/drawing/2014/main" id="{3E002323-6FDE-7E5E-F710-E678A4A951D3}"/>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17937492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56789-3790-776E-3792-457B875857E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24EBBE0-2A52-FCA3-58C5-6C87C5D91E13}"/>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FE458038-412C-D824-7F27-9EB6501D3C1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4D13384-566E-DFF5-050E-358AF0174E7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D5A24E1-0A10-D2CE-EAD4-329D6E5ED3E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6AEAED9-B517-41B2-72FF-29AADB387BE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1E9DD17-4B20-24A8-C295-82C554E9E992}"/>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106EB827-EED8-46E2-3828-93D892A9461B}"/>
              </a:ext>
            </a:extLst>
          </p:cNvPr>
          <p:cNvSpPr txBox="1"/>
          <p:nvPr/>
        </p:nvSpPr>
        <p:spPr>
          <a:xfrm>
            <a:off x="3640666" y="2905709"/>
            <a:ext cx="570089" cy="230832"/>
          </a:xfrm>
          <a:prstGeom prst="rect">
            <a:avLst/>
          </a:prstGeom>
          <a:noFill/>
        </p:spPr>
        <p:txBody>
          <a:bodyPr wrap="square" rtlCol="0">
            <a:spAutoFit/>
          </a:bodyPr>
          <a:lstStyle/>
          <a:p>
            <a:pPr algn="ctr"/>
            <a:r>
              <a:rPr lang="en-US" sz="900" dirty="0"/>
              <a:t>5789</a:t>
            </a:r>
          </a:p>
        </p:txBody>
      </p:sp>
      <p:sp>
        <p:nvSpPr>
          <p:cNvPr id="9" name="TextBox 8">
            <a:extLst>
              <a:ext uri="{FF2B5EF4-FFF2-40B4-BE49-F238E27FC236}">
                <a16:creationId xmlns:a16="http://schemas.microsoft.com/office/drawing/2014/main" id="{9F2C4F3A-5EA4-C3CD-DD4D-7119963A864D}"/>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5789</a:t>
            </a:r>
          </a:p>
        </p:txBody>
      </p:sp>
      <p:sp>
        <p:nvSpPr>
          <p:cNvPr id="11" name="TextBox 10">
            <a:extLst>
              <a:ext uri="{FF2B5EF4-FFF2-40B4-BE49-F238E27FC236}">
                <a16:creationId xmlns:a16="http://schemas.microsoft.com/office/drawing/2014/main" id="{6EF6F958-D2FE-3262-CA0E-DFBFB8CCEB4D}"/>
              </a:ext>
            </a:extLst>
          </p:cNvPr>
          <p:cNvSpPr txBox="1"/>
          <p:nvPr/>
        </p:nvSpPr>
        <p:spPr>
          <a:xfrm>
            <a:off x="3640666" y="3406653"/>
            <a:ext cx="570089" cy="230832"/>
          </a:xfrm>
          <a:prstGeom prst="rect">
            <a:avLst/>
          </a:prstGeom>
          <a:noFill/>
        </p:spPr>
        <p:txBody>
          <a:bodyPr wrap="square" rtlCol="0">
            <a:spAutoFit/>
          </a:bodyPr>
          <a:lstStyle/>
          <a:p>
            <a:pPr algn="ctr"/>
            <a:r>
              <a:rPr lang="en-US" sz="900" dirty="0"/>
              <a:t>5789</a:t>
            </a:r>
          </a:p>
        </p:txBody>
      </p:sp>
      <p:sp>
        <p:nvSpPr>
          <p:cNvPr id="12" name="TextBox 11">
            <a:extLst>
              <a:ext uri="{FF2B5EF4-FFF2-40B4-BE49-F238E27FC236}">
                <a16:creationId xmlns:a16="http://schemas.microsoft.com/office/drawing/2014/main" id="{13A823D7-BB6C-359D-53B6-5CBDD3E12890}"/>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5789</a:t>
            </a:r>
          </a:p>
        </p:txBody>
      </p:sp>
      <p:sp>
        <p:nvSpPr>
          <p:cNvPr id="13" name="TextBox 12">
            <a:extLst>
              <a:ext uri="{FF2B5EF4-FFF2-40B4-BE49-F238E27FC236}">
                <a16:creationId xmlns:a16="http://schemas.microsoft.com/office/drawing/2014/main" id="{EED8FFC1-80EE-BB0C-02F4-4B15BE782C52}"/>
              </a:ext>
            </a:extLst>
          </p:cNvPr>
          <p:cNvSpPr txBox="1"/>
          <p:nvPr/>
        </p:nvSpPr>
        <p:spPr>
          <a:xfrm>
            <a:off x="3640666" y="2404765"/>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04DACBC2-6FE6-D5C3-D6FB-4CBF8FF0EDB6}"/>
              </a:ext>
            </a:extLst>
          </p:cNvPr>
          <p:cNvSpPr txBox="1"/>
          <p:nvPr/>
        </p:nvSpPr>
        <p:spPr>
          <a:xfrm>
            <a:off x="4143022" y="2404765"/>
            <a:ext cx="570089" cy="230832"/>
          </a:xfrm>
          <a:prstGeom prst="rect">
            <a:avLst/>
          </a:prstGeom>
          <a:noFill/>
        </p:spPr>
        <p:txBody>
          <a:bodyPr wrap="square" rtlCol="0">
            <a:spAutoFit/>
          </a:bodyPr>
          <a:lstStyle/>
          <a:p>
            <a:pPr algn="ctr"/>
            <a:r>
              <a:rPr lang="en-US" sz="900" dirty="0"/>
              <a:t>61</a:t>
            </a:r>
          </a:p>
        </p:txBody>
      </p:sp>
      <p:sp>
        <p:nvSpPr>
          <p:cNvPr id="16" name="TextBox 15">
            <a:extLst>
              <a:ext uri="{FF2B5EF4-FFF2-40B4-BE49-F238E27FC236}">
                <a16:creationId xmlns:a16="http://schemas.microsoft.com/office/drawing/2014/main" id="{98F5D6CF-7964-31EB-AEA6-ADC27A9B7385}"/>
              </a:ext>
            </a:extLst>
          </p:cNvPr>
          <p:cNvSpPr txBox="1"/>
          <p:nvPr/>
        </p:nvSpPr>
        <p:spPr>
          <a:xfrm>
            <a:off x="3138310" y="901933"/>
            <a:ext cx="570089" cy="230832"/>
          </a:xfrm>
          <a:prstGeom prst="rect">
            <a:avLst/>
          </a:prstGeom>
          <a:noFill/>
        </p:spPr>
        <p:txBody>
          <a:bodyPr wrap="square" rtlCol="0">
            <a:spAutoFit/>
          </a:bodyPr>
          <a:lstStyle/>
          <a:p>
            <a:pPr algn="ctr"/>
            <a:r>
              <a:rPr lang="en-US" sz="900" dirty="0"/>
              <a:t>19</a:t>
            </a:r>
          </a:p>
        </p:txBody>
      </p:sp>
      <p:sp>
        <p:nvSpPr>
          <p:cNvPr id="17" name="TextBox 16">
            <a:extLst>
              <a:ext uri="{FF2B5EF4-FFF2-40B4-BE49-F238E27FC236}">
                <a16:creationId xmlns:a16="http://schemas.microsoft.com/office/drawing/2014/main" id="{61F2A7A5-7993-1D5A-3F46-E1E9B5E6F9A7}"/>
              </a:ext>
            </a:extLst>
          </p:cNvPr>
          <p:cNvSpPr txBox="1"/>
          <p:nvPr/>
        </p:nvSpPr>
        <p:spPr>
          <a:xfrm>
            <a:off x="5147734" y="4909484"/>
            <a:ext cx="570089" cy="230832"/>
          </a:xfrm>
          <a:prstGeom prst="rect">
            <a:avLst/>
          </a:prstGeom>
          <a:noFill/>
        </p:spPr>
        <p:txBody>
          <a:bodyPr wrap="square" rtlCol="0">
            <a:spAutoFit/>
          </a:bodyPr>
          <a:lstStyle/>
          <a:p>
            <a:pPr algn="ctr"/>
            <a:r>
              <a:rPr lang="en-US" sz="900" dirty="0"/>
              <a:t>14</a:t>
            </a:r>
          </a:p>
        </p:txBody>
      </p:sp>
      <p:sp>
        <p:nvSpPr>
          <p:cNvPr id="21" name="TextBox 20">
            <a:extLst>
              <a:ext uri="{FF2B5EF4-FFF2-40B4-BE49-F238E27FC236}">
                <a16:creationId xmlns:a16="http://schemas.microsoft.com/office/drawing/2014/main" id="{82269820-47FB-708A-F31F-69672F4606C3}"/>
              </a:ext>
            </a:extLst>
          </p:cNvPr>
          <p:cNvSpPr txBox="1"/>
          <p:nvPr/>
        </p:nvSpPr>
        <p:spPr>
          <a:xfrm>
            <a:off x="7157158" y="1764121"/>
            <a:ext cx="570089" cy="230832"/>
          </a:xfrm>
          <a:prstGeom prst="rect">
            <a:avLst/>
          </a:prstGeom>
          <a:noFill/>
        </p:spPr>
        <p:txBody>
          <a:bodyPr wrap="square" rtlCol="0">
            <a:spAutoFit/>
          </a:bodyPr>
          <a:lstStyle/>
          <a:p>
            <a:pPr algn="ctr"/>
            <a:r>
              <a:rPr lang="en-US" sz="900" dirty="0"/>
              <a:t>19</a:t>
            </a:r>
          </a:p>
        </p:txBody>
      </p:sp>
      <p:sp>
        <p:nvSpPr>
          <p:cNvPr id="24" name="TextBox 23">
            <a:extLst>
              <a:ext uri="{FF2B5EF4-FFF2-40B4-BE49-F238E27FC236}">
                <a16:creationId xmlns:a16="http://schemas.microsoft.com/office/drawing/2014/main" id="{0C418A16-2F28-946C-03C3-3502B96EC768}"/>
              </a:ext>
            </a:extLst>
          </p:cNvPr>
          <p:cNvSpPr txBox="1"/>
          <p:nvPr/>
        </p:nvSpPr>
        <p:spPr>
          <a:xfrm>
            <a:off x="3640666" y="4059997"/>
            <a:ext cx="570089" cy="230832"/>
          </a:xfrm>
          <a:prstGeom prst="rect">
            <a:avLst/>
          </a:prstGeom>
          <a:noFill/>
        </p:spPr>
        <p:txBody>
          <a:bodyPr wrap="square" rtlCol="0">
            <a:spAutoFit/>
          </a:bodyPr>
          <a:lstStyle/>
          <a:p>
            <a:pPr algn="ctr"/>
            <a:r>
              <a:rPr lang="en-US" sz="900" dirty="0"/>
              <a:t>19</a:t>
            </a:r>
          </a:p>
        </p:txBody>
      </p:sp>
      <p:sp>
        <p:nvSpPr>
          <p:cNvPr id="18" name="TextBox 17">
            <a:extLst>
              <a:ext uri="{FF2B5EF4-FFF2-40B4-BE49-F238E27FC236}">
                <a16:creationId xmlns:a16="http://schemas.microsoft.com/office/drawing/2014/main" id="{C2436C68-7787-9FC9-E906-3D31DBB763CF}"/>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6FCCE607-4C60-42CA-6CAA-2AA7827BBEF0}"/>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B3627EB1-061F-AD6C-4267-26883B6584AF}"/>
              </a:ext>
            </a:extLst>
          </p:cNvPr>
          <p:cNvSpPr txBox="1"/>
          <p:nvPr/>
        </p:nvSpPr>
        <p:spPr>
          <a:xfrm>
            <a:off x="6214537" y="2231221"/>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C8484FDB-9F15-734A-2D95-5C90FC605C0A}"/>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5F455529-CEDA-E0C1-1583-6972568896B8}"/>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93D1FF64-1AD6-4FF9-33CE-05B8E9E0BFB3}"/>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E2804872-D382-6A0E-909B-61283F364F44}"/>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47266540-996B-36A6-2967-70078BEF789A}"/>
              </a:ext>
            </a:extLst>
          </p:cNvPr>
          <p:cNvSpPr txBox="1"/>
          <p:nvPr/>
        </p:nvSpPr>
        <p:spPr>
          <a:xfrm>
            <a:off x="5147734" y="4408541"/>
            <a:ext cx="570089" cy="230832"/>
          </a:xfrm>
          <a:prstGeom prst="rect">
            <a:avLst/>
          </a:prstGeom>
          <a:noFill/>
        </p:spPr>
        <p:txBody>
          <a:bodyPr wrap="square" rtlCol="0">
            <a:spAutoFit/>
          </a:bodyPr>
          <a:lstStyle/>
          <a:p>
            <a:pPr algn="ctr"/>
            <a:r>
              <a:rPr lang="en-US" sz="900" dirty="0"/>
              <a:t>85</a:t>
            </a:r>
          </a:p>
        </p:txBody>
      </p:sp>
      <p:sp>
        <p:nvSpPr>
          <p:cNvPr id="25" name="TextBox 24">
            <a:extLst>
              <a:ext uri="{FF2B5EF4-FFF2-40B4-BE49-F238E27FC236}">
                <a16:creationId xmlns:a16="http://schemas.microsoft.com/office/drawing/2014/main" id="{5C9104B2-0E6F-B64D-4408-5126D3F8763A}"/>
              </a:ext>
            </a:extLst>
          </p:cNvPr>
          <p:cNvSpPr txBox="1"/>
          <p:nvPr/>
        </p:nvSpPr>
        <p:spPr>
          <a:xfrm>
            <a:off x="4645378" y="2531765"/>
            <a:ext cx="570089" cy="230832"/>
          </a:xfrm>
          <a:prstGeom prst="rect">
            <a:avLst/>
          </a:prstGeom>
          <a:noFill/>
        </p:spPr>
        <p:txBody>
          <a:bodyPr wrap="square" rtlCol="0">
            <a:spAutoFit/>
          </a:bodyPr>
          <a:lstStyle/>
          <a:p>
            <a:pPr algn="ctr"/>
            <a:r>
              <a:rPr lang="en-US" sz="900" dirty="0"/>
              <a:t>57</a:t>
            </a:r>
          </a:p>
        </p:txBody>
      </p:sp>
      <p:sp>
        <p:nvSpPr>
          <p:cNvPr id="27" name="TextBox 26">
            <a:extLst>
              <a:ext uri="{FF2B5EF4-FFF2-40B4-BE49-F238E27FC236}">
                <a16:creationId xmlns:a16="http://schemas.microsoft.com/office/drawing/2014/main" id="{B5BFDD3B-9AFE-E7DC-71CD-D3356EAC8F5E}"/>
              </a:ext>
            </a:extLst>
          </p:cNvPr>
          <p:cNvSpPr txBox="1"/>
          <p:nvPr/>
        </p:nvSpPr>
        <p:spPr>
          <a:xfrm>
            <a:off x="5147734" y="2404765"/>
            <a:ext cx="570089" cy="230832"/>
          </a:xfrm>
          <a:prstGeom prst="rect">
            <a:avLst/>
          </a:prstGeom>
          <a:noFill/>
        </p:spPr>
        <p:txBody>
          <a:bodyPr wrap="square" rtlCol="0">
            <a:spAutoFit/>
          </a:bodyPr>
          <a:lstStyle/>
          <a:p>
            <a:pPr algn="ctr"/>
            <a:r>
              <a:rPr lang="en-US" sz="900" dirty="0"/>
              <a:t>357</a:t>
            </a:r>
          </a:p>
        </p:txBody>
      </p:sp>
      <p:sp>
        <p:nvSpPr>
          <p:cNvPr id="28" name="TextBox 27">
            <a:extLst>
              <a:ext uri="{FF2B5EF4-FFF2-40B4-BE49-F238E27FC236}">
                <a16:creationId xmlns:a16="http://schemas.microsoft.com/office/drawing/2014/main" id="{25AB892E-5670-7828-B074-58B5732FD00F}"/>
              </a:ext>
            </a:extLst>
          </p:cNvPr>
          <p:cNvSpPr txBox="1"/>
          <p:nvPr/>
        </p:nvSpPr>
        <p:spPr>
          <a:xfrm>
            <a:off x="5650090" y="2277765"/>
            <a:ext cx="570089" cy="230832"/>
          </a:xfrm>
          <a:prstGeom prst="rect">
            <a:avLst/>
          </a:prstGeom>
          <a:noFill/>
        </p:spPr>
        <p:txBody>
          <a:bodyPr wrap="square" rtlCol="0">
            <a:spAutoFit/>
          </a:bodyPr>
          <a:lstStyle/>
          <a:p>
            <a:pPr algn="ctr"/>
            <a:r>
              <a:rPr lang="en-US" sz="900" dirty="0"/>
              <a:t>57</a:t>
            </a:r>
          </a:p>
        </p:txBody>
      </p:sp>
      <p:sp>
        <p:nvSpPr>
          <p:cNvPr id="30" name="TextBox 29">
            <a:extLst>
              <a:ext uri="{FF2B5EF4-FFF2-40B4-BE49-F238E27FC236}">
                <a16:creationId xmlns:a16="http://schemas.microsoft.com/office/drawing/2014/main" id="{DE8979A2-6F2C-E63C-9404-4BDE5F6C2F1E}"/>
              </a:ext>
            </a:extLst>
          </p:cNvPr>
          <p:cNvSpPr txBox="1"/>
          <p:nvPr/>
        </p:nvSpPr>
        <p:spPr>
          <a:xfrm>
            <a:off x="6152446" y="3032709"/>
            <a:ext cx="570089" cy="230832"/>
          </a:xfrm>
          <a:prstGeom prst="rect">
            <a:avLst/>
          </a:prstGeom>
          <a:noFill/>
        </p:spPr>
        <p:txBody>
          <a:bodyPr wrap="square" rtlCol="0">
            <a:spAutoFit/>
          </a:bodyPr>
          <a:lstStyle/>
          <a:p>
            <a:pPr algn="ctr"/>
            <a:r>
              <a:rPr lang="en-US" sz="900" dirty="0"/>
              <a:t>57</a:t>
            </a:r>
          </a:p>
        </p:txBody>
      </p:sp>
      <p:sp>
        <p:nvSpPr>
          <p:cNvPr id="31" name="TextBox 30">
            <a:extLst>
              <a:ext uri="{FF2B5EF4-FFF2-40B4-BE49-F238E27FC236}">
                <a16:creationId xmlns:a16="http://schemas.microsoft.com/office/drawing/2014/main" id="{382B7B2F-6E50-CA3C-A280-DAF977577DC1}"/>
              </a:ext>
            </a:extLst>
          </p:cNvPr>
          <p:cNvSpPr txBox="1"/>
          <p:nvPr/>
        </p:nvSpPr>
        <p:spPr>
          <a:xfrm>
            <a:off x="5650090" y="2905709"/>
            <a:ext cx="570089" cy="230832"/>
          </a:xfrm>
          <a:prstGeom prst="rect">
            <a:avLst/>
          </a:prstGeom>
          <a:noFill/>
        </p:spPr>
        <p:txBody>
          <a:bodyPr wrap="square" rtlCol="0">
            <a:spAutoFit/>
          </a:bodyPr>
          <a:lstStyle/>
          <a:p>
            <a:pPr algn="ctr"/>
            <a:r>
              <a:rPr lang="en-US" sz="900" dirty="0"/>
              <a:t>62</a:t>
            </a:r>
          </a:p>
        </p:txBody>
      </p:sp>
      <p:sp>
        <p:nvSpPr>
          <p:cNvPr id="32" name="TextBox 31">
            <a:extLst>
              <a:ext uri="{FF2B5EF4-FFF2-40B4-BE49-F238E27FC236}">
                <a16:creationId xmlns:a16="http://schemas.microsoft.com/office/drawing/2014/main" id="{EC42C72F-C4DD-C3A5-8545-6FB3278A2A8A}"/>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22763605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E1257-9BD5-28FD-CC9A-007AF714E31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9BCE006-D193-9BB1-93BC-76C03016E195}"/>
              </a:ext>
            </a:extLst>
          </p:cNvPr>
          <p:cNvSpPr>
            <a:spLocks noGrp="1"/>
          </p:cNvSpPr>
          <p:nvPr>
            <p:ph sz="half" idx="1"/>
          </p:nvPr>
        </p:nvSpPr>
        <p:spPr/>
        <p:txBody>
          <a:bodyPr>
            <a:normAutofit/>
          </a:bodyPr>
          <a:lstStyle/>
          <a:p>
            <a:r>
              <a:rPr lang="en-US" dirty="0"/>
              <a:t>Last possible 3 in Row 4.</a:t>
            </a:r>
          </a:p>
          <a:p>
            <a:r>
              <a:rPr lang="en-US" dirty="0"/>
              <a:t>Last possible 3 in the right center block.</a:t>
            </a:r>
          </a:p>
        </p:txBody>
      </p:sp>
      <p:pic>
        <p:nvPicPr>
          <p:cNvPr id="4" name="Picture 3" descr="A grid of sudoku puzzle&#10;&#10;Description automatically generated">
            <a:extLst>
              <a:ext uri="{FF2B5EF4-FFF2-40B4-BE49-F238E27FC236}">
                <a16:creationId xmlns:a16="http://schemas.microsoft.com/office/drawing/2014/main" id="{0535A38E-14BC-8215-5129-5E040F3F5BC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E860EC2-F2A0-875B-493B-6ACD986B5B0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3A6BA96-B9D1-D4C2-ED62-BA2779EA56C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3B8542F-D1DB-CED5-96A8-3F04E9A562A6}"/>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CC640BE-CACA-0318-DBDD-1D977C279DA9}"/>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91DFD0FE-8607-96C6-20C6-3E7166EA91AE}"/>
              </a:ext>
            </a:extLst>
          </p:cNvPr>
          <p:cNvSpPr txBox="1"/>
          <p:nvPr/>
        </p:nvSpPr>
        <p:spPr>
          <a:xfrm>
            <a:off x="3640666" y="2905709"/>
            <a:ext cx="570089" cy="230832"/>
          </a:xfrm>
          <a:prstGeom prst="rect">
            <a:avLst/>
          </a:prstGeom>
          <a:noFill/>
        </p:spPr>
        <p:txBody>
          <a:bodyPr wrap="square" rtlCol="0">
            <a:spAutoFit/>
          </a:bodyPr>
          <a:lstStyle/>
          <a:p>
            <a:pPr algn="ctr"/>
            <a:r>
              <a:rPr lang="en-US" sz="900" dirty="0"/>
              <a:t>5789</a:t>
            </a:r>
          </a:p>
        </p:txBody>
      </p:sp>
      <p:sp>
        <p:nvSpPr>
          <p:cNvPr id="9" name="TextBox 8">
            <a:extLst>
              <a:ext uri="{FF2B5EF4-FFF2-40B4-BE49-F238E27FC236}">
                <a16:creationId xmlns:a16="http://schemas.microsoft.com/office/drawing/2014/main" id="{BE023C45-FFC7-0B38-902A-AA10EC23258B}"/>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5789</a:t>
            </a:r>
          </a:p>
        </p:txBody>
      </p:sp>
      <p:sp>
        <p:nvSpPr>
          <p:cNvPr id="11" name="TextBox 10">
            <a:extLst>
              <a:ext uri="{FF2B5EF4-FFF2-40B4-BE49-F238E27FC236}">
                <a16:creationId xmlns:a16="http://schemas.microsoft.com/office/drawing/2014/main" id="{5249E37A-6A44-AC86-25CE-1F8AF8D6A363}"/>
              </a:ext>
            </a:extLst>
          </p:cNvPr>
          <p:cNvSpPr txBox="1"/>
          <p:nvPr/>
        </p:nvSpPr>
        <p:spPr>
          <a:xfrm>
            <a:off x="3640666" y="3406653"/>
            <a:ext cx="570089" cy="230832"/>
          </a:xfrm>
          <a:prstGeom prst="rect">
            <a:avLst/>
          </a:prstGeom>
          <a:noFill/>
        </p:spPr>
        <p:txBody>
          <a:bodyPr wrap="square" rtlCol="0">
            <a:spAutoFit/>
          </a:bodyPr>
          <a:lstStyle/>
          <a:p>
            <a:pPr algn="ctr"/>
            <a:r>
              <a:rPr lang="en-US" sz="900" dirty="0"/>
              <a:t>5789</a:t>
            </a:r>
          </a:p>
        </p:txBody>
      </p:sp>
      <p:sp>
        <p:nvSpPr>
          <p:cNvPr id="12" name="TextBox 11">
            <a:extLst>
              <a:ext uri="{FF2B5EF4-FFF2-40B4-BE49-F238E27FC236}">
                <a16:creationId xmlns:a16="http://schemas.microsoft.com/office/drawing/2014/main" id="{588111A7-9F49-B398-177A-D0D1CBE83493}"/>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5789</a:t>
            </a:r>
          </a:p>
        </p:txBody>
      </p:sp>
      <p:sp>
        <p:nvSpPr>
          <p:cNvPr id="13" name="TextBox 12">
            <a:extLst>
              <a:ext uri="{FF2B5EF4-FFF2-40B4-BE49-F238E27FC236}">
                <a16:creationId xmlns:a16="http://schemas.microsoft.com/office/drawing/2014/main" id="{E5EB3300-A3D6-47A8-F2E1-86E9682611BE}"/>
              </a:ext>
            </a:extLst>
          </p:cNvPr>
          <p:cNvSpPr txBox="1"/>
          <p:nvPr/>
        </p:nvSpPr>
        <p:spPr>
          <a:xfrm>
            <a:off x="3640666" y="2404765"/>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57C685C7-2B59-95B7-4B23-228822B25189}"/>
              </a:ext>
            </a:extLst>
          </p:cNvPr>
          <p:cNvSpPr txBox="1"/>
          <p:nvPr/>
        </p:nvSpPr>
        <p:spPr>
          <a:xfrm>
            <a:off x="4143022" y="2404765"/>
            <a:ext cx="570089" cy="230832"/>
          </a:xfrm>
          <a:prstGeom prst="rect">
            <a:avLst/>
          </a:prstGeom>
          <a:noFill/>
        </p:spPr>
        <p:txBody>
          <a:bodyPr wrap="square" rtlCol="0">
            <a:spAutoFit/>
          </a:bodyPr>
          <a:lstStyle/>
          <a:p>
            <a:pPr algn="ctr"/>
            <a:r>
              <a:rPr lang="en-US" sz="900" dirty="0"/>
              <a:t>61</a:t>
            </a:r>
          </a:p>
        </p:txBody>
      </p:sp>
      <p:sp>
        <p:nvSpPr>
          <p:cNvPr id="16" name="TextBox 15">
            <a:extLst>
              <a:ext uri="{FF2B5EF4-FFF2-40B4-BE49-F238E27FC236}">
                <a16:creationId xmlns:a16="http://schemas.microsoft.com/office/drawing/2014/main" id="{3DACB7AF-4095-A358-7207-CB5EFD529C73}"/>
              </a:ext>
            </a:extLst>
          </p:cNvPr>
          <p:cNvSpPr txBox="1"/>
          <p:nvPr/>
        </p:nvSpPr>
        <p:spPr>
          <a:xfrm>
            <a:off x="3138310" y="901933"/>
            <a:ext cx="570089" cy="230832"/>
          </a:xfrm>
          <a:prstGeom prst="rect">
            <a:avLst/>
          </a:prstGeom>
          <a:noFill/>
        </p:spPr>
        <p:txBody>
          <a:bodyPr wrap="square" rtlCol="0">
            <a:spAutoFit/>
          </a:bodyPr>
          <a:lstStyle/>
          <a:p>
            <a:pPr algn="ctr"/>
            <a:r>
              <a:rPr lang="en-US" sz="900" dirty="0"/>
              <a:t>19</a:t>
            </a:r>
          </a:p>
        </p:txBody>
      </p:sp>
      <p:sp>
        <p:nvSpPr>
          <p:cNvPr id="17" name="TextBox 16">
            <a:extLst>
              <a:ext uri="{FF2B5EF4-FFF2-40B4-BE49-F238E27FC236}">
                <a16:creationId xmlns:a16="http://schemas.microsoft.com/office/drawing/2014/main" id="{155E3B10-9E00-128E-C940-69024C81A9A6}"/>
              </a:ext>
            </a:extLst>
          </p:cNvPr>
          <p:cNvSpPr txBox="1"/>
          <p:nvPr/>
        </p:nvSpPr>
        <p:spPr>
          <a:xfrm>
            <a:off x="5147734" y="4909484"/>
            <a:ext cx="570089" cy="230832"/>
          </a:xfrm>
          <a:prstGeom prst="rect">
            <a:avLst/>
          </a:prstGeom>
          <a:noFill/>
        </p:spPr>
        <p:txBody>
          <a:bodyPr wrap="square" rtlCol="0">
            <a:spAutoFit/>
          </a:bodyPr>
          <a:lstStyle/>
          <a:p>
            <a:pPr algn="ctr"/>
            <a:r>
              <a:rPr lang="en-US" sz="900" dirty="0"/>
              <a:t>14</a:t>
            </a:r>
          </a:p>
        </p:txBody>
      </p:sp>
      <p:sp>
        <p:nvSpPr>
          <p:cNvPr id="21" name="TextBox 20">
            <a:extLst>
              <a:ext uri="{FF2B5EF4-FFF2-40B4-BE49-F238E27FC236}">
                <a16:creationId xmlns:a16="http://schemas.microsoft.com/office/drawing/2014/main" id="{ED5A416D-5F22-7266-C651-5110E7232096}"/>
              </a:ext>
            </a:extLst>
          </p:cNvPr>
          <p:cNvSpPr txBox="1"/>
          <p:nvPr/>
        </p:nvSpPr>
        <p:spPr>
          <a:xfrm>
            <a:off x="7157158" y="1764121"/>
            <a:ext cx="570089" cy="230832"/>
          </a:xfrm>
          <a:prstGeom prst="rect">
            <a:avLst/>
          </a:prstGeom>
          <a:noFill/>
        </p:spPr>
        <p:txBody>
          <a:bodyPr wrap="square" rtlCol="0">
            <a:spAutoFit/>
          </a:bodyPr>
          <a:lstStyle/>
          <a:p>
            <a:pPr algn="ctr"/>
            <a:r>
              <a:rPr lang="en-US" sz="900" dirty="0"/>
              <a:t>19</a:t>
            </a:r>
          </a:p>
        </p:txBody>
      </p:sp>
      <p:sp>
        <p:nvSpPr>
          <p:cNvPr id="24" name="TextBox 23">
            <a:extLst>
              <a:ext uri="{FF2B5EF4-FFF2-40B4-BE49-F238E27FC236}">
                <a16:creationId xmlns:a16="http://schemas.microsoft.com/office/drawing/2014/main" id="{340F2D83-5A70-087C-1A3C-2469F93BE9CC}"/>
              </a:ext>
            </a:extLst>
          </p:cNvPr>
          <p:cNvSpPr txBox="1"/>
          <p:nvPr/>
        </p:nvSpPr>
        <p:spPr>
          <a:xfrm>
            <a:off x="3640666" y="4059997"/>
            <a:ext cx="570089" cy="230832"/>
          </a:xfrm>
          <a:prstGeom prst="rect">
            <a:avLst/>
          </a:prstGeom>
          <a:noFill/>
        </p:spPr>
        <p:txBody>
          <a:bodyPr wrap="square" rtlCol="0">
            <a:spAutoFit/>
          </a:bodyPr>
          <a:lstStyle/>
          <a:p>
            <a:pPr algn="ctr"/>
            <a:r>
              <a:rPr lang="en-US" sz="900" dirty="0"/>
              <a:t>19</a:t>
            </a:r>
          </a:p>
        </p:txBody>
      </p:sp>
      <p:sp>
        <p:nvSpPr>
          <p:cNvPr id="18" name="TextBox 17">
            <a:extLst>
              <a:ext uri="{FF2B5EF4-FFF2-40B4-BE49-F238E27FC236}">
                <a16:creationId xmlns:a16="http://schemas.microsoft.com/office/drawing/2014/main" id="{DEB1754F-23A8-FD9D-CF62-986C4414A86D}"/>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C0819EAC-51B4-D1C6-CD7E-0544EB156CDA}"/>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2B25CFCF-E679-5E3C-9AA6-A3FA5667BEEB}"/>
              </a:ext>
            </a:extLst>
          </p:cNvPr>
          <p:cNvSpPr txBox="1"/>
          <p:nvPr/>
        </p:nvSpPr>
        <p:spPr>
          <a:xfrm>
            <a:off x="6214537" y="2231221"/>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F739C651-F427-B518-09C0-501ACBC5563B}"/>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01BFD6AA-5816-2F34-7BFD-7FEE449AC7F6}"/>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EDA24DBC-5078-7564-1105-EF0BCCBEC782}"/>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4DF1E71A-1EE4-6641-45BA-BFF335365173}"/>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54F0EE47-69C9-6883-1AB9-D0978F110F1A}"/>
              </a:ext>
            </a:extLst>
          </p:cNvPr>
          <p:cNvSpPr txBox="1"/>
          <p:nvPr/>
        </p:nvSpPr>
        <p:spPr>
          <a:xfrm>
            <a:off x="5147734" y="4408541"/>
            <a:ext cx="570089" cy="230832"/>
          </a:xfrm>
          <a:prstGeom prst="rect">
            <a:avLst/>
          </a:prstGeom>
          <a:noFill/>
        </p:spPr>
        <p:txBody>
          <a:bodyPr wrap="square" rtlCol="0">
            <a:spAutoFit/>
          </a:bodyPr>
          <a:lstStyle/>
          <a:p>
            <a:pPr algn="ctr"/>
            <a:r>
              <a:rPr lang="en-US" sz="900" dirty="0"/>
              <a:t>85</a:t>
            </a:r>
          </a:p>
        </p:txBody>
      </p:sp>
      <p:sp>
        <p:nvSpPr>
          <p:cNvPr id="25" name="TextBox 24">
            <a:extLst>
              <a:ext uri="{FF2B5EF4-FFF2-40B4-BE49-F238E27FC236}">
                <a16:creationId xmlns:a16="http://schemas.microsoft.com/office/drawing/2014/main" id="{756C59FC-CB97-F456-3E16-AD194A8B8009}"/>
              </a:ext>
            </a:extLst>
          </p:cNvPr>
          <p:cNvSpPr txBox="1"/>
          <p:nvPr/>
        </p:nvSpPr>
        <p:spPr>
          <a:xfrm>
            <a:off x="4645378" y="2531765"/>
            <a:ext cx="570089" cy="230832"/>
          </a:xfrm>
          <a:prstGeom prst="rect">
            <a:avLst/>
          </a:prstGeom>
          <a:noFill/>
        </p:spPr>
        <p:txBody>
          <a:bodyPr wrap="square" rtlCol="0">
            <a:spAutoFit/>
          </a:bodyPr>
          <a:lstStyle/>
          <a:p>
            <a:pPr algn="ctr"/>
            <a:r>
              <a:rPr lang="en-US" sz="900" dirty="0"/>
              <a:t>57</a:t>
            </a:r>
          </a:p>
        </p:txBody>
      </p:sp>
      <p:sp>
        <p:nvSpPr>
          <p:cNvPr id="28" name="TextBox 27">
            <a:extLst>
              <a:ext uri="{FF2B5EF4-FFF2-40B4-BE49-F238E27FC236}">
                <a16:creationId xmlns:a16="http://schemas.microsoft.com/office/drawing/2014/main" id="{8905EF7A-AD3C-B442-BA9B-7BB64318560C}"/>
              </a:ext>
            </a:extLst>
          </p:cNvPr>
          <p:cNvSpPr txBox="1"/>
          <p:nvPr/>
        </p:nvSpPr>
        <p:spPr>
          <a:xfrm>
            <a:off x="5650090" y="2277765"/>
            <a:ext cx="570089" cy="230832"/>
          </a:xfrm>
          <a:prstGeom prst="rect">
            <a:avLst/>
          </a:prstGeom>
          <a:noFill/>
        </p:spPr>
        <p:txBody>
          <a:bodyPr wrap="square" rtlCol="0">
            <a:spAutoFit/>
          </a:bodyPr>
          <a:lstStyle/>
          <a:p>
            <a:pPr algn="ctr"/>
            <a:r>
              <a:rPr lang="en-US" sz="900" dirty="0"/>
              <a:t>57</a:t>
            </a:r>
          </a:p>
        </p:txBody>
      </p:sp>
      <p:sp>
        <p:nvSpPr>
          <p:cNvPr id="30" name="TextBox 29">
            <a:extLst>
              <a:ext uri="{FF2B5EF4-FFF2-40B4-BE49-F238E27FC236}">
                <a16:creationId xmlns:a16="http://schemas.microsoft.com/office/drawing/2014/main" id="{4E5263BC-40A1-9F2A-EBB1-BFE8D477B26D}"/>
              </a:ext>
            </a:extLst>
          </p:cNvPr>
          <p:cNvSpPr txBox="1"/>
          <p:nvPr/>
        </p:nvSpPr>
        <p:spPr>
          <a:xfrm>
            <a:off x="6152446" y="3032709"/>
            <a:ext cx="570089" cy="230832"/>
          </a:xfrm>
          <a:prstGeom prst="rect">
            <a:avLst/>
          </a:prstGeom>
          <a:noFill/>
        </p:spPr>
        <p:txBody>
          <a:bodyPr wrap="square" rtlCol="0">
            <a:spAutoFit/>
          </a:bodyPr>
          <a:lstStyle/>
          <a:p>
            <a:pPr algn="ctr"/>
            <a:r>
              <a:rPr lang="en-US" sz="900" dirty="0"/>
              <a:t>57</a:t>
            </a:r>
          </a:p>
        </p:txBody>
      </p:sp>
      <p:sp>
        <p:nvSpPr>
          <p:cNvPr id="31" name="TextBox 30">
            <a:extLst>
              <a:ext uri="{FF2B5EF4-FFF2-40B4-BE49-F238E27FC236}">
                <a16:creationId xmlns:a16="http://schemas.microsoft.com/office/drawing/2014/main" id="{2C88BA40-900A-844D-35C8-53068643D668}"/>
              </a:ext>
            </a:extLst>
          </p:cNvPr>
          <p:cNvSpPr txBox="1"/>
          <p:nvPr/>
        </p:nvSpPr>
        <p:spPr>
          <a:xfrm>
            <a:off x="5650090" y="2905709"/>
            <a:ext cx="570089" cy="230832"/>
          </a:xfrm>
          <a:prstGeom prst="rect">
            <a:avLst/>
          </a:prstGeom>
          <a:noFill/>
        </p:spPr>
        <p:txBody>
          <a:bodyPr wrap="square" rtlCol="0">
            <a:spAutoFit/>
          </a:bodyPr>
          <a:lstStyle/>
          <a:p>
            <a:pPr algn="ctr"/>
            <a:r>
              <a:rPr lang="en-US" sz="900" dirty="0"/>
              <a:t>62</a:t>
            </a:r>
          </a:p>
        </p:txBody>
      </p:sp>
      <p:sp>
        <p:nvSpPr>
          <p:cNvPr id="32" name="TextBox 31">
            <a:extLst>
              <a:ext uri="{FF2B5EF4-FFF2-40B4-BE49-F238E27FC236}">
                <a16:creationId xmlns:a16="http://schemas.microsoft.com/office/drawing/2014/main" id="{F92BDC2B-24DF-F01C-B87D-C0A22100BAF2}"/>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16863E45-8E42-98C7-135C-20217AFBFB6E}"/>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3" name="TextBox 32">
            <a:extLst>
              <a:ext uri="{FF2B5EF4-FFF2-40B4-BE49-F238E27FC236}">
                <a16:creationId xmlns:a16="http://schemas.microsoft.com/office/drawing/2014/main" id="{BCEBB1E5-78D9-9A6A-3539-5C2EF972C929}"/>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37111911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2BEE5-6F31-631F-E9E4-3D6C8D5054C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B7DB48B-475D-903E-3E90-14745014E5EE}"/>
              </a:ext>
            </a:extLst>
          </p:cNvPr>
          <p:cNvSpPr>
            <a:spLocks noGrp="1"/>
          </p:cNvSpPr>
          <p:nvPr>
            <p:ph sz="half" idx="1"/>
          </p:nvPr>
        </p:nvSpPr>
        <p:spPr/>
        <p:txBody>
          <a:bodyPr>
            <a:normAutofit/>
          </a:bodyPr>
          <a:lstStyle/>
          <a:p>
            <a:r>
              <a:rPr lang="en-US" dirty="0"/>
              <a:t>Since this cage sum can’t be 25, it must be 9, as 126, 135, or 234.</a:t>
            </a:r>
          </a:p>
        </p:txBody>
      </p:sp>
      <p:pic>
        <p:nvPicPr>
          <p:cNvPr id="4" name="Picture 3" descr="A grid of sudoku puzzle&#10;&#10;Description automatically generated">
            <a:extLst>
              <a:ext uri="{FF2B5EF4-FFF2-40B4-BE49-F238E27FC236}">
                <a16:creationId xmlns:a16="http://schemas.microsoft.com/office/drawing/2014/main" id="{3CADCD7B-AFF8-91CC-AA33-77978964832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ADD7187-C08F-08A8-1F74-A3444FED6D7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D39955F-DC34-BB38-26FF-57C319F66BF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4A563CF-74D1-784C-A7E3-C436B4ACDD8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D44C1CB-B958-4DA5-C630-762105E43E65}"/>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CA2D3717-B9C8-3EEF-458E-F2653E53F053}"/>
              </a:ext>
            </a:extLst>
          </p:cNvPr>
          <p:cNvSpPr txBox="1"/>
          <p:nvPr/>
        </p:nvSpPr>
        <p:spPr>
          <a:xfrm>
            <a:off x="3640666" y="2905709"/>
            <a:ext cx="570089" cy="230832"/>
          </a:xfrm>
          <a:prstGeom prst="rect">
            <a:avLst/>
          </a:prstGeom>
          <a:noFill/>
        </p:spPr>
        <p:txBody>
          <a:bodyPr wrap="square" rtlCol="0">
            <a:spAutoFit/>
          </a:bodyPr>
          <a:lstStyle/>
          <a:p>
            <a:pPr algn="ctr"/>
            <a:r>
              <a:rPr lang="en-US" sz="900" dirty="0"/>
              <a:t>5789</a:t>
            </a:r>
          </a:p>
        </p:txBody>
      </p:sp>
      <p:sp>
        <p:nvSpPr>
          <p:cNvPr id="9" name="TextBox 8">
            <a:extLst>
              <a:ext uri="{FF2B5EF4-FFF2-40B4-BE49-F238E27FC236}">
                <a16:creationId xmlns:a16="http://schemas.microsoft.com/office/drawing/2014/main" id="{6928B61A-8FAD-5932-F06E-2BBC1983AACD}"/>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5789</a:t>
            </a:r>
          </a:p>
        </p:txBody>
      </p:sp>
      <p:sp>
        <p:nvSpPr>
          <p:cNvPr id="11" name="TextBox 10">
            <a:extLst>
              <a:ext uri="{FF2B5EF4-FFF2-40B4-BE49-F238E27FC236}">
                <a16:creationId xmlns:a16="http://schemas.microsoft.com/office/drawing/2014/main" id="{7417075D-B544-EB75-86FE-52D55206EEF7}"/>
              </a:ext>
            </a:extLst>
          </p:cNvPr>
          <p:cNvSpPr txBox="1"/>
          <p:nvPr/>
        </p:nvSpPr>
        <p:spPr>
          <a:xfrm>
            <a:off x="3640666" y="3406653"/>
            <a:ext cx="570089" cy="230832"/>
          </a:xfrm>
          <a:prstGeom prst="rect">
            <a:avLst/>
          </a:prstGeom>
          <a:noFill/>
        </p:spPr>
        <p:txBody>
          <a:bodyPr wrap="square" rtlCol="0">
            <a:spAutoFit/>
          </a:bodyPr>
          <a:lstStyle/>
          <a:p>
            <a:pPr algn="ctr"/>
            <a:r>
              <a:rPr lang="en-US" sz="900" dirty="0"/>
              <a:t>5789</a:t>
            </a:r>
          </a:p>
        </p:txBody>
      </p:sp>
      <p:sp>
        <p:nvSpPr>
          <p:cNvPr id="12" name="TextBox 11">
            <a:extLst>
              <a:ext uri="{FF2B5EF4-FFF2-40B4-BE49-F238E27FC236}">
                <a16:creationId xmlns:a16="http://schemas.microsoft.com/office/drawing/2014/main" id="{C4007BAC-A7AF-F94B-2365-DB4FE10869B3}"/>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5789</a:t>
            </a:r>
          </a:p>
        </p:txBody>
      </p:sp>
      <p:sp>
        <p:nvSpPr>
          <p:cNvPr id="13" name="TextBox 12">
            <a:extLst>
              <a:ext uri="{FF2B5EF4-FFF2-40B4-BE49-F238E27FC236}">
                <a16:creationId xmlns:a16="http://schemas.microsoft.com/office/drawing/2014/main" id="{F2F289B9-767A-AEAB-E146-4A7C63677BBD}"/>
              </a:ext>
            </a:extLst>
          </p:cNvPr>
          <p:cNvSpPr txBox="1"/>
          <p:nvPr/>
        </p:nvSpPr>
        <p:spPr>
          <a:xfrm>
            <a:off x="3640666" y="2404765"/>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62D459BC-8CAC-3551-53FF-B65173A8FE06}"/>
              </a:ext>
            </a:extLst>
          </p:cNvPr>
          <p:cNvSpPr txBox="1"/>
          <p:nvPr/>
        </p:nvSpPr>
        <p:spPr>
          <a:xfrm>
            <a:off x="4143022" y="2404765"/>
            <a:ext cx="570089" cy="230832"/>
          </a:xfrm>
          <a:prstGeom prst="rect">
            <a:avLst/>
          </a:prstGeom>
          <a:noFill/>
        </p:spPr>
        <p:txBody>
          <a:bodyPr wrap="square" rtlCol="0">
            <a:spAutoFit/>
          </a:bodyPr>
          <a:lstStyle/>
          <a:p>
            <a:pPr algn="ctr"/>
            <a:r>
              <a:rPr lang="en-US" sz="900" dirty="0"/>
              <a:t>61</a:t>
            </a:r>
          </a:p>
        </p:txBody>
      </p:sp>
      <p:sp>
        <p:nvSpPr>
          <p:cNvPr id="16" name="TextBox 15">
            <a:extLst>
              <a:ext uri="{FF2B5EF4-FFF2-40B4-BE49-F238E27FC236}">
                <a16:creationId xmlns:a16="http://schemas.microsoft.com/office/drawing/2014/main" id="{82D2D80C-63AB-AE88-16D6-4EBE40C7D484}"/>
              </a:ext>
            </a:extLst>
          </p:cNvPr>
          <p:cNvSpPr txBox="1"/>
          <p:nvPr/>
        </p:nvSpPr>
        <p:spPr>
          <a:xfrm>
            <a:off x="3138310" y="901933"/>
            <a:ext cx="570089" cy="230832"/>
          </a:xfrm>
          <a:prstGeom prst="rect">
            <a:avLst/>
          </a:prstGeom>
          <a:noFill/>
        </p:spPr>
        <p:txBody>
          <a:bodyPr wrap="square" rtlCol="0">
            <a:spAutoFit/>
          </a:bodyPr>
          <a:lstStyle/>
          <a:p>
            <a:pPr algn="ctr"/>
            <a:r>
              <a:rPr lang="en-US" sz="900" dirty="0"/>
              <a:t>19</a:t>
            </a:r>
          </a:p>
        </p:txBody>
      </p:sp>
      <p:sp>
        <p:nvSpPr>
          <p:cNvPr id="17" name="TextBox 16">
            <a:extLst>
              <a:ext uri="{FF2B5EF4-FFF2-40B4-BE49-F238E27FC236}">
                <a16:creationId xmlns:a16="http://schemas.microsoft.com/office/drawing/2014/main" id="{8969281F-1479-7C7C-8840-6BB565AA0223}"/>
              </a:ext>
            </a:extLst>
          </p:cNvPr>
          <p:cNvSpPr txBox="1"/>
          <p:nvPr/>
        </p:nvSpPr>
        <p:spPr>
          <a:xfrm>
            <a:off x="5147734" y="4909484"/>
            <a:ext cx="570089" cy="230832"/>
          </a:xfrm>
          <a:prstGeom prst="rect">
            <a:avLst/>
          </a:prstGeom>
          <a:noFill/>
        </p:spPr>
        <p:txBody>
          <a:bodyPr wrap="square" rtlCol="0">
            <a:spAutoFit/>
          </a:bodyPr>
          <a:lstStyle/>
          <a:p>
            <a:pPr algn="ctr"/>
            <a:r>
              <a:rPr lang="en-US" sz="900" dirty="0"/>
              <a:t>14</a:t>
            </a:r>
          </a:p>
        </p:txBody>
      </p:sp>
      <p:sp>
        <p:nvSpPr>
          <p:cNvPr id="21" name="TextBox 20">
            <a:extLst>
              <a:ext uri="{FF2B5EF4-FFF2-40B4-BE49-F238E27FC236}">
                <a16:creationId xmlns:a16="http://schemas.microsoft.com/office/drawing/2014/main" id="{44DC4FE1-D568-E91C-F423-A78719E6B2D7}"/>
              </a:ext>
            </a:extLst>
          </p:cNvPr>
          <p:cNvSpPr txBox="1"/>
          <p:nvPr/>
        </p:nvSpPr>
        <p:spPr>
          <a:xfrm>
            <a:off x="7157158" y="1764121"/>
            <a:ext cx="570089" cy="230832"/>
          </a:xfrm>
          <a:prstGeom prst="rect">
            <a:avLst/>
          </a:prstGeom>
          <a:noFill/>
        </p:spPr>
        <p:txBody>
          <a:bodyPr wrap="square" rtlCol="0">
            <a:spAutoFit/>
          </a:bodyPr>
          <a:lstStyle/>
          <a:p>
            <a:pPr algn="ctr"/>
            <a:r>
              <a:rPr lang="en-US" sz="900" dirty="0"/>
              <a:t>19</a:t>
            </a:r>
          </a:p>
        </p:txBody>
      </p:sp>
      <p:sp>
        <p:nvSpPr>
          <p:cNvPr id="24" name="TextBox 23">
            <a:extLst>
              <a:ext uri="{FF2B5EF4-FFF2-40B4-BE49-F238E27FC236}">
                <a16:creationId xmlns:a16="http://schemas.microsoft.com/office/drawing/2014/main" id="{3BF1E6F6-103B-F7F1-2379-30227DCBC2F2}"/>
              </a:ext>
            </a:extLst>
          </p:cNvPr>
          <p:cNvSpPr txBox="1"/>
          <p:nvPr/>
        </p:nvSpPr>
        <p:spPr>
          <a:xfrm>
            <a:off x="3640666" y="4059997"/>
            <a:ext cx="570089" cy="230832"/>
          </a:xfrm>
          <a:prstGeom prst="rect">
            <a:avLst/>
          </a:prstGeom>
          <a:noFill/>
        </p:spPr>
        <p:txBody>
          <a:bodyPr wrap="square" rtlCol="0">
            <a:spAutoFit/>
          </a:bodyPr>
          <a:lstStyle/>
          <a:p>
            <a:pPr algn="ctr"/>
            <a:r>
              <a:rPr lang="en-US" sz="900" dirty="0"/>
              <a:t>19</a:t>
            </a:r>
          </a:p>
        </p:txBody>
      </p:sp>
      <p:sp>
        <p:nvSpPr>
          <p:cNvPr id="18" name="TextBox 17">
            <a:extLst>
              <a:ext uri="{FF2B5EF4-FFF2-40B4-BE49-F238E27FC236}">
                <a16:creationId xmlns:a16="http://schemas.microsoft.com/office/drawing/2014/main" id="{9507DD45-770C-2FBB-2C2B-ABFD64F4B681}"/>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C7EDC2C7-5309-D47B-6183-F7AA4D3A693D}"/>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28911936-C2DF-6261-D35F-B7D7F9AEB063}"/>
              </a:ext>
            </a:extLst>
          </p:cNvPr>
          <p:cNvSpPr txBox="1"/>
          <p:nvPr/>
        </p:nvSpPr>
        <p:spPr>
          <a:xfrm>
            <a:off x="6214537" y="2231221"/>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C727F883-5F1F-668C-F8D6-A2C605F559DC}"/>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2EFA2BAE-E5AB-4C5F-CF41-55FBF3CCAEB6}"/>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B08514FE-58BD-C853-7BEA-1B00192A6AA2}"/>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87B1F9E4-2595-C85F-1C1C-D619DE939F4A}"/>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CDACD082-66D6-A3E8-FCB1-9249714E82C1}"/>
              </a:ext>
            </a:extLst>
          </p:cNvPr>
          <p:cNvSpPr txBox="1"/>
          <p:nvPr/>
        </p:nvSpPr>
        <p:spPr>
          <a:xfrm>
            <a:off x="5147734" y="4408541"/>
            <a:ext cx="570089" cy="230832"/>
          </a:xfrm>
          <a:prstGeom prst="rect">
            <a:avLst/>
          </a:prstGeom>
          <a:noFill/>
        </p:spPr>
        <p:txBody>
          <a:bodyPr wrap="square" rtlCol="0">
            <a:spAutoFit/>
          </a:bodyPr>
          <a:lstStyle/>
          <a:p>
            <a:pPr algn="ctr"/>
            <a:r>
              <a:rPr lang="en-US" sz="900" dirty="0"/>
              <a:t>85</a:t>
            </a:r>
          </a:p>
        </p:txBody>
      </p:sp>
      <p:sp>
        <p:nvSpPr>
          <p:cNvPr id="25" name="TextBox 24">
            <a:extLst>
              <a:ext uri="{FF2B5EF4-FFF2-40B4-BE49-F238E27FC236}">
                <a16:creationId xmlns:a16="http://schemas.microsoft.com/office/drawing/2014/main" id="{3C615A78-F7BC-9315-8559-F6B8D010A97B}"/>
              </a:ext>
            </a:extLst>
          </p:cNvPr>
          <p:cNvSpPr txBox="1"/>
          <p:nvPr/>
        </p:nvSpPr>
        <p:spPr>
          <a:xfrm>
            <a:off x="4645378" y="2531765"/>
            <a:ext cx="570089" cy="230832"/>
          </a:xfrm>
          <a:prstGeom prst="rect">
            <a:avLst/>
          </a:prstGeom>
          <a:noFill/>
        </p:spPr>
        <p:txBody>
          <a:bodyPr wrap="square" rtlCol="0">
            <a:spAutoFit/>
          </a:bodyPr>
          <a:lstStyle/>
          <a:p>
            <a:pPr algn="ctr"/>
            <a:r>
              <a:rPr lang="en-US" sz="900" dirty="0"/>
              <a:t>57</a:t>
            </a:r>
          </a:p>
        </p:txBody>
      </p:sp>
      <p:sp>
        <p:nvSpPr>
          <p:cNvPr id="28" name="TextBox 27">
            <a:extLst>
              <a:ext uri="{FF2B5EF4-FFF2-40B4-BE49-F238E27FC236}">
                <a16:creationId xmlns:a16="http://schemas.microsoft.com/office/drawing/2014/main" id="{07E09E59-5756-B49C-3590-9B0FF5FB26E5}"/>
              </a:ext>
            </a:extLst>
          </p:cNvPr>
          <p:cNvSpPr txBox="1"/>
          <p:nvPr/>
        </p:nvSpPr>
        <p:spPr>
          <a:xfrm>
            <a:off x="5650090" y="2277765"/>
            <a:ext cx="570089" cy="230832"/>
          </a:xfrm>
          <a:prstGeom prst="rect">
            <a:avLst/>
          </a:prstGeom>
          <a:noFill/>
        </p:spPr>
        <p:txBody>
          <a:bodyPr wrap="square" rtlCol="0">
            <a:spAutoFit/>
          </a:bodyPr>
          <a:lstStyle/>
          <a:p>
            <a:pPr algn="ctr"/>
            <a:r>
              <a:rPr lang="en-US" sz="900" dirty="0"/>
              <a:t>57</a:t>
            </a:r>
          </a:p>
        </p:txBody>
      </p:sp>
      <p:sp>
        <p:nvSpPr>
          <p:cNvPr id="30" name="TextBox 29">
            <a:extLst>
              <a:ext uri="{FF2B5EF4-FFF2-40B4-BE49-F238E27FC236}">
                <a16:creationId xmlns:a16="http://schemas.microsoft.com/office/drawing/2014/main" id="{6300324F-DB4D-9F73-A10C-D75EDC2CE8C0}"/>
              </a:ext>
            </a:extLst>
          </p:cNvPr>
          <p:cNvSpPr txBox="1"/>
          <p:nvPr/>
        </p:nvSpPr>
        <p:spPr>
          <a:xfrm>
            <a:off x="6152446" y="3032709"/>
            <a:ext cx="570089" cy="230832"/>
          </a:xfrm>
          <a:prstGeom prst="rect">
            <a:avLst/>
          </a:prstGeom>
          <a:noFill/>
        </p:spPr>
        <p:txBody>
          <a:bodyPr wrap="square" rtlCol="0">
            <a:spAutoFit/>
          </a:bodyPr>
          <a:lstStyle/>
          <a:p>
            <a:pPr algn="ctr"/>
            <a:r>
              <a:rPr lang="en-US" sz="900" dirty="0"/>
              <a:t>57</a:t>
            </a:r>
          </a:p>
        </p:txBody>
      </p:sp>
      <p:sp>
        <p:nvSpPr>
          <p:cNvPr id="31" name="TextBox 30">
            <a:extLst>
              <a:ext uri="{FF2B5EF4-FFF2-40B4-BE49-F238E27FC236}">
                <a16:creationId xmlns:a16="http://schemas.microsoft.com/office/drawing/2014/main" id="{19CCBC19-4FD6-53DF-CAA7-67A960472B9A}"/>
              </a:ext>
            </a:extLst>
          </p:cNvPr>
          <p:cNvSpPr txBox="1"/>
          <p:nvPr/>
        </p:nvSpPr>
        <p:spPr>
          <a:xfrm>
            <a:off x="5650090" y="2905709"/>
            <a:ext cx="570089" cy="230832"/>
          </a:xfrm>
          <a:prstGeom prst="rect">
            <a:avLst/>
          </a:prstGeom>
          <a:noFill/>
        </p:spPr>
        <p:txBody>
          <a:bodyPr wrap="square" rtlCol="0">
            <a:spAutoFit/>
          </a:bodyPr>
          <a:lstStyle/>
          <a:p>
            <a:pPr algn="ctr"/>
            <a:r>
              <a:rPr lang="en-US" sz="900" dirty="0"/>
              <a:t>62</a:t>
            </a:r>
          </a:p>
        </p:txBody>
      </p:sp>
      <p:sp>
        <p:nvSpPr>
          <p:cNvPr id="32" name="TextBox 31">
            <a:extLst>
              <a:ext uri="{FF2B5EF4-FFF2-40B4-BE49-F238E27FC236}">
                <a16:creationId xmlns:a16="http://schemas.microsoft.com/office/drawing/2014/main" id="{8F1DF103-F3F8-14F3-0AF2-9A73DEB9B1D8}"/>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FE68BE59-957F-BFCF-485A-12AD80485417}"/>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3" name="TextBox 32">
            <a:extLst>
              <a:ext uri="{FF2B5EF4-FFF2-40B4-BE49-F238E27FC236}">
                <a16:creationId xmlns:a16="http://schemas.microsoft.com/office/drawing/2014/main" id="{55F3F070-3CBF-2CCC-4432-03670ACE0071}"/>
              </a:ext>
            </a:extLst>
          </p:cNvPr>
          <p:cNvSpPr txBox="1"/>
          <p:nvPr/>
        </p:nvSpPr>
        <p:spPr>
          <a:xfrm>
            <a:off x="5650090" y="901933"/>
            <a:ext cx="570089" cy="230832"/>
          </a:xfrm>
          <a:prstGeom prst="rect">
            <a:avLst/>
          </a:prstGeom>
          <a:noFill/>
        </p:spPr>
        <p:txBody>
          <a:bodyPr wrap="square" rtlCol="0">
            <a:spAutoFit/>
          </a:bodyPr>
          <a:lstStyle/>
          <a:p>
            <a:pPr algn="ctr"/>
            <a:r>
              <a:rPr lang="en-US" sz="900" dirty="0"/>
              <a:t>123456</a:t>
            </a:r>
          </a:p>
        </p:txBody>
      </p:sp>
      <p:sp>
        <p:nvSpPr>
          <p:cNvPr id="34" name="TextBox 33">
            <a:extLst>
              <a:ext uri="{FF2B5EF4-FFF2-40B4-BE49-F238E27FC236}">
                <a16:creationId xmlns:a16="http://schemas.microsoft.com/office/drawing/2014/main" id="{131F5C98-046B-ED7B-1A52-CF7A46350D53}"/>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12356</a:t>
            </a:r>
          </a:p>
        </p:txBody>
      </p:sp>
      <p:sp>
        <p:nvSpPr>
          <p:cNvPr id="35" name="TextBox 34">
            <a:extLst>
              <a:ext uri="{FF2B5EF4-FFF2-40B4-BE49-F238E27FC236}">
                <a16:creationId xmlns:a16="http://schemas.microsoft.com/office/drawing/2014/main" id="{6002125B-A38F-A76D-02B4-100A11D5AE4A}"/>
              </a:ext>
            </a:extLst>
          </p:cNvPr>
          <p:cNvSpPr txBox="1"/>
          <p:nvPr/>
        </p:nvSpPr>
        <p:spPr>
          <a:xfrm>
            <a:off x="5650090" y="1903821"/>
            <a:ext cx="570089" cy="230832"/>
          </a:xfrm>
          <a:prstGeom prst="rect">
            <a:avLst/>
          </a:prstGeom>
          <a:noFill/>
        </p:spPr>
        <p:txBody>
          <a:bodyPr wrap="square" rtlCol="0">
            <a:spAutoFit/>
          </a:bodyPr>
          <a:lstStyle/>
          <a:p>
            <a:pPr algn="ctr"/>
            <a:r>
              <a:rPr lang="en-US" sz="900" dirty="0"/>
              <a:t>12356</a:t>
            </a:r>
          </a:p>
        </p:txBody>
      </p:sp>
      <p:sp>
        <p:nvSpPr>
          <p:cNvPr id="36" name="TextBox 35">
            <a:extLst>
              <a:ext uri="{FF2B5EF4-FFF2-40B4-BE49-F238E27FC236}">
                <a16:creationId xmlns:a16="http://schemas.microsoft.com/office/drawing/2014/main" id="{51A933E4-3434-AA13-665B-6A9E1CB36D98}"/>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2727854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92D050">
            <a:alpha val="25000"/>
          </a:srgbClr>
        </a:solidFill>
        <a:effectLst/>
      </p:bgPr>
    </p:bg>
    <p:spTree>
      <p:nvGrpSpPr>
        <p:cNvPr id="1" name="">
          <a:extLst>
            <a:ext uri="{FF2B5EF4-FFF2-40B4-BE49-F238E27FC236}">
              <a16:creationId xmlns:a16="http://schemas.microsoft.com/office/drawing/2014/main" id="{DF84DFFA-38B3-7561-7339-538B1AB5A1C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FD72B1A-38BE-C678-AA2A-61D676650B53}"/>
              </a:ext>
            </a:extLst>
          </p:cNvPr>
          <p:cNvSpPr>
            <a:spLocks noGrp="1"/>
          </p:cNvSpPr>
          <p:nvPr>
            <p:ph sz="half" idx="1"/>
          </p:nvPr>
        </p:nvSpPr>
        <p:spPr/>
        <p:txBody>
          <a:bodyPr>
            <a:normAutofit/>
          </a:bodyPr>
          <a:lstStyle/>
          <a:p>
            <a:r>
              <a:rPr lang="en-US" dirty="0"/>
              <a:t>We can eliminate 7792 for the cage, but it takes a bit of work.</a:t>
            </a:r>
          </a:p>
        </p:txBody>
      </p:sp>
      <p:pic>
        <p:nvPicPr>
          <p:cNvPr id="4" name="Picture 3" descr="A grid of sudoku puzzle&#10;&#10;Description automatically generated">
            <a:extLst>
              <a:ext uri="{FF2B5EF4-FFF2-40B4-BE49-F238E27FC236}">
                <a16:creationId xmlns:a16="http://schemas.microsoft.com/office/drawing/2014/main" id="{A66746F0-5603-B4A1-5386-6469125D0DF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3B7055A-536D-4328-1C1A-D15CF7E6F1F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70C4BB6-98C2-0031-F65B-D6E846C7A56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29A7FB3-DF4F-FC63-A079-7AF159EAC22B}"/>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4381D0E-143E-6884-A1DE-90E0C803F3E3}"/>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0A376304-0B53-BCBA-4B6A-206EEC03104F}"/>
              </a:ext>
            </a:extLst>
          </p:cNvPr>
          <p:cNvSpPr txBox="1"/>
          <p:nvPr/>
        </p:nvSpPr>
        <p:spPr>
          <a:xfrm>
            <a:off x="3640666" y="2905709"/>
            <a:ext cx="570089" cy="230832"/>
          </a:xfrm>
          <a:prstGeom prst="rect">
            <a:avLst/>
          </a:prstGeom>
          <a:noFill/>
        </p:spPr>
        <p:txBody>
          <a:bodyPr wrap="square" rtlCol="0">
            <a:spAutoFit/>
          </a:bodyPr>
          <a:lstStyle/>
          <a:p>
            <a:pPr algn="ctr"/>
            <a:r>
              <a:rPr lang="en-US" sz="900" dirty="0"/>
              <a:t>5789</a:t>
            </a:r>
          </a:p>
        </p:txBody>
      </p:sp>
      <p:sp>
        <p:nvSpPr>
          <p:cNvPr id="9" name="TextBox 8">
            <a:extLst>
              <a:ext uri="{FF2B5EF4-FFF2-40B4-BE49-F238E27FC236}">
                <a16:creationId xmlns:a16="http://schemas.microsoft.com/office/drawing/2014/main" id="{55515995-2360-3BD5-F849-05455DD1B9B5}"/>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5789</a:t>
            </a:r>
          </a:p>
        </p:txBody>
      </p:sp>
      <p:sp>
        <p:nvSpPr>
          <p:cNvPr id="11" name="TextBox 10">
            <a:extLst>
              <a:ext uri="{FF2B5EF4-FFF2-40B4-BE49-F238E27FC236}">
                <a16:creationId xmlns:a16="http://schemas.microsoft.com/office/drawing/2014/main" id="{B34CE21C-EA7F-19BB-089D-60AE7930608B}"/>
              </a:ext>
            </a:extLst>
          </p:cNvPr>
          <p:cNvSpPr txBox="1"/>
          <p:nvPr/>
        </p:nvSpPr>
        <p:spPr>
          <a:xfrm>
            <a:off x="3640666" y="3406653"/>
            <a:ext cx="570089" cy="230832"/>
          </a:xfrm>
          <a:prstGeom prst="rect">
            <a:avLst/>
          </a:prstGeom>
          <a:noFill/>
        </p:spPr>
        <p:txBody>
          <a:bodyPr wrap="square" rtlCol="0">
            <a:spAutoFit/>
          </a:bodyPr>
          <a:lstStyle/>
          <a:p>
            <a:pPr algn="ctr"/>
            <a:r>
              <a:rPr lang="en-US" sz="900" dirty="0"/>
              <a:t>5789</a:t>
            </a:r>
          </a:p>
        </p:txBody>
      </p:sp>
      <p:sp>
        <p:nvSpPr>
          <p:cNvPr id="12" name="TextBox 11">
            <a:extLst>
              <a:ext uri="{FF2B5EF4-FFF2-40B4-BE49-F238E27FC236}">
                <a16:creationId xmlns:a16="http://schemas.microsoft.com/office/drawing/2014/main" id="{A3E3AED2-86D6-2367-8937-2BBD962F11A8}"/>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5789</a:t>
            </a:r>
          </a:p>
        </p:txBody>
      </p:sp>
      <p:sp>
        <p:nvSpPr>
          <p:cNvPr id="13" name="TextBox 12">
            <a:extLst>
              <a:ext uri="{FF2B5EF4-FFF2-40B4-BE49-F238E27FC236}">
                <a16:creationId xmlns:a16="http://schemas.microsoft.com/office/drawing/2014/main" id="{A744369A-8852-C8D3-246D-B2F406131D55}"/>
              </a:ext>
            </a:extLst>
          </p:cNvPr>
          <p:cNvSpPr txBox="1"/>
          <p:nvPr/>
        </p:nvSpPr>
        <p:spPr>
          <a:xfrm>
            <a:off x="3640666" y="2404765"/>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FBCFA93D-4C9D-8EC4-FD64-B5EFDB6F6BC4}"/>
              </a:ext>
            </a:extLst>
          </p:cNvPr>
          <p:cNvSpPr txBox="1"/>
          <p:nvPr/>
        </p:nvSpPr>
        <p:spPr>
          <a:xfrm>
            <a:off x="4143022" y="2404765"/>
            <a:ext cx="570089" cy="230832"/>
          </a:xfrm>
          <a:prstGeom prst="rect">
            <a:avLst/>
          </a:prstGeom>
          <a:noFill/>
        </p:spPr>
        <p:txBody>
          <a:bodyPr wrap="square" rtlCol="0">
            <a:spAutoFit/>
          </a:bodyPr>
          <a:lstStyle/>
          <a:p>
            <a:pPr algn="ctr"/>
            <a:r>
              <a:rPr lang="en-US" sz="900" dirty="0"/>
              <a:t>61</a:t>
            </a:r>
          </a:p>
        </p:txBody>
      </p:sp>
      <p:sp>
        <p:nvSpPr>
          <p:cNvPr id="16" name="TextBox 15">
            <a:extLst>
              <a:ext uri="{FF2B5EF4-FFF2-40B4-BE49-F238E27FC236}">
                <a16:creationId xmlns:a16="http://schemas.microsoft.com/office/drawing/2014/main" id="{9035D2EA-B58B-AFFC-C3E9-CCE26ED3BEE7}"/>
              </a:ext>
            </a:extLst>
          </p:cNvPr>
          <p:cNvSpPr txBox="1"/>
          <p:nvPr/>
        </p:nvSpPr>
        <p:spPr>
          <a:xfrm>
            <a:off x="3138310" y="901933"/>
            <a:ext cx="570089" cy="230832"/>
          </a:xfrm>
          <a:prstGeom prst="rect">
            <a:avLst/>
          </a:prstGeom>
          <a:noFill/>
        </p:spPr>
        <p:txBody>
          <a:bodyPr wrap="square" rtlCol="0">
            <a:spAutoFit/>
          </a:bodyPr>
          <a:lstStyle/>
          <a:p>
            <a:pPr algn="ctr"/>
            <a:r>
              <a:rPr lang="en-US" sz="900" dirty="0"/>
              <a:t>19</a:t>
            </a:r>
          </a:p>
        </p:txBody>
      </p:sp>
      <p:sp>
        <p:nvSpPr>
          <p:cNvPr id="17" name="TextBox 16">
            <a:extLst>
              <a:ext uri="{FF2B5EF4-FFF2-40B4-BE49-F238E27FC236}">
                <a16:creationId xmlns:a16="http://schemas.microsoft.com/office/drawing/2014/main" id="{162E7BF2-19B0-F037-F9D5-C70EC93581CD}"/>
              </a:ext>
            </a:extLst>
          </p:cNvPr>
          <p:cNvSpPr txBox="1"/>
          <p:nvPr/>
        </p:nvSpPr>
        <p:spPr>
          <a:xfrm>
            <a:off x="5147734" y="4909484"/>
            <a:ext cx="570089" cy="230832"/>
          </a:xfrm>
          <a:prstGeom prst="rect">
            <a:avLst/>
          </a:prstGeom>
          <a:noFill/>
        </p:spPr>
        <p:txBody>
          <a:bodyPr wrap="square" rtlCol="0">
            <a:spAutoFit/>
          </a:bodyPr>
          <a:lstStyle/>
          <a:p>
            <a:pPr algn="ctr"/>
            <a:r>
              <a:rPr lang="en-US" sz="900" dirty="0"/>
              <a:t>14</a:t>
            </a:r>
          </a:p>
        </p:txBody>
      </p:sp>
      <p:sp>
        <p:nvSpPr>
          <p:cNvPr id="21" name="TextBox 20">
            <a:extLst>
              <a:ext uri="{FF2B5EF4-FFF2-40B4-BE49-F238E27FC236}">
                <a16:creationId xmlns:a16="http://schemas.microsoft.com/office/drawing/2014/main" id="{8BF05FB1-7A9D-042A-CB32-B8DADB50E13B}"/>
              </a:ext>
            </a:extLst>
          </p:cNvPr>
          <p:cNvSpPr txBox="1"/>
          <p:nvPr/>
        </p:nvSpPr>
        <p:spPr>
          <a:xfrm>
            <a:off x="7157158" y="1764121"/>
            <a:ext cx="570089" cy="230832"/>
          </a:xfrm>
          <a:prstGeom prst="rect">
            <a:avLst/>
          </a:prstGeom>
          <a:noFill/>
        </p:spPr>
        <p:txBody>
          <a:bodyPr wrap="square" rtlCol="0">
            <a:spAutoFit/>
          </a:bodyPr>
          <a:lstStyle/>
          <a:p>
            <a:pPr algn="ctr"/>
            <a:r>
              <a:rPr lang="en-US" sz="900" dirty="0"/>
              <a:t>19</a:t>
            </a:r>
          </a:p>
        </p:txBody>
      </p:sp>
      <p:sp>
        <p:nvSpPr>
          <p:cNvPr id="24" name="TextBox 23">
            <a:extLst>
              <a:ext uri="{FF2B5EF4-FFF2-40B4-BE49-F238E27FC236}">
                <a16:creationId xmlns:a16="http://schemas.microsoft.com/office/drawing/2014/main" id="{89CDFD53-96D6-3699-B37C-601933C7703A}"/>
              </a:ext>
            </a:extLst>
          </p:cNvPr>
          <p:cNvSpPr txBox="1"/>
          <p:nvPr/>
        </p:nvSpPr>
        <p:spPr>
          <a:xfrm>
            <a:off x="3640666" y="4059997"/>
            <a:ext cx="570089" cy="230832"/>
          </a:xfrm>
          <a:prstGeom prst="rect">
            <a:avLst/>
          </a:prstGeom>
          <a:noFill/>
        </p:spPr>
        <p:txBody>
          <a:bodyPr wrap="square" rtlCol="0">
            <a:spAutoFit/>
          </a:bodyPr>
          <a:lstStyle/>
          <a:p>
            <a:pPr algn="ctr"/>
            <a:r>
              <a:rPr lang="en-US" sz="900" dirty="0"/>
              <a:t>19</a:t>
            </a:r>
          </a:p>
        </p:txBody>
      </p:sp>
      <p:sp>
        <p:nvSpPr>
          <p:cNvPr id="18" name="TextBox 17">
            <a:extLst>
              <a:ext uri="{FF2B5EF4-FFF2-40B4-BE49-F238E27FC236}">
                <a16:creationId xmlns:a16="http://schemas.microsoft.com/office/drawing/2014/main" id="{CA26A27E-9265-741A-FF17-9911DB1E0C2B}"/>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EBB00242-5A2A-ACEC-0588-86D9B16A17EE}"/>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39302D13-3C47-62EA-8FED-B1AE47B26413}"/>
              </a:ext>
            </a:extLst>
          </p:cNvPr>
          <p:cNvSpPr txBox="1"/>
          <p:nvPr/>
        </p:nvSpPr>
        <p:spPr>
          <a:xfrm>
            <a:off x="6214537" y="2231221"/>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5EF834AB-1528-A84B-5204-0BD8F4C74AB3}"/>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1F947730-0CD4-AAA6-7777-F1AACAA3573A}"/>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2A5D5E98-51CF-07BE-F1DC-C706F3279218}"/>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E2840D36-C40F-C93C-D67F-4B3EAFD7D6D8}"/>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EAE70A05-5ADF-43ED-15D1-39F3A26AE507}"/>
              </a:ext>
            </a:extLst>
          </p:cNvPr>
          <p:cNvSpPr txBox="1"/>
          <p:nvPr/>
        </p:nvSpPr>
        <p:spPr>
          <a:xfrm>
            <a:off x="5147734" y="4408541"/>
            <a:ext cx="570089" cy="230832"/>
          </a:xfrm>
          <a:prstGeom prst="rect">
            <a:avLst/>
          </a:prstGeom>
          <a:noFill/>
        </p:spPr>
        <p:txBody>
          <a:bodyPr wrap="square" rtlCol="0">
            <a:spAutoFit/>
          </a:bodyPr>
          <a:lstStyle/>
          <a:p>
            <a:pPr algn="ctr"/>
            <a:r>
              <a:rPr lang="en-US" sz="900" dirty="0"/>
              <a:t>85</a:t>
            </a:r>
          </a:p>
        </p:txBody>
      </p:sp>
      <p:sp>
        <p:nvSpPr>
          <p:cNvPr id="25" name="TextBox 24">
            <a:extLst>
              <a:ext uri="{FF2B5EF4-FFF2-40B4-BE49-F238E27FC236}">
                <a16:creationId xmlns:a16="http://schemas.microsoft.com/office/drawing/2014/main" id="{628D1C6B-0F80-0B27-0079-AEA103D4FDA1}"/>
              </a:ext>
            </a:extLst>
          </p:cNvPr>
          <p:cNvSpPr txBox="1"/>
          <p:nvPr/>
        </p:nvSpPr>
        <p:spPr>
          <a:xfrm>
            <a:off x="4645378" y="2531765"/>
            <a:ext cx="570089" cy="230832"/>
          </a:xfrm>
          <a:prstGeom prst="rect">
            <a:avLst/>
          </a:prstGeom>
          <a:noFill/>
        </p:spPr>
        <p:txBody>
          <a:bodyPr wrap="square" rtlCol="0">
            <a:spAutoFit/>
          </a:bodyPr>
          <a:lstStyle/>
          <a:p>
            <a:pPr algn="ctr"/>
            <a:r>
              <a:rPr lang="en-US" sz="900" dirty="0"/>
              <a:t>57</a:t>
            </a:r>
          </a:p>
        </p:txBody>
      </p:sp>
      <p:sp>
        <p:nvSpPr>
          <p:cNvPr id="32" name="TextBox 31">
            <a:extLst>
              <a:ext uri="{FF2B5EF4-FFF2-40B4-BE49-F238E27FC236}">
                <a16:creationId xmlns:a16="http://schemas.microsoft.com/office/drawing/2014/main" id="{32F09628-6AF7-AF1D-7398-A3E3A2636220}"/>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09CBF4C2-CAE9-96DF-276D-43039FB13370}"/>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3" name="TextBox 32">
            <a:extLst>
              <a:ext uri="{FF2B5EF4-FFF2-40B4-BE49-F238E27FC236}">
                <a16:creationId xmlns:a16="http://schemas.microsoft.com/office/drawing/2014/main" id="{24F98439-BAC1-273D-67C3-AF17914E83E0}"/>
              </a:ext>
            </a:extLst>
          </p:cNvPr>
          <p:cNvSpPr txBox="1"/>
          <p:nvPr/>
        </p:nvSpPr>
        <p:spPr>
          <a:xfrm>
            <a:off x="5650090" y="901933"/>
            <a:ext cx="570089" cy="230832"/>
          </a:xfrm>
          <a:prstGeom prst="rect">
            <a:avLst/>
          </a:prstGeom>
          <a:noFill/>
        </p:spPr>
        <p:txBody>
          <a:bodyPr wrap="square" rtlCol="0">
            <a:spAutoFit/>
          </a:bodyPr>
          <a:lstStyle/>
          <a:p>
            <a:pPr algn="ctr"/>
            <a:r>
              <a:rPr lang="en-US" sz="900" dirty="0"/>
              <a:t>123456</a:t>
            </a:r>
          </a:p>
        </p:txBody>
      </p:sp>
      <p:sp>
        <p:nvSpPr>
          <p:cNvPr id="34" name="TextBox 33">
            <a:extLst>
              <a:ext uri="{FF2B5EF4-FFF2-40B4-BE49-F238E27FC236}">
                <a16:creationId xmlns:a16="http://schemas.microsoft.com/office/drawing/2014/main" id="{62E69A10-62A2-3F55-81AD-CE16E690101A}"/>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12356</a:t>
            </a:r>
          </a:p>
        </p:txBody>
      </p:sp>
      <p:sp>
        <p:nvSpPr>
          <p:cNvPr id="35" name="TextBox 34">
            <a:extLst>
              <a:ext uri="{FF2B5EF4-FFF2-40B4-BE49-F238E27FC236}">
                <a16:creationId xmlns:a16="http://schemas.microsoft.com/office/drawing/2014/main" id="{CA6DC6B3-35C3-2163-EE0B-A26BA74A0744}"/>
              </a:ext>
            </a:extLst>
          </p:cNvPr>
          <p:cNvSpPr txBox="1"/>
          <p:nvPr/>
        </p:nvSpPr>
        <p:spPr>
          <a:xfrm>
            <a:off x="5650090" y="1903821"/>
            <a:ext cx="570089" cy="230832"/>
          </a:xfrm>
          <a:prstGeom prst="rect">
            <a:avLst/>
          </a:prstGeom>
          <a:noFill/>
        </p:spPr>
        <p:txBody>
          <a:bodyPr wrap="square" rtlCol="0">
            <a:spAutoFit/>
          </a:bodyPr>
          <a:lstStyle/>
          <a:p>
            <a:pPr algn="ctr"/>
            <a:r>
              <a:rPr lang="en-US" sz="900" dirty="0"/>
              <a:t>12356</a:t>
            </a:r>
          </a:p>
        </p:txBody>
      </p:sp>
      <p:sp>
        <p:nvSpPr>
          <p:cNvPr id="36" name="TextBox 35">
            <a:extLst>
              <a:ext uri="{FF2B5EF4-FFF2-40B4-BE49-F238E27FC236}">
                <a16:creationId xmlns:a16="http://schemas.microsoft.com/office/drawing/2014/main" id="{5244117C-A0C6-5348-1CA4-6F0BB0E66843}"/>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D337A20E-3350-4890-6037-3844CF32ADA0}"/>
              </a:ext>
            </a:extLst>
          </p:cNvPr>
          <p:cNvSpPr txBox="1"/>
          <p:nvPr/>
        </p:nvSpPr>
        <p:spPr>
          <a:xfrm>
            <a:off x="5715003" y="2231221"/>
            <a:ext cx="462845" cy="584775"/>
          </a:xfrm>
          <a:prstGeom prst="rect">
            <a:avLst/>
          </a:prstGeom>
          <a:noFill/>
        </p:spPr>
        <p:txBody>
          <a:bodyPr wrap="square" rtlCol="0">
            <a:spAutoFit/>
          </a:bodyPr>
          <a:lstStyle/>
          <a:p>
            <a:pPr algn="ctr"/>
            <a:r>
              <a:rPr lang="en-US" sz="3200" dirty="0"/>
              <a:t>7</a:t>
            </a:r>
          </a:p>
        </p:txBody>
      </p:sp>
      <p:sp>
        <p:nvSpPr>
          <p:cNvPr id="37" name="TextBox 36">
            <a:extLst>
              <a:ext uri="{FF2B5EF4-FFF2-40B4-BE49-F238E27FC236}">
                <a16:creationId xmlns:a16="http://schemas.microsoft.com/office/drawing/2014/main" id="{B37E69C3-5B4E-8C98-2636-CB4604FF7A9B}"/>
              </a:ext>
            </a:extLst>
          </p:cNvPr>
          <p:cNvSpPr txBox="1"/>
          <p:nvPr/>
        </p:nvSpPr>
        <p:spPr>
          <a:xfrm>
            <a:off x="5715003" y="2734556"/>
            <a:ext cx="462845" cy="584775"/>
          </a:xfrm>
          <a:prstGeom prst="rect">
            <a:avLst/>
          </a:prstGeom>
          <a:noFill/>
        </p:spPr>
        <p:txBody>
          <a:bodyPr wrap="square" rtlCol="0">
            <a:spAutoFit/>
          </a:bodyPr>
          <a:lstStyle/>
          <a:p>
            <a:pPr algn="ctr"/>
            <a:r>
              <a:rPr lang="en-US" sz="3200" dirty="0"/>
              <a:t>2</a:t>
            </a:r>
          </a:p>
        </p:txBody>
      </p:sp>
      <p:sp>
        <p:nvSpPr>
          <p:cNvPr id="38" name="TextBox 37">
            <a:extLst>
              <a:ext uri="{FF2B5EF4-FFF2-40B4-BE49-F238E27FC236}">
                <a16:creationId xmlns:a16="http://schemas.microsoft.com/office/drawing/2014/main" id="{8B6F3AA0-E645-FA5F-4221-E727A56FABDC}"/>
              </a:ext>
            </a:extLst>
          </p:cNvPr>
          <p:cNvSpPr txBox="1"/>
          <p:nvPr/>
        </p:nvSpPr>
        <p:spPr>
          <a:xfrm>
            <a:off x="6214537" y="273455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42413115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36409-3958-754F-0174-D620EE9FD03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72708A6-DA94-7FBD-E497-04B3390F6818}"/>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0CCBEA8D-0001-DC75-4294-FCE7BAF680A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552A843-C8C1-D26D-6205-F92A395E71D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BB03D5B-7FF8-49EF-98CA-586B198CD3D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856A139-3A83-FE6C-C254-DFAF354B859B}"/>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147AACB-8502-38C6-8C45-3DFFC05D5F09}"/>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0C9F13D9-EC78-B725-EBD5-14C1BE971D75}"/>
              </a:ext>
            </a:extLst>
          </p:cNvPr>
          <p:cNvSpPr txBox="1"/>
          <p:nvPr/>
        </p:nvSpPr>
        <p:spPr>
          <a:xfrm>
            <a:off x="3640666" y="2905709"/>
            <a:ext cx="570089" cy="230832"/>
          </a:xfrm>
          <a:prstGeom prst="rect">
            <a:avLst/>
          </a:prstGeom>
          <a:noFill/>
        </p:spPr>
        <p:txBody>
          <a:bodyPr wrap="square" rtlCol="0">
            <a:spAutoFit/>
          </a:bodyPr>
          <a:lstStyle/>
          <a:p>
            <a:pPr algn="ctr"/>
            <a:r>
              <a:rPr lang="en-US" sz="900" dirty="0"/>
              <a:t>5789</a:t>
            </a:r>
          </a:p>
        </p:txBody>
      </p:sp>
      <p:sp>
        <p:nvSpPr>
          <p:cNvPr id="9" name="TextBox 8">
            <a:extLst>
              <a:ext uri="{FF2B5EF4-FFF2-40B4-BE49-F238E27FC236}">
                <a16:creationId xmlns:a16="http://schemas.microsoft.com/office/drawing/2014/main" id="{76DFF4F4-0E2F-AC95-E692-1F6EAC6D3116}"/>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5789</a:t>
            </a:r>
          </a:p>
        </p:txBody>
      </p:sp>
      <p:sp>
        <p:nvSpPr>
          <p:cNvPr id="11" name="TextBox 10">
            <a:extLst>
              <a:ext uri="{FF2B5EF4-FFF2-40B4-BE49-F238E27FC236}">
                <a16:creationId xmlns:a16="http://schemas.microsoft.com/office/drawing/2014/main" id="{CA5A1B37-4D5A-93F8-74EC-AF9825F3B19E}"/>
              </a:ext>
            </a:extLst>
          </p:cNvPr>
          <p:cNvSpPr txBox="1"/>
          <p:nvPr/>
        </p:nvSpPr>
        <p:spPr>
          <a:xfrm>
            <a:off x="3640666" y="3406653"/>
            <a:ext cx="570089" cy="230832"/>
          </a:xfrm>
          <a:prstGeom prst="rect">
            <a:avLst/>
          </a:prstGeom>
          <a:noFill/>
        </p:spPr>
        <p:txBody>
          <a:bodyPr wrap="square" rtlCol="0">
            <a:spAutoFit/>
          </a:bodyPr>
          <a:lstStyle/>
          <a:p>
            <a:pPr algn="ctr"/>
            <a:r>
              <a:rPr lang="en-US" sz="900" dirty="0"/>
              <a:t>5789</a:t>
            </a:r>
          </a:p>
        </p:txBody>
      </p:sp>
      <p:sp>
        <p:nvSpPr>
          <p:cNvPr id="12" name="TextBox 11">
            <a:extLst>
              <a:ext uri="{FF2B5EF4-FFF2-40B4-BE49-F238E27FC236}">
                <a16:creationId xmlns:a16="http://schemas.microsoft.com/office/drawing/2014/main" id="{82F06139-8620-4162-D8C5-060AD8574F20}"/>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5789</a:t>
            </a:r>
          </a:p>
        </p:txBody>
      </p:sp>
      <p:sp>
        <p:nvSpPr>
          <p:cNvPr id="13" name="TextBox 12">
            <a:extLst>
              <a:ext uri="{FF2B5EF4-FFF2-40B4-BE49-F238E27FC236}">
                <a16:creationId xmlns:a16="http://schemas.microsoft.com/office/drawing/2014/main" id="{58DBAB64-63E3-47D1-A011-381DFBB9780A}"/>
              </a:ext>
            </a:extLst>
          </p:cNvPr>
          <p:cNvSpPr txBox="1"/>
          <p:nvPr/>
        </p:nvSpPr>
        <p:spPr>
          <a:xfrm>
            <a:off x="3640666" y="2404765"/>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C8DF55E3-6EF1-507E-0114-957EEDEE0FA0}"/>
              </a:ext>
            </a:extLst>
          </p:cNvPr>
          <p:cNvSpPr txBox="1"/>
          <p:nvPr/>
        </p:nvSpPr>
        <p:spPr>
          <a:xfrm>
            <a:off x="4143022" y="2404765"/>
            <a:ext cx="570089" cy="230832"/>
          </a:xfrm>
          <a:prstGeom prst="rect">
            <a:avLst/>
          </a:prstGeom>
          <a:noFill/>
        </p:spPr>
        <p:txBody>
          <a:bodyPr wrap="square" rtlCol="0">
            <a:spAutoFit/>
          </a:bodyPr>
          <a:lstStyle/>
          <a:p>
            <a:pPr algn="ctr"/>
            <a:r>
              <a:rPr lang="en-US" sz="900" dirty="0"/>
              <a:t>61</a:t>
            </a:r>
          </a:p>
        </p:txBody>
      </p:sp>
      <p:sp>
        <p:nvSpPr>
          <p:cNvPr id="16" name="TextBox 15">
            <a:extLst>
              <a:ext uri="{FF2B5EF4-FFF2-40B4-BE49-F238E27FC236}">
                <a16:creationId xmlns:a16="http://schemas.microsoft.com/office/drawing/2014/main" id="{0DBC1FD5-D9C4-11BA-54B9-E15CF2B3FDC4}"/>
              </a:ext>
            </a:extLst>
          </p:cNvPr>
          <p:cNvSpPr txBox="1"/>
          <p:nvPr/>
        </p:nvSpPr>
        <p:spPr>
          <a:xfrm>
            <a:off x="3138310" y="901933"/>
            <a:ext cx="570089" cy="230832"/>
          </a:xfrm>
          <a:prstGeom prst="rect">
            <a:avLst/>
          </a:prstGeom>
          <a:noFill/>
        </p:spPr>
        <p:txBody>
          <a:bodyPr wrap="square" rtlCol="0">
            <a:spAutoFit/>
          </a:bodyPr>
          <a:lstStyle/>
          <a:p>
            <a:pPr algn="ctr"/>
            <a:r>
              <a:rPr lang="en-US" sz="900" dirty="0"/>
              <a:t>19</a:t>
            </a:r>
          </a:p>
        </p:txBody>
      </p:sp>
      <p:sp>
        <p:nvSpPr>
          <p:cNvPr id="17" name="TextBox 16">
            <a:extLst>
              <a:ext uri="{FF2B5EF4-FFF2-40B4-BE49-F238E27FC236}">
                <a16:creationId xmlns:a16="http://schemas.microsoft.com/office/drawing/2014/main" id="{08C12343-BE3B-C518-0D8E-D09F228FEA72}"/>
              </a:ext>
            </a:extLst>
          </p:cNvPr>
          <p:cNvSpPr txBox="1"/>
          <p:nvPr/>
        </p:nvSpPr>
        <p:spPr>
          <a:xfrm>
            <a:off x="5147734" y="4909484"/>
            <a:ext cx="570089" cy="230832"/>
          </a:xfrm>
          <a:prstGeom prst="rect">
            <a:avLst/>
          </a:prstGeom>
          <a:noFill/>
        </p:spPr>
        <p:txBody>
          <a:bodyPr wrap="square" rtlCol="0">
            <a:spAutoFit/>
          </a:bodyPr>
          <a:lstStyle/>
          <a:p>
            <a:pPr algn="ctr"/>
            <a:r>
              <a:rPr lang="en-US" sz="900" dirty="0"/>
              <a:t>14</a:t>
            </a:r>
          </a:p>
        </p:txBody>
      </p:sp>
      <p:sp>
        <p:nvSpPr>
          <p:cNvPr id="21" name="TextBox 20">
            <a:extLst>
              <a:ext uri="{FF2B5EF4-FFF2-40B4-BE49-F238E27FC236}">
                <a16:creationId xmlns:a16="http://schemas.microsoft.com/office/drawing/2014/main" id="{B02C78E8-3576-6733-9B17-CAA2F5BE2698}"/>
              </a:ext>
            </a:extLst>
          </p:cNvPr>
          <p:cNvSpPr txBox="1"/>
          <p:nvPr/>
        </p:nvSpPr>
        <p:spPr>
          <a:xfrm>
            <a:off x="7157158" y="1764121"/>
            <a:ext cx="570089" cy="230832"/>
          </a:xfrm>
          <a:prstGeom prst="rect">
            <a:avLst/>
          </a:prstGeom>
          <a:noFill/>
        </p:spPr>
        <p:txBody>
          <a:bodyPr wrap="square" rtlCol="0">
            <a:spAutoFit/>
          </a:bodyPr>
          <a:lstStyle/>
          <a:p>
            <a:pPr algn="ctr"/>
            <a:r>
              <a:rPr lang="en-US" sz="900" dirty="0"/>
              <a:t>19</a:t>
            </a:r>
          </a:p>
        </p:txBody>
      </p:sp>
      <p:sp>
        <p:nvSpPr>
          <p:cNvPr id="24" name="TextBox 23">
            <a:extLst>
              <a:ext uri="{FF2B5EF4-FFF2-40B4-BE49-F238E27FC236}">
                <a16:creationId xmlns:a16="http://schemas.microsoft.com/office/drawing/2014/main" id="{E043E48A-1F13-B7DF-0914-44BCFDF6974D}"/>
              </a:ext>
            </a:extLst>
          </p:cNvPr>
          <p:cNvSpPr txBox="1"/>
          <p:nvPr/>
        </p:nvSpPr>
        <p:spPr>
          <a:xfrm>
            <a:off x="3640666" y="4059997"/>
            <a:ext cx="570089" cy="230832"/>
          </a:xfrm>
          <a:prstGeom prst="rect">
            <a:avLst/>
          </a:prstGeom>
          <a:noFill/>
        </p:spPr>
        <p:txBody>
          <a:bodyPr wrap="square" rtlCol="0">
            <a:spAutoFit/>
          </a:bodyPr>
          <a:lstStyle/>
          <a:p>
            <a:pPr algn="ctr"/>
            <a:r>
              <a:rPr lang="en-US" sz="900" dirty="0"/>
              <a:t>19</a:t>
            </a:r>
          </a:p>
        </p:txBody>
      </p:sp>
      <p:sp>
        <p:nvSpPr>
          <p:cNvPr id="18" name="TextBox 17">
            <a:extLst>
              <a:ext uri="{FF2B5EF4-FFF2-40B4-BE49-F238E27FC236}">
                <a16:creationId xmlns:a16="http://schemas.microsoft.com/office/drawing/2014/main" id="{80A3BE45-EA45-EC1C-D477-082711775924}"/>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15DE00C4-22B1-B202-CE19-E68B123E80B7}"/>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263C1ECC-0EAF-61E7-47A5-3062E232633D}"/>
              </a:ext>
            </a:extLst>
          </p:cNvPr>
          <p:cNvSpPr txBox="1"/>
          <p:nvPr/>
        </p:nvSpPr>
        <p:spPr>
          <a:xfrm>
            <a:off x="6214537" y="2231221"/>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D6062246-24B5-F73B-037A-80AE20B05977}"/>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04DD2A6B-DBDC-9181-3126-F5EC12FB3C36}"/>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B28F2E5B-A3D1-110A-1F91-592AFEACA1D5}"/>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3766218E-4BBA-9862-D833-CDB29C75398B}"/>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C61BF1DC-490E-E5D3-EBD6-5859C817D8A6}"/>
              </a:ext>
            </a:extLst>
          </p:cNvPr>
          <p:cNvSpPr txBox="1"/>
          <p:nvPr/>
        </p:nvSpPr>
        <p:spPr>
          <a:xfrm>
            <a:off x="5147734" y="4408541"/>
            <a:ext cx="570089" cy="230832"/>
          </a:xfrm>
          <a:prstGeom prst="rect">
            <a:avLst/>
          </a:prstGeom>
          <a:noFill/>
        </p:spPr>
        <p:txBody>
          <a:bodyPr wrap="square" rtlCol="0">
            <a:spAutoFit/>
          </a:bodyPr>
          <a:lstStyle/>
          <a:p>
            <a:pPr algn="ctr"/>
            <a:r>
              <a:rPr lang="en-US" sz="900" dirty="0"/>
              <a:t>85</a:t>
            </a:r>
          </a:p>
        </p:txBody>
      </p:sp>
      <p:sp>
        <p:nvSpPr>
          <p:cNvPr id="25" name="TextBox 24">
            <a:extLst>
              <a:ext uri="{FF2B5EF4-FFF2-40B4-BE49-F238E27FC236}">
                <a16:creationId xmlns:a16="http://schemas.microsoft.com/office/drawing/2014/main" id="{08647746-E022-2E2C-966A-410372FA314B}"/>
              </a:ext>
            </a:extLst>
          </p:cNvPr>
          <p:cNvSpPr txBox="1"/>
          <p:nvPr/>
        </p:nvSpPr>
        <p:spPr>
          <a:xfrm>
            <a:off x="4645378" y="2531765"/>
            <a:ext cx="570089" cy="230832"/>
          </a:xfrm>
          <a:prstGeom prst="rect">
            <a:avLst/>
          </a:prstGeom>
          <a:noFill/>
        </p:spPr>
        <p:txBody>
          <a:bodyPr wrap="square" rtlCol="0">
            <a:spAutoFit/>
          </a:bodyPr>
          <a:lstStyle/>
          <a:p>
            <a:pPr algn="ctr"/>
            <a:r>
              <a:rPr lang="en-US" sz="900" dirty="0"/>
              <a:t>57</a:t>
            </a:r>
          </a:p>
        </p:txBody>
      </p:sp>
      <p:sp>
        <p:nvSpPr>
          <p:cNvPr id="32" name="TextBox 31">
            <a:extLst>
              <a:ext uri="{FF2B5EF4-FFF2-40B4-BE49-F238E27FC236}">
                <a16:creationId xmlns:a16="http://schemas.microsoft.com/office/drawing/2014/main" id="{DC102EC0-EFDD-B42D-4DB6-3AEEDA3614A3}"/>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9FFD6338-D423-02B8-0E5A-C85F017AEF37}"/>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3" name="TextBox 32">
            <a:extLst>
              <a:ext uri="{FF2B5EF4-FFF2-40B4-BE49-F238E27FC236}">
                <a16:creationId xmlns:a16="http://schemas.microsoft.com/office/drawing/2014/main" id="{5A199567-47B8-F4C6-49A3-D0B4F0E7FBBE}"/>
              </a:ext>
            </a:extLst>
          </p:cNvPr>
          <p:cNvSpPr txBox="1"/>
          <p:nvPr/>
        </p:nvSpPr>
        <p:spPr>
          <a:xfrm>
            <a:off x="5650090" y="901933"/>
            <a:ext cx="570089" cy="230832"/>
          </a:xfrm>
          <a:prstGeom prst="rect">
            <a:avLst/>
          </a:prstGeom>
          <a:noFill/>
        </p:spPr>
        <p:txBody>
          <a:bodyPr wrap="square" rtlCol="0">
            <a:spAutoFit/>
          </a:bodyPr>
          <a:lstStyle/>
          <a:p>
            <a:pPr algn="ctr"/>
            <a:r>
              <a:rPr lang="en-US" sz="900" dirty="0"/>
              <a:t>135</a:t>
            </a:r>
          </a:p>
        </p:txBody>
      </p:sp>
      <p:sp>
        <p:nvSpPr>
          <p:cNvPr id="34" name="TextBox 33">
            <a:extLst>
              <a:ext uri="{FF2B5EF4-FFF2-40B4-BE49-F238E27FC236}">
                <a16:creationId xmlns:a16="http://schemas.microsoft.com/office/drawing/2014/main" id="{16F0DB4D-05D1-C0CB-C160-1621E795DCDA}"/>
              </a:ext>
            </a:extLst>
          </p:cNvPr>
          <p:cNvSpPr txBox="1"/>
          <p:nvPr/>
        </p:nvSpPr>
        <p:spPr>
          <a:xfrm>
            <a:off x="5650090" y="1402877"/>
            <a:ext cx="570089" cy="230832"/>
          </a:xfrm>
          <a:prstGeom prst="rect">
            <a:avLst/>
          </a:prstGeom>
          <a:noFill/>
        </p:spPr>
        <p:txBody>
          <a:bodyPr wrap="square" rtlCol="0">
            <a:spAutoFit/>
          </a:bodyPr>
          <a:lstStyle/>
          <a:p>
            <a:pPr algn="ctr"/>
            <a:r>
              <a:rPr lang="en-US" sz="900" dirty="0"/>
              <a:t>135</a:t>
            </a:r>
          </a:p>
        </p:txBody>
      </p:sp>
      <p:sp>
        <p:nvSpPr>
          <p:cNvPr id="35" name="TextBox 34">
            <a:extLst>
              <a:ext uri="{FF2B5EF4-FFF2-40B4-BE49-F238E27FC236}">
                <a16:creationId xmlns:a16="http://schemas.microsoft.com/office/drawing/2014/main" id="{E08D19FC-EB06-30E0-305C-929EDE8DDE45}"/>
              </a:ext>
            </a:extLst>
          </p:cNvPr>
          <p:cNvSpPr txBox="1"/>
          <p:nvPr/>
        </p:nvSpPr>
        <p:spPr>
          <a:xfrm>
            <a:off x="5650090" y="1903821"/>
            <a:ext cx="570089" cy="230832"/>
          </a:xfrm>
          <a:prstGeom prst="rect">
            <a:avLst/>
          </a:prstGeom>
          <a:noFill/>
        </p:spPr>
        <p:txBody>
          <a:bodyPr wrap="square" rtlCol="0">
            <a:spAutoFit/>
          </a:bodyPr>
          <a:lstStyle/>
          <a:p>
            <a:pPr algn="ctr"/>
            <a:r>
              <a:rPr lang="en-US" sz="900" dirty="0"/>
              <a:t>135</a:t>
            </a:r>
          </a:p>
        </p:txBody>
      </p:sp>
      <p:sp>
        <p:nvSpPr>
          <p:cNvPr id="36" name="TextBox 35">
            <a:extLst>
              <a:ext uri="{FF2B5EF4-FFF2-40B4-BE49-F238E27FC236}">
                <a16:creationId xmlns:a16="http://schemas.microsoft.com/office/drawing/2014/main" id="{2AB33582-6FF1-218B-4972-8979BAA7A399}"/>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7F43E1CB-9103-E96E-75C4-E7724F28D383}"/>
              </a:ext>
            </a:extLst>
          </p:cNvPr>
          <p:cNvSpPr txBox="1"/>
          <p:nvPr/>
        </p:nvSpPr>
        <p:spPr>
          <a:xfrm>
            <a:off x="5715003" y="2231221"/>
            <a:ext cx="462845" cy="584775"/>
          </a:xfrm>
          <a:prstGeom prst="rect">
            <a:avLst/>
          </a:prstGeom>
          <a:noFill/>
        </p:spPr>
        <p:txBody>
          <a:bodyPr wrap="square" rtlCol="0">
            <a:spAutoFit/>
          </a:bodyPr>
          <a:lstStyle/>
          <a:p>
            <a:pPr algn="ctr"/>
            <a:r>
              <a:rPr lang="en-US" sz="3200" dirty="0"/>
              <a:t>7</a:t>
            </a:r>
          </a:p>
        </p:txBody>
      </p:sp>
      <p:sp>
        <p:nvSpPr>
          <p:cNvPr id="37" name="TextBox 36">
            <a:extLst>
              <a:ext uri="{FF2B5EF4-FFF2-40B4-BE49-F238E27FC236}">
                <a16:creationId xmlns:a16="http://schemas.microsoft.com/office/drawing/2014/main" id="{483649D5-6EBA-3448-2E28-353B1DD08F96}"/>
              </a:ext>
            </a:extLst>
          </p:cNvPr>
          <p:cNvSpPr txBox="1"/>
          <p:nvPr/>
        </p:nvSpPr>
        <p:spPr>
          <a:xfrm>
            <a:off x="5715003" y="2734556"/>
            <a:ext cx="462845" cy="584775"/>
          </a:xfrm>
          <a:prstGeom prst="rect">
            <a:avLst/>
          </a:prstGeom>
          <a:noFill/>
        </p:spPr>
        <p:txBody>
          <a:bodyPr wrap="square" rtlCol="0">
            <a:spAutoFit/>
          </a:bodyPr>
          <a:lstStyle/>
          <a:p>
            <a:pPr algn="ctr"/>
            <a:r>
              <a:rPr lang="en-US" sz="3200" dirty="0"/>
              <a:t>2</a:t>
            </a:r>
          </a:p>
        </p:txBody>
      </p:sp>
      <p:sp>
        <p:nvSpPr>
          <p:cNvPr id="38" name="TextBox 37">
            <a:extLst>
              <a:ext uri="{FF2B5EF4-FFF2-40B4-BE49-F238E27FC236}">
                <a16:creationId xmlns:a16="http://schemas.microsoft.com/office/drawing/2014/main" id="{6D8B049B-4F0F-C45E-0EEF-1422E00F7E33}"/>
              </a:ext>
            </a:extLst>
          </p:cNvPr>
          <p:cNvSpPr txBox="1"/>
          <p:nvPr/>
        </p:nvSpPr>
        <p:spPr>
          <a:xfrm>
            <a:off x="6214537" y="273455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24248758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46B23-A5B3-953F-E2A2-EE4078C9F26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A3346E0-5C2E-6AD1-12E5-E99B90088BE1}"/>
              </a:ext>
            </a:extLst>
          </p:cNvPr>
          <p:cNvSpPr>
            <a:spLocks noGrp="1"/>
          </p:cNvSpPr>
          <p:nvPr>
            <p:ph sz="half" idx="1"/>
          </p:nvPr>
        </p:nvSpPr>
        <p:spPr/>
        <p:txBody>
          <a:bodyPr>
            <a:normAutofit/>
          </a:bodyPr>
          <a:lstStyle/>
          <a:p>
            <a:r>
              <a:rPr lang="en-US" dirty="0"/>
              <a:t>Last possible 6 in Column 6.</a:t>
            </a:r>
          </a:p>
        </p:txBody>
      </p:sp>
      <p:pic>
        <p:nvPicPr>
          <p:cNvPr id="4" name="Picture 3" descr="A grid of sudoku puzzle&#10;&#10;Description automatically generated">
            <a:extLst>
              <a:ext uri="{FF2B5EF4-FFF2-40B4-BE49-F238E27FC236}">
                <a16:creationId xmlns:a16="http://schemas.microsoft.com/office/drawing/2014/main" id="{954BF953-9CB7-75A8-C7B6-007B3688398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001F382-6715-ECB2-D7E1-B3B2B6103BD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B66314D-76EA-F425-118D-F3D58B94AED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D8F7F28-2183-217C-6844-A2663EAA932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2602D18-A553-3551-A34F-58EDEE874372}"/>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AFBC6518-2429-A417-ED49-232197EACA25}"/>
              </a:ext>
            </a:extLst>
          </p:cNvPr>
          <p:cNvSpPr txBox="1"/>
          <p:nvPr/>
        </p:nvSpPr>
        <p:spPr>
          <a:xfrm>
            <a:off x="3640666" y="2905709"/>
            <a:ext cx="570089" cy="230832"/>
          </a:xfrm>
          <a:prstGeom prst="rect">
            <a:avLst/>
          </a:prstGeom>
          <a:noFill/>
        </p:spPr>
        <p:txBody>
          <a:bodyPr wrap="square" rtlCol="0">
            <a:spAutoFit/>
          </a:bodyPr>
          <a:lstStyle/>
          <a:p>
            <a:pPr algn="ctr"/>
            <a:r>
              <a:rPr lang="en-US" sz="900" dirty="0"/>
              <a:t>5789</a:t>
            </a:r>
          </a:p>
        </p:txBody>
      </p:sp>
      <p:sp>
        <p:nvSpPr>
          <p:cNvPr id="9" name="TextBox 8">
            <a:extLst>
              <a:ext uri="{FF2B5EF4-FFF2-40B4-BE49-F238E27FC236}">
                <a16:creationId xmlns:a16="http://schemas.microsoft.com/office/drawing/2014/main" id="{00453A1F-E0FD-55E5-D5EF-DDA9928EA45E}"/>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5789</a:t>
            </a:r>
          </a:p>
        </p:txBody>
      </p:sp>
      <p:sp>
        <p:nvSpPr>
          <p:cNvPr id="11" name="TextBox 10">
            <a:extLst>
              <a:ext uri="{FF2B5EF4-FFF2-40B4-BE49-F238E27FC236}">
                <a16:creationId xmlns:a16="http://schemas.microsoft.com/office/drawing/2014/main" id="{64146011-88D6-B86C-4431-4720284DCD6D}"/>
              </a:ext>
            </a:extLst>
          </p:cNvPr>
          <p:cNvSpPr txBox="1"/>
          <p:nvPr/>
        </p:nvSpPr>
        <p:spPr>
          <a:xfrm>
            <a:off x="3640666" y="3406653"/>
            <a:ext cx="570089" cy="230832"/>
          </a:xfrm>
          <a:prstGeom prst="rect">
            <a:avLst/>
          </a:prstGeom>
          <a:noFill/>
        </p:spPr>
        <p:txBody>
          <a:bodyPr wrap="square" rtlCol="0">
            <a:spAutoFit/>
          </a:bodyPr>
          <a:lstStyle/>
          <a:p>
            <a:pPr algn="ctr"/>
            <a:r>
              <a:rPr lang="en-US" sz="900" dirty="0"/>
              <a:t>5789</a:t>
            </a:r>
          </a:p>
        </p:txBody>
      </p:sp>
      <p:sp>
        <p:nvSpPr>
          <p:cNvPr id="12" name="TextBox 11">
            <a:extLst>
              <a:ext uri="{FF2B5EF4-FFF2-40B4-BE49-F238E27FC236}">
                <a16:creationId xmlns:a16="http://schemas.microsoft.com/office/drawing/2014/main" id="{E6CB008E-CC02-0CE6-481C-12DD8C402D32}"/>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5789</a:t>
            </a:r>
          </a:p>
        </p:txBody>
      </p:sp>
      <p:sp>
        <p:nvSpPr>
          <p:cNvPr id="13" name="TextBox 12">
            <a:extLst>
              <a:ext uri="{FF2B5EF4-FFF2-40B4-BE49-F238E27FC236}">
                <a16:creationId xmlns:a16="http://schemas.microsoft.com/office/drawing/2014/main" id="{7851E07B-020E-7B8E-6E73-B7DF86F967BF}"/>
              </a:ext>
            </a:extLst>
          </p:cNvPr>
          <p:cNvSpPr txBox="1"/>
          <p:nvPr/>
        </p:nvSpPr>
        <p:spPr>
          <a:xfrm>
            <a:off x="3640666" y="2404765"/>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E76ED43E-1B9F-8321-6F0F-3849BFBF28E9}"/>
              </a:ext>
            </a:extLst>
          </p:cNvPr>
          <p:cNvSpPr txBox="1"/>
          <p:nvPr/>
        </p:nvSpPr>
        <p:spPr>
          <a:xfrm>
            <a:off x="4143022" y="2404765"/>
            <a:ext cx="570089" cy="230832"/>
          </a:xfrm>
          <a:prstGeom prst="rect">
            <a:avLst/>
          </a:prstGeom>
          <a:noFill/>
        </p:spPr>
        <p:txBody>
          <a:bodyPr wrap="square" rtlCol="0">
            <a:spAutoFit/>
          </a:bodyPr>
          <a:lstStyle/>
          <a:p>
            <a:pPr algn="ctr"/>
            <a:r>
              <a:rPr lang="en-US" sz="900" dirty="0"/>
              <a:t>61</a:t>
            </a:r>
          </a:p>
        </p:txBody>
      </p:sp>
      <p:sp>
        <p:nvSpPr>
          <p:cNvPr id="16" name="TextBox 15">
            <a:extLst>
              <a:ext uri="{FF2B5EF4-FFF2-40B4-BE49-F238E27FC236}">
                <a16:creationId xmlns:a16="http://schemas.microsoft.com/office/drawing/2014/main" id="{CE677D9C-5143-722B-2FCE-130BC8FDDE8B}"/>
              </a:ext>
            </a:extLst>
          </p:cNvPr>
          <p:cNvSpPr txBox="1"/>
          <p:nvPr/>
        </p:nvSpPr>
        <p:spPr>
          <a:xfrm>
            <a:off x="3138310" y="901933"/>
            <a:ext cx="570089" cy="230832"/>
          </a:xfrm>
          <a:prstGeom prst="rect">
            <a:avLst/>
          </a:prstGeom>
          <a:noFill/>
        </p:spPr>
        <p:txBody>
          <a:bodyPr wrap="square" rtlCol="0">
            <a:spAutoFit/>
          </a:bodyPr>
          <a:lstStyle/>
          <a:p>
            <a:pPr algn="ctr"/>
            <a:r>
              <a:rPr lang="en-US" sz="900" dirty="0"/>
              <a:t>19</a:t>
            </a:r>
          </a:p>
        </p:txBody>
      </p:sp>
      <p:sp>
        <p:nvSpPr>
          <p:cNvPr id="17" name="TextBox 16">
            <a:extLst>
              <a:ext uri="{FF2B5EF4-FFF2-40B4-BE49-F238E27FC236}">
                <a16:creationId xmlns:a16="http://schemas.microsoft.com/office/drawing/2014/main" id="{E93E5653-6700-1962-0181-082334BD0846}"/>
              </a:ext>
            </a:extLst>
          </p:cNvPr>
          <p:cNvSpPr txBox="1"/>
          <p:nvPr/>
        </p:nvSpPr>
        <p:spPr>
          <a:xfrm>
            <a:off x="5147734" y="4909484"/>
            <a:ext cx="570089" cy="230832"/>
          </a:xfrm>
          <a:prstGeom prst="rect">
            <a:avLst/>
          </a:prstGeom>
          <a:noFill/>
        </p:spPr>
        <p:txBody>
          <a:bodyPr wrap="square" rtlCol="0">
            <a:spAutoFit/>
          </a:bodyPr>
          <a:lstStyle/>
          <a:p>
            <a:pPr algn="ctr"/>
            <a:r>
              <a:rPr lang="en-US" sz="900" dirty="0"/>
              <a:t>14</a:t>
            </a:r>
          </a:p>
        </p:txBody>
      </p:sp>
      <p:sp>
        <p:nvSpPr>
          <p:cNvPr id="21" name="TextBox 20">
            <a:extLst>
              <a:ext uri="{FF2B5EF4-FFF2-40B4-BE49-F238E27FC236}">
                <a16:creationId xmlns:a16="http://schemas.microsoft.com/office/drawing/2014/main" id="{487A0286-0789-EEA6-9A7F-1C02BADE8E2D}"/>
              </a:ext>
            </a:extLst>
          </p:cNvPr>
          <p:cNvSpPr txBox="1"/>
          <p:nvPr/>
        </p:nvSpPr>
        <p:spPr>
          <a:xfrm>
            <a:off x="7157158" y="1764121"/>
            <a:ext cx="570089" cy="230832"/>
          </a:xfrm>
          <a:prstGeom prst="rect">
            <a:avLst/>
          </a:prstGeom>
          <a:noFill/>
        </p:spPr>
        <p:txBody>
          <a:bodyPr wrap="square" rtlCol="0">
            <a:spAutoFit/>
          </a:bodyPr>
          <a:lstStyle/>
          <a:p>
            <a:pPr algn="ctr"/>
            <a:r>
              <a:rPr lang="en-US" sz="900" dirty="0"/>
              <a:t>19</a:t>
            </a:r>
          </a:p>
        </p:txBody>
      </p:sp>
      <p:sp>
        <p:nvSpPr>
          <p:cNvPr id="24" name="TextBox 23">
            <a:extLst>
              <a:ext uri="{FF2B5EF4-FFF2-40B4-BE49-F238E27FC236}">
                <a16:creationId xmlns:a16="http://schemas.microsoft.com/office/drawing/2014/main" id="{9528DC5A-D0AF-C7B8-DC7D-54A790982B63}"/>
              </a:ext>
            </a:extLst>
          </p:cNvPr>
          <p:cNvSpPr txBox="1"/>
          <p:nvPr/>
        </p:nvSpPr>
        <p:spPr>
          <a:xfrm>
            <a:off x="3640666" y="4059997"/>
            <a:ext cx="570089" cy="230832"/>
          </a:xfrm>
          <a:prstGeom prst="rect">
            <a:avLst/>
          </a:prstGeom>
          <a:noFill/>
        </p:spPr>
        <p:txBody>
          <a:bodyPr wrap="square" rtlCol="0">
            <a:spAutoFit/>
          </a:bodyPr>
          <a:lstStyle/>
          <a:p>
            <a:pPr algn="ctr"/>
            <a:r>
              <a:rPr lang="en-US" sz="900" dirty="0"/>
              <a:t>19</a:t>
            </a:r>
          </a:p>
        </p:txBody>
      </p:sp>
      <p:sp>
        <p:nvSpPr>
          <p:cNvPr id="18" name="TextBox 17">
            <a:extLst>
              <a:ext uri="{FF2B5EF4-FFF2-40B4-BE49-F238E27FC236}">
                <a16:creationId xmlns:a16="http://schemas.microsoft.com/office/drawing/2014/main" id="{5441E7E8-3A7E-EFAC-478A-9C3E4276618D}"/>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8CC79CFC-D355-2999-2CD9-121312D574D8}"/>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FC3AC07A-A3B0-4993-03DA-0FBA27FE06D2}"/>
              </a:ext>
            </a:extLst>
          </p:cNvPr>
          <p:cNvSpPr txBox="1"/>
          <p:nvPr/>
        </p:nvSpPr>
        <p:spPr>
          <a:xfrm>
            <a:off x="6214537" y="2231221"/>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F0D9530B-01B2-BB49-8777-9D536F08D4DB}"/>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D004506A-6AE9-D1ED-5474-A16A5CB5559D}"/>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D4A91344-1D0A-6C1E-D1C3-8EE1940D1320}"/>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71BF570A-FF8A-8087-9547-723651922B51}"/>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DACA63D5-3E8C-A178-A19C-05574144CCE0}"/>
              </a:ext>
            </a:extLst>
          </p:cNvPr>
          <p:cNvSpPr txBox="1"/>
          <p:nvPr/>
        </p:nvSpPr>
        <p:spPr>
          <a:xfrm>
            <a:off x="5147734" y="4408541"/>
            <a:ext cx="570089" cy="230832"/>
          </a:xfrm>
          <a:prstGeom prst="rect">
            <a:avLst/>
          </a:prstGeom>
          <a:noFill/>
        </p:spPr>
        <p:txBody>
          <a:bodyPr wrap="square" rtlCol="0">
            <a:spAutoFit/>
          </a:bodyPr>
          <a:lstStyle/>
          <a:p>
            <a:pPr algn="ctr"/>
            <a:r>
              <a:rPr lang="en-US" sz="900" dirty="0"/>
              <a:t>85</a:t>
            </a:r>
          </a:p>
        </p:txBody>
      </p:sp>
      <p:sp>
        <p:nvSpPr>
          <p:cNvPr id="25" name="TextBox 24">
            <a:extLst>
              <a:ext uri="{FF2B5EF4-FFF2-40B4-BE49-F238E27FC236}">
                <a16:creationId xmlns:a16="http://schemas.microsoft.com/office/drawing/2014/main" id="{9B4455B1-5C71-9ED3-045F-4107C4562236}"/>
              </a:ext>
            </a:extLst>
          </p:cNvPr>
          <p:cNvSpPr txBox="1"/>
          <p:nvPr/>
        </p:nvSpPr>
        <p:spPr>
          <a:xfrm>
            <a:off x="4645378" y="2531765"/>
            <a:ext cx="570089" cy="230832"/>
          </a:xfrm>
          <a:prstGeom prst="rect">
            <a:avLst/>
          </a:prstGeom>
          <a:noFill/>
        </p:spPr>
        <p:txBody>
          <a:bodyPr wrap="square" rtlCol="0">
            <a:spAutoFit/>
          </a:bodyPr>
          <a:lstStyle/>
          <a:p>
            <a:pPr algn="ctr"/>
            <a:r>
              <a:rPr lang="en-US" sz="900" dirty="0"/>
              <a:t>57</a:t>
            </a:r>
          </a:p>
        </p:txBody>
      </p:sp>
      <p:sp>
        <p:nvSpPr>
          <p:cNvPr id="32" name="TextBox 31">
            <a:extLst>
              <a:ext uri="{FF2B5EF4-FFF2-40B4-BE49-F238E27FC236}">
                <a16:creationId xmlns:a16="http://schemas.microsoft.com/office/drawing/2014/main" id="{889A1302-4EF6-BF85-C058-971157572E3A}"/>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D5A81D58-54C3-401C-DCA0-810F0D95D657}"/>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3" name="TextBox 32">
            <a:extLst>
              <a:ext uri="{FF2B5EF4-FFF2-40B4-BE49-F238E27FC236}">
                <a16:creationId xmlns:a16="http://schemas.microsoft.com/office/drawing/2014/main" id="{BBD9FADB-5944-C9A6-45F4-8504C650BAAE}"/>
              </a:ext>
            </a:extLst>
          </p:cNvPr>
          <p:cNvSpPr txBox="1"/>
          <p:nvPr/>
        </p:nvSpPr>
        <p:spPr>
          <a:xfrm>
            <a:off x="5650090" y="901933"/>
            <a:ext cx="570089" cy="230832"/>
          </a:xfrm>
          <a:prstGeom prst="rect">
            <a:avLst/>
          </a:prstGeom>
          <a:noFill/>
        </p:spPr>
        <p:txBody>
          <a:bodyPr wrap="square" rtlCol="0">
            <a:spAutoFit/>
          </a:bodyPr>
          <a:lstStyle/>
          <a:p>
            <a:pPr algn="ctr"/>
            <a:r>
              <a:rPr lang="en-US" sz="900" dirty="0"/>
              <a:t>135</a:t>
            </a:r>
          </a:p>
        </p:txBody>
      </p:sp>
      <p:sp>
        <p:nvSpPr>
          <p:cNvPr id="34" name="TextBox 33">
            <a:extLst>
              <a:ext uri="{FF2B5EF4-FFF2-40B4-BE49-F238E27FC236}">
                <a16:creationId xmlns:a16="http://schemas.microsoft.com/office/drawing/2014/main" id="{DD4BD2A7-2ABE-0CDD-1A60-DE30F6918F39}"/>
              </a:ext>
            </a:extLst>
          </p:cNvPr>
          <p:cNvSpPr txBox="1"/>
          <p:nvPr/>
        </p:nvSpPr>
        <p:spPr>
          <a:xfrm>
            <a:off x="5650090" y="1402877"/>
            <a:ext cx="570089" cy="230832"/>
          </a:xfrm>
          <a:prstGeom prst="rect">
            <a:avLst/>
          </a:prstGeom>
          <a:noFill/>
        </p:spPr>
        <p:txBody>
          <a:bodyPr wrap="square" rtlCol="0">
            <a:spAutoFit/>
          </a:bodyPr>
          <a:lstStyle/>
          <a:p>
            <a:pPr algn="ctr"/>
            <a:r>
              <a:rPr lang="en-US" sz="900" dirty="0"/>
              <a:t>135</a:t>
            </a:r>
          </a:p>
        </p:txBody>
      </p:sp>
      <p:sp>
        <p:nvSpPr>
          <p:cNvPr id="35" name="TextBox 34">
            <a:extLst>
              <a:ext uri="{FF2B5EF4-FFF2-40B4-BE49-F238E27FC236}">
                <a16:creationId xmlns:a16="http://schemas.microsoft.com/office/drawing/2014/main" id="{F2DB0613-8CB9-1B3E-1179-8742AFFEE19D}"/>
              </a:ext>
            </a:extLst>
          </p:cNvPr>
          <p:cNvSpPr txBox="1"/>
          <p:nvPr/>
        </p:nvSpPr>
        <p:spPr>
          <a:xfrm>
            <a:off x="5650090" y="1903821"/>
            <a:ext cx="570089" cy="230832"/>
          </a:xfrm>
          <a:prstGeom prst="rect">
            <a:avLst/>
          </a:prstGeom>
          <a:noFill/>
        </p:spPr>
        <p:txBody>
          <a:bodyPr wrap="square" rtlCol="0">
            <a:spAutoFit/>
          </a:bodyPr>
          <a:lstStyle/>
          <a:p>
            <a:pPr algn="ctr"/>
            <a:r>
              <a:rPr lang="en-US" sz="900" dirty="0"/>
              <a:t>135</a:t>
            </a:r>
          </a:p>
        </p:txBody>
      </p:sp>
      <p:sp>
        <p:nvSpPr>
          <p:cNvPr id="36" name="TextBox 35">
            <a:extLst>
              <a:ext uri="{FF2B5EF4-FFF2-40B4-BE49-F238E27FC236}">
                <a16:creationId xmlns:a16="http://schemas.microsoft.com/office/drawing/2014/main" id="{89D9ED38-5C77-DB05-82CE-F250A0A1CC9B}"/>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667E1738-5F20-6BC1-3F92-47534CFC721D}"/>
              </a:ext>
            </a:extLst>
          </p:cNvPr>
          <p:cNvSpPr txBox="1"/>
          <p:nvPr/>
        </p:nvSpPr>
        <p:spPr>
          <a:xfrm>
            <a:off x="5715003" y="2231221"/>
            <a:ext cx="462845" cy="584775"/>
          </a:xfrm>
          <a:prstGeom prst="rect">
            <a:avLst/>
          </a:prstGeom>
          <a:noFill/>
        </p:spPr>
        <p:txBody>
          <a:bodyPr wrap="square" rtlCol="0">
            <a:spAutoFit/>
          </a:bodyPr>
          <a:lstStyle/>
          <a:p>
            <a:pPr algn="ctr"/>
            <a:r>
              <a:rPr lang="en-US" sz="3200" dirty="0"/>
              <a:t>7</a:t>
            </a:r>
          </a:p>
        </p:txBody>
      </p:sp>
      <p:sp>
        <p:nvSpPr>
          <p:cNvPr id="37" name="TextBox 36">
            <a:extLst>
              <a:ext uri="{FF2B5EF4-FFF2-40B4-BE49-F238E27FC236}">
                <a16:creationId xmlns:a16="http://schemas.microsoft.com/office/drawing/2014/main" id="{8572EBFD-CB68-C5A9-B8D8-31B1CF3E8A55}"/>
              </a:ext>
            </a:extLst>
          </p:cNvPr>
          <p:cNvSpPr txBox="1"/>
          <p:nvPr/>
        </p:nvSpPr>
        <p:spPr>
          <a:xfrm>
            <a:off x="5715003" y="2734556"/>
            <a:ext cx="462845" cy="584775"/>
          </a:xfrm>
          <a:prstGeom prst="rect">
            <a:avLst/>
          </a:prstGeom>
          <a:noFill/>
        </p:spPr>
        <p:txBody>
          <a:bodyPr wrap="square" rtlCol="0">
            <a:spAutoFit/>
          </a:bodyPr>
          <a:lstStyle/>
          <a:p>
            <a:pPr algn="ctr"/>
            <a:r>
              <a:rPr lang="en-US" sz="3200" dirty="0"/>
              <a:t>2</a:t>
            </a:r>
          </a:p>
        </p:txBody>
      </p:sp>
      <p:sp>
        <p:nvSpPr>
          <p:cNvPr id="38" name="TextBox 37">
            <a:extLst>
              <a:ext uri="{FF2B5EF4-FFF2-40B4-BE49-F238E27FC236}">
                <a16:creationId xmlns:a16="http://schemas.microsoft.com/office/drawing/2014/main" id="{AE63D461-7AC7-B49B-5DC6-769D30F13040}"/>
              </a:ext>
            </a:extLst>
          </p:cNvPr>
          <p:cNvSpPr txBox="1"/>
          <p:nvPr/>
        </p:nvSpPr>
        <p:spPr>
          <a:xfrm>
            <a:off x="6214537" y="273455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22957704-778D-2F9D-F349-2ABC29A7FFA3}"/>
              </a:ext>
            </a:extLst>
          </p:cNvPr>
          <p:cNvSpPr txBox="1"/>
          <p:nvPr/>
        </p:nvSpPr>
        <p:spPr>
          <a:xfrm>
            <a:off x="5715003" y="323789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19158767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2C475-935C-239F-AA71-F8C20B2922D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D741D44-E021-4BA3-1B5A-ECC71EB6E583}"/>
              </a:ext>
            </a:extLst>
          </p:cNvPr>
          <p:cNvSpPr>
            <a:spLocks noGrp="1"/>
          </p:cNvSpPr>
          <p:nvPr>
            <p:ph sz="half" idx="1"/>
          </p:nvPr>
        </p:nvSpPr>
        <p:spPr/>
        <p:txBody>
          <a:bodyPr>
            <a:normAutofit/>
          </a:bodyPr>
          <a:lstStyle/>
          <a:p>
            <a:r>
              <a:rPr lang="en-US" dirty="0"/>
              <a:t>Complete Column 6.</a:t>
            </a:r>
          </a:p>
        </p:txBody>
      </p:sp>
      <p:pic>
        <p:nvPicPr>
          <p:cNvPr id="4" name="Picture 3" descr="A grid of sudoku puzzle&#10;&#10;Description automatically generated">
            <a:extLst>
              <a:ext uri="{FF2B5EF4-FFF2-40B4-BE49-F238E27FC236}">
                <a16:creationId xmlns:a16="http://schemas.microsoft.com/office/drawing/2014/main" id="{DAE6193D-4FF3-7AB1-7CC2-B72F644D8A6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8A22F7F-07D0-E3C3-4F00-5175B3F89D3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1BB96A5-A85A-C949-5D41-9871CCD31F2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8CB4BF1-DA44-B825-EE94-FB919A37A37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87AFE9E-316D-EFBF-E36E-F9293F7DE46A}"/>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089716A8-6392-285F-0553-6145678091A5}"/>
              </a:ext>
            </a:extLst>
          </p:cNvPr>
          <p:cNvSpPr txBox="1"/>
          <p:nvPr/>
        </p:nvSpPr>
        <p:spPr>
          <a:xfrm>
            <a:off x="3640666" y="2905709"/>
            <a:ext cx="570089" cy="230832"/>
          </a:xfrm>
          <a:prstGeom prst="rect">
            <a:avLst/>
          </a:prstGeom>
          <a:noFill/>
        </p:spPr>
        <p:txBody>
          <a:bodyPr wrap="square" rtlCol="0">
            <a:spAutoFit/>
          </a:bodyPr>
          <a:lstStyle/>
          <a:p>
            <a:pPr algn="ctr"/>
            <a:r>
              <a:rPr lang="en-US" sz="900" dirty="0"/>
              <a:t>5789</a:t>
            </a:r>
          </a:p>
        </p:txBody>
      </p:sp>
      <p:sp>
        <p:nvSpPr>
          <p:cNvPr id="9" name="TextBox 8">
            <a:extLst>
              <a:ext uri="{FF2B5EF4-FFF2-40B4-BE49-F238E27FC236}">
                <a16:creationId xmlns:a16="http://schemas.microsoft.com/office/drawing/2014/main" id="{8E355782-9ACD-7FB8-CAA4-26B2D64E4F64}"/>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5789</a:t>
            </a:r>
          </a:p>
        </p:txBody>
      </p:sp>
      <p:sp>
        <p:nvSpPr>
          <p:cNvPr id="11" name="TextBox 10">
            <a:extLst>
              <a:ext uri="{FF2B5EF4-FFF2-40B4-BE49-F238E27FC236}">
                <a16:creationId xmlns:a16="http://schemas.microsoft.com/office/drawing/2014/main" id="{CAF137FF-7D25-708E-D7DB-C595C00FE704}"/>
              </a:ext>
            </a:extLst>
          </p:cNvPr>
          <p:cNvSpPr txBox="1"/>
          <p:nvPr/>
        </p:nvSpPr>
        <p:spPr>
          <a:xfrm>
            <a:off x="3640666" y="3406653"/>
            <a:ext cx="570089" cy="230832"/>
          </a:xfrm>
          <a:prstGeom prst="rect">
            <a:avLst/>
          </a:prstGeom>
          <a:noFill/>
        </p:spPr>
        <p:txBody>
          <a:bodyPr wrap="square" rtlCol="0">
            <a:spAutoFit/>
          </a:bodyPr>
          <a:lstStyle/>
          <a:p>
            <a:pPr algn="ctr"/>
            <a:r>
              <a:rPr lang="en-US" sz="900" dirty="0"/>
              <a:t>5789</a:t>
            </a:r>
          </a:p>
        </p:txBody>
      </p:sp>
      <p:sp>
        <p:nvSpPr>
          <p:cNvPr id="12" name="TextBox 11">
            <a:extLst>
              <a:ext uri="{FF2B5EF4-FFF2-40B4-BE49-F238E27FC236}">
                <a16:creationId xmlns:a16="http://schemas.microsoft.com/office/drawing/2014/main" id="{75B00443-F38F-7F63-18B0-53E94C8F081E}"/>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5789</a:t>
            </a:r>
          </a:p>
        </p:txBody>
      </p:sp>
      <p:sp>
        <p:nvSpPr>
          <p:cNvPr id="13" name="TextBox 12">
            <a:extLst>
              <a:ext uri="{FF2B5EF4-FFF2-40B4-BE49-F238E27FC236}">
                <a16:creationId xmlns:a16="http://schemas.microsoft.com/office/drawing/2014/main" id="{3D8B79E4-2AD5-1BF3-2675-F91054A54CD8}"/>
              </a:ext>
            </a:extLst>
          </p:cNvPr>
          <p:cNvSpPr txBox="1"/>
          <p:nvPr/>
        </p:nvSpPr>
        <p:spPr>
          <a:xfrm>
            <a:off x="3640666" y="2404765"/>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441FD4A0-9C73-2BED-E0C2-29B8B83F5E91}"/>
              </a:ext>
            </a:extLst>
          </p:cNvPr>
          <p:cNvSpPr txBox="1"/>
          <p:nvPr/>
        </p:nvSpPr>
        <p:spPr>
          <a:xfrm>
            <a:off x="4143022" y="2404765"/>
            <a:ext cx="570089" cy="230832"/>
          </a:xfrm>
          <a:prstGeom prst="rect">
            <a:avLst/>
          </a:prstGeom>
          <a:noFill/>
        </p:spPr>
        <p:txBody>
          <a:bodyPr wrap="square" rtlCol="0">
            <a:spAutoFit/>
          </a:bodyPr>
          <a:lstStyle/>
          <a:p>
            <a:pPr algn="ctr"/>
            <a:r>
              <a:rPr lang="en-US" sz="900" dirty="0"/>
              <a:t>61</a:t>
            </a:r>
          </a:p>
        </p:txBody>
      </p:sp>
      <p:sp>
        <p:nvSpPr>
          <p:cNvPr id="16" name="TextBox 15">
            <a:extLst>
              <a:ext uri="{FF2B5EF4-FFF2-40B4-BE49-F238E27FC236}">
                <a16:creationId xmlns:a16="http://schemas.microsoft.com/office/drawing/2014/main" id="{286F3371-F098-FA13-5A0C-6859E0A78638}"/>
              </a:ext>
            </a:extLst>
          </p:cNvPr>
          <p:cNvSpPr txBox="1"/>
          <p:nvPr/>
        </p:nvSpPr>
        <p:spPr>
          <a:xfrm>
            <a:off x="3138310" y="901933"/>
            <a:ext cx="570089" cy="230832"/>
          </a:xfrm>
          <a:prstGeom prst="rect">
            <a:avLst/>
          </a:prstGeom>
          <a:noFill/>
        </p:spPr>
        <p:txBody>
          <a:bodyPr wrap="square" rtlCol="0">
            <a:spAutoFit/>
          </a:bodyPr>
          <a:lstStyle/>
          <a:p>
            <a:pPr algn="ctr"/>
            <a:r>
              <a:rPr lang="en-US" sz="900" dirty="0"/>
              <a:t>19</a:t>
            </a:r>
          </a:p>
        </p:txBody>
      </p:sp>
      <p:sp>
        <p:nvSpPr>
          <p:cNvPr id="17" name="TextBox 16">
            <a:extLst>
              <a:ext uri="{FF2B5EF4-FFF2-40B4-BE49-F238E27FC236}">
                <a16:creationId xmlns:a16="http://schemas.microsoft.com/office/drawing/2014/main" id="{A46DD791-694B-9FCD-E9F4-08ECAAA4C7BC}"/>
              </a:ext>
            </a:extLst>
          </p:cNvPr>
          <p:cNvSpPr txBox="1"/>
          <p:nvPr/>
        </p:nvSpPr>
        <p:spPr>
          <a:xfrm>
            <a:off x="5147734" y="4909484"/>
            <a:ext cx="570089" cy="230832"/>
          </a:xfrm>
          <a:prstGeom prst="rect">
            <a:avLst/>
          </a:prstGeom>
          <a:noFill/>
        </p:spPr>
        <p:txBody>
          <a:bodyPr wrap="square" rtlCol="0">
            <a:spAutoFit/>
          </a:bodyPr>
          <a:lstStyle/>
          <a:p>
            <a:pPr algn="ctr"/>
            <a:r>
              <a:rPr lang="en-US" sz="900" dirty="0"/>
              <a:t>14</a:t>
            </a:r>
          </a:p>
        </p:txBody>
      </p:sp>
      <p:sp>
        <p:nvSpPr>
          <p:cNvPr id="21" name="TextBox 20">
            <a:extLst>
              <a:ext uri="{FF2B5EF4-FFF2-40B4-BE49-F238E27FC236}">
                <a16:creationId xmlns:a16="http://schemas.microsoft.com/office/drawing/2014/main" id="{A3106F99-292B-4A41-BF8D-B9DFE35DC76A}"/>
              </a:ext>
            </a:extLst>
          </p:cNvPr>
          <p:cNvSpPr txBox="1"/>
          <p:nvPr/>
        </p:nvSpPr>
        <p:spPr>
          <a:xfrm>
            <a:off x="7157158" y="1764121"/>
            <a:ext cx="570089" cy="230832"/>
          </a:xfrm>
          <a:prstGeom prst="rect">
            <a:avLst/>
          </a:prstGeom>
          <a:noFill/>
        </p:spPr>
        <p:txBody>
          <a:bodyPr wrap="square" rtlCol="0">
            <a:spAutoFit/>
          </a:bodyPr>
          <a:lstStyle/>
          <a:p>
            <a:pPr algn="ctr"/>
            <a:r>
              <a:rPr lang="en-US" sz="900" dirty="0"/>
              <a:t>19</a:t>
            </a:r>
          </a:p>
        </p:txBody>
      </p:sp>
      <p:sp>
        <p:nvSpPr>
          <p:cNvPr id="24" name="TextBox 23">
            <a:extLst>
              <a:ext uri="{FF2B5EF4-FFF2-40B4-BE49-F238E27FC236}">
                <a16:creationId xmlns:a16="http://schemas.microsoft.com/office/drawing/2014/main" id="{6AA6EF51-A853-DD78-4F8C-E9EB4333211B}"/>
              </a:ext>
            </a:extLst>
          </p:cNvPr>
          <p:cNvSpPr txBox="1"/>
          <p:nvPr/>
        </p:nvSpPr>
        <p:spPr>
          <a:xfrm>
            <a:off x="3640666" y="4059997"/>
            <a:ext cx="570089" cy="230832"/>
          </a:xfrm>
          <a:prstGeom prst="rect">
            <a:avLst/>
          </a:prstGeom>
          <a:noFill/>
        </p:spPr>
        <p:txBody>
          <a:bodyPr wrap="square" rtlCol="0">
            <a:spAutoFit/>
          </a:bodyPr>
          <a:lstStyle/>
          <a:p>
            <a:pPr algn="ctr"/>
            <a:r>
              <a:rPr lang="en-US" sz="900" dirty="0"/>
              <a:t>19</a:t>
            </a:r>
          </a:p>
        </p:txBody>
      </p:sp>
      <p:sp>
        <p:nvSpPr>
          <p:cNvPr id="18" name="TextBox 17">
            <a:extLst>
              <a:ext uri="{FF2B5EF4-FFF2-40B4-BE49-F238E27FC236}">
                <a16:creationId xmlns:a16="http://schemas.microsoft.com/office/drawing/2014/main" id="{C1BF21E9-EAFF-0627-86B5-D0C55223F2A4}"/>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F42BD34F-8DC9-8526-63E3-0D6AA94B138F}"/>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75CCB2ED-8DBA-E060-29AF-A101D6FE0549}"/>
              </a:ext>
            </a:extLst>
          </p:cNvPr>
          <p:cNvSpPr txBox="1"/>
          <p:nvPr/>
        </p:nvSpPr>
        <p:spPr>
          <a:xfrm>
            <a:off x="6214537" y="2231221"/>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0D57C105-82E5-CBBB-6829-291B4464C36A}"/>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78B2E78C-65A0-6368-2E1A-CB5E882FC5C5}"/>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E12676BD-B376-79D6-CE4A-083547979B6B}"/>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9E03D5C5-C2EA-6576-2D62-03A12551207A}"/>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6AA7347A-91F9-2467-DD21-D0A77A6397AB}"/>
              </a:ext>
            </a:extLst>
          </p:cNvPr>
          <p:cNvSpPr txBox="1"/>
          <p:nvPr/>
        </p:nvSpPr>
        <p:spPr>
          <a:xfrm>
            <a:off x="5147734" y="4408541"/>
            <a:ext cx="570089" cy="230832"/>
          </a:xfrm>
          <a:prstGeom prst="rect">
            <a:avLst/>
          </a:prstGeom>
          <a:noFill/>
        </p:spPr>
        <p:txBody>
          <a:bodyPr wrap="square" rtlCol="0">
            <a:spAutoFit/>
          </a:bodyPr>
          <a:lstStyle/>
          <a:p>
            <a:pPr algn="ctr"/>
            <a:r>
              <a:rPr lang="en-US" sz="900" dirty="0"/>
              <a:t>85</a:t>
            </a:r>
          </a:p>
        </p:txBody>
      </p:sp>
      <p:sp>
        <p:nvSpPr>
          <p:cNvPr id="25" name="TextBox 24">
            <a:extLst>
              <a:ext uri="{FF2B5EF4-FFF2-40B4-BE49-F238E27FC236}">
                <a16:creationId xmlns:a16="http://schemas.microsoft.com/office/drawing/2014/main" id="{BAEA7FC5-4276-3F24-A8DE-506B16CCA760}"/>
              </a:ext>
            </a:extLst>
          </p:cNvPr>
          <p:cNvSpPr txBox="1"/>
          <p:nvPr/>
        </p:nvSpPr>
        <p:spPr>
          <a:xfrm>
            <a:off x="4645378" y="2531765"/>
            <a:ext cx="570089" cy="230832"/>
          </a:xfrm>
          <a:prstGeom prst="rect">
            <a:avLst/>
          </a:prstGeom>
          <a:noFill/>
        </p:spPr>
        <p:txBody>
          <a:bodyPr wrap="square" rtlCol="0">
            <a:spAutoFit/>
          </a:bodyPr>
          <a:lstStyle/>
          <a:p>
            <a:pPr algn="ctr"/>
            <a:r>
              <a:rPr lang="en-US" sz="900" dirty="0"/>
              <a:t>57</a:t>
            </a:r>
          </a:p>
        </p:txBody>
      </p:sp>
      <p:sp>
        <p:nvSpPr>
          <p:cNvPr id="32" name="TextBox 31">
            <a:extLst>
              <a:ext uri="{FF2B5EF4-FFF2-40B4-BE49-F238E27FC236}">
                <a16:creationId xmlns:a16="http://schemas.microsoft.com/office/drawing/2014/main" id="{72AD786B-03E6-16D8-EBD6-517E0F44AD76}"/>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D161C366-C388-F90B-D629-ED2597954B7B}"/>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3" name="TextBox 32">
            <a:extLst>
              <a:ext uri="{FF2B5EF4-FFF2-40B4-BE49-F238E27FC236}">
                <a16:creationId xmlns:a16="http://schemas.microsoft.com/office/drawing/2014/main" id="{B5D70B19-FE3B-1AD7-40B7-58F4852DCDD2}"/>
              </a:ext>
            </a:extLst>
          </p:cNvPr>
          <p:cNvSpPr txBox="1"/>
          <p:nvPr/>
        </p:nvSpPr>
        <p:spPr>
          <a:xfrm>
            <a:off x="5650090" y="901933"/>
            <a:ext cx="570089" cy="230832"/>
          </a:xfrm>
          <a:prstGeom prst="rect">
            <a:avLst/>
          </a:prstGeom>
          <a:noFill/>
        </p:spPr>
        <p:txBody>
          <a:bodyPr wrap="square" rtlCol="0">
            <a:spAutoFit/>
          </a:bodyPr>
          <a:lstStyle/>
          <a:p>
            <a:pPr algn="ctr"/>
            <a:r>
              <a:rPr lang="en-US" sz="900" dirty="0"/>
              <a:t>135</a:t>
            </a:r>
          </a:p>
        </p:txBody>
      </p:sp>
      <p:sp>
        <p:nvSpPr>
          <p:cNvPr id="34" name="TextBox 33">
            <a:extLst>
              <a:ext uri="{FF2B5EF4-FFF2-40B4-BE49-F238E27FC236}">
                <a16:creationId xmlns:a16="http://schemas.microsoft.com/office/drawing/2014/main" id="{5EEEF495-CBD8-7803-6B9A-335873E9EBE9}"/>
              </a:ext>
            </a:extLst>
          </p:cNvPr>
          <p:cNvSpPr txBox="1"/>
          <p:nvPr/>
        </p:nvSpPr>
        <p:spPr>
          <a:xfrm>
            <a:off x="5650090" y="1402877"/>
            <a:ext cx="570089" cy="230832"/>
          </a:xfrm>
          <a:prstGeom prst="rect">
            <a:avLst/>
          </a:prstGeom>
          <a:noFill/>
        </p:spPr>
        <p:txBody>
          <a:bodyPr wrap="square" rtlCol="0">
            <a:spAutoFit/>
          </a:bodyPr>
          <a:lstStyle/>
          <a:p>
            <a:pPr algn="ctr"/>
            <a:r>
              <a:rPr lang="en-US" sz="900" dirty="0"/>
              <a:t>135</a:t>
            </a:r>
          </a:p>
        </p:txBody>
      </p:sp>
      <p:sp>
        <p:nvSpPr>
          <p:cNvPr id="35" name="TextBox 34">
            <a:extLst>
              <a:ext uri="{FF2B5EF4-FFF2-40B4-BE49-F238E27FC236}">
                <a16:creationId xmlns:a16="http://schemas.microsoft.com/office/drawing/2014/main" id="{31C39B3D-B7A4-6922-EB6E-3A3FAEEE7DC1}"/>
              </a:ext>
            </a:extLst>
          </p:cNvPr>
          <p:cNvSpPr txBox="1"/>
          <p:nvPr/>
        </p:nvSpPr>
        <p:spPr>
          <a:xfrm>
            <a:off x="5650090" y="1903821"/>
            <a:ext cx="570089" cy="230832"/>
          </a:xfrm>
          <a:prstGeom prst="rect">
            <a:avLst/>
          </a:prstGeom>
          <a:noFill/>
        </p:spPr>
        <p:txBody>
          <a:bodyPr wrap="square" rtlCol="0">
            <a:spAutoFit/>
          </a:bodyPr>
          <a:lstStyle/>
          <a:p>
            <a:pPr algn="ctr"/>
            <a:r>
              <a:rPr lang="en-US" sz="900" dirty="0"/>
              <a:t>135</a:t>
            </a:r>
          </a:p>
        </p:txBody>
      </p:sp>
      <p:sp>
        <p:nvSpPr>
          <p:cNvPr id="36" name="TextBox 35">
            <a:extLst>
              <a:ext uri="{FF2B5EF4-FFF2-40B4-BE49-F238E27FC236}">
                <a16:creationId xmlns:a16="http://schemas.microsoft.com/office/drawing/2014/main" id="{58E30957-54B7-BDB0-E0CD-B45A53E5CA2C}"/>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99A8015C-6178-E192-7D68-4382CA5F9664}"/>
              </a:ext>
            </a:extLst>
          </p:cNvPr>
          <p:cNvSpPr txBox="1"/>
          <p:nvPr/>
        </p:nvSpPr>
        <p:spPr>
          <a:xfrm>
            <a:off x="5715003" y="2231221"/>
            <a:ext cx="462845" cy="584775"/>
          </a:xfrm>
          <a:prstGeom prst="rect">
            <a:avLst/>
          </a:prstGeom>
          <a:noFill/>
        </p:spPr>
        <p:txBody>
          <a:bodyPr wrap="square" rtlCol="0">
            <a:spAutoFit/>
          </a:bodyPr>
          <a:lstStyle/>
          <a:p>
            <a:pPr algn="ctr"/>
            <a:r>
              <a:rPr lang="en-US" sz="3200" dirty="0"/>
              <a:t>7</a:t>
            </a:r>
          </a:p>
        </p:txBody>
      </p:sp>
      <p:sp>
        <p:nvSpPr>
          <p:cNvPr id="37" name="TextBox 36">
            <a:extLst>
              <a:ext uri="{FF2B5EF4-FFF2-40B4-BE49-F238E27FC236}">
                <a16:creationId xmlns:a16="http://schemas.microsoft.com/office/drawing/2014/main" id="{24790A6A-0007-ECBD-1ED2-69FAAE3BCA8A}"/>
              </a:ext>
            </a:extLst>
          </p:cNvPr>
          <p:cNvSpPr txBox="1"/>
          <p:nvPr/>
        </p:nvSpPr>
        <p:spPr>
          <a:xfrm>
            <a:off x="5715003" y="2734556"/>
            <a:ext cx="462845" cy="584775"/>
          </a:xfrm>
          <a:prstGeom prst="rect">
            <a:avLst/>
          </a:prstGeom>
          <a:noFill/>
        </p:spPr>
        <p:txBody>
          <a:bodyPr wrap="square" rtlCol="0">
            <a:spAutoFit/>
          </a:bodyPr>
          <a:lstStyle/>
          <a:p>
            <a:pPr algn="ctr"/>
            <a:r>
              <a:rPr lang="en-US" sz="3200" dirty="0"/>
              <a:t>2</a:t>
            </a:r>
          </a:p>
        </p:txBody>
      </p:sp>
      <p:sp>
        <p:nvSpPr>
          <p:cNvPr id="38" name="TextBox 37">
            <a:extLst>
              <a:ext uri="{FF2B5EF4-FFF2-40B4-BE49-F238E27FC236}">
                <a16:creationId xmlns:a16="http://schemas.microsoft.com/office/drawing/2014/main" id="{DF15A872-A2FA-C522-0DBB-F64C7519C3A3}"/>
              </a:ext>
            </a:extLst>
          </p:cNvPr>
          <p:cNvSpPr txBox="1"/>
          <p:nvPr/>
        </p:nvSpPr>
        <p:spPr>
          <a:xfrm>
            <a:off x="6214537" y="273455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95879E98-1C7F-E1F6-7CB9-267B6DB1C389}"/>
              </a:ext>
            </a:extLst>
          </p:cNvPr>
          <p:cNvSpPr txBox="1"/>
          <p:nvPr/>
        </p:nvSpPr>
        <p:spPr>
          <a:xfrm>
            <a:off x="5715003" y="3237891"/>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800999CF-18F9-2D41-446E-EB1CD5970DBC}"/>
              </a:ext>
            </a:extLst>
          </p:cNvPr>
          <p:cNvSpPr txBox="1"/>
          <p:nvPr/>
        </p:nvSpPr>
        <p:spPr>
          <a:xfrm>
            <a:off x="5650090" y="3907597"/>
            <a:ext cx="570089" cy="230832"/>
          </a:xfrm>
          <a:prstGeom prst="rect">
            <a:avLst/>
          </a:prstGeom>
          <a:noFill/>
        </p:spPr>
        <p:txBody>
          <a:bodyPr wrap="square" rtlCol="0">
            <a:spAutoFit/>
          </a:bodyPr>
          <a:lstStyle/>
          <a:p>
            <a:pPr algn="ctr"/>
            <a:r>
              <a:rPr lang="en-US" sz="900" dirty="0"/>
              <a:t>489</a:t>
            </a:r>
          </a:p>
        </p:txBody>
      </p:sp>
      <p:sp>
        <p:nvSpPr>
          <p:cNvPr id="31" name="TextBox 30">
            <a:extLst>
              <a:ext uri="{FF2B5EF4-FFF2-40B4-BE49-F238E27FC236}">
                <a16:creationId xmlns:a16="http://schemas.microsoft.com/office/drawing/2014/main" id="{DB84677A-1780-63D7-443F-FDDA0456D96D}"/>
              </a:ext>
            </a:extLst>
          </p:cNvPr>
          <p:cNvSpPr txBox="1"/>
          <p:nvPr/>
        </p:nvSpPr>
        <p:spPr>
          <a:xfrm>
            <a:off x="5650090" y="4408541"/>
            <a:ext cx="570089" cy="230832"/>
          </a:xfrm>
          <a:prstGeom prst="rect">
            <a:avLst/>
          </a:prstGeom>
          <a:noFill/>
        </p:spPr>
        <p:txBody>
          <a:bodyPr wrap="square" rtlCol="0">
            <a:spAutoFit/>
          </a:bodyPr>
          <a:lstStyle/>
          <a:p>
            <a:pPr algn="ctr"/>
            <a:r>
              <a:rPr lang="en-US" sz="900" dirty="0"/>
              <a:t>489</a:t>
            </a:r>
          </a:p>
        </p:txBody>
      </p:sp>
      <p:sp>
        <p:nvSpPr>
          <p:cNvPr id="39" name="TextBox 38">
            <a:extLst>
              <a:ext uri="{FF2B5EF4-FFF2-40B4-BE49-F238E27FC236}">
                <a16:creationId xmlns:a16="http://schemas.microsoft.com/office/drawing/2014/main" id="{89908BE3-957F-87CD-1568-6A63E66F0445}"/>
              </a:ext>
            </a:extLst>
          </p:cNvPr>
          <p:cNvSpPr txBox="1"/>
          <p:nvPr/>
        </p:nvSpPr>
        <p:spPr>
          <a:xfrm>
            <a:off x="5650090" y="4909484"/>
            <a:ext cx="570089" cy="230832"/>
          </a:xfrm>
          <a:prstGeom prst="rect">
            <a:avLst/>
          </a:prstGeom>
          <a:noFill/>
        </p:spPr>
        <p:txBody>
          <a:bodyPr wrap="square" rtlCol="0">
            <a:spAutoFit/>
          </a:bodyPr>
          <a:lstStyle/>
          <a:p>
            <a:pPr algn="ctr"/>
            <a:r>
              <a:rPr lang="en-US" sz="900" dirty="0"/>
              <a:t>489</a:t>
            </a:r>
          </a:p>
        </p:txBody>
      </p:sp>
    </p:spTree>
    <p:extLst>
      <p:ext uri="{BB962C8B-B14F-4D97-AF65-F5344CB8AC3E}">
        <p14:creationId xmlns:p14="http://schemas.microsoft.com/office/powerpoint/2010/main" val="41663848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0000">
            <a:alpha val="25000"/>
          </a:srgbClr>
        </a:solidFill>
        <a:effectLst/>
      </p:bgPr>
    </p:bg>
    <p:spTree>
      <p:nvGrpSpPr>
        <p:cNvPr id="1" name="">
          <a:extLst>
            <a:ext uri="{FF2B5EF4-FFF2-40B4-BE49-F238E27FC236}">
              <a16:creationId xmlns:a16="http://schemas.microsoft.com/office/drawing/2014/main" id="{3073C495-1274-EC4A-7125-215B39EB172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AF97623-8185-0A74-5295-640D472BD80D}"/>
              </a:ext>
            </a:extLst>
          </p:cNvPr>
          <p:cNvSpPr>
            <a:spLocks noGrp="1"/>
          </p:cNvSpPr>
          <p:nvPr>
            <p:ph sz="half" idx="1"/>
          </p:nvPr>
        </p:nvSpPr>
        <p:spPr/>
        <p:txBody>
          <a:bodyPr>
            <a:normAutofit/>
          </a:bodyPr>
          <a:lstStyle/>
          <a:p>
            <a:r>
              <a:rPr lang="en-US" dirty="0"/>
              <a:t>FAIL. No solution when both 4 and 8 are precluded.</a:t>
            </a:r>
          </a:p>
        </p:txBody>
      </p:sp>
      <p:pic>
        <p:nvPicPr>
          <p:cNvPr id="4" name="Picture 3" descr="A grid of sudoku puzzle&#10;&#10;Description automatically generated">
            <a:extLst>
              <a:ext uri="{FF2B5EF4-FFF2-40B4-BE49-F238E27FC236}">
                <a16:creationId xmlns:a16="http://schemas.microsoft.com/office/drawing/2014/main" id="{05C3A1A3-4C0D-8746-A145-87D1A971A2A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B795CB7-4A4D-22A2-CE5B-00981655386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05B1807-652C-C60F-125A-EC3168B033E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7A37584-1437-0ED9-12BC-5A7A864ADBC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B1DCE67-6E8A-4EAB-937E-C305442F8F8A}"/>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C7EC080C-85E4-A7F1-5CDE-D23F31E44CD7}"/>
              </a:ext>
            </a:extLst>
          </p:cNvPr>
          <p:cNvSpPr txBox="1"/>
          <p:nvPr/>
        </p:nvSpPr>
        <p:spPr>
          <a:xfrm>
            <a:off x="3640666" y="2905709"/>
            <a:ext cx="570089" cy="230832"/>
          </a:xfrm>
          <a:prstGeom prst="rect">
            <a:avLst/>
          </a:prstGeom>
          <a:noFill/>
        </p:spPr>
        <p:txBody>
          <a:bodyPr wrap="square" rtlCol="0">
            <a:spAutoFit/>
          </a:bodyPr>
          <a:lstStyle/>
          <a:p>
            <a:pPr algn="ctr"/>
            <a:r>
              <a:rPr lang="en-US" sz="900" dirty="0"/>
              <a:t>5789</a:t>
            </a:r>
          </a:p>
        </p:txBody>
      </p:sp>
      <p:sp>
        <p:nvSpPr>
          <p:cNvPr id="9" name="TextBox 8">
            <a:extLst>
              <a:ext uri="{FF2B5EF4-FFF2-40B4-BE49-F238E27FC236}">
                <a16:creationId xmlns:a16="http://schemas.microsoft.com/office/drawing/2014/main" id="{651C30F2-F4CE-08F9-C100-B965BD8AEB50}"/>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5789</a:t>
            </a:r>
          </a:p>
        </p:txBody>
      </p:sp>
      <p:sp>
        <p:nvSpPr>
          <p:cNvPr id="11" name="TextBox 10">
            <a:extLst>
              <a:ext uri="{FF2B5EF4-FFF2-40B4-BE49-F238E27FC236}">
                <a16:creationId xmlns:a16="http://schemas.microsoft.com/office/drawing/2014/main" id="{42D72307-4694-EDB2-F334-BB547B3863EB}"/>
              </a:ext>
            </a:extLst>
          </p:cNvPr>
          <p:cNvSpPr txBox="1"/>
          <p:nvPr/>
        </p:nvSpPr>
        <p:spPr>
          <a:xfrm>
            <a:off x="3640666" y="3406653"/>
            <a:ext cx="570089" cy="230832"/>
          </a:xfrm>
          <a:prstGeom prst="rect">
            <a:avLst/>
          </a:prstGeom>
          <a:noFill/>
        </p:spPr>
        <p:txBody>
          <a:bodyPr wrap="square" rtlCol="0">
            <a:spAutoFit/>
          </a:bodyPr>
          <a:lstStyle/>
          <a:p>
            <a:pPr algn="ctr"/>
            <a:r>
              <a:rPr lang="en-US" sz="900" dirty="0"/>
              <a:t>5789</a:t>
            </a:r>
          </a:p>
        </p:txBody>
      </p:sp>
      <p:sp>
        <p:nvSpPr>
          <p:cNvPr id="12" name="TextBox 11">
            <a:extLst>
              <a:ext uri="{FF2B5EF4-FFF2-40B4-BE49-F238E27FC236}">
                <a16:creationId xmlns:a16="http://schemas.microsoft.com/office/drawing/2014/main" id="{939BA002-D6B6-1B8E-7F8E-34D9AC0394C3}"/>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5789</a:t>
            </a:r>
          </a:p>
        </p:txBody>
      </p:sp>
      <p:sp>
        <p:nvSpPr>
          <p:cNvPr id="13" name="TextBox 12">
            <a:extLst>
              <a:ext uri="{FF2B5EF4-FFF2-40B4-BE49-F238E27FC236}">
                <a16:creationId xmlns:a16="http://schemas.microsoft.com/office/drawing/2014/main" id="{BF8227A7-4445-8041-D30C-B190635F677B}"/>
              </a:ext>
            </a:extLst>
          </p:cNvPr>
          <p:cNvSpPr txBox="1"/>
          <p:nvPr/>
        </p:nvSpPr>
        <p:spPr>
          <a:xfrm>
            <a:off x="3640666" y="2404765"/>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3DB3190D-C490-0C96-DBDD-3D8DE7371F74}"/>
              </a:ext>
            </a:extLst>
          </p:cNvPr>
          <p:cNvSpPr txBox="1"/>
          <p:nvPr/>
        </p:nvSpPr>
        <p:spPr>
          <a:xfrm>
            <a:off x="4143022" y="2404765"/>
            <a:ext cx="570089" cy="230832"/>
          </a:xfrm>
          <a:prstGeom prst="rect">
            <a:avLst/>
          </a:prstGeom>
          <a:noFill/>
        </p:spPr>
        <p:txBody>
          <a:bodyPr wrap="square" rtlCol="0">
            <a:spAutoFit/>
          </a:bodyPr>
          <a:lstStyle/>
          <a:p>
            <a:pPr algn="ctr"/>
            <a:r>
              <a:rPr lang="en-US" sz="900" dirty="0"/>
              <a:t>61</a:t>
            </a:r>
          </a:p>
        </p:txBody>
      </p:sp>
      <p:sp>
        <p:nvSpPr>
          <p:cNvPr id="16" name="TextBox 15">
            <a:extLst>
              <a:ext uri="{FF2B5EF4-FFF2-40B4-BE49-F238E27FC236}">
                <a16:creationId xmlns:a16="http://schemas.microsoft.com/office/drawing/2014/main" id="{CA712BA1-4F15-98A0-A405-850354881B1E}"/>
              </a:ext>
            </a:extLst>
          </p:cNvPr>
          <p:cNvSpPr txBox="1"/>
          <p:nvPr/>
        </p:nvSpPr>
        <p:spPr>
          <a:xfrm>
            <a:off x="3138310" y="901933"/>
            <a:ext cx="570089" cy="230832"/>
          </a:xfrm>
          <a:prstGeom prst="rect">
            <a:avLst/>
          </a:prstGeom>
          <a:noFill/>
        </p:spPr>
        <p:txBody>
          <a:bodyPr wrap="square" rtlCol="0">
            <a:spAutoFit/>
          </a:bodyPr>
          <a:lstStyle/>
          <a:p>
            <a:pPr algn="ctr"/>
            <a:r>
              <a:rPr lang="en-US" sz="900" dirty="0"/>
              <a:t>19</a:t>
            </a:r>
          </a:p>
        </p:txBody>
      </p:sp>
      <p:sp>
        <p:nvSpPr>
          <p:cNvPr id="17" name="TextBox 16">
            <a:extLst>
              <a:ext uri="{FF2B5EF4-FFF2-40B4-BE49-F238E27FC236}">
                <a16:creationId xmlns:a16="http://schemas.microsoft.com/office/drawing/2014/main" id="{3C890233-747A-7756-A41B-E9B5BFCBEE44}"/>
              </a:ext>
            </a:extLst>
          </p:cNvPr>
          <p:cNvSpPr txBox="1"/>
          <p:nvPr/>
        </p:nvSpPr>
        <p:spPr>
          <a:xfrm>
            <a:off x="5147734" y="4909484"/>
            <a:ext cx="570089" cy="230832"/>
          </a:xfrm>
          <a:prstGeom prst="rect">
            <a:avLst/>
          </a:prstGeom>
          <a:solidFill>
            <a:srgbClr val="FF0000"/>
          </a:solidFill>
        </p:spPr>
        <p:txBody>
          <a:bodyPr wrap="square" rtlCol="0">
            <a:spAutoFit/>
          </a:bodyPr>
          <a:lstStyle/>
          <a:p>
            <a:pPr algn="ctr"/>
            <a:r>
              <a:rPr lang="en-US" sz="900" dirty="0"/>
              <a:t>14</a:t>
            </a:r>
          </a:p>
        </p:txBody>
      </p:sp>
      <p:sp>
        <p:nvSpPr>
          <p:cNvPr id="21" name="TextBox 20">
            <a:extLst>
              <a:ext uri="{FF2B5EF4-FFF2-40B4-BE49-F238E27FC236}">
                <a16:creationId xmlns:a16="http://schemas.microsoft.com/office/drawing/2014/main" id="{E3340138-BB05-A0BF-5BDB-F8D65AAAC4F2}"/>
              </a:ext>
            </a:extLst>
          </p:cNvPr>
          <p:cNvSpPr txBox="1"/>
          <p:nvPr/>
        </p:nvSpPr>
        <p:spPr>
          <a:xfrm>
            <a:off x="7157158" y="1764121"/>
            <a:ext cx="570089" cy="230832"/>
          </a:xfrm>
          <a:prstGeom prst="rect">
            <a:avLst/>
          </a:prstGeom>
          <a:noFill/>
        </p:spPr>
        <p:txBody>
          <a:bodyPr wrap="square" rtlCol="0">
            <a:spAutoFit/>
          </a:bodyPr>
          <a:lstStyle/>
          <a:p>
            <a:pPr algn="ctr"/>
            <a:r>
              <a:rPr lang="en-US" sz="900" dirty="0"/>
              <a:t>19</a:t>
            </a:r>
          </a:p>
        </p:txBody>
      </p:sp>
      <p:sp>
        <p:nvSpPr>
          <p:cNvPr id="24" name="TextBox 23">
            <a:extLst>
              <a:ext uri="{FF2B5EF4-FFF2-40B4-BE49-F238E27FC236}">
                <a16:creationId xmlns:a16="http://schemas.microsoft.com/office/drawing/2014/main" id="{01E12656-56CF-1C71-8E04-2EEAFD1E4C6C}"/>
              </a:ext>
            </a:extLst>
          </p:cNvPr>
          <p:cNvSpPr txBox="1"/>
          <p:nvPr/>
        </p:nvSpPr>
        <p:spPr>
          <a:xfrm>
            <a:off x="3640666" y="4059997"/>
            <a:ext cx="570089" cy="230832"/>
          </a:xfrm>
          <a:prstGeom prst="rect">
            <a:avLst/>
          </a:prstGeom>
          <a:noFill/>
        </p:spPr>
        <p:txBody>
          <a:bodyPr wrap="square" rtlCol="0">
            <a:spAutoFit/>
          </a:bodyPr>
          <a:lstStyle/>
          <a:p>
            <a:pPr algn="ctr"/>
            <a:r>
              <a:rPr lang="en-US" sz="900" dirty="0"/>
              <a:t>19</a:t>
            </a:r>
          </a:p>
        </p:txBody>
      </p:sp>
      <p:sp>
        <p:nvSpPr>
          <p:cNvPr id="18" name="TextBox 17">
            <a:extLst>
              <a:ext uri="{FF2B5EF4-FFF2-40B4-BE49-F238E27FC236}">
                <a16:creationId xmlns:a16="http://schemas.microsoft.com/office/drawing/2014/main" id="{1DF71D50-E607-6196-EB32-DEFA610F381C}"/>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B04EF3D6-DB8A-188D-978B-2938521510A5}"/>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83D9E127-5975-BE13-432E-40560430F47A}"/>
              </a:ext>
            </a:extLst>
          </p:cNvPr>
          <p:cNvSpPr txBox="1"/>
          <p:nvPr/>
        </p:nvSpPr>
        <p:spPr>
          <a:xfrm>
            <a:off x="6214537" y="2231221"/>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8ACC9A08-BC0A-BA3C-EBAF-0560792EC491}"/>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ECE271CA-69D7-EAE8-4833-CAAE51B32E41}"/>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F9225962-C267-C3BD-A865-8A823E16CDB6}"/>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7E2CADC6-2C7D-4E7F-03A2-C291A6C2BE27}"/>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FBCBC5FD-41EB-6463-360C-0038974B1927}"/>
              </a:ext>
            </a:extLst>
          </p:cNvPr>
          <p:cNvSpPr txBox="1"/>
          <p:nvPr/>
        </p:nvSpPr>
        <p:spPr>
          <a:xfrm>
            <a:off x="5147734" y="4408541"/>
            <a:ext cx="570089" cy="230832"/>
          </a:xfrm>
          <a:prstGeom prst="rect">
            <a:avLst/>
          </a:prstGeom>
          <a:solidFill>
            <a:srgbClr val="FF0000"/>
          </a:solidFill>
        </p:spPr>
        <p:txBody>
          <a:bodyPr wrap="square" rtlCol="0">
            <a:spAutoFit/>
          </a:bodyPr>
          <a:lstStyle/>
          <a:p>
            <a:pPr algn="ctr"/>
            <a:r>
              <a:rPr lang="en-US" sz="900" dirty="0"/>
              <a:t>85</a:t>
            </a:r>
          </a:p>
        </p:txBody>
      </p:sp>
      <p:sp>
        <p:nvSpPr>
          <p:cNvPr id="25" name="TextBox 24">
            <a:extLst>
              <a:ext uri="{FF2B5EF4-FFF2-40B4-BE49-F238E27FC236}">
                <a16:creationId xmlns:a16="http://schemas.microsoft.com/office/drawing/2014/main" id="{657B8B42-851F-68BE-51E7-E57062BD1382}"/>
              </a:ext>
            </a:extLst>
          </p:cNvPr>
          <p:cNvSpPr txBox="1"/>
          <p:nvPr/>
        </p:nvSpPr>
        <p:spPr>
          <a:xfrm>
            <a:off x="4645378" y="2531765"/>
            <a:ext cx="570089" cy="230832"/>
          </a:xfrm>
          <a:prstGeom prst="rect">
            <a:avLst/>
          </a:prstGeom>
          <a:noFill/>
        </p:spPr>
        <p:txBody>
          <a:bodyPr wrap="square" rtlCol="0">
            <a:spAutoFit/>
          </a:bodyPr>
          <a:lstStyle/>
          <a:p>
            <a:pPr algn="ctr"/>
            <a:r>
              <a:rPr lang="en-US" sz="900" dirty="0"/>
              <a:t>57</a:t>
            </a:r>
          </a:p>
        </p:txBody>
      </p:sp>
      <p:sp>
        <p:nvSpPr>
          <p:cNvPr id="32" name="TextBox 31">
            <a:extLst>
              <a:ext uri="{FF2B5EF4-FFF2-40B4-BE49-F238E27FC236}">
                <a16:creationId xmlns:a16="http://schemas.microsoft.com/office/drawing/2014/main" id="{FF92C50C-31E9-E255-8334-09F2790FFE07}"/>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62935A96-7B94-D343-3489-F1F434130E5E}"/>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3" name="TextBox 32">
            <a:extLst>
              <a:ext uri="{FF2B5EF4-FFF2-40B4-BE49-F238E27FC236}">
                <a16:creationId xmlns:a16="http://schemas.microsoft.com/office/drawing/2014/main" id="{759F808F-A2C9-CAD9-6F78-DEC5136008CC}"/>
              </a:ext>
            </a:extLst>
          </p:cNvPr>
          <p:cNvSpPr txBox="1"/>
          <p:nvPr/>
        </p:nvSpPr>
        <p:spPr>
          <a:xfrm>
            <a:off x="5650090" y="901933"/>
            <a:ext cx="570089" cy="230832"/>
          </a:xfrm>
          <a:prstGeom prst="rect">
            <a:avLst/>
          </a:prstGeom>
          <a:noFill/>
        </p:spPr>
        <p:txBody>
          <a:bodyPr wrap="square" rtlCol="0">
            <a:spAutoFit/>
          </a:bodyPr>
          <a:lstStyle/>
          <a:p>
            <a:pPr algn="ctr"/>
            <a:r>
              <a:rPr lang="en-US" sz="900" dirty="0"/>
              <a:t>135</a:t>
            </a:r>
          </a:p>
        </p:txBody>
      </p:sp>
      <p:sp>
        <p:nvSpPr>
          <p:cNvPr id="34" name="TextBox 33">
            <a:extLst>
              <a:ext uri="{FF2B5EF4-FFF2-40B4-BE49-F238E27FC236}">
                <a16:creationId xmlns:a16="http://schemas.microsoft.com/office/drawing/2014/main" id="{1493AADF-4110-5667-1378-6319467AB1E8}"/>
              </a:ext>
            </a:extLst>
          </p:cNvPr>
          <p:cNvSpPr txBox="1"/>
          <p:nvPr/>
        </p:nvSpPr>
        <p:spPr>
          <a:xfrm>
            <a:off x="5650090" y="1402877"/>
            <a:ext cx="570089" cy="230832"/>
          </a:xfrm>
          <a:prstGeom prst="rect">
            <a:avLst/>
          </a:prstGeom>
          <a:noFill/>
        </p:spPr>
        <p:txBody>
          <a:bodyPr wrap="square" rtlCol="0">
            <a:spAutoFit/>
          </a:bodyPr>
          <a:lstStyle/>
          <a:p>
            <a:pPr algn="ctr"/>
            <a:r>
              <a:rPr lang="en-US" sz="900" dirty="0"/>
              <a:t>135</a:t>
            </a:r>
          </a:p>
        </p:txBody>
      </p:sp>
      <p:sp>
        <p:nvSpPr>
          <p:cNvPr id="35" name="TextBox 34">
            <a:extLst>
              <a:ext uri="{FF2B5EF4-FFF2-40B4-BE49-F238E27FC236}">
                <a16:creationId xmlns:a16="http://schemas.microsoft.com/office/drawing/2014/main" id="{4A62D7FB-23D5-BE70-F108-E8C4CACBA55B}"/>
              </a:ext>
            </a:extLst>
          </p:cNvPr>
          <p:cNvSpPr txBox="1"/>
          <p:nvPr/>
        </p:nvSpPr>
        <p:spPr>
          <a:xfrm>
            <a:off x="5650090" y="1903821"/>
            <a:ext cx="570089" cy="230832"/>
          </a:xfrm>
          <a:prstGeom prst="rect">
            <a:avLst/>
          </a:prstGeom>
          <a:noFill/>
        </p:spPr>
        <p:txBody>
          <a:bodyPr wrap="square" rtlCol="0">
            <a:spAutoFit/>
          </a:bodyPr>
          <a:lstStyle/>
          <a:p>
            <a:pPr algn="ctr"/>
            <a:r>
              <a:rPr lang="en-US" sz="900" dirty="0"/>
              <a:t>135</a:t>
            </a:r>
          </a:p>
        </p:txBody>
      </p:sp>
      <p:sp>
        <p:nvSpPr>
          <p:cNvPr id="36" name="TextBox 35">
            <a:extLst>
              <a:ext uri="{FF2B5EF4-FFF2-40B4-BE49-F238E27FC236}">
                <a16:creationId xmlns:a16="http://schemas.microsoft.com/office/drawing/2014/main" id="{39D6A77D-FD64-E0A1-F56D-BD8C25173824}"/>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4527C033-41F8-8D03-3823-684AD0CDB9D5}"/>
              </a:ext>
            </a:extLst>
          </p:cNvPr>
          <p:cNvSpPr txBox="1"/>
          <p:nvPr/>
        </p:nvSpPr>
        <p:spPr>
          <a:xfrm>
            <a:off x="5715003" y="2231221"/>
            <a:ext cx="462845" cy="584775"/>
          </a:xfrm>
          <a:prstGeom prst="rect">
            <a:avLst/>
          </a:prstGeom>
          <a:noFill/>
        </p:spPr>
        <p:txBody>
          <a:bodyPr wrap="square" rtlCol="0">
            <a:spAutoFit/>
          </a:bodyPr>
          <a:lstStyle/>
          <a:p>
            <a:pPr algn="ctr"/>
            <a:r>
              <a:rPr lang="en-US" sz="3200" dirty="0"/>
              <a:t>7</a:t>
            </a:r>
          </a:p>
        </p:txBody>
      </p:sp>
      <p:sp>
        <p:nvSpPr>
          <p:cNvPr id="37" name="TextBox 36">
            <a:extLst>
              <a:ext uri="{FF2B5EF4-FFF2-40B4-BE49-F238E27FC236}">
                <a16:creationId xmlns:a16="http://schemas.microsoft.com/office/drawing/2014/main" id="{AF0A6160-7F1D-87A1-DB25-A2172AE8D3E3}"/>
              </a:ext>
            </a:extLst>
          </p:cNvPr>
          <p:cNvSpPr txBox="1"/>
          <p:nvPr/>
        </p:nvSpPr>
        <p:spPr>
          <a:xfrm>
            <a:off x="5715003" y="2734556"/>
            <a:ext cx="462845" cy="584775"/>
          </a:xfrm>
          <a:prstGeom prst="rect">
            <a:avLst/>
          </a:prstGeom>
          <a:noFill/>
        </p:spPr>
        <p:txBody>
          <a:bodyPr wrap="square" rtlCol="0">
            <a:spAutoFit/>
          </a:bodyPr>
          <a:lstStyle/>
          <a:p>
            <a:pPr algn="ctr"/>
            <a:r>
              <a:rPr lang="en-US" sz="3200" dirty="0"/>
              <a:t>2</a:t>
            </a:r>
          </a:p>
        </p:txBody>
      </p:sp>
      <p:sp>
        <p:nvSpPr>
          <p:cNvPr id="38" name="TextBox 37">
            <a:extLst>
              <a:ext uri="{FF2B5EF4-FFF2-40B4-BE49-F238E27FC236}">
                <a16:creationId xmlns:a16="http://schemas.microsoft.com/office/drawing/2014/main" id="{156C8006-5FF1-C0DA-D976-FD17C1AE3B96}"/>
              </a:ext>
            </a:extLst>
          </p:cNvPr>
          <p:cNvSpPr txBox="1"/>
          <p:nvPr/>
        </p:nvSpPr>
        <p:spPr>
          <a:xfrm>
            <a:off x="6214537" y="273455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18C2BE0C-EE16-605E-8031-9AF0F7F5EDDB}"/>
              </a:ext>
            </a:extLst>
          </p:cNvPr>
          <p:cNvSpPr txBox="1"/>
          <p:nvPr/>
        </p:nvSpPr>
        <p:spPr>
          <a:xfrm>
            <a:off x="5715003" y="3237891"/>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484D9FAB-AC53-6D19-F21E-5B06BC92BC24}"/>
              </a:ext>
            </a:extLst>
          </p:cNvPr>
          <p:cNvSpPr txBox="1"/>
          <p:nvPr/>
        </p:nvSpPr>
        <p:spPr>
          <a:xfrm>
            <a:off x="5650090" y="3907597"/>
            <a:ext cx="570089" cy="230832"/>
          </a:xfrm>
          <a:prstGeom prst="rect">
            <a:avLst/>
          </a:prstGeom>
          <a:noFill/>
        </p:spPr>
        <p:txBody>
          <a:bodyPr wrap="square" rtlCol="0">
            <a:spAutoFit/>
          </a:bodyPr>
          <a:lstStyle/>
          <a:p>
            <a:pPr algn="ctr"/>
            <a:r>
              <a:rPr lang="en-US" sz="900" dirty="0"/>
              <a:t>489</a:t>
            </a:r>
          </a:p>
        </p:txBody>
      </p:sp>
      <p:sp>
        <p:nvSpPr>
          <p:cNvPr id="31" name="TextBox 30">
            <a:extLst>
              <a:ext uri="{FF2B5EF4-FFF2-40B4-BE49-F238E27FC236}">
                <a16:creationId xmlns:a16="http://schemas.microsoft.com/office/drawing/2014/main" id="{26EAF779-AF6D-B948-940D-0A14B9106EEE}"/>
              </a:ext>
            </a:extLst>
          </p:cNvPr>
          <p:cNvSpPr txBox="1"/>
          <p:nvPr/>
        </p:nvSpPr>
        <p:spPr>
          <a:xfrm>
            <a:off x="5650090" y="4408541"/>
            <a:ext cx="570089" cy="230832"/>
          </a:xfrm>
          <a:prstGeom prst="rect">
            <a:avLst/>
          </a:prstGeom>
          <a:noFill/>
        </p:spPr>
        <p:txBody>
          <a:bodyPr wrap="square" rtlCol="0">
            <a:spAutoFit/>
          </a:bodyPr>
          <a:lstStyle/>
          <a:p>
            <a:pPr algn="ctr"/>
            <a:r>
              <a:rPr lang="en-US" sz="900" dirty="0"/>
              <a:t>489</a:t>
            </a:r>
          </a:p>
        </p:txBody>
      </p:sp>
      <p:sp>
        <p:nvSpPr>
          <p:cNvPr id="39" name="TextBox 38">
            <a:extLst>
              <a:ext uri="{FF2B5EF4-FFF2-40B4-BE49-F238E27FC236}">
                <a16:creationId xmlns:a16="http://schemas.microsoft.com/office/drawing/2014/main" id="{B234487A-82BF-C3FA-5640-C4B982B95102}"/>
              </a:ext>
            </a:extLst>
          </p:cNvPr>
          <p:cNvSpPr txBox="1"/>
          <p:nvPr/>
        </p:nvSpPr>
        <p:spPr>
          <a:xfrm>
            <a:off x="5650090" y="4909484"/>
            <a:ext cx="570089" cy="230832"/>
          </a:xfrm>
          <a:prstGeom prst="rect">
            <a:avLst/>
          </a:prstGeom>
          <a:noFill/>
        </p:spPr>
        <p:txBody>
          <a:bodyPr wrap="square" rtlCol="0">
            <a:spAutoFit/>
          </a:bodyPr>
          <a:lstStyle/>
          <a:p>
            <a:pPr algn="ctr"/>
            <a:r>
              <a:rPr lang="en-US" sz="900" dirty="0"/>
              <a:t>489</a:t>
            </a:r>
          </a:p>
        </p:txBody>
      </p:sp>
    </p:spTree>
    <p:extLst>
      <p:ext uri="{BB962C8B-B14F-4D97-AF65-F5344CB8AC3E}">
        <p14:creationId xmlns:p14="http://schemas.microsoft.com/office/powerpoint/2010/main" val="16637682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1213A-7DEA-43F1-86B7-2647020D7E6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F8997F8-4C6C-E8E3-AAD4-9D85AB8949DA}"/>
              </a:ext>
            </a:extLst>
          </p:cNvPr>
          <p:cNvSpPr>
            <a:spLocks noGrp="1"/>
          </p:cNvSpPr>
          <p:nvPr>
            <p:ph sz="half" idx="1"/>
          </p:nvPr>
        </p:nvSpPr>
        <p:spPr/>
        <p:txBody>
          <a:bodyPr>
            <a:normAutofit/>
          </a:bodyPr>
          <a:lstStyle/>
          <a:p>
            <a:r>
              <a:rPr lang="en-US" dirty="0"/>
              <a:t>This cage must be 5596.</a:t>
            </a:r>
          </a:p>
        </p:txBody>
      </p:sp>
      <p:pic>
        <p:nvPicPr>
          <p:cNvPr id="4" name="Picture 3" descr="A grid of sudoku puzzle&#10;&#10;Description automatically generated">
            <a:extLst>
              <a:ext uri="{FF2B5EF4-FFF2-40B4-BE49-F238E27FC236}">
                <a16:creationId xmlns:a16="http://schemas.microsoft.com/office/drawing/2014/main" id="{C8D40CD3-97CA-7457-A6BD-C9DAFC10C20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0C367D9-FA59-4F1C-1EF2-0B0C5A952E4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A0F09D1-7678-6513-5DAA-023D89CE197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B6D216D-204B-B1A6-3D65-FE544EC93423}"/>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340C1D9-A040-915A-2F16-BF322E03EB00}"/>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77516B16-50FE-38E9-B19B-5694108E76F2}"/>
              </a:ext>
            </a:extLst>
          </p:cNvPr>
          <p:cNvSpPr txBox="1"/>
          <p:nvPr/>
        </p:nvSpPr>
        <p:spPr>
          <a:xfrm>
            <a:off x="3640666" y="2905709"/>
            <a:ext cx="570089" cy="230832"/>
          </a:xfrm>
          <a:prstGeom prst="rect">
            <a:avLst/>
          </a:prstGeom>
          <a:noFill/>
        </p:spPr>
        <p:txBody>
          <a:bodyPr wrap="square" rtlCol="0">
            <a:spAutoFit/>
          </a:bodyPr>
          <a:lstStyle/>
          <a:p>
            <a:pPr algn="ctr"/>
            <a:r>
              <a:rPr lang="en-US" sz="900" dirty="0"/>
              <a:t>5789</a:t>
            </a:r>
          </a:p>
        </p:txBody>
      </p:sp>
      <p:sp>
        <p:nvSpPr>
          <p:cNvPr id="9" name="TextBox 8">
            <a:extLst>
              <a:ext uri="{FF2B5EF4-FFF2-40B4-BE49-F238E27FC236}">
                <a16:creationId xmlns:a16="http://schemas.microsoft.com/office/drawing/2014/main" id="{750D5527-2435-EE1E-55CC-BE9B3C9F1214}"/>
              </a:ext>
            </a:extLst>
          </p:cNvPr>
          <p:cNvSpPr txBox="1"/>
          <p:nvPr/>
        </p:nvSpPr>
        <p:spPr>
          <a:xfrm>
            <a:off x="4143022" y="2905709"/>
            <a:ext cx="570089" cy="230832"/>
          </a:xfrm>
          <a:prstGeom prst="rect">
            <a:avLst/>
          </a:prstGeom>
          <a:noFill/>
        </p:spPr>
        <p:txBody>
          <a:bodyPr wrap="square" rtlCol="0">
            <a:spAutoFit/>
          </a:bodyPr>
          <a:lstStyle/>
          <a:p>
            <a:pPr algn="ctr"/>
            <a:r>
              <a:rPr lang="en-US" sz="900" dirty="0"/>
              <a:t>5789</a:t>
            </a:r>
          </a:p>
        </p:txBody>
      </p:sp>
      <p:sp>
        <p:nvSpPr>
          <p:cNvPr id="11" name="TextBox 10">
            <a:extLst>
              <a:ext uri="{FF2B5EF4-FFF2-40B4-BE49-F238E27FC236}">
                <a16:creationId xmlns:a16="http://schemas.microsoft.com/office/drawing/2014/main" id="{5536A0A9-516B-D5BC-E604-D09A7CA4EF52}"/>
              </a:ext>
            </a:extLst>
          </p:cNvPr>
          <p:cNvSpPr txBox="1"/>
          <p:nvPr/>
        </p:nvSpPr>
        <p:spPr>
          <a:xfrm>
            <a:off x="3640666" y="3406653"/>
            <a:ext cx="570089" cy="230832"/>
          </a:xfrm>
          <a:prstGeom prst="rect">
            <a:avLst/>
          </a:prstGeom>
          <a:noFill/>
        </p:spPr>
        <p:txBody>
          <a:bodyPr wrap="square" rtlCol="0">
            <a:spAutoFit/>
          </a:bodyPr>
          <a:lstStyle/>
          <a:p>
            <a:pPr algn="ctr"/>
            <a:r>
              <a:rPr lang="en-US" sz="900" dirty="0"/>
              <a:t>5789</a:t>
            </a:r>
          </a:p>
        </p:txBody>
      </p:sp>
      <p:sp>
        <p:nvSpPr>
          <p:cNvPr id="12" name="TextBox 11">
            <a:extLst>
              <a:ext uri="{FF2B5EF4-FFF2-40B4-BE49-F238E27FC236}">
                <a16:creationId xmlns:a16="http://schemas.microsoft.com/office/drawing/2014/main" id="{B2866A16-EC67-CDF5-01BF-492CAF2FE0E8}"/>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5789</a:t>
            </a:r>
          </a:p>
        </p:txBody>
      </p:sp>
      <p:sp>
        <p:nvSpPr>
          <p:cNvPr id="13" name="TextBox 12">
            <a:extLst>
              <a:ext uri="{FF2B5EF4-FFF2-40B4-BE49-F238E27FC236}">
                <a16:creationId xmlns:a16="http://schemas.microsoft.com/office/drawing/2014/main" id="{2BC1DD35-2839-B0F3-3B7F-5985A48FAF6A}"/>
              </a:ext>
            </a:extLst>
          </p:cNvPr>
          <p:cNvSpPr txBox="1"/>
          <p:nvPr/>
        </p:nvSpPr>
        <p:spPr>
          <a:xfrm>
            <a:off x="3640666" y="2404765"/>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B10BC2DD-3218-F8CA-0BA4-72BB23D1FE6C}"/>
              </a:ext>
            </a:extLst>
          </p:cNvPr>
          <p:cNvSpPr txBox="1"/>
          <p:nvPr/>
        </p:nvSpPr>
        <p:spPr>
          <a:xfrm>
            <a:off x="4143022" y="2404765"/>
            <a:ext cx="570089" cy="230832"/>
          </a:xfrm>
          <a:prstGeom prst="rect">
            <a:avLst/>
          </a:prstGeom>
          <a:noFill/>
        </p:spPr>
        <p:txBody>
          <a:bodyPr wrap="square" rtlCol="0">
            <a:spAutoFit/>
          </a:bodyPr>
          <a:lstStyle/>
          <a:p>
            <a:pPr algn="ctr"/>
            <a:r>
              <a:rPr lang="en-US" sz="900" dirty="0"/>
              <a:t>61</a:t>
            </a:r>
          </a:p>
        </p:txBody>
      </p:sp>
      <p:sp>
        <p:nvSpPr>
          <p:cNvPr id="16" name="TextBox 15">
            <a:extLst>
              <a:ext uri="{FF2B5EF4-FFF2-40B4-BE49-F238E27FC236}">
                <a16:creationId xmlns:a16="http://schemas.microsoft.com/office/drawing/2014/main" id="{0B35F3A6-7BB2-559F-288D-DAF203175306}"/>
              </a:ext>
            </a:extLst>
          </p:cNvPr>
          <p:cNvSpPr txBox="1"/>
          <p:nvPr/>
        </p:nvSpPr>
        <p:spPr>
          <a:xfrm>
            <a:off x="3138310" y="901933"/>
            <a:ext cx="570089" cy="230832"/>
          </a:xfrm>
          <a:prstGeom prst="rect">
            <a:avLst/>
          </a:prstGeom>
          <a:noFill/>
        </p:spPr>
        <p:txBody>
          <a:bodyPr wrap="square" rtlCol="0">
            <a:spAutoFit/>
          </a:bodyPr>
          <a:lstStyle/>
          <a:p>
            <a:pPr algn="ctr"/>
            <a:r>
              <a:rPr lang="en-US" sz="900" dirty="0"/>
              <a:t>19</a:t>
            </a:r>
          </a:p>
        </p:txBody>
      </p:sp>
      <p:sp>
        <p:nvSpPr>
          <p:cNvPr id="17" name="TextBox 16">
            <a:extLst>
              <a:ext uri="{FF2B5EF4-FFF2-40B4-BE49-F238E27FC236}">
                <a16:creationId xmlns:a16="http://schemas.microsoft.com/office/drawing/2014/main" id="{3E23B56E-C09F-A4B9-6E8C-4CB3E16A18F8}"/>
              </a:ext>
            </a:extLst>
          </p:cNvPr>
          <p:cNvSpPr txBox="1"/>
          <p:nvPr/>
        </p:nvSpPr>
        <p:spPr>
          <a:xfrm>
            <a:off x="5147734" y="4909484"/>
            <a:ext cx="570089" cy="230832"/>
          </a:xfrm>
          <a:prstGeom prst="rect">
            <a:avLst/>
          </a:prstGeom>
          <a:noFill/>
        </p:spPr>
        <p:txBody>
          <a:bodyPr wrap="square" rtlCol="0">
            <a:spAutoFit/>
          </a:bodyPr>
          <a:lstStyle/>
          <a:p>
            <a:pPr algn="ctr"/>
            <a:r>
              <a:rPr lang="en-US" sz="900" dirty="0"/>
              <a:t>14</a:t>
            </a:r>
          </a:p>
        </p:txBody>
      </p:sp>
      <p:sp>
        <p:nvSpPr>
          <p:cNvPr id="21" name="TextBox 20">
            <a:extLst>
              <a:ext uri="{FF2B5EF4-FFF2-40B4-BE49-F238E27FC236}">
                <a16:creationId xmlns:a16="http://schemas.microsoft.com/office/drawing/2014/main" id="{F268F7B3-5DBF-6DC0-AA78-D3BE0FFE4121}"/>
              </a:ext>
            </a:extLst>
          </p:cNvPr>
          <p:cNvSpPr txBox="1"/>
          <p:nvPr/>
        </p:nvSpPr>
        <p:spPr>
          <a:xfrm>
            <a:off x="7157158" y="1764121"/>
            <a:ext cx="570089" cy="230832"/>
          </a:xfrm>
          <a:prstGeom prst="rect">
            <a:avLst/>
          </a:prstGeom>
          <a:noFill/>
        </p:spPr>
        <p:txBody>
          <a:bodyPr wrap="square" rtlCol="0">
            <a:spAutoFit/>
          </a:bodyPr>
          <a:lstStyle/>
          <a:p>
            <a:pPr algn="ctr"/>
            <a:r>
              <a:rPr lang="en-US" sz="900" dirty="0"/>
              <a:t>19</a:t>
            </a:r>
          </a:p>
        </p:txBody>
      </p:sp>
      <p:sp>
        <p:nvSpPr>
          <p:cNvPr id="24" name="TextBox 23">
            <a:extLst>
              <a:ext uri="{FF2B5EF4-FFF2-40B4-BE49-F238E27FC236}">
                <a16:creationId xmlns:a16="http://schemas.microsoft.com/office/drawing/2014/main" id="{5E63535B-7E47-3774-FE83-5477D49AAE49}"/>
              </a:ext>
            </a:extLst>
          </p:cNvPr>
          <p:cNvSpPr txBox="1"/>
          <p:nvPr/>
        </p:nvSpPr>
        <p:spPr>
          <a:xfrm>
            <a:off x="3640666" y="4059997"/>
            <a:ext cx="570089" cy="230832"/>
          </a:xfrm>
          <a:prstGeom prst="rect">
            <a:avLst/>
          </a:prstGeom>
          <a:noFill/>
        </p:spPr>
        <p:txBody>
          <a:bodyPr wrap="square" rtlCol="0">
            <a:spAutoFit/>
          </a:bodyPr>
          <a:lstStyle/>
          <a:p>
            <a:pPr algn="ctr"/>
            <a:r>
              <a:rPr lang="en-US" sz="900" dirty="0"/>
              <a:t>19</a:t>
            </a:r>
          </a:p>
        </p:txBody>
      </p:sp>
      <p:sp>
        <p:nvSpPr>
          <p:cNvPr id="18" name="TextBox 17">
            <a:extLst>
              <a:ext uri="{FF2B5EF4-FFF2-40B4-BE49-F238E27FC236}">
                <a16:creationId xmlns:a16="http://schemas.microsoft.com/office/drawing/2014/main" id="{16ECFAE6-2119-F4A7-04EA-5FAAE601735B}"/>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77AF0866-E278-9386-1948-E0CF08A14C22}"/>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BE137182-7566-BC0E-217D-AFBF3804C7F4}"/>
              </a:ext>
            </a:extLst>
          </p:cNvPr>
          <p:cNvSpPr txBox="1"/>
          <p:nvPr/>
        </p:nvSpPr>
        <p:spPr>
          <a:xfrm>
            <a:off x="6214537" y="2231221"/>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FCFD9A8C-59A4-EB1C-1381-DFE9DF3A3C97}"/>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FBE5536D-B0C6-4B57-A9A4-D10BB51AF129}"/>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C24A0F51-E881-CFFC-2AB4-E9CE931546A2}"/>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9B66C946-8916-D2D5-4504-7D92D55F6366}"/>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95CF3B41-1165-2E5D-8428-55CED9DD6A74}"/>
              </a:ext>
            </a:extLst>
          </p:cNvPr>
          <p:cNvSpPr txBox="1"/>
          <p:nvPr/>
        </p:nvSpPr>
        <p:spPr>
          <a:xfrm>
            <a:off x="5147734" y="4408541"/>
            <a:ext cx="570089" cy="230832"/>
          </a:xfrm>
          <a:prstGeom prst="rect">
            <a:avLst/>
          </a:prstGeom>
          <a:noFill/>
        </p:spPr>
        <p:txBody>
          <a:bodyPr wrap="square" rtlCol="0">
            <a:spAutoFit/>
          </a:bodyPr>
          <a:lstStyle/>
          <a:p>
            <a:pPr algn="ctr"/>
            <a:r>
              <a:rPr lang="en-US" sz="900" dirty="0"/>
              <a:t>85</a:t>
            </a:r>
          </a:p>
        </p:txBody>
      </p:sp>
      <p:sp>
        <p:nvSpPr>
          <p:cNvPr id="25" name="TextBox 24">
            <a:extLst>
              <a:ext uri="{FF2B5EF4-FFF2-40B4-BE49-F238E27FC236}">
                <a16:creationId xmlns:a16="http://schemas.microsoft.com/office/drawing/2014/main" id="{3C0385C6-6D75-503B-CC6E-064A047E9F1F}"/>
              </a:ext>
            </a:extLst>
          </p:cNvPr>
          <p:cNvSpPr txBox="1"/>
          <p:nvPr/>
        </p:nvSpPr>
        <p:spPr>
          <a:xfrm>
            <a:off x="4645378" y="2531765"/>
            <a:ext cx="570089" cy="230832"/>
          </a:xfrm>
          <a:prstGeom prst="rect">
            <a:avLst/>
          </a:prstGeom>
          <a:noFill/>
        </p:spPr>
        <p:txBody>
          <a:bodyPr wrap="square" rtlCol="0">
            <a:spAutoFit/>
          </a:bodyPr>
          <a:lstStyle/>
          <a:p>
            <a:pPr algn="ctr"/>
            <a:r>
              <a:rPr lang="en-US" sz="900" dirty="0"/>
              <a:t>57</a:t>
            </a:r>
          </a:p>
        </p:txBody>
      </p:sp>
      <p:sp>
        <p:nvSpPr>
          <p:cNvPr id="32" name="TextBox 31">
            <a:extLst>
              <a:ext uri="{FF2B5EF4-FFF2-40B4-BE49-F238E27FC236}">
                <a16:creationId xmlns:a16="http://schemas.microsoft.com/office/drawing/2014/main" id="{F78C5965-8B0C-6555-6661-AB1C29E44348}"/>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35AAF39A-03C2-D42F-2D0E-78520CF61D31}"/>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3" name="TextBox 32">
            <a:extLst>
              <a:ext uri="{FF2B5EF4-FFF2-40B4-BE49-F238E27FC236}">
                <a16:creationId xmlns:a16="http://schemas.microsoft.com/office/drawing/2014/main" id="{587F7C74-859E-E70E-50FD-24F27E80AC3C}"/>
              </a:ext>
            </a:extLst>
          </p:cNvPr>
          <p:cNvSpPr txBox="1"/>
          <p:nvPr/>
        </p:nvSpPr>
        <p:spPr>
          <a:xfrm>
            <a:off x="5650090" y="901933"/>
            <a:ext cx="570089" cy="230832"/>
          </a:xfrm>
          <a:prstGeom prst="rect">
            <a:avLst/>
          </a:prstGeom>
          <a:noFill/>
        </p:spPr>
        <p:txBody>
          <a:bodyPr wrap="square" rtlCol="0">
            <a:spAutoFit/>
          </a:bodyPr>
          <a:lstStyle/>
          <a:p>
            <a:pPr algn="ctr"/>
            <a:r>
              <a:rPr lang="en-US" sz="900" dirty="0"/>
              <a:t>123456</a:t>
            </a:r>
          </a:p>
        </p:txBody>
      </p:sp>
      <p:sp>
        <p:nvSpPr>
          <p:cNvPr id="34" name="TextBox 33">
            <a:extLst>
              <a:ext uri="{FF2B5EF4-FFF2-40B4-BE49-F238E27FC236}">
                <a16:creationId xmlns:a16="http://schemas.microsoft.com/office/drawing/2014/main" id="{7353D2B5-0976-F16F-0358-1B975DF60E43}"/>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12356</a:t>
            </a:r>
          </a:p>
        </p:txBody>
      </p:sp>
      <p:sp>
        <p:nvSpPr>
          <p:cNvPr id="35" name="TextBox 34">
            <a:extLst>
              <a:ext uri="{FF2B5EF4-FFF2-40B4-BE49-F238E27FC236}">
                <a16:creationId xmlns:a16="http://schemas.microsoft.com/office/drawing/2014/main" id="{C7D2B0D5-B895-E3C1-F440-EB77AB307953}"/>
              </a:ext>
            </a:extLst>
          </p:cNvPr>
          <p:cNvSpPr txBox="1"/>
          <p:nvPr/>
        </p:nvSpPr>
        <p:spPr>
          <a:xfrm>
            <a:off x="5650090" y="1903821"/>
            <a:ext cx="570089" cy="230832"/>
          </a:xfrm>
          <a:prstGeom prst="rect">
            <a:avLst/>
          </a:prstGeom>
          <a:noFill/>
        </p:spPr>
        <p:txBody>
          <a:bodyPr wrap="square" rtlCol="0">
            <a:spAutoFit/>
          </a:bodyPr>
          <a:lstStyle/>
          <a:p>
            <a:pPr algn="ctr"/>
            <a:r>
              <a:rPr lang="en-US" sz="900" dirty="0"/>
              <a:t>12356</a:t>
            </a:r>
          </a:p>
        </p:txBody>
      </p:sp>
      <p:sp>
        <p:nvSpPr>
          <p:cNvPr id="36" name="TextBox 35">
            <a:extLst>
              <a:ext uri="{FF2B5EF4-FFF2-40B4-BE49-F238E27FC236}">
                <a16:creationId xmlns:a16="http://schemas.microsoft.com/office/drawing/2014/main" id="{BF048D4D-21AA-6049-DBCC-3DF83C6B0DC7}"/>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7945591D-4C74-7DE2-8897-C8662D38BE0B}"/>
              </a:ext>
            </a:extLst>
          </p:cNvPr>
          <p:cNvSpPr txBox="1"/>
          <p:nvPr/>
        </p:nvSpPr>
        <p:spPr>
          <a:xfrm>
            <a:off x="5715003" y="2734556"/>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DAB0AE8F-267B-7C2B-AD07-FAC73304396C}"/>
              </a:ext>
            </a:extLst>
          </p:cNvPr>
          <p:cNvSpPr txBox="1"/>
          <p:nvPr/>
        </p:nvSpPr>
        <p:spPr>
          <a:xfrm>
            <a:off x="5715003"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426788E1-CC6C-B26D-1839-6B7F5050AD5C}"/>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18388987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365D6-A25E-0161-96BE-E88AD01F60C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F8B847D-F75D-1301-CB08-240BF48445BD}"/>
              </a:ext>
            </a:extLst>
          </p:cNvPr>
          <p:cNvSpPr>
            <a:spLocks noGrp="1"/>
          </p:cNvSpPr>
          <p:nvPr>
            <p:ph sz="half" idx="1"/>
          </p:nvPr>
        </p:nvSpPr>
        <p:spPr/>
        <p:txBody>
          <a:bodyPr>
            <a:normAutofit/>
          </a:bodyPr>
          <a:lstStyle/>
          <a:p>
            <a:r>
              <a:rPr lang="en-US" dirty="0"/>
              <a:t>Reduce.</a:t>
            </a:r>
          </a:p>
          <a:p>
            <a:r>
              <a:rPr lang="en-US" dirty="0"/>
              <a:t>And note that the red line must be 77 (7²).</a:t>
            </a:r>
          </a:p>
        </p:txBody>
      </p:sp>
      <p:pic>
        <p:nvPicPr>
          <p:cNvPr id="4" name="Picture 3" descr="A grid of sudoku puzzle&#10;&#10;Description automatically generated">
            <a:extLst>
              <a:ext uri="{FF2B5EF4-FFF2-40B4-BE49-F238E27FC236}">
                <a16:creationId xmlns:a16="http://schemas.microsoft.com/office/drawing/2014/main" id="{4EFADE07-E3A4-37C1-EEF9-52E91C4436C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3AD2B61-909F-624D-F692-C6A5BEF01F7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E110D39-44F1-A1AC-8F81-12532330269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7A49DAB-0CAB-AD2A-C959-A8B4305012B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5327951-3919-2673-D8A7-DD268FE9964B}"/>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0B579F94-D467-D908-B739-6B9F8FF09BE1}"/>
              </a:ext>
            </a:extLst>
          </p:cNvPr>
          <p:cNvSpPr txBox="1"/>
          <p:nvPr/>
        </p:nvSpPr>
        <p:spPr>
          <a:xfrm>
            <a:off x="3640666" y="2905709"/>
            <a:ext cx="570089" cy="230832"/>
          </a:xfrm>
          <a:prstGeom prst="rect">
            <a:avLst/>
          </a:prstGeom>
          <a:noFill/>
        </p:spPr>
        <p:txBody>
          <a:bodyPr wrap="square" rtlCol="0">
            <a:spAutoFit/>
          </a:bodyPr>
          <a:lstStyle/>
          <a:p>
            <a:pPr algn="ctr"/>
            <a:r>
              <a:rPr lang="en-US" sz="900" dirty="0"/>
              <a:t>789</a:t>
            </a:r>
          </a:p>
        </p:txBody>
      </p:sp>
      <p:sp>
        <p:nvSpPr>
          <p:cNvPr id="9" name="TextBox 8">
            <a:extLst>
              <a:ext uri="{FF2B5EF4-FFF2-40B4-BE49-F238E27FC236}">
                <a16:creationId xmlns:a16="http://schemas.microsoft.com/office/drawing/2014/main" id="{1152E26C-2078-0C4E-2E1E-906BAE1EED72}"/>
              </a:ext>
            </a:extLst>
          </p:cNvPr>
          <p:cNvSpPr txBox="1"/>
          <p:nvPr/>
        </p:nvSpPr>
        <p:spPr>
          <a:xfrm>
            <a:off x="4143022" y="2905709"/>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C53DFD2C-942C-F2D8-ED08-1DC752F1110B}"/>
              </a:ext>
            </a:extLst>
          </p:cNvPr>
          <p:cNvSpPr txBox="1"/>
          <p:nvPr/>
        </p:nvSpPr>
        <p:spPr>
          <a:xfrm>
            <a:off x="3640666" y="3406653"/>
            <a:ext cx="570089" cy="230832"/>
          </a:xfrm>
          <a:prstGeom prst="rect">
            <a:avLst/>
          </a:prstGeom>
          <a:noFill/>
        </p:spPr>
        <p:txBody>
          <a:bodyPr wrap="square" rtlCol="0">
            <a:spAutoFit/>
          </a:bodyPr>
          <a:lstStyle/>
          <a:p>
            <a:pPr algn="ctr"/>
            <a:r>
              <a:rPr lang="en-US" sz="900" dirty="0"/>
              <a:t>5789</a:t>
            </a:r>
          </a:p>
        </p:txBody>
      </p:sp>
      <p:sp>
        <p:nvSpPr>
          <p:cNvPr id="12" name="TextBox 11">
            <a:extLst>
              <a:ext uri="{FF2B5EF4-FFF2-40B4-BE49-F238E27FC236}">
                <a16:creationId xmlns:a16="http://schemas.microsoft.com/office/drawing/2014/main" id="{7F8A7042-8658-5818-9AC6-C5A3830C3D29}"/>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5789</a:t>
            </a:r>
          </a:p>
        </p:txBody>
      </p:sp>
      <p:sp>
        <p:nvSpPr>
          <p:cNvPr id="13" name="TextBox 12">
            <a:extLst>
              <a:ext uri="{FF2B5EF4-FFF2-40B4-BE49-F238E27FC236}">
                <a16:creationId xmlns:a16="http://schemas.microsoft.com/office/drawing/2014/main" id="{1596B876-FEDB-83D4-D176-F0AFB613E317}"/>
              </a:ext>
            </a:extLst>
          </p:cNvPr>
          <p:cNvSpPr txBox="1"/>
          <p:nvPr/>
        </p:nvSpPr>
        <p:spPr>
          <a:xfrm>
            <a:off x="3640666" y="2404765"/>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1F98768C-99E1-AA2D-CD9B-11611094D3AE}"/>
              </a:ext>
            </a:extLst>
          </p:cNvPr>
          <p:cNvSpPr txBox="1"/>
          <p:nvPr/>
        </p:nvSpPr>
        <p:spPr>
          <a:xfrm>
            <a:off x="4143022" y="2404765"/>
            <a:ext cx="570089" cy="230832"/>
          </a:xfrm>
          <a:prstGeom prst="rect">
            <a:avLst/>
          </a:prstGeom>
          <a:noFill/>
        </p:spPr>
        <p:txBody>
          <a:bodyPr wrap="square" rtlCol="0">
            <a:spAutoFit/>
          </a:bodyPr>
          <a:lstStyle/>
          <a:p>
            <a:pPr algn="ctr"/>
            <a:r>
              <a:rPr lang="en-US" sz="900" dirty="0"/>
              <a:t>61</a:t>
            </a:r>
          </a:p>
        </p:txBody>
      </p:sp>
      <p:sp>
        <p:nvSpPr>
          <p:cNvPr id="16" name="TextBox 15">
            <a:extLst>
              <a:ext uri="{FF2B5EF4-FFF2-40B4-BE49-F238E27FC236}">
                <a16:creationId xmlns:a16="http://schemas.microsoft.com/office/drawing/2014/main" id="{15645EB5-3852-83C2-C9E6-B0318F4A8F59}"/>
              </a:ext>
            </a:extLst>
          </p:cNvPr>
          <p:cNvSpPr txBox="1"/>
          <p:nvPr/>
        </p:nvSpPr>
        <p:spPr>
          <a:xfrm>
            <a:off x="3138310" y="901933"/>
            <a:ext cx="570089" cy="230832"/>
          </a:xfrm>
          <a:prstGeom prst="rect">
            <a:avLst/>
          </a:prstGeom>
          <a:noFill/>
        </p:spPr>
        <p:txBody>
          <a:bodyPr wrap="square" rtlCol="0">
            <a:spAutoFit/>
          </a:bodyPr>
          <a:lstStyle/>
          <a:p>
            <a:pPr algn="ctr"/>
            <a:r>
              <a:rPr lang="en-US" sz="900" dirty="0"/>
              <a:t>19</a:t>
            </a:r>
          </a:p>
        </p:txBody>
      </p:sp>
      <p:sp>
        <p:nvSpPr>
          <p:cNvPr id="17" name="TextBox 16">
            <a:extLst>
              <a:ext uri="{FF2B5EF4-FFF2-40B4-BE49-F238E27FC236}">
                <a16:creationId xmlns:a16="http://schemas.microsoft.com/office/drawing/2014/main" id="{B46CF4F9-2DCD-D2BD-80DC-830B8438A718}"/>
              </a:ext>
            </a:extLst>
          </p:cNvPr>
          <p:cNvSpPr txBox="1"/>
          <p:nvPr/>
        </p:nvSpPr>
        <p:spPr>
          <a:xfrm>
            <a:off x="5147734" y="4909484"/>
            <a:ext cx="570089" cy="230832"/>
          </a:xfrm>
          <a:prstGeom prst="rect">
            <a:avLst/>
          </a:prstGeom>
          <a:noFill/>
        </p:spPr>
        <p:txBody>
          <a:bodyPr wrap="square" rtlCol="0">
            <a:spAutoFit/>
          </a:bodyPr>
          <a:lstStyle/>
          <a:p>
            <a:pPr algn="ctr"/>
            <a:r>
              <a:rPr lang="en-US" sz="900" dirty="0"/>
              <a:t>14</a:t>
            </a:r>
          </a:p>
        </p:txBody>
      </p:sp>
      <p:sp>
        <p:nvSpPr>
          <p:cNvPr id="21" name="TextBox 20">
            <a:extLst>
              <a:ext uri="{FF2B5EF4-FFF2-40B4-BE49-F238E27FC236}">
                <a16:creationId xmlns:a16="http://schemas.microsoft.com/office/drawing/2014/main" id="{575DC4B7-70F3-6372-BB5B-4D161AD5A178}"/>
              </a:ext>
            </a:extLst>
          </p:cNvPr>
          <p:cNvSpPr txBox="1"/>
          <p:nvPr/>
        </p:nvSpPr>
        <p:spPr>
          <a:xfrm>
            <a:off x="7157158" y="1764121"/>
            <a:ext cx="570089" cy="230832"/>
          </a:xfrm>
          <a:prstGeom prst="rect">
            <a:avLst/>
          </a:prstGeom>
          <a:noFill/>
        </p:spPr>
        <p:txBody>
          <a:bodyPr wrap="square" rtlCol="0">
            <a:spAutoFit/>
          </a:bodyPr>
          <a:lstStyle/>
          <a:p>
            <a:pPr algn="ctr"/>
            <a:r>
              <a:rPr lang="en-US" sz="900" dirty="0"/>
              <a:t>19</a:t>
            </a:r>
          </a:p>
        </p:txBody>
      </p:sp>
      <p:sp>
        <p:nvSpPr>
          <p:cNvPr id="24" name="TextBox 23">
            <a:extLst>
              <a:ext uri="{FF2B5EF4-FFF2-40B4-BE49-F238E27FC236}">
                <a16:creationId xmlns:a16="http://schemas.microsoft.com/office/drawing/2014/main" id="{BBCD8351-49A7-4522-D220-D8FD93479FCE}"/>
              </a:ext>
            </a:extLst>
          </p:cNvPr>
          <p:cNvSpPr txBox="1"/>
          <p:nvPr/>
        </p:nvSpPr>
        <p:spPr>
          <a:xfrm>
            <a:off x="3640666" y="4059997"/>
            <a:ext cx="570089" cy="230832"/>
          </a:xfrm>
          <a:prstGeom prst="rect">
            <a:avLst/>
          </a:prstGeom>
          <a:noFill/>
        </p:spPr>
        <p:txBody>
          <a:bodyPr wrap="square" rtlCol="0">
            <a:spAutoFit/>
          </a:bodyPr>
          <a:lstStyle/>
          <a:p>
            <a:pPr algn="ctr"/>
            <a:r>
              <a:rPr lang="en-US" sz="900" dirty="0"/>
              <a:t>19</a:t>
            </a:r>
          </a:p>
        </p:txBody>
      </p:sp>
      <p:sp>
        <p:nvSpPr>
          <p:cNvPr id="18" name="TextBox 17">
            <a:extLst>
              <a:ext uri="{FF2B5EF4-FFF2-40B4-BE49-F238E27FC236}">
                <a16:creationId xmlns:a16="http://schemas.microsoft.com/office/drawing/2014/main" id="{37FC845E-304F-76E9-84AD-F67DF08466A4}"/>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7180B24E-4C3B-A8A1-3EE6-C82D1FA6C87A}"/>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9CE44247-95CA-E2B4-987C-66B5AE07EAB0}"/>
              </a:ext>
            </a:extLst>
          </p:cNvPr>
          <p:cNvSpPr txBox="1"/>
          <p:nvPr/>
        </p:nvSpPr>
        <p:spPr>
          <a:xfrm>
            <a:off x="6214537" y="2231221"/>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5DF722F4-AFDD-B702-94C8-48A291DF9E25}"/>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FF832157-BAE0-DFEB-37B9-D18DE511B016}"/>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CA81961D-BFAC-B0CF-E45E-6C3A0093DE9C}"/>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5EF9E001-45C9-D24D-85E1-F79DF7FD23B0}"/>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1E6F2759-95E6-02CA-9EFE-9C1EF3786C3B}"/>
              </a:ext>
            </a:extLst>
          </p:cNvPr>
          <p:cNvSpPr txBox="1"/>
          <p:nvPr/>
        </p:nvSpPr>
        <p:spPr>
          <a:xfrm>
            <a:off x="5147734" y="4408541"/>
            <a:ext cx="570089" cy="230832"/>
          </a:xfrm>
          <a:prstGeom prst="rect">
            <a:avLst/>
          </a:prstGeom>
          <a:noFill/>
        </p:spPr>
        <p:txBody>
          <a:bodyPr wrap="square" rtlCol="0">
            <a:spAutoFit/>
          </a:bodyPr>
          <a:lstStyle/>
          <a:p>
            <a:pPr algn="ctr"/>
            <a:r>
              <a:rPr lang="en-US" sz="900" dirty="0"/>
              <a:t>85</a:t>
            </a:r>
          </a:p>
        </p:txBody>
      </p:sp>
      <p:sp>
        <p:nvSpPr>
          <p:cNvPr id="32" name="TextBox 31">
            <a:extLst>
              <a:ext uri="{FF2B5EF4-FFF2-40B4-BE49-F238E27FC236}">
                <a16:creationId xmlns:a16="http://schemas.microsoft.com/office/drawing/2014/main" id="{C4D15361-4AD0-BD4C-D3E0-1AFEE51267E2}"/>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E0EA7F4D-32EE-E2DA-9D89-F71CB91D0724}"/>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2746AF6B-441B-A9B1-8522-3FCE7561CB2C}"/>
              </a:ext>
            </a:extLst>
          </p:cNvPr>
          <p:cNvSpPr txBox="1"/>
          <p:nvPr/>
        </p:nvSpPr>
        <p:spPr>
          <a:xfrm>
            <a:off x="5650090" y="1402877"/>
            <a:ext cx="570089" cy="230832"/>
          </a:xfrm>
          <a:prstGeom prst="rect">
            <a:avLst/>
          </a:prstGeom>
          <a:noFill/>
        </p:spPr>
        <p:txBody>
          <a:bodyPr wrap="square" rtlCol="0">
            <a:spAutoFit/>
          </a:bodyPr>
          <a:lstStyle/>
          <a:p>
            <a:pPr algn="ctr"/>
            <a:r>
              <a:rPr lang="en-US" sz="900" dirty="0"/>
              <a:t>23</a:t>
            </a:r>
          </a:p>
        </p:txBody>
      </p:sp>
      <p:sp>
        <p:nvSpPr>
          <p:cNvPr id="35" name="TextBox 34">
            <a:extLst>
              <a:ext uri="{FF2B5EF4-FFF2-40B4-BE49-F238E27FC236}">
                <a16:creationId xmlns:a16="http://schemas.microsoft.com/office/drawing/2014/main" id="{EA614A73-336F-353B-A296-B30ED3493C03}"/>
              </a:ext>
            </a:extLst>
          </p:cNvPr>
          <p:cNvSpPr txBox="1"/>
          <p:nvPr/>
        </p:nvSpPr>
        <p:spPr>
          <a:xfrm>
            <a:off x="5650090" y="1903821"/>
            <a:ext cx="570089" cy="230832"/>
          </a:xfrm>
          <a:prstGeom prst="rect">
            <a:avLst/>
          </a:prstGeom>
          <a:noFill/>
        </p:spPr>
        <p:txBody>
          <a:bodyPr wrap="square" rtlCol="0">
            <a:spAutoFit/>
          </a:bodyPr>
          <a:lstStyle/>
          <a:p>
            <a:pPr algn="ctr"/>
            <a:r>
              <a:rPr lang="en-US" sz="900" dirty="0"/>
              <a:t>32</a:t>
            </a:r>
          </a:p>
        </p:txBody>
      </p:sp>
      <p:sp>
        <p:nvSpPr>
          <p:cNvPr id="36" name="TextBox 35">
            <a:extLst>
              <a:ext uri="{FF2B5EF4-FFF2-40B4-BE49-F238E27FC236}">
                <a16:creationId xmlns:a16="http://schemas.microsoft.com/office/drawing/2014/main" id="{8C2ACD8D-8C9B-66BB-4394-83DFE7E9F2CF}"/>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1A7E4E50-6A60-636A-3656-CCAE769822FE}"/>
              </a:ext>
            </a:extLst>
          </p:cNvPr>
          <p:cNvSpPr txBox="1"/>
          <p:nvPr/>
        </p:nvSpPr>
        <p:spPr>
          <a:xfrm>
            <a:off x="5715003" y="2734556"/>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02A248DA-6E79-2AC5-2216-CF0DACAB0700}"/>
              </a:ext>
            </a:extLst>
          </p:cNvPr>
          <p:cNvSpPr txBox="1"/>
          <p:nvPr/>
        </p:nvSpPr>
        <p:spPr>
          <a:xfrm>
            <a:off x="5715003"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7B1235B4-8D9E-DC77-6A22-8ACEBA5012E4}"/>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28" name="TextBox 27">
            <a:extLst>
              <a:ext uri="{FF2B5EF4-FFF2-40B4-BE49-F238E27FC236}">
                <a16:creationId xmlns:a16="http://schemas.microsoft.com/office/drawing/2014/main" id="{838F1C0E-86B8-12CE-B17F-01CFA41BF044}"/>
              </a:ext>
            </a:extLst>
          </p:cNvPr>
          <p:cNvSpPr txBox="1"/>
          <p:nvPr/>
        </p:nvSpPr>
        <p:spPr>
          <a:xfrm>
            <a:off x="5715003"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3752FC95-1D1F-5DD9-857B-E581455B5E25}"/>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6C334B91-65F4-B5EA-B0D9-899F073913EB}"/>
              </a:ext>
            </a:extLst>
          </p:cNvPr>
          <p:cNvSpPr txBox="1"/>
          <p:nvPr/>
        </p:nvSpPr>
        <p:spPr>
          <a:xfrm>
            <a:off x="4715935" y="2231221"/>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10971001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D82DA-CA5A-9221-9314-CBAB9DBD0E8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18AB38-6E4A-B0C3-95A1-68AE2A2FD4B0}"/>
              </a:ext>
            </a:extLst>
          </p:cNvPr>
          <p:cNvSpPr>
            <a:spLocks noGrp="1"/>
          </p:cNvSpPr>
          <p:nvPr>
            <p:ph sz="half" idx="1"/>
          </p:nvPr>
        </p:nvSpPr>
        <p:spPr/>
        <p:txBody>
          <a:bodyPr>
            <a:normAutofit/>
          </a:bodyPr>
          <a:lstStyle/>
          <a:p>
            <a:r>
              <a:rPr lang="en-US" dirty="0"/>
              <a:t>Last possible red line that can be 99 (9²).</a:t>
            </a:r>
          </a:p>
        </p:txBody>
      </p:sp>
      <p:pic>
        <p:nvPicPr>
          <p:cNvPr id="4" name="Picture 3" descr="A grid of sudoku puzzle&#10;&#10;Description automatically generated">
            <a:extLst>
              <a:ext uri="{FF2B5EF4-FFF2-40B4-BE49-F238E27FC236}">
                <a16:creationId xmlns:a16="http://schemas.microsoft.com/office/drawing/2014/main" id="{515548D2-2E5B-9E89-6CF9-68CBB06DD13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0C897BF-4849-8393-7B8E-9C9C1806FA2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17ED9C5-2761-BCEE-97F0-607477DA916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C765E2C-9D27-E006-338E-9D802ED8D3D6}"/>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79372B3-48F0-D1B1-0261-5C1BEAC9996C}"/>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28FC8D73-D231-8113-2C87-8C295B499E06}"/>
              </a:ext>
            </a:extLst>
          </p:cNvPr>
          <p:cNvSpPr txBox="1"/>
          <p:nvPr/>
        </p:nvSpPr>
        <p:spPr>
          <a:xfrm>
            <a:off x="3640666" y="2905709"/>
            <a:ext cx="570089" cy="230832"/>
          </a:xfrm>
          <a:prstGeom prst="rect">
            <a:avLst/>
          </a:prstGeom>
          <a:noFill/>
        </p:spPr>
        <p:txBody>
          <a:bodyPr wrap="square" rtlCol="0">
            <a:spAutoFit/>
          </a:bodyPr>
          <a:lstStyle/>
          <a:p>
            <a:pPr algn="ctr"/>
            <a:r>
              <a:rPr lang="en-US" sz="900" dirty="0"/>
              <a:t>789</a:t>
            </a:r>
          </a:p>
        </p:txBody>
      </p:sp>
      <p:sp>
        <p:nvSpPr>
          <p:cNvPr id="9" name="TextBox 8">
            <a:extLst>
              <a:ext uri="{FF2B5EF4-FFF2-40B4-BE49-F238E27FC236}">
                <a16:creationId xmlns:a16="http://schemas.microsoft.com/office/drawing/2014/main" id="{F1EA9296-F6FC-9CBD-6D74-371FED1743BD}"/>
              </a:ext>
            </a:extLst>
          </p:cNvPr>
          <p:cNvSpPr txBox="1"/>
          <p:nvPr/>
        </p:nvSpPr>
        <p:spPr>
          <a:xfrm>
            <a:off x="4143022" y="2905709"/>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E600DE6E-469D-D2D0-2F57-8A324C0196C8}"/>
              </a:ext>
            </a:extLst>
          </p:cNvPr>
          <p:cNvSpPr txBox="1"/>
          <p:nvPr/>
        </p:nvSpPr>
        <p:spPr>
          <a:xfrm>
            <a:off x="3640666" y="3406653"/>
            <a:ext cx="570089" cy="230832"/>
          </a:xfrm>
          <a:prstGeom prst="rect">
            <a:avLst/>
          </a:prstGeom>
          <a:noFill/>
        </p:spPr>
        <p:txBody>
          <a:bodyPr wrap="square" rtlCol="0">
            <a:spAutoFit/>
          </a:bodyPr>
          <a:lstStyle/>
          <a:p>
            <a:pPr algn="ctr"/>
            <a:r>
              <a:rPr lang="en-US" sz="900" dirty="0"/>
              <a:t>5789</a:t>
            </a:r>
          </a:p>
        </p:txBody>
      </p:sp>
      <p:sp>
        <p:nvSpPr>
          <p:cNvPr id="12" name="TextBox 11">
            <a:extLst>
              <a:ext uri="{FF2B5EF4-FFF2-40B4-BE49-F238E27FC236}">
                <a16:creationId xmlns:a16="http://schemas.microsoft.com/office/drawing/2014/main" id="{B1B5D4B7-D27F-83A3-361D-5A38923D2D74}"/>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5789</a:t>
            </a:r>
          </a:p>
        </p:txBody>
      </p:sp>
      <p:sp>
        <p:nvSpPr>
          <p:cNvPr id="13" name="TextBox 12">
            <a:extLst>
              <a:ext uri="{FF2B5EF4-FFF2-40B4-BE49-F238E27FC236}">
                <a16:creationId xmlns:a16="http://schemas.microsoft.com/office/drawing/2014/main" id="{A8889FB2-3DA4-CD65-2C37-46CE4C74FD72}"/>
              </a:ext>
            </a:extLst>
          </p:cNvPr>
          <p:cNvSpPr txBox="1"/>
          <p:nvPr/>
        </p:nvSpPr>
        <p:spPr>
          <a:xfrm>
            <a:off x="3640666" y="2404765"/>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D858A560-B7F1-6CC4-3EC5-B0610CE1BC82}"/>
              </a:ext>
            </a:extLst>
          </p:cNvPr>
          <p:cNvSpPr txBox="1"/>
          <p:nvPr/>
        </p:nvSpPr>
        <p:spPr>
          <a:xfrm>
            <a:off x="4143022" y="2404765"/>
            <a:ext cx="570089" cy="230832"/>
          </a:xfrm>
          <a:prstGeom prst="rect">
            <a:avLst/>
          </a:prstGeom>
          <a:noFill/>
        </p:spPr>
        <p:txBody>
          <a:bodyPr wrap="square" rtlCol="0">
            <a:spAutoFit/>
          </a:bodyPr>
          <a:lstStyle/>
          <a:p>
            <a:pPr algn="ctr"/>
            <a:r>
              <a:rPr lang="en-US" sz="900" dirty="0"/>
              <a:t>61</a:t>
            </a:r>
          </a:p>
        </p:txBody>
      </p:sp>
      <p:sp>
        <p:nvSpPr>
          <p:cNvPr id="16" name="TextBox 15">
            <a:extLst>
              <a:ext uri="{FF2B5EF4-FFF2-40B4-BE49-F238E27FC236}">
                <a16:creationId xmlns:a16="http://schemas.microsoft.com/office/drawing/2014/main" id="{834C3243-0016-382B-C0DD-524648C0AB67}"/>
              </a:ext>
            </a:extLst>
          </p:cNvPr>
          <p:cNvSpPr txBox="1"/>
          <p:nvPr/>
        </p:nvSpPr>
        <p:spPr>
          <a:xfrm>
            <a:off x="3138310" y="901933"/>
            <a:ext cx="570089" cy="230832"/>
          </a:xfrm>
          <a:prstGeom prst="rect">
            <a:avLst/>
          </a:prstGeom>
          <a:noFill/>
        </p:spPr>
        <p:txBody>
          <a:bodyPr wrap="square" rtlCol="0">
            <a:spAutoFit/>
          </a:bodyPr>
          <a:lstStyle/>
          <a:p>
            <a:pPr algn="ctr"/>
            <a:r>
              <a:rPr lang="en-US" sz="900" dirty="0"/>
              <a:t>19</a:t>
            </a:r>
          </a:p>
        </p:txBody>
      </p:sp>
      <p:sp>
        <p:nvSpPr>
          <p:cNvPr id="17" name="TextBox 16">
            <a:extLst>
              <a:ext uri="{FF2B5EF4-FFF2-40B4-BE49-F238E27FC236}">
                <a16:creationId xmlns:a16="http://schemas.microsoft.com/office/drawing/2014/main" id="{46B4D211-7A37-2862-A13F-398DDEE21DA0}"/>
              </a:ext>
            </a:extLst>
          </p:cNvPr>
          <p:cNvSpPr txBox="1"/>
          <p:nvPr/>
        </p:nvSpPr>
        <p:spPr>
          <a:xfrm>
            <a:off x="5147734" y="4909484"/>
            <a:ext cx="570089" cy="230832"/>
          </a:xfrm>
          <a:prstGeom prst="rect">
            <a:avLst/>
          </a:prstGeom>
          <a:noFill/>
        </p:spPr>
        <p:txBody>
          <a:bodyPr wrap="square" rtlCol="0">
            <a:spAutoFit/>
          </a:bodyPr>
          <a:lstStyle/>
          <a:p>
            <a:pPr algn="ctr"/>
            <a:r>
              <a:rPr lang="en-US" sz="900" dirty="0"/>
              <a:t>14</a:t>
            </a:r>
          </a:p>
        </p:txBody>
      </p:sp>
      <p:sp>
        <p:nvSpPr>
          <p:cNvPr id="21" name="TextBox 20">
            <a:extLst>
              <a:ext uri="{FF2B5EF4-FFF2-40B4-BE49-F238E27FC236}">
                <a16:creationId xmlns:a16="http://schemas.microsoft.com/office/drawing/2014/main" id="{8033427C-ED28-564D-1ABD-0EDDE768E131}"/>
              </a:ext>
            </a:extLst>
          </p:cNvPr>
          <p:cNvSpPr txBox="1"/>
          <p:nvPr/>
        </p:nvSpPr>
        <p:spPr>
          <a:xfrm>
            <a:off x="7157158" y="1764121"/>
            <a:ext cx="570089" cy="230832"/>
          </a:xfrm>
          <a:prstGeom prst="rect">
            <a:avLst/>
          </a:prstGeom>
          <a:noFill/>
        </p:spPr>
        <p:txBody>
          <a:bodyPr wrap="square" rtlCol="0">
            <a:spAutoFit/>
          </a:bodyPr>
          <a:lstStyle/>
          <a:p>
            <a:pPr algn="ctr"/>
            <a:r>
              <a:rPr lang="en-US" sz="900" dirty="0"/>
              <a:t>19</a:t>
            </a:r>
          </a:p>
        </p:txBody>
      </p:sp>
      <p:sp>
        <p:nvSpPr>
          <p:cNvPr id="24" name="TextBox 23">
            <a:extLst>
              <a:ext uri="{FF2B5EF4-FFF2-40B4-BE49-F238E27FC236}">
                <a16:creationId xmlns:a16="http://schemas.microsoft.com/office/drawing/2014/main" id="{EAB4E605-6291-0346-8528-3A9E644FA58E}"/>
              </a:ext>
            </a:extLst>
          </p:cNvPr>
          <p:cNvSpPr txBox="1"/>
          <p:nvPr/>
        </p:nvSpPr>
        <p:spPr>
          <a:xfrm>
            <a:off x="3640666" y="4059997"/>
            <a:ext cx="570089" cy="230832"/>
          </a:xfrm>
          <a:prstGeom prst="rect">
            <a:avLst/>
          </a:prstGeom>
          <a:noFill/>
        </p:spPr>
        <p:txBody>
          <a:bodyPr wrap="square" rtlCol="0">
            <a:spAutoFit/>
          </a:bodyPr>
          <a:lstStyle/>
          <a:p>
            <a:pPr algn="ctr"/>
            <a:r>
              <a:rPr lang="en-US" sz="900" dirty="0"/>
              <a:t>19</a:t>
            </a:r>
          </a:p>
        </p:txBody>
      </p:sp>
      <p:sp>
        <p:nvSpPr>
          <p:cNvPr id="18" name="TextBox 17">
            <a:extLst>
              <a:ext uri="{FF2B5EF4-FFF2-40B4-BE49-F238E27FC236}">
                <a16:creationId xmlns:a16="http://schemas.microsoft.com/office/drawing/2014/main" id="{20BF53C9-00F8-9D1D-907C-6F556D838E93}"/>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E0CD5174-B333-8246-90EC-B784F89712F2}"/>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B31052BC-1C3B-B768-322A-7E3BF6ABFDE5}"/>
              </a:ext>
            </a:extLst>
          </p:cNvPr>
          <p:cNvSpPr txBox="1"/>
          <p:nvPr/>
        </p:nvSpPr>
        <p:spPr>
          <a:xfrm>
            <a:off x="6214537" y="2231221"/>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B26536DC-9782-1610-964D-E53663F24128}"/>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89FF3A10-ED33-41A2-0A94-05E00E80755D}"/>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005AA987-F5CA-F4A1-2252-552B09CDBE0C}"/>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C9A44F9D-8D46-1A36-41AB-8C5D613BB5D0}"/>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4918F804-799B-D601-1316-6ADC70EDDC7D}"/>
              </a:ext>
            </a:extLst>
          </p:cNvPr>
          <p:cNvSpPr txBox="1"/>
          <p:nvPr/>
        </p:nvSpPr>
        <p:spPr>
          <a:xfrm>
            <a:off x="5147734" y="4408541"/>
            <a:ext cx="570089" cy="230832"/>
          </a:xfrm>
          <a:prstGeom prst="rect">
            <a:avLst/>
          </a:prstGeom>
          <a:noFill/>
        </p:spPr>
        <p:txBody>
          <a:bodyPr wrap="square" rtlCol="0">
            <a:spAutoFit/>
          </a:bodyPr>
          <a:lstStyle/>
          <a:p>
            <a:pPr algn="ctr"/>
            <a:r>
              <a:rPr lang="en-US" sz="900" dirty="0"/>
              <a:t>85</a:t>
            </a:r>
          </a:p>
        </p:txBody>
      </p:sp>
      <p:sp>
        <p:nvSpPr>
          <p:cNvPr id="32" name="TextBox 31">
            <a:extLst>
              <a:ext uri="{FF2B5EF4-FFF2-40B4-BE49-F238E27FC236}">
                <a16:creationId xmlns:a16="http://schemas.microsoft.com/office/drawing/2014/main" id="{D5654A76-F5FA-03B7-0AAD-E261A5626074}"/>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04065663-3294-7F48-D817-49FAB39EA9F2}"/>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94821786-622E-6BAA-59E3-1D5590460E6E}"/>
              </a:ext>
            </a:extLst>
          </p:cNvPr>
          <p:cNvSpPr txBox="1"/>
          <p:nvPr/>
        </p:nvSpPr>
        <p:spPr>
          <a:xfrm>
            <a:off x="5650090" y="1402877"/>
            <a:ext cx="570089" cy="230832"/>
          </a:xfrm>
          <a:prstGeom prst="rect">
            <a:avLst/>
          </a:prstGeom>
          <a:noFill/>
        </p:spPr>
        <p:txBody>
          <a:bodyPr wrap="square" rtlCol="0">
            <a:spAutoFit/>
          </a:bodyPr>
          <a:lstStyle/>
          <a:p>
            <a:pPr algn="ctr"/>
            <a:r>
              <a:rPr lang="en-US" sz="900" dirty="0"/>
              <a:t>23</a:t>
            </a:r>
          </a:p>
        </p:txBody>
      </p:sp>
      <p:sp>
        <p:nvSpPr>
          <p:cNvPr id="35" name="TextBox 34">
            <a:extLst>
              <a:ext uri="{FF2B5EF4-FFF2-40B4-BE49-F238E27FC236}">
                <a16:creationId xmlns:a16="http://schemas.microsoft.com/office/drawing/2014/main" id="{1CB986CD-830F-AE27-F4E1-485E5F3C6608}"/>
              </a:ext>
            </a:extLst>
          </p:cNvPr>
          <p:cNvSpPr txBox="1"/>
          <p:nvPr/>
        </p:nvSpPr>
        <p:spPr>
          <a:xfrm>
            <a:off x="5650090" y="1903821"/>
            <a:ext cx="570089" cy="230832"/>
          </a:xfrm>
          <a:prstGeom prst="rect">
            <a:avLst/>
          </a:prstGeom>
          <a:noFill/>
        </p:spPr>
        <p:txBody>
          <a:bodyPr wrap="square" rtlCol="0">
            <a:spAutoFit/>
          </a:bodyPr>
          <a:lstStyle/>
          <a:p>
            <a:pPr algn="ctr"/>
            <a:r>
              <a:rPr lang="en-US" sz="900" dirty="0"/>
              <a:t>32</a:t>
            </a:r>
          </a:p>
        </p:txBody>
      </p:sp>
      <p:sp>
        <p:nvSpPr>
          <p:cNvPr id="36" name="TextBox 35">
            <a:extLst>
              <a:ext uri="{FF2B5EF4-FFF2-40B4-BE49-F238E27FC236}">
                <a16:creationId xmlns:a16="http://schemas.microsoft.com/office/drawing/2014/main" id="{E9133C6D-7EBF-0432-3F86-C1B6F2D2ADB8}"/>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42480A07-EF62-AFE4-47FD-F50AC2604F98}"/>
              </a:ext>
            </a:extLst>
          </p:cNvPr>
          <p:cNvSpPr txBox="1"/>
          <p:nvPr/>
        </p:nvSpPr>
        <p:spPr>
          <a:xfrm>
            <a:off x="5715003" y="2734556"/>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A997AEAD-35B8-0145-4F58-D92BE2F4D49E}"/>
              </a:ext>
            </a:extLst>
          </p:cNvPr>
          <p:cNvSpPr txBox="1"/>
          <p:nvPr/>
        </p:nvSpPr>
        <p:spPr>
          <a:xfrm>
            <a:off x="5715003"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38E9C83A-2D92-F15A-86E7-B7D1BD44B66A}"/>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28" name="TextBox 27">
            <a:extLst>
              <a:ext uri="{FF2B5EF4-FFF2-40B4-BE49-F238E27FC236}">
                <a16:creationId xmlns:a16="http://schemas.microsoft.com/office/drawing/2014/main" id="{491F896C-B116-EAAE-33A5-D564C12D7525}"/>
              </a:ext>
            </a:extLst>
          </p:cNvPr>
          <p:cNvSpPr txBox="1"/>
          <p:nvPr/>
        </p:nvSpPr>
        <p:spPr>
          <a:xfrm>
            <a:off x="5715003"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CC6A471F-BE94-2510-E752-5449D4C01DDB}"/>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D8D74DCB-115C-89F0-73B1-99256ED2D9AF}"/>
              </a:ext>
            </a:extLst>
          </p:cNvPr>
          <p:cNvSpPr txBox="1"/>
          <p:nvPr/>
        </p:nvSpPr>
        <p:spPr>
          <a:xfrm>
            <a:off x="4715935" y="223122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5C6C6DC3-56B0-7F0B-0378-B5D55DB3ADC3}"/>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33" name="TextBox 32">
            <a:extLst>
              <a:ext uri="{FF2B5EF4-FFF2-40B4-BE49-F238E27FC236}">
                <a16:creationId xmlns:a16="http://schemas.microsoft.com/office/drawing/2014/main" id="{98796CC1-F28E-2A59-BBB3-BE530ABC4750}"/>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39765847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86B65-F687-D0EE-F7F9-B296D4FB733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BD98341-2247-DE7E-D074-7BE40D0B198C}"/>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424AEA5D-7493-F87B-137B-54101855D8B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5760E8D-06B3-C6C7-022D-4846D0DC0AA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62646FE-CA54-98E4-AACB-7B7FEAF559C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3AC5CC2-46D0-242D-495C-26E56562CC4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DC40E0D-F0D3-1CAC-2CFC-FBCF001F7FB5}"/>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14E6A655-2480-68D0-8BE1-9451644B367E}"/>
              </a:ext>
            </a:extLst>
          </p:cNvPr>
          <p:cNvSpPr txBox="1"/>
          <p:nvPr/>
        </p:nvSpPr>
        <p:spPr>
          <a:xfrm>
            <a:off x="3640666" y="2905709"/>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EFC92235-7BF0-4F0E-6FF3-07DC82485707}"/>
              </a:ext>
            </a:extLst>
          </p:cNvPr>
          <p:cNvSpPr txBox="1"/>
          <p:nvPr/>
        </p:nvSpPr>
        <p:spPr>
          <a:xfrm>
            <a:off x="3640666" y="3406653"/>
            <a:ext cx="570089" cy="230832"/>
          </a:xfrm>
          <a:prstGeom prst="rect">
            <a:avLst/>
          </a:prstGeom>
          <a:noFill/>
        </p:spPr>
        <p:txBody>
          <a:bodyPr wrap="square" rtlCol="0">
            <a:spAutoFit/>
          </a:bodyPr>
          <a:lstStyle/>
          <a:p>
            <a:pPr algn="ctr"/>
            <a:r>
              <a:rPr lang="en-US" sz="900" dirty="0"/>
              <a:t>5789</a:t>
            </a:r>
          </a:p>
        </p:txBody>
      </p:sp>
      <p:sp>
        <p:nvSpPr>
          <p:cNvPr id="12" name="TextBox 11">
            <a:extLst>
              <a:ext uri="{FF2B5EF4-FFF2-40B4-BE49-F238E27FC236}">
                <a16:creationId xmlns:a16="http://schemas.microsoft.com/office/drawing/2014/main" id="{76E6D139-7602-DECD-D01E-86596D5BEA04}"/>
              </a:ext>
            </a:extLst>
          </p:cNvPr>
          <p:cNvSpPr txBox="1"/>
          <p:nvPr/>
        </p:nvSpPr>
        <p:spPr>
          <a:xfrm>
            <a:off x="4143022" y="3406653"/>
            <a:ext cx="570089" cy="230832"/>
          </a:xfrm>
          <a:prstGeom prst="rect">
            <a:avLst/>
          </a:prstGeom>
          <a:noFill/>
        </p:spPr>
        <p:txBody>
          <a:bodyPr wrap="square" rtlCol="0">
            <a:spAutoFit/>
          </a:bodyPr>
          <a:lstStyle/>
          <a:p>
            <a:pPr algn="ctr"/>
            <a:r>
              <a:rPr lang="en-US" sz="900" dirty="0"/>
              <a:t>58</a:t>
            </a:r>
          </a:p>
        </p:txBody>
      </p:sp>
      <p:sp>
        <p:nvSpPr>
          <p:cNvPr id="13" name="TextBox 12">
            <a:extLst>
              <a:ext uri="{FF2B5EF4-FFF2-40B4-BE49-F238E27FC236}">
                <a16:creationId xmlns:a16="http://schemas.microsoft.com/office/drawing/2014/main" id="{BEEBA7F8-EBB6-66E2-2CEE-85DAE499D760}"/>
              </a:ext>
            </a:extLst>
          </p:cNvPr>
          <p:cNvSpPr txBox="1"/>
          <p:nvPr/>
        </p:nvSpPr>
        <p:spPr>
          <a:xfrm>
            <a:off x="3640666" y="2404765"/>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43D10D99-DB6D-A8FD-B091-0C0CB098559A}"/>
              </a:ext>
            </a:extLst>
          </p:cNvPr>
          <p:cNvSpPr txBox="1"/>
          <p:nvPr/>
        </p:nvSpPr>
        <p:spPr>
          <a:xfrm>
            <a:off x="4143022" y="2404765"/>
            <a:ext cx="570089" cy="230832"/>
          </a:xfrm>
          <a:prstGeom prst="rect">
            <a:avLst/>
          </a:prstGeom>
          <a:noFill/>
        </p:spPr>
        <p:txBody>
          <a:bodyPr wrap="square" rtlCol="0">
            <a:spAutoFit/>
          </a:bodyPr>
          <a:lstStyle/>
          <a:p>
            <a:pPr algn="ctr"/>
            <a:r>
              <a:rPr lang="en-US" sz="900" dirty="0"/>
              <a:t>61</a:t>
            </a:r>
          </a:p>
        </p:txBody>
      </p:sp>
      <p:sp>
        <p:nvSpPr>
          <p:cNvPr id="17" name="TextBox 16">
            <a:extLst>
              <a:ext uri="{FF2B5EF4-FFF2-40B4-BE49-F238E27FC236}">
                <a16:creationId xmlns:a16="http://schemas.microsoft.com/office/drawing/2014/main" id="{8D13EA88-7C37-EE96-AF25-70F6DBDFD2AB}"/>
              </a:ext>
            </a:extLst>
          </p:cNvPr>
          <p:cNvSpPr txBox="1"/>
          <p:nvPr/>
        </p:nvSpPr>
        <p:spPr>
          <a:xfrm>
            <a:off x="5147734" y="4909484"/>
            <a:ext cx="570089" cy="230832"/>
          </a:xfrm>
          <a:prstGeom prst="rect">
            <a:avLst/>
          </a:prstGeom>
          <a:noFill/>
        </p:spPr>
        <p:txBody>
          <a:bodyPr wrap="square" rtlCol="0">
            <a:spAutoFit/>
          </a:bodyPr>
          <a:lstStyle/>
          <a:p>
            <a:pPr algn="ctr"/>
            <a:r>
              <a:rPr lang="en-US" sz="900" dirty="0"/>
              <a:t>14</a:t>
            </a:r>
          </a:p>
        </p:txBody>
      </p:sp>
      <p:sp>
        <p:nvSpPr>
          <p:cNvPr id="21" name="TextBox 20">
            <a:extLst>
              <a:ext uri="{FF2B5EF4-FFF2-40B4-BE49-F238E27FC236}">
                <a16:creationId xmlns:a16="http://schemas.microsoft.com/office/drawing/2014/main" id="{2A4CE0B2-2EB6-2B1A-268C-80F267B22FC8}"/>
              </a:ext>
            </a:extLst>
          </p:cNvPr>
          <p:cNvSpPr txBox="1"/>
          <p:nvPr/>
        </p:nvSpPr>
        <p:spPr>
          <a:xfrm>
            <a:off x="7157158" y="1764121"/>
            <a:ext cx="570089" cy="230832"/>
          </a:xfrm>
          <a:prstGeom prst="rect">
            <a:avLst/>
          </a:prstGeom>
          <a:noFill/>
        </p:spPr>
        <p:txBody>
          <a:bodyPr wrap="square" rtlCol="0">
            <a:spAutoFit/>
          </a:bodyPr>
          <a:lstStyle/>
          <a:p>
            <a:pPr algn="ctr"/>
            <a:r>
              <a:rPr lang="en-US" sz="900" dirty="0"/>
              <a:t>19</a:t>
            </a:r>
          </a:p>
        </p:txBody>
      </p:sp>
      <p:sp>
        <p:nvSpPr>
          <p:cNvPr id="24" name="TextBox 23">
            <a:extLst>
              <a:ext uri="{FF2B5EF4-FFF2-40B4-BE49-F238E27FC236}">
                <a16:creationId xmlns:a16="http://schemas.microsoft.com/office/drawing/2014/main" id="{9405F3FD-70CB-969D-EE59-E6AEBADF6A31}"/>
              </a:ext>
            </a:extLst>
          </p:cNvPr>
          <p:cNvSpPr txBox="1"/>
          <p:nvPr/>
        </p:nvSpPr>
        <p:spPr>
          <a:xfrm>
            <a:off x="3640666" y="4059997"/>
            <a:ext cx="570089" cy="230832"/>
          </a:xfrm>
          <a:prstGeom prst="rect">
            <a:avLst/>
          </a:prstGeom>
          <a:noFill/>
        </p:spPr>
        <p:txBody>
          <a:bodyPr wrap="square" rtlCol="0">
            <a:spAutoFit/>
          </a:bodyPr>
          <a:lstStyle/>
          <a:p>
            <a:pPr algn="ctr"/>
            <a:r>
              <a:rPr lang="en-US" sz="900" dirty="0"/>
              <a:t>19</a:t>
            </a:r>
          </a:p>
        </p:txBody>
      </p:sp>
      <p:sp>
        <p:nvSpPr>
          <p:cNvPr id="18" name="TextBox 17">
            <a:extLst>
              <a:ext uri="{FF2B5EF4-FFF2-40B4-BE49-F238E27FC236}">
                <a16:creationId xmlns:a16="http://schemas.microsoft.com/office/drawing/2014/main" id="{96AC0EE1-61E4-F373-0D97-E51FB718351F}"/>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E08C66C7-F11B-53B4-8E27-5FDA7C295BBC}"/>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9602D86F-5CED-F495-A010-24894CDF54E3}"/>
              </a:ext>
            </a:extLst>
          </p:cNvPr>
          <p:cNvSpPr txBox="1"/>
          <p:nvPr/>
        </p:nvSpPr>
        <p:spPr>
          <a:xfrm>
            <a:off x="6214537" y="2231221"/>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2B201D9C-800C-7B71-EE70-A8DDA72166CE}"/>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315531EF-5AD4-D158-AA33-3E314A0636E7}"/>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AF7E189F-9A70-1A04-A9BD-491ED0FF10F0}"/>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BC4C0CAB-533A-1170-55AF-DCC4430224AE}"/>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7C519BA8-F972-270D-BC81-FEA1E78F06C3}"/>
              </a:ext>
            </a:extLst>
          </p:cNvPr>
          <p:cNvSpPr txBox="1"/>
          <p:nvPr/>
        </p:nvSpPr>
        <p:spPr>
          <a:xfrm>
            <a:off x="5147734" y="4408541"/>
            <a:ext cx="570089" cy="230832"/>
          </a:xfrm>
          <a:prstGeom prst="rect">
            <a:avLst/>
          </a:prstGeom>
          <a:noFill/>
        </p:spPr>
        <p:txBody>
          <a:bodyPr wrap="square" rtlCol="0">
            <a:spAutoFit/>
          </a:bodyPr>
          <a:lstStyle/>
          <a:p>
            <a:pPr algn="ctr"/>
            <a:r>
              <a:rPr lang="en-US" sz="900" dirty="0"/>
              <a:t>85</a:t>
            </a:r>
          </a:p>
        </p:txBody>
      </p:sp>
      <p:sp>
        <p:nvSpPr>
          <p:cNvPr id="32" name="TextBox 31">
            <a:extLst>
              <a:ext uri="{FF2B5EF4-FFF2-40B4-BE49-F238E27FC236}">
                <a16:creationId xmlns:a16="http://schemas.microsoft.com/office/drawing/2014/main" id="{64364534-0014-5D23-6FBA-B769A6371A5E}"/>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65D26BAB-26EB-C175-CF72-2D2CC11AF949}"/>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4176B58C-008C-320A-592F-6005ABB21A66}"/>
              </a:ext>
            </a:extLst>
          </p:cNvPr>
          <p:cNvSpPr txBox="1"/>
          <p:nvPr/>
        </p:nvSpPr>
        <p:spPr>
          <a:xfrm>
            <a:off x="5650090" y="1402877"/>
            <a:ext cx="570089" cy="230832"/>
          </a:xfrm>
          <a:prstGeom prst="rect">
            <a:avLst/>
          </a:prstGeom>
          <a:noFill/>
        </p:spPr>
        <p:txBody>
          <a:bodyPr wrap="square" rtlCol="0">
            <a:spAutoFit/>
          </a:bodyPr>
          <a:lstStyle/>
          <a:p>
            <a:pPr algn="ctr"/>
            <a:r>
              <a:rPr lang="en-US" sz="900" dirty="0"/>
              <a:t>23</a:t>
            </a:r>
          </a:p>
        </p:txBody>
      </p:sp>
      <p:sp>
        <p:nvSpPr>
          <p:cNvPr id="35" name="TextBox 34">
            <a:extLst>
              <a:ext uri="{FF2B5EF4-FFF2-40B4-BE49-F238E27FC236}">
                <a16:creationId xmlns:a16="http://schemas.microsoft.com/office/drawing/2014/main" id="{D4B4517C-4DA6-7ED4-8C11-EFA7B777BB58}"/>
              </a:ext>
            </a:extLst>
          </p:cNvPr>
          <p:cNvSpPr txBox="1"/>
          <p:nvPr/>
        </p:nvSpPr>
        <p:spPr>
          <a:xfrm>
            <a:off x="5650090" y="1903821"/>
            <a:ext cx="570089" cy="230832"/>
          </a:xfrm>
          <a:prstGeom prst="rect">
            <a:avLst/>
          </a:prstGeom>
          <a:noFill/>
        </p:spPr>
        <p:txBody>
          <a:bodyPr wrap="square" rtlCol="0">
            <a:spAutoFit/>
          </a:bodyPr>
          <a:lstStyle/>
          <a:p>
            <a:pPr algn="ctr"/>
            <a:r>
              <a:rPr lang="en-US" sz="900" dirty="0"/>
              <a:t>32</a:t>
            </a:r>
          </a:p>
        </p:txBody>
      </p:sp>
      <p:sp>
        <p:nvSpPr>
          <p:cNvPr id="36" name="TextBox 35">
            <a:extLst>
              <a:ext uri="{FF2B5EF4-FFF2-40B4-BE49-F238E27FC236}">
                <a16:creationId xmlns:a16="http://schemas.microsoft.com/office/drawing/2014/main" id="{9831756F-9317-0966-B391-58112F3A8AD9}"/>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14B6DE44-7450-9902-00CE-39D704A2E889}"/>
              </a:ext>
            </a:extLst>
          </p:cNvPr>
          <p:cNvSpPr txBox="1"/>
          <p:nvPr/>
        </p:nvSpPr>
        <p:spPr>
          <a:xfrm>
            <a:off x="5715003" y="2734556"/>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7D9A8C97-7AE6-8174-585B-89D01D28EA9A}"/>
              </a:ext>
            </a:extLst>
          </p:cNvPr>
          <p:cNvSpPr txBox="1"/>
          <p:nvPr/>
        </p:nvSpPr>
        <p:spPr>
          <a:xfrm>
            <a:off x="5715003"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0E70521A-5C3B-36C4-B0E2-7720ABC42523}"/>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28" name="TextBox 27">
            <a:extLst>
              <a:ext uri="{FF2B5EF4-FFF2-40B4-BE49-F238E27FC236}">
                <a16:creationId xmlns:a16="http://schemas.microsoft.com/office/drawing/2014/main" id="{317DD002-DC8F-A368-162C-C8A367275D15}"/>
              </a:ext>
            </a:extLst>
          </p:cNvPr>
          <p:cNvSpPr txBox="1"/>
          <p:nvPr/>
        </p:nvSpPr>
        <p:spPr>
          <a:xfrm>
            <a:off x="5715003"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D267C187-7840-D867-7B81-3D7F57B20A71}"/>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F4BB76A2-A7EE-1896-7D98-A5A38155C6CE}"/>
              </a:ext>
            </a:extLst>
          </p:cNvPr>
          <p:cNvSpPr txBox="1"/>
          <p:nvPr/>
        </p:nvSpPr>
        <p:spPr>
          <a:xfrm>
            <a:off x="4715935" y="223122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A8686731-C182-842F-D67E-F5143711417D}"/>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33" name="TextBox 32">
            <a:extLst>
              <a:ext uri="{FF2B5EF4-FFF2-40B4-BE49-F238E27FC236}">
                <a16:creationId xmlns:a16="http://schemas.microsoft.com/office/drawing/2014/main" id="{423A9951-4FCB-CAA9-7526-05C828B44A21}"/>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6BEAE48A-E030-17B7-7310-92CF956DB738}"/>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284DCE33-9504-FFFB-0529-6B744AF505CB}"/>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31455142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BAF9F-2209-8004-0D1F-6D46392D6E4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B84505C-B236-012B-C86A-1CB153039520}"/>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A22DB490-EBB4-FB02-1715-39851418F02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791503D-47E3-156B-2DC4-B33A23D56F5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F019961-38A7-E1CC-FEAE-F7C3B8885E6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F4046B2-8C30-FA2F-D8D1-96E58044AF5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856A982-B6BB-5C1D-1D83-1D82C14B962F}"/>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0804E949-B409-08D8-1429-16199B4372C8}"/>
              </a:ext>
            </a:extLst>
          </p:cNvPr>
          <p:cNvSpPr txBox="1"/>
          <p:nvPr/>
        </p:nvSpPr>
        <p:spPr>
          <a:xfrm>
            <a:off x="3640666" y="2905709"/>
            <a:ext cx="570089" cy="230832"/>
          </a:xfrm>
          <a:prstGeom prst="rect">
            <a:avLst/>
          </a:prstGeom>
          <a:noFill/>
        </p:spPr>
        <p:txBody>
          <a:bodyPr wrap="square" rtlCol="0">
            <a:spAutoFit/>
          </a:bodyPr>
          <a:lstStyle/>
          <a:p>
            <a:pPr algn="ctr"/>
            <a:r>
              <a:rPr lang="en-US" sz="900" dirty="0"/>
              <a:t>79</a:t>
            </a:r>
          </a:p>
        </p:txBody>
      </p:sp>
      <p:sp>
        <p:nvSpPr>
          <p:cNvPr id="11" name="TextBox 10">
            <a:extLst>
              <a:ext uri="{FF2B5EF4-FFF2-40B4-BE49-F238E27FC236}">
                <a16:creationId xmlns:a16="http://schemas.microsoft.com/office/drawing/2014/main" id="{BE19E4C6-947A-A691-82CB-57A4E4726CF1}"/>
              </a:ext>
            </a:extLst>
          </p:cNvPr>
          <p:cNvSpPr txBox="1"/>
          <p:nvPr/>
        </p:nvSpPr>
        <p:spPr>
          <a:xfrm>
            <a:off x="3640666" y="3406653"/>
            <a:ext cx="570089" cy="230832"/>
          </a:xfrm>
          <a:prstGeom prst="rect">
            <a:avLst/>
          </a:prstGeom>
          <a:noFill/>
        </p:spPr>
        <p:txBody>
          <a:bodyPr wrap="square" rtlCol="0">
            <a:spAutoFit/>
          </a:bodyPr>
          <a:lstStyle/>
          <a:p>
            <a:pPr algn="ctr"/>
            <a:r>
              <a:rPr lang="en-US" sz="900" dirty="0"/>
              <a:t>579</a:t>
            </a:r>
          </a:p>
        </p:txBody>
      </p:sp>
      <p:sp>
        <p:nvSpPr>
          <p:cNvPr id="13" name="TextBox 12">
            <a:extLst>
              <a:ext uri="{FF2B5EF4-FFF2-40B4-BE49-F238E27FC236}">
                <a16:creationId xmlns:a16="http://schemas.microsoft.com/office/drawing/2014/main" id="{8F315914-D101-E776-F3EA-7171423148EA}"/>
              </a:ext>
            </a:extLst>
          </p:cNvPr>
          <p:cNvSpPr txBox="1"/>
          <p:nvPr/>
        </p:nvSpPr>
        <p:spPr>
          <a:xfrm>
            <a:off x="3640666" y="2404765"/>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2F872776-B12E-C58F-A50D-0B3C35294E50}"/>
              </a:ext>
            </a:extLst>
          </p:cNvPr>
          <p:cNvSpPr txBox="1"/>
          <p:nvPr/>
        </p:nvSpPr>
        <p:spPr>
          <a:xfrm>
            <a:off x="4143022" y="2404765"/>
            <a:ext cx="570089" cy="230832"/>
          </a:xfrm>
          <a:prstGeom prst="rect">
            <a:avLst/>
          </a:prstGeom>
          <a:noFill/>
        </p:spPr>
        <p:txBody>
          <a:bodyPr wrap="square" rtlCol="0">
            <a:spAutoFit/>
          </a:bodyPr>
          <a:lstStyle/>
          <a:p>
            <a:pPr algn="ctr"/>
            <a:r>
              <a:rPr lang="en-US" sz="900" dirty="0"/>
              <a:t>61</a:t>
            </a:r>
          </a:p>
        </p:txBody>
      </p:sp>
      <p:sp>
        <p:nvSpPr>
          <p:cNvPr id="17" name="TextBox 16">
            <a:extLst>
              <a:ext uri="{FF2B5EF4-FFF2-40B4-BE49-F238E27FC236}">
                <a16:creationId xmlns:a16="http://schemas.microsoft.com/office/drawing/2014/main" id="{572C24D9-00E5-0AF4-4628-4877D884C84D}"/>
              </a:ext>
            </a:extLst>
          </p:cNvPr>
          <p:cNvSpPr txBox="1"/>
          <p:nvPr/>
        </p:nvSpPr>
        <p:spPr>
          <a:xfrm>
            <a:off x="5147734" y="4909484"/>
            <a:ext cx="570089" cy="230832"/>
          </a:xfrm>
          <a:prstGeom prst="rect">
            <a:avLst/>
          </a:prstGeom>
          <a:noFill/>
        </p:spPr>
        <p:txBody>
          <a:bodyPr wrap="square" rtlCol="0">
            <a:spAutoFit/>
          </a:bodyPr>
          <a:lstStyle/>
          <a:p>
            <a:pPr algn="ctr"/>
            <a:r>
              <a:rPr lang="en-US" sz="900" dirty="0"/>
              <a:t>14</a:t>
            </a:r>
          </a:p>
        </p:txBody>
      </p:sp>
      <p:sp>
        <p:nvSpPr>
          <p:cNvPr id="21" name="TextBox 20">
            <a:extLst>
              <a:ext uri="{FF2B5EF4-FFF2-40B4-BE49-F238E27FC236}">
                <a16:creationId xmlns:a16="http://schemas.microsoft.com/office/drawing/2014/main" id="{70F5CAD8-7D0B-9330-34E7-EC7A75417C83}"/>
              </a:ext>
            </a:extLst>
          </p:cNvPr>
          <p:cNvSpPr txBox="1"/>
          <p:nvPr/>
        </p:nvSpPr>
        <p:spPr>
          <a:xfrm>
            <a:off x="7157158" y="1764121"/>
            <a:ext cx="570089" cy="230832"/>
          </a:xfrm>
          <a:prstGeom prst="rect">
            <a:avLst/>
          </a:prstGeom>
          <a:noFill/>
        </p:spPr>
        <p:txBody>
          <a:bodyPr wrap="square" rtlCol="0">
            <a:spAutoFit/>
          </a:bodyPr>
          <a:lstStyle/>
          <a:p>
            <a:pPr algn="ctr"/>
            <a:r>
              <a:rPr lang="en-US" sz="900" dirty="0"/>
              <a:t>19</a:t>
            </a:r>
          </a:p>
        </p:txBody>
      </p:sp>
      <p:sp>
        <p:nvSpPr>
          <p:cNvPr id="24" name="TextBox 23">
            <a:extLst>
              <a:ext uri="{FF2B5EF4-FFF2-40B4-BE49-F238E27FC236}">
                <a16:creationId xmlns:a16="http://schemas.microsoft.com/office/drawing/2014/main" id="{245F4162-1852-5B47-1E27-1B72A9C87B25}"/>
              </a:ext>
            </a:extLst>
          </p:cNvPr>
          <p:cNvSpPr txBox="1"/>
          <p:nvPr/>
        </p:nvSpPr>
        <p:spPr>
          <a:xfrm>
            <a:off x="3640666" y="4059997"/>
            <a:ext cx="570089" cy="230832"/>
          </a:xfrm>
          <a:prstGeom prst="rect">
            <a:avLst/>
          </a:prstGeom>
          <a:noFill/>
        </p:spPr>
        <p:txBody>
          <a:bodyPr wrap="square" rtlCol="0">
            <a:spAutoFit/>
          </a:bodyPr>
          <a:lstStyle/>
          <a:p>
            <a:pPr algn="ctr"/>
            <a:r>
              <a:rPr lang="en-US" sz="900" dirty="0"/>
              <a:t>19</a:t>
            </a:r>
          </a:p>
        </p:txBody>
      </p:sp>
      <p:sp>
        <p:nvSpPr>
          <p:cNvPr id="18" name="TextBox 17">
            <a:extLst>
              <a:ext uri="{FF2B5EF4-FFF2-40B4-BE49-F238E27FC236}">
                <a16:creationId xmlns:a16="http://schemas.microsoft.com/office/drawing/2014/main" id="{B8756F32-5C30-6F28-9751-3EDC720CCCDA}"/>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92AA9452-BB08-B263-CBD1-49C88F5B1E00}"/>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DE995416-9133-E797-7DEE-674D050B3EAB}"/>
              </a:ext>
            </a:extLst>
          </p:cNvPr>
          <p:cNvSpPr txBox="1"/>
          <p:nvPr/>
        </p:nvSpPr>
        <p:spPr>
          <a:xfrm>
            <a:off x="6214537" y="2231221"/>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EE1CC8C7-1C74-6C1B-7595-666F3C757101}"/>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26EB3E71-1AB0-C2E1-2985-C1D0BDA4F388}"/>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900A2F6B-C2A2-C602-FB40-DA4C5C4BB966}"/>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9C17340D-913D-D974-C9D5-22DE8288EC6E}"/>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296F6A22-D635-EEF4-15FA-93EAC389C988}"/>
              </a:ext>
            </a:extLst>
          </p:cNvPr>
          <p:cNvSpPr txBox="1"/>
          <p:nvPr/>
        </p:nvSpPr>
        <p:spPr>
          <a:xfrm>
            <a:off x="5147734" y="4408541"/>
            <a:ext cx="570089" cy="230832"/>
          </a:xfrm>
          <a:prstGeom prst="rect">
            <a:avLst/>
          </a:prstGeom>
          <a:noFill/>
        </p:spPr>
        <p:txBody>
          <a:bodyPr wrap="square" rtlCol="0">
            <a:spAutoFit/>
          </a:bodyPr>
          <a:lstStyle/>
          <a:p>
            <a:pPr algn="ctr"/>
            <a:r>
              <a:rPr lang="en-US" sz="900" dirty="0"/>
              <a:t>85</a:t>
            </a:r>
          </a:p>
        </p:txBody>
      </p:sp>
      <p:sp>
        <p:nvSpPr>
          <p:cNvPr id="32" name="TextBox 31">
            <a:extLst>
              <a:ext uri="{FF2B5EF4-FFF2-40B4-BE49-F238E27FC236}">
                <a16:creationId xmlns:a16="http://schemas.microsoft.com/office/drawing/2014/main" id="{5974FF14-9163-B6B4-08CF-5CA4247EC311}"/>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334D394B-6421-90DE-3E3D-C70D8FE829B5}"/>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AD45E46D-CB0E-F6AC-267F-4AB91B2AF852}"/>
              </a:ext>
            </a:extLst>
          </p:cNvPr>
          <p:cNvSpPr txBox="1"/>
          <p:nvPr/>
        </p:nvSpPr>
        <p:spPr>
          <a:xfrm>
            <a:off x="5650090" y="1402877"/>
            <a:ext cx="570089" cy="230832"/>
          </a:xfrm>
          <a:prstGeom prst="rect">
            <a:avLst/>
          </a:prstGeom>
          <a:noFill/>
        </p:spPr>
        <p:txBody>
          <a:bodyPr wrap="square" rtlCol="0">
            <a:spAutoFit/>
          </a:bodyPr>
          <a:lstStyle/>
          <a:p>
            <a:pPr algn="ctr"/>
            <a:r>
              <a:rPr lang="en-US" sz="900" dirty="0"/>
              <a:t>23</a:t>
            </a:r>
          </a:p>
        </p:txBody>
      </p:sp>
      <p:sp>
        <p:nvSpPr>
          <p:cNvPr id="35" name="TextBox 34">
            <a:extLst>
              <a:ext uri="{FF2B5EF4-FFF2-40B4-BE49-F238E27FC236}">
                <a16:creationId xmlns:a16="http://schemas.microsoft.com/office/drawing/2014/main" id="{42A1949F-2B26-DE59-0CCD-104782DC7476}"/>
              </a:ext>
            </a:extLst>
          </p:cNvPr>
          <p:cNvSpPr txBox="1"/>
          <p:nvPr/>
        </p:nvSpPr>
        <p:spPr>
          <a:xfrm>
            <a:off x="5650090" y="1903821"/>
            <a:ext cx="570089" cy="230832"/>
          </a:xfrm>
          <a:prstGeom prst="rect">
            <a:avLst/>
          </a:prstGeom>
          <a:noFill/>
        </p:spPr>
        <p:txBody>
          <a:bodyPr wrap="square" rtlCol="0">
            <a:spAutoFit/>
          </a:bodyPr>
          <a:lstStyle/>
          <a:p>
            <a:pPr algn="ctr"/>
            <a:r>
              <a:rPr lang="en-US" sz="900" dirty="0"/>
              <a:t>32</a:t>
            </a:r>
          </a:p>
        </p:txBody>
      </p:sp>
      <p:sp>
        <p:nvSpPr>
          <p:cNvPr id="36" name="TextBox 35">
            <a:extLst>
              <a:ext uri="{FF2B5EF4-FFF2-40B4-BE49-F238E27FC236}">
                <a16:creationId xmlns:a16="http://schemas.microsoft.com/office/drawing/2014/main" id="{61A96728-6851-00C0-E84D-2B839CBAC3E3}"/>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9F3DA117-26CE-E56D-2C36-B6C954B4016E}"/>
              </a:ext>
            </a:extLst>
          </p:cNvPr>
          <p:cNvSpPr txBox="1"/>
          <p:nvPr/>
        </p:nvSpPr>
        <p:spPr>
          <a:xfrm>
            <a:off x="5715003" y="2734556"/>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280BA0D9-044A-3BB6-3F5B-D8E7C64F3874}"/>
              </a:ext>
            </a:extLst>
          </p:cNvPr>
          <p:cNvSpPr txBox="1"/>
          <p:nvPr/>
        </p:nvSpPr>
        <p:spPr>
          <a:xfrm>
            <a:off x="5715003"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47A08372-99AE-5266-2335-AD4A795F71E9}"/>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28" name="TextBox 27">
            <a:extLst>
              <a:ext uri="{FF2B5EF4-FFF2-40B4-BE49-F238E27FC236}">
                <a16:creationId xmlns:a16="http://schemas.microsoft.com/office/drawing/2014/main" id="{C67E1990-5D54-DDC8-13AF-8D18776A0535}"/>
              </a:ext>
            </a:extLst>
          </p:cNvPr>
          <p:cNvSpPr txBox="1"/>
          <p:nvPr/>
        </p:nvSpPr>
        <p:spPr>
          <a:xfrm>
            <a:off x="5715003"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BC5A4B99-22ED-46D6-1D96-82E06EABD525}"/>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F890A1AA-5DCA-5D14-EE8C-9BC13145C32C}"/>
              </a:ext>
            </a:extLst>
          </p:cNvPr>
          <p:cNvSpPr txBox="1"/>
          <p:nvPr/>
        </p:nvSpPr>
        <p:spPr>
          <a:xfrm>
            <a:off x="4715935" y="223122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54C1AE0B-68C2-C248-C661-02B0CC7CAC32}"/>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33" name="TextBox 32">
            <a:extLst>
              <a:ext uri="{FF2B5EF4-FFF2-40B4-BE49-F238E27FC236}">
                <a16:creationId xmlns:a16="http://schemas.microsoft.com/office/drawing/2014/main" id="{4C0F13C9-D932-8624-3396-1CD705BE01A4}"/>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C6D25E67-91BB-24E8-F22A-8B46E9A667D1}"/>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1A7CDC4E-0BD7-3F7C-A016-2CE4AC92806E}"/>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BBC9A9F8-F338-A800-9EAD-2EEB9F8FE1D7}"/>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10014496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06668-02E7-FD0C-9D3A-D215F03CC9E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E7BD449-85D8-69E2-B8B1-B8E1D4FDA43F}"/>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3AB8B154-66BB-C044-EF56-A4F67EB658C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43EE983-3900-86FE-F429-34F784250F4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9CB9C40-A270-7D56-56BE-1C32D7FF452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395BDE9-D931-B594-F32A-030A2075B216}"/>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09ECF3C-9076-970D-9348-717FEC9DB70F}"/>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DE2D93EF-ACDD-9728-65E8-993DD57E07D0}"/>
              </a:ext>
            </a:extLst>
          </p:cNvPr>
          <p:cNvSpPr txBox="1"/>
          <p:nvPr/>
        </p:nvSpPr>
        <p:spPr>
          <a:xfrm>
            <a:off x="3640666" y="2905709"/>
            <a:ext cx="570089" cy="230832"/>
          </a:xfrm>
          <a:prstGeom prst="rect">
            <a:avLst/>
          </a:prstGeom>
          <a:noFill/>
        </p:spPr>
        <p:txBody>
          <a:bodyPr wrap="square" rtlCol="0">
            <a:spAutoFit/>
          </a:bodyPr>
          <a:lstStyle/>
          <a:p>
            <a:pPr algn="ctr"/>
            <a:r>
              <a:rPr lang="en-US" sz="900" dirty="0"/>
              <a:t>79</a:t>
            </a:r>
          </a:p>
        </p:txBody>
      </p:sp>
      <p:sp>
        <p:nvSpPr>
          <p:cNvPr id="11" name="TextBox 10">
            <a:extLst>
              <a:ext uri="{FF2B5EF4-FFF2-40B4-BE49-F238E27FC236}">
                <a16:creationId xmlns:a16="http://schemas.microsoft.com/office/drawing/2014/main" id="{F24710AD-A191-111E-9B49-50D69C38A986}"/>
              </a:ext>
            </a:extLst>
          </p:cNvPr>
          <p:cNvSpPr txBox="1"/>
          <p:nvPr/>
        </p:nvSpPr>
        <p:spPr>
          <a:xfrm>
            <a:off x="3640666" y="3406653"/>
            <a:ext cx="570089" cy="230832"/>
          </a:xfrm>
          <a:prstGeom prst="rect">
            <a:avLst/>
          </a:prstGeom>
          <a:noFill/>
        </p:spPr>
        <p:txBody>
          <a:bodyPr wrap="square" rtlCol="0">
            <a:spAutoFit/>
          </a:bodyPr>
          <a:lstStyle/>
          <a:p>
            <a:pPr algn="ctr"/>
            <a:r>
              <a:rPr lang="en-US" sz="900" dirty="0"/>
              <a:t>97</a:t>
            </a:r>
          </a:p>
        </p:txBody>
      </p:sp>
      <p:sp>
        <p:nvSpPr>
          <p:cNvPr id="13" name="TextBox 12">
            <a:extLst>
              <a:ext uri="{FF2B5EF4-FFF2-40B4-BE49-F238E27FC236}">
                <a16:creationId xmlns:a16="http://schemas.microsoft.com/office/drawing/2014/main" id="{85019170-D886-2930-D3E0-0706036EB6F3}"/>
              </a:ext>
            </a:extLst>
          </p:cNvPr>
          <p:cNvSpPr txBox="1"/>
          <p:nvPr/>
        </p:nvSpPr>
        <p:spPr>
          <a:xfrm>
            <a:off x="3640666" y="2404765"/>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190669C9-110F-9E74-C7ED-32B9B54F260F}"/>
              </a:ext>
            </a:extLst>
          </p:cNvPr>
          <p:cNvSpPr txBox="1"/>
          <p:nvPr/>
        </p:nvSpPr>
        <p:spPr>
          <a:xfrm>
            <a:off x="4143022" y="2404765"/>
            <a:ext cx="570089" cy="230832"/>
          </a:xfrm>
          <a:prstGeom prst="rect">
            <a:avLst/>
          </a:prstGeom>
          <a:noFill/>
        </p:spPr>
        <p:txBody>
          <a:bodyPr wrap="square" rtlCol="0">
            <a:spAutoFit/>
          </a:bodyPr>
          <a:lstStyle/>
          <a:p>
            <a:pPr algn="ctr"/>
            <a:r>
              <a:rPr lang="en-US" sz="900" dirty="0"/>
              <a:t>61</a:t>
            </a:r>
          </a:p>
        </p:txBody>
      </p:sp>
      <p:sp>
        <p:nvSpPr>
          <p:cNvPr id="17" name="TextBox 16">
            <a:extLst>
              <a:ext uri="{FF2B5EF4-FFF2-40B4-BE49-F238E27FC236}">
                <a16:creationId xmlns:a16="http://schemas.microsoft.com/office/drawing/2014/main" id="{3CA53C7A-E146-86AD-1579-86F43217A545}"/>
              </a:ext>
            </a:extLst>
          </p:cNvPr>
          <p:cNvSpPr txBox="1"/>
          <p:nvPr/>
        </p:nvSpPr>
        <p:spPr>
          <a:xfrm>
            <a:off x="5147734" y="4909484"/>
            <a:ext cx="570089" cy="230832"/>
          </a:xfrm>
          <a:prstGeom prst="rect">
            <a:avLst/>
          </a:prstGeom>
          <a:noFill/>
        </p:spPr>
        <p:txBody>
          <a:bodyPr wrap="square" rtlCol="0">
            <a:spAutoFit/>
          </a:bodyPr>
          <a:lstStyle/>
          <a:p>
            <a:pPr algn="ctr"/>
            <a:r>
              <a:rPr lang="en-US" sz="900" dirty="0"/>
              <a:t>14</a:t>
            </a:r>
          </a:p>
        </p:txBody>
      </p:sp>
      <p:sp>
        <p:nvSpPr>
          <p:cNvPr id="21" name="TextBox 20">
            <a:extLst>
              <a:ext uri="{FF2B5EF4-FFF2-40B4-BE49-F238E27FC236}">
                <a16:creationId xmlns:a16="http://schemas.microsoft.com/office/drawing/2014/main" id="{8DA173B2-F300-BA53-7578-274E0E735023}"/>
              </a:ext>
            </a:extLst>
          </p:cNvPr>
          <p:cNvSpPr txBox="1"/>
          <p:nvPr/>
        </p:nvSpPr>
        <p:spPr>
          <a:xfrm>
            <a:off x="7157158" y="1764121"/>
            <a:ext cx="570089" cy="230832"/>
          </a:xfrm>
          <a:prstGeom prst="rect">
            <a:avLst/>
          </a:prstGeom>
          <a:noFill/>
        </p:spPr>
        <p:txBody>
          <a:bodyPr wrap="square" rtlCol="0">
            <a:spAutoFit/>
          </a:bodyPr>
          <a:lstStyle/>
          <a:p>
            <a:pPr algn="ctr"/>
            <a:r>
              <a:rPr lang="en-US" sz="900" dirty="0"/>
              <a:t>19</a:t>
            </a:r>
          </a:p>
        </p:txBody>
      </p:sp>
      <p:sp>
        <p:nvSpPr>
          <p:cNvPr id="24" name="TextBox 23">
            <a:extLst>
              <a:ext uri="{FF2B5EF4-FFF2-40B4-BE49-F238E27FC236}">
                <a16:creationId xmlns:a16="http://schemas.microsoft.com/office/drawing/2014/main" id="{E89F6595-F7DA-3563-CD49-F29BE7BCD3BE}"/>
              </a:ext>
            </a:extLst>
          </p:cNvPr>
          <p:cNvSpPr txBox="1"/>
          <p:nvPr/>
        </p:nvSpPr>
        <p:spPr>
          <a:xfrm>
            <a:off x="3640666" y="4059997"/>
            <a:ext cx="570089" cy="230832"/>
          </a:xfrm>
          <a:prstGeom prst="rect">
            <a:avLst/>
          </a:prstGeom>
          <a:noFill/>
        </p:spPr>
        <p:txBody>
          <a:bodyPr wrap="square" rtlCol="0">
            <a:spAutoFit/>
          </a:bodyPr>
          <a:lstStyle/>
          <a:p>
            <a:pPr algn="ctr"/>
            <a:r>
              <a:rPr lang="en-US" sz="900" dirty="0"/>
              <a:t>19</a:t>
            </a:r>
          </a:p>
        </p:txBody>
      </p:sp>
      <p:sp>
        <p:nvSpPr>
          <p:cNvPr id="18" name="TextBox 17">
            <a:extLst>
              <a:ext uri="{FF2B5EF4-FFF2-40B4-BE49-F238E27FC236}">
                <a16:creationId xmlns:a16="http://schemas.microsoft.com/office/drawing/2014/main" id="{8BE96B24-0F04-398B-4688-FD6BC5658939}"/>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B9129F29-0682-4ADA-9171-1A247D5EB4A8}"/>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8A799656-9F06-5915-A51A-3881DC5F5CFE}"/>
              </a:ext>
            </a:extLst>
          </p:cNvPr>
          <p:cNvSpPr txBox="1"/>
          <p:nvPr/>
        </p:nvSpPr>
        <p:spPr>
          <a:xfrm>
            <a:off x="6214537" y="2231221"/>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460AE665-07B4-05EE-1878-FDE6749EA145}"/>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F6685EF8-CDF0-0818-4795-19717E299F8E}"/>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F6C050A7-1CE3-46C0-ACDA-1489C428938B}"/>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8CA807AD-F23B-2699-82EF-6BCCC3EE3A04}"/>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DE072CC8-1E0C-60A9-4516-672E90083C0A}"/>
              </a:ext>
            </a:extLst>
          </p:cNvPr>
          <p:cNvSpPr txBox="1"/>
          <p:nvPr/>
        </p:nvSpPr>
        <p:spPr>
          <a:xfrm>
            <a:off x="5147734" y="4408541"/>
            <a:ext cx="570089" cy="230832"/>
          </a:xfrm>
          <a:prstGeom prst="rect">
            <a:avLst/>
          </a:prstGeom>
          <a:noFill/>
        </p:spPr>
        <p:txBody>
          <a:bodyPr wrap="square" rtlCol="0">
            <a:spAutoFit/>
          </a:bodyPr>
          <a:lstStyle/>
          <a:p>
            <a:pPr algn="ctr"/>
            <a:r>
              <a:rPr lang="en-US" sz="900" dirty="0"/>
              <a:t>85</a:t>
            </a:r>
          </a:p>
        </p:txBody>
      </p:sp>
      <p:sp>
        <p:nvSpPr>
          <p:cNvPr id="32" name="TextBox 31">
            <a:extLst>
              <a:ext uri="{FF2B5EF4-FFF2-40B4-BE49-F238E27FC236}">
                <a16:creationId xmlns:a16="http://schemas.microsoft.com/office/drawing/2014/main" id="{81D9CA6E-C107-6DD2-8D9F-A80419130814}"/>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F8FEAD6B-996D-4799-9589-49EE1871CF89}"/>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2FFFC31C-A661-BCB1-3EEA-3397C7FB5BAF}"/>
              </a:ext>
            </a:extLst>
          </p:cNvPr>
          <p:cNvSpPr txBox="1"/>
          <p:nvPr/>
        </p:nvSpPr>
        <p:spPr>
          <a:xfrm>
            <a:off x="5650090" y="1402877"/>
            <a:ext cx="570089" cy="230832"/>
          </a:xfrm>
          <a:prstGeom prst="rect">
            <a:avLst/>
          </a:prstGeom>
          <a:noFill/>
        </p:spPr>
        <p:txBody>
          <a:bodyPr wrap="square" rtlCol="0">
            <a:spAutoFit/>
          </a:bodyPr>
          <a:lstStyle/>
          <a:p>
            <a:pPr algn="ctr"/>
            <a:r>
              <a:rPr lang="en-US" sz="900" dirty="0"/>
              <a:t>23</a:t>
            </a:r>
          </a:p>
        </p:txBody>
      </p:sp>
      <p:sp>
        <p:nvSpPr>
          <p:cNvPr id="35" name="TextBox 34">
            <a:extLst>
              <a:ext uri="{FF2B5EF4-FFF2-40B4-BE49-F238E27FC236}">
                <a16:creationId xmlns:a16="http://schemas.microsoft.com/office/drawing/2014/main" id="{82054DB1-25D2-EAA4-0ED8-609C8C8056F4}"/>
              </a:ext>
            </a:extLst>
          </p:cNvPr>
          <p:cNvSpPr txBox="1"/>
          <p:nvPr/>
        </p:nvSpPr>
        <p:spPr>
          <a:xfrm>
            <a:off x="5650090" y="1903821"/>
            <a:ext cx="570089" cy="230832"/>
          </a:xfrm>
          <a:prstGeom prst="rect">
            <a:avLst/>
          </a:prstGeom>
          <a:noFill/>
        </p:spPr>
        <p:txBody>
          <a:bodyPr wrap="square" rtlCol="0">
            <a:spAutoFit/>
          </a:bodyPr>
          <a:lstStyle/>
          <a:p>
            <a:pPr algn="ctr"/>
            <a:r>
              <a:rPr lang="en-US" sz="900" dirty="0"/>
              <a:t>32</a:t>
            </a:r>
          </a:p>
        </p:txBody>
      </p:sp>
      <p:sp>
        <p:nvSpPr>
          <p:cNvPr id="36" name="TextBox 35">
            <a:extLst>
              <a:ext uri="{FF2B5EF4-FFF2-40B4-BE49-F238E27FC236}">
                <a16:creationId xmlns:a16="http://schemas.microsoft.com/office/drawing/2014/main" id="{F4512F57-15F3-B0B6-4F33-DADB987C26F1}"/>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27AF980C-D111-BFF9-AB15-53D05B7213FF}"/>
              </a:ext>
            </a:extLst>
          </p:cNvPr>
          <p:cNvSpPr txBox="1"/>
          <p:nvPr/>
        </p:nvSpPr>
        <p:spPr>
          <a:xfrm>
            <a:off x="5715003" y="2734556"/>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0F10F002-B068-8ABA-68E6-1F40A201D9CA}"/>
              </a:ext>
            </a:extLst>
          </p:cNvPr>
          <p:cNvSpPr txBox="1"/>
          <p:nvPr/>
        </p:nvSpPr>
        <p:spPr>
          <a:xfrm>
            <a:off x="5715003"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8BD7441B-F43F-C1FD-A426-8274B5142215}"/>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28" name="TextBox 27">
            <a:extLst>
              <a:ext uri="{FF2B5EF4-FFF2-40B4-BE49-F238E27FC236}">
                <a16:creationId xmlns:a16="http://schemas.microsoft.com/office/drawing/2014/main" id="{E97E897B-72DD-8B38-26AA-0F89B0423950}"/>
              </a:ext>
            </a:extLst>
          </p:cNvPr>
          <p:cNvSpPr txBox="1"/>
          <p:nvPr/>
        </p:nvSpPr>
        <p:spPr>
          <a:xfrm>
            <a:off x="5715003"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E30BABB5-C290-0610-10EB-C5EA13E11979}"/>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A99F74A7-CBAF-0394-56DF-58415DE48FA5}"/>
              </a:ext>
            </a:extLst>
          </p:cNvPr>
          <p:cNvSpPr txBox="1"/>
          <p:nvPr/>
        </p:nvSpPr>
        <p:spPr>
          <a:xfrm>
            <a:off x="4715935" y="223122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10633F8E-5F34-829F-AE63-D07E20797D89}"/>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33" name="TextBox 32">
            <a:extLst>
              <a:ext uri="{FF2B5EF4-FFF2-40B4-BE49-F238E27FC236}">
                <a16:creationId xmlns:a16="http://schemas.microsoft.com/office/drawing/2014/main" id="{27F46F18-BA83-E031-DCE7-C8ADCE20AB37}"/>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8F7AAFBE-D615-82E3-F4BA-8C48CCF0EA8D}"/>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7140E507-C4C0-FEC6-117C-505602068B38}"/>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3C146AAC-CE66-67DA-9ED4-9853B0BA7E1B}"/>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33970361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C8B6F-3708-76D8-716C-18EA161408E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B750791-E892-8E44-A18B-25D46BDF37C4}"/>
              </a:ext>
            </a:extLst>
          </p:cNvPr>
          <p:cNvSpPr>
            <a:spLocks noGrp="1"/>
          </p:cNvSpPr>
          <p:nvPr>
            <p:ph sz="half" idx="1"/>
          </p:nvPr>
        </p:nvSpPr>
        <p:spPr/>
        <p:txBody>
          <a:bodyPr>
            <a:normAutofit/>
          </a:bodyPr>
          <a:lstStyle/>
          <a:p>
            <a:r>
              <a:rPr lang="en-US" dirty="0"/>
              <a:t>Complete right center block.</a:t>
            </a:r>
          </a:p>
        </p:txBody>
      </p:sp>
      <p:pic>
        <p:nvPicPr>
          <p:cNvPr id="4" name="Picture 3" descr="A grid of sudoku puzzle&#10;&#10;Description automatically generated">
            <a:extLst>
              <a:ext uri="{FF2B5EF4-FFF2-40B4-BE49-F238E27FC236}">
                <a16:creationId xmlns:a16="http://schemas.microsoft.com/office/drawing/2014/main" id="{95BE971D-7D15-F7ED-AC48-D7F50E32D9A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865EE0B-C769-EC9E-86F3-8BED0B5AB09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1577AAA-E1BF-4A36-3F03-7EAFD212E63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3FF2B71-2BF6-0C4F-8E5B-2DABFBE897D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7344008-77A1-CF24-4E5E-088E505BD0E1}"/>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EC3A6BD5-78AE-69F8-59E0-A076F5538F7E}"/>
              </a:ext>
            </a:extLst>
          </p:cNvPr>
          <p:cNvSpPr txBox="1"/>
          <p:nvPr/>
        </p:nvSpPr>
        <p:spPr>
          <a:xfrm>
            <a:off x="3640666" y="2905709"/>
            <a:ext cx="570089" cy="230832"/>
          </a:xfrm>
          <a:prstGeom prst="rect">
            <a:avLst/>
          </a:prstGeom>
          <a:noFill/>
        </p:spPr>
        <p:txBody>
          <a:bodyPr wrap="square" rtlCol="0">
            <a:spAutoFit/>
          </a:bodyPr>
          <a:lstStyle/>
          <a:p>
            <a:pPr algn="ctr"/>
            <a:r>
              <a:rPr lang="en-US" sz="900" dirty="0"/>
              <a:t>79</a:t>
            </a:r>
          </a:p>
        </p:txBody>
      </p:sp>
      <p:sp>
        <p:nvSpPr>
          <p:cNvPr id="11" name="TextBox 10">
            <a:extLst>
              <a:ext uri="{FF2B5EF4-FFF2-40B4-BE49-F238E27FC236}">
                <a16:creationId xmlns:a16="http://schemas.microsoft.com/office/drawing/2014/main" id="{CECEEDF7-32FE-3B1A-7F7A-A921BC666D74}"/>
              </a:ext>
            </a:extLst>
          </p:cNvPr>
          <p:cNvSpPr txBox="1"/>
          <p:nvPr/>
        </p:nvSpPr>
        <p:spPr>
          <a:xfrm>
            <a:off x="3640666" y="3406653"/>
            <a:ext cx="570089" cy="230832"/>
          </a:xfrm>
          <a:prstGeom prst="rect">
            <a:avLst/>
          </a:prstGeom>
          <a:noFill/>
        </p:spPr>
        <p:txBody>
          <a:bodyPr wrap="square" rtlCol="0">
            <a:spAutoFit/>
          </a:bodyPr>
          <a:lstStyle/>
          <a:p>
            <a:pPr algn="ctr"/>
            <a:r>
              <a:rPr lang="en-US" sz="900" dirty="0"/>
              <a:t>97</a:t>
            </a:r>
          </a:p>
        </p:txBody>
      </p:sp>
      <p:sp>
        <p:nvSpPr>
          <p:cNvPr id="13" name="TextBox 12">
            <a:extLst>
              <a:ext uri="{FF2B5EF4-FFF2-40B4-BE49-F238E27FC236}">
                <a16:creationId xmlns:a16="http://schemas.microsoft.com/office/drawing/2014/main" id="{9B422777-054F-9B55-8C9D-7326EC410BE8}"/>
              </a:ext>
            </a:extLst>
          </p:cNvPr>
          <p:cNvSpPr txBox="1"/>
          <p:nvPr/>
        </p:nvSpPr>
        <p:spPr>
          <a:xfrm>
            <a:off x="3640666" y="2404765"/>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586DB1B4-0123-B504-F010-EA2CAD2584DB}"/>
              </a:ext>
            </a:extLst>
          </p:cNvPr>
          <p:cNvSpPr txBox="1"/>
          <p:nvPr/>
        </p:nvSpPr>
        <p:spPr>
          <a:xfrm>
            <a:off x="4143022" y="2404765"/>
            <a:ext cx="570089" cy="230832"/>
          </a:xfrm>
          <a:prstGeom prst="rect">
            <a:avLst/>
          </a:prstGeom>
          <a:noFill/>
        </p:spPr>
        <p:txBody>
          <a:bodyPr wrap="square" rtlCol="0">
            <a:spAutoFit/>
          </a:bodyPr>
          <a:lstStyle/>
          <a:p>
            <a:pPr algn="ctr"/>
            <a:r>
              <a:rPr lang="en-US" sz="900" dirty="0"/>
              <a:t>61</a:t>
            </a:r>
          </a:p>
        </p:txBody>
      </p:sp>
      <p:sp>
        <p:nvSpPr>
          <p:cNvPr id="17" name="TextBox 16">
            <a:extLst>
              <a:ext uri="{FF2B5EF4-FFF2-40B4-BE49-F238E27FC236}">
                <a16:creationId xmlns:a16="http://schemas.microsoft.com/office/drawing/2014/main" id="{80A904E9-A0DE-E112-A77F-45280B805175}"/>
              </a:ext>
            </a:extLst>
          </p:cNvPr>
          <p:cNvSpPr txBox="1"/>
          <p:nvPr/>
        </p:nvSpPr>
        <p:spPr>
          <a:xfrm>
            <a:off x="5147734" y="4909484"/>
            <a:ext cx="570089" cy="230832"/>
          </a:xfrm>
          <a:prstGeom prst="rect">
            <a:avLst/>
          </a:prstGeom>
          <a:noFill/>
        </p:spPr>
        <p:txBody>
          <a:bodyPr wrap="square" rtlCol="0">
            <a:spAutoFit/>
          </a:bodyPr>
          <a:lstStyle/>
          <a:p>
            <a:pPr algn="ctr"/>
            <a:r>
              <a:rPr lang="en-US" sz="900" dirty="0"/>
              <a:t>14</a:t>
            </a:r>
          </a:p>
        </p:txBody>
      </p:sp>
      <p:sp>
        <p:nvSpPr>
          <p:cNvPr id="21" name="TextBox 20">
            <a:extLst>
              <a:ext uri="{FF2B5EF4-FFF2-40B4-BE49-F238E27FC236}">
                <a16:creationId xmlns:a16="http://schemas.microsoft.com/office/drawing/2014/main" id="{0C38E3FB-E363-760E-CD1D-01873132D6CD}"/>
              </a:ext>
            </a:extLst>
          </p:cNvPr>
          <p:cNvSpPr txBox="1"/>
          <p:nvPr/>
        </p:nvSpPr>
        <p:spPr>
          <a:xfrm>
            <a:off x="7157158" y="1764121"/>
            <a:ext cx="570089" cy="230832"/>
          </a:xfrm>
          <a:prstGeom prst="rect">
            <a:avLst/>
          </a:prstGeom>
          <a:noFill/>
        </p:spPr>
        <p:txBody>
          <a:bodyPr wrap="square" rtlCol="0">
            <a:spAutoFit/>
          </a:bodyPr>
          <a:lstStyle/>
          <a:p>
            <a:pPr algn="ctr"/>
            <a:r>
              <a:rPr lang="en-US" sz="900" dirty="0"/>
              <a:t>19</a:t>
            </a:r>
          </a:p>
        </p:txBody>
      </p:sp>
      <p:sp>
        <p:nvSpPr>
          <p:cNvPr id="24" name="TextBox 23">
            <a:extLst>
              <a:ext uri="{FF2B5EF4-FFF2-40B4-BE49-F238E27FC236}">
                <a16:creationId xmlns:a16="http://schemas.microsoft.com/office/drawing/2014/main" id="{B5FB2B47-557B-1FB0-ABFE-D6D42B88C7E7}"/>
              </a:ext>
            </a:extLst>
          </p:cNvPr>
          <p:cNvSpPr txBox="1"/>
          <p:nvPr/>
        </p:nvSpPr>
        <p:spPr>
          <a:xfrm>
            <a:off x="3640666" y="4059997"/>
            <a:ext cx="570089" cy="230832"/>
          </a:xfrm>
          <a:prstGeom prst="rect">
            <a:avLst/>
          </a:prstGeom>
          <a:noFill/>
        </p:spPr>
        <p:txBody>
          <a:bodyPr wrap="square" rtlCol="0">
            <a:spAutoFit/>
          </a:bodyPr>
          <a:lstStyle/>
          <a:p>
            <a:pPr algn="ctr"/>
            <a:r>
              <a:rPr lang="en-US" sz="900" dirty="0"/>
              <a:t>19</a:t>
            </a:r>
          </a:p>
        </p:txBody>
      </p:sp>
      <p:sp>
        <p:nvSpPr>
          <p:cNvPr id="18" name="TextBox 17">
            <a:extLst>
              <a:ext uri="{FF2B5EF4-FFF2-40B4-BE49-F238E27FC236}">
                <a16:creationId xmlns:a16="http://schemas.microsoft.com/office/drawing/2014/main" id="{1EAB6D9D-3DA6-D3AD-5BDF-DB4725AFEE52}"/>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B0C0AB52-93B5-02CE-BA68-EF2E4F9043C0}"/>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CF998A57-A24C-05F4-5880-45FDA971091D}"/>
              </a:ext>
            </a:extLst>
          </p:cNvPr>
          <p:cNvSpPr txBox="1"/>
          <p:nvPr/>
        </p:nvSpPr>
        <p:spPr>
          <a:xfrm>
            <a:off x="6214537" y="2231221"/>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CBE7ED18-32C1-34DB-3DD8-B7D66913C719}"/>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424376DD-47D4-E2CF-D32D-E7DBBBB30FA7}"/>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B3F89C18-ED0E-8465-D9C5-74DBA33DEDA6}"/>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F140FB5C-F482-0E50-4611-69DA60E7D02C}"/>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70410EDD-9654-8CD2-869A-7D5066331A75}"/>
              </a:ext>
            </a:extLst>
          </p:cNvPr>
          <p:cNvSpPr txBox="1"/>
          <p:nvPr/>
        </p:nvSpPr>
        <p:spPr>
          <a:xfrm>
            <a:off x="5147734" y="4408541"/>
            <a:ext cx="570089" cy="230832"/>
          </a:xfrm>
          <a:prstGeom prst="rect">
            <a:avLst/>
          </a:prstGeom>
          <a:noFill/>
        </p:spPr>
        <p:txBody>
          <a:bodyPr wrap="square" rtlCol="0">
            <a:spAutoFit/>
          </a:bodyPr>
          <a:lstStyle/>
          <a:p>
            <a:pPr algn="ctr"/>
            <a:r>
              <a:rPr lang="en-US" sz="900" dirty="0"/>
              <a:t>85</a:t>
            </a:r>
          </a:p>
        </p:txBody>
      </p:sp>
      <p:sp>
        <p:nvSpPr>
          <p:cNvPr id="32" name="TextBox 31">
            <a:extLst>
              <a:ext uri="{FF2B5EF4-FFF2-40B4-BE49-F238E27FC236}">
                <a16:creationId xmlns:a16="http://schemas.microsoft.com/office/drawing/2014/main" id="{23B33A7C-103E-0D3F-63AC-9A0CE32645EF}"/>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F65DF7CB-C8B8-2055-6317-92204A631C19}"/>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B6198E58-44F4-B040-B5A2-CAD6E28015C5}"/>
              </a:ext>
            </a:extLst>
          </p:cNvPr>
          <p:cNvSpPr txBox="1"/>
          <p:nvPr/>
        </p:nvSpPr>
        <p:spPr>
          <a:xfrm>
            <a:off x="5650090" y="1402877"/>
            <a:ext cx="570089" cy="230832"/>
          </a:xfrm>
          <a:prstGeom prst="rect">
            <a:avLst/>
          </a:prstGeom>
          <a:noFill/>
        </p:spPr>
        <p:txBody>
          <a:bodyPr wrap="square" rtlCol="0">
            <a:spAutoFit/>
          </a:bodyPr>
          <a:lstStyle/>
          <a:p>
            <a:pPr algn="ctr"/>
            <a:r>
              <a:rPr lang="en-US" sz="900" dirty="0"/>
              <a:t>23</a:t>
            </a:r>
          </a:p>
        </p:txBody>
      </p:sp>
      <p:sp>
        <p:nvSpPr>
          <p:cNvPr id="35" name="TextBox 34">
            <a:extLst>
              <a:ext uri="{FF2B5EF4-FFF2-40B4-BE49-F238E27FC236}">
                <a16:creationId xmlns:a16="http://schemas.microsoft.com/office/drawing/2014/main" id="{F7841BF3-C767-ADFD-060A-E7143BAC6D5B}"/>
              </a:ext>
            </a:extLst>
          </p:cNvPr>
          <p:cNvSpPr txBox="1"/>
          <p:nvPr/>
        </p:nvSpPr>
        <p:spPr>
          <a:xfrm>
            <a:off x="5650090" y="1903821"/>
            <a:ext cx="570089" cy="230832"/>
          </a:xfrm>
          <a:prstGeom prst="rect">
            <a:avLst/>
          </a:prstGeom>
          <a:noFill/>
        </p:spPr>
        <p:txBody>
          <a:bodyPr wrap="square" rtlCol="0">
            <a:spAutoFit/>
          </a:bodyPr>
          <a:lstStyle/>
          <a:p>
            <a:pPr algn="ctr"/>
            <a:r>
              <a:rPr lang="en-US" sz="900" dirty="0"/>
              <a:t>32</a:t>
            </a:r>
          </a:p>
        </p:txBody>
      </p:sp>
      <p:sp>
        <p:nvSpPr>
          <p:cNvPr id="36" name="TextBox 35">
            <a:extLst>
              <a:ext uri="{FF2B5EF4-FFF2-40B4-BE49-F238E27FC236}">
                <a16:creationId xmlns:a16="http://schemas.microsoft.com/office/drawing/2014/main" id="{F553E01C-9258-647A-E0B3-6F70AA956C54}"/>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42887543-2F0D-ABBF-8C15-A8B1333D07A0}"/>
              </a:ext>
            </a:extLst>
          </p:cNvPr>
          <p:cNvSpPr txBox="1"/>
          <p:nvPr/>
        </p:nvSpPr>
        <p:spPr>
          <a:xfrm>
            <a:off x="5715003" y="2734556"/>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55F5F92E-36AE-27E9-48CB-F3C0727BF2CA}"/>
              </a:ext>
            </a:extLst>
          </p:cNvPr>
          <p:cNvSpPr txBox="1"/>
          <p:nvPr/>
        </p:nvSpPr>
        <p:spPr>
          <a:xfrm>
            <a:off x="5715003"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1CEE967F-4804-7E07-A3E0-C4CC2A0D5673}"/>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28" name="TextBox 27">
            <a:extLst>
              <a:ext uri="{FF2B5EF4-FFF2-40B4-BE49-F238E27FC236}">
                <a16:creationId xmlns:a16="http://schemas.microsoft.com/office/drawing/2014/main" id="{56CB5480-29D5-8C1A-797E-1F794F0403A6}"/>
              </a:ext>
            </a:extLst>
          </p:cNvPr>
          <p:cNvSpPr txBox="1"/>
          <p:nvPr/>
        </p:nvSpPr>
        <p:spPr>
          <a:xfrm>
            <a:off x="5715003"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D5A2AE09-DB58-3052-07AE-CAB15038A8B0}"/>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631D5060-9709-5CD7-DDEC-245F3A04DB29}"/>
              </a:ext>
            </a:extLst>
          </p:cNvPr>
          <p:cNvSpPr txBox="1"/>
          <p:nvPr/>
        </p:nvSpPr>
        <p:spPr>
          <a:xfrm>
            <a:off x="4715935" y="223122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CFAC3724-4915-EA6C-9B37-4D7E29DA8811}"/>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33" name="TextBox 32">
            <a:extLst>
              <a:ext uri="{FF2B5EF4-FFF2-40B4-BE49-F238E27FC236}">
                <a16:creationId xmlns:a16="http://schemas.microsoft.com/office/drawing/2014/main" id="{0F756F40-65A1-B693-EB6A-00917A173AA7}"/>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817ECDA7-6FD5-E0B9-3CE6-92B0FA6EC2F3}"/>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95A0B8B8-AC4B-0D8E-B64D-291C8BC49ADD}"/>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E30764F2-A02E-6770-8F2C-44D9ED9027EE}"/>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3C7D8A9B-6D10-AF5A-C5B1-2E85B1058F78}"/>
              </a:ext>
            </a:extLst>
          </p:cNvPr>
          <p:cNvSpPr txBox="1"/>
          <p:nvPr/>
        </p:nvSpPr>
        <p:spPr>
          <a:xfrm>
            <a:off x="6152446" y="3406653"/>
            <a:ext cx="570089" cy="230832"/>
          </a:xfrm>
          <a:prstGeom prst="rect">
            <a:avLst/>
          </a:prstGeom>
          <a:noFill/>
        </p:spPr>
        <p:txBody>
          <a:bodyPr wrap="square" rtlCol="0">
            <a:spAutoFit/>
          </a:bodyPr>
          <a:lstStyle/>
          <a:p>
            <a:pPr algn="ctr"/>
            <a:r>
              <a:rPr lang="en-US" sz="900" dirty="0"/>
              <a:t>267</a:t>
            </a:r>
          </a:p>
        </p:txBody>
      </p:sp>
      <p:sp>
        <p:nvSpPr>
          <p:cNvPr id="16" name="TextBox 15">
            <a:extLst>
              <a:ext uri="{FF2B5EF4-FFF2-40B4-BE49-F238E27FC236}">
                <a16:creationId xmlns:a16="http://schemas.microsoft.com/office/drawing/2014/main" id="{A078617C-CC57-B2A0-017C-1B7B292A5803}"/>
              </a:ext>
            </a:extLst>
          </p:cNvPr>
          <p:cNvSpPr txBox="1"/>
          <p:nvPr/>
        </p:nvSpPr>
        <p:spPr>
          <a:xfrm>
            <a:off x="6654802" y="3406653"/>
            <a:ext cx="570089" cy="230832"/>
          </a:xfrm>
          <a:prstGeom prst="rect">
            <a:avLst/>
          </a:prstGeom>
          <a:noFill/>
        </p:spPr>
        <p:txBody>
          <a:bodyPr wrap="square" rtlCol="0">
            <a:spAutoFit/>
          </a:bodyPr>
          <a:lstStyle/>
          <a:p>
            <a:pPr algn="ctr"/>
            <a:r>
              <a:rPr lang="en-US" sz="900" dirty="0"/>
              <a:t>267</a:t>
            </a:r>
          </a:p>
        </p:txBody>
      </p:sp>
      <p:sp>
        <p:nvSpPr>
          <p:cNvPr id="41" name="TextBox 40">
            <a:extLst>
              <a:ext uri="{FF2B5EF4-FFF2-40B4-BE49-F238E27FC236}">
                <a16:creationId xmlns:a16="http://schemas.microsoft.com/office/drawing/2014/main" id="{B3A8AE51-28E6-9039-C17C-7056851D48E6}"/>
              </a:ext>
            </a:extLst>
          </p:cNvPr>
          <p:cNvSpPr txBox="1"/>
          <p:nvPr/>
        </p:nvSpPr>
        <p:spPr>
          <a:xfrm>
            <a:off x="7157158" y="3406653"/>
            <a:ext cx="570089" cy="230832"/>
          </a:xfrm>
          <a:prstGeom prst="rect">
            <a:avLst/>
          </a:prstGeom>
          <a:noFill/>
        </p:spPr>
        <p:txBody>
          <a:bodyPr wrap="square" rtlCol="0">
            <a:spAutoFit/>
          </a:bodyPr>
          <a:lstStyle/>
          <a:p>
            <a:pPr algn="ctr"/>
            <a:r>
              <a:rPr lang="en-US" sz="900" dirty="0"/>
              <a:t>267</a:t>
            </a:r>
          </a:p>
        </p:txBody>
      </p:sp>
    </p:spTree>
    <p:extLst>
      <p:ext uri="{BB962C8B-B14F-4D97-AF65-F5344CB8AC3E}">
        <p14:creationId xmlns:p14="http://schemas.microsoft.com/office/powerpoint/2010/main" val="14142013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E7E73-6134-0DBD-A28E-3AC111E16FA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EB72D8F-374E-52FE-BB93-E15CF180A9F6}"/>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3D9173B0-7527-EEAC-B70F-4B93206F68F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B46DAF7-A12F-A648-F535-B5FF4C64986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2683E57-CA9D-6605-B5DA-341A6A5988F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4CD09F8-95F1-DBC1-B234-D0C9475F513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28FE450-D6CF-44C5-5E9E-9286DA8D0919}"/>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13" name="TextBox 12">
            <a:extLst>
              <a:ext uri="{FF2B5EF4-FFF2-40B4-BE49-F238E27FC236}">
                <a16:creationId xmlns:a16="http://schemas.microsoft.com/office/drawing/2014/main" id="{10663073-D280-11B2-AE92-BD347D8BC334}"/>
              </a:ext>
            </a:extLst>
          </p:cNvPr>
          <p:cNvSpPr txBox="1"/>
          <p:nvPr/>
        </p:nvSpPr>
        <p:spPr>
          <a:xfrm>
            <a:off x="3640666" y="2404765"/>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0024616E-A5C6-0B99-67D9-13AEE8DB3AB4}"/>
              </a:ext>
            </a:extLst>
          </p:cNvPr>
          <p:cNvSpPr txBox="1"/>
          <p:nvPr/>
        </p:nvSpPr>
        <p:spPr>
          <a:xfrm>
            <a:off x="4143022" y="2404765"/>
            <a:ext cx="570089" cy="230832"/>
          </a:xfrm>
          <a:prstGeom prst="rect">
            <a:avLst/>
          </a:prstGeom>
          <a:noFill/>
        </p:spPr>
        <p:txBody>
          <a:bodyPr wrap="square" rtlCol="0">
            <a:spAutoFit/>
          </a:bodyPr>
          <a:lstStyle/>
          <a:p>
            <a:pPr algn="ctr"/>
            <a:r>
              <a:rPr lang="en-US" sz="900" dirty="0"/>
              <a:t>61</a:t>
            </a:r>
          </a:p>
        </p:txBody>
      </p:sp>
      <p:sp>
        <p:nvSpPr>
          <p:cNvPr id="17" name="TextBox 16">
            <a:extLst>
              <a:ext uri="{FF2B5EF4-FFF2-40B4-BE49-F238E27FC236}">
                <a16:creationId xmlns:a16="http://schemas.microsoft.com/office/drawing/2014/main" id="{4D6B71FE-1607-69E1-3871-C57300A5163B}"/>
              </a:ext>
            </a:extLst>
          </p:cNvPr>
          <p:cNvSpPr txBox="1"/>
          <p:nvPr/>
        </p:nvSpPr>
        <p:spPr>
          <a:xfrm>
            <a:off x="5147734" y="4909484"/>
            <a:ext cx="570089" cy="230832"/>
          </a:xfrm>
          <a:prstGeom prst="rect">
            <a:avLst/>
          </a:prstGeom>
          <a:noFill/>
        </p:spPr>
        <p:txBody>
          <a:bodyPr wrap="square" rtlCol="0">
            <a:spAutoFit/>
          </a:bodyPr>
          <a:lstStyle/>
          <a:p>
            <a:pPr algn="ctr"/>
            <a:r>
              <a:rPr lang="en-US" sz="900" dirty="0"/>
              <a:t>14</a:t>
            </a:r>
          </a:p>
        </p:txBody>
      </p:sp>
      <p:sp>
        <p:nvSpPr>
          <p:cNvPr id="21" name="TextBox 20">
            <a:extLst>
              <a:ext uri="{FF2B5EF4-FFF2-40B4-BE49-F238E27FC236}">
                <a16:creationId xmlns:a16="http://schemas.microsoft.com/office/drawing/2014/main" id="{8ED99D92-63C1-E7EF-A9F4-C7CD6002C649}"/>
              </a:ext>
            </a:extLst>
          </p:cNvPr>
          <p:cNvSpPr txBox="1"/>
          <p:nvPr/>
        </p:nvSpPr>
        <p:spPr>
          <a:xfrm>
            <a:off x="7157158" y="1764121"/>
            <a:ext cx="570089" cy="230832"/>
          </a:xfrm>
          <a:prstGeom prst="rect">
            <a:avLst/>
          </a:prstGeom>
          <a:noFill/>
        </p:spPr>
        <p:txBody>
          <a:bodyPr wrap="square" rtlCol="0">
            <a:spAutoFit/>
          </a:bodyPr>
          <a:lstStyle/>
          <a:p>
            <a:pPr algn="ctr"/>
            <a:r>
              <a:rPr lang="en-US" sz="900" dirty="0"/>
              <a:t>19</a:t>
            </a:r>
          </a:p>
        </p:txBody>
      </p:sp>
      <p:sp>
        <p:nvSpPr>
          <p:cNvPr id="18" name="TextBox 17">
            <a:extLst>
              <a:ext uri="{FF2B5EF4-FFF2-40B4-BE49-F238E27FC236}">
                <a16:creationId xmlns:a16="http://schemas.microsoft.com/office/drawing/2014/main" id="{F8060F3C-40B1-1AA4-C926-53AF57CFA55D}"/>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CF0CBF78-434D-EC3B-12EE-802D3D0621CD}"/>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E9AAFCAC-E950-0D61-D51E-536BAD7FE687}"/>
              </a:ext>
            </a:extLst>
          </p:cNvPr>
          <p:cNvSpPr txBox="1"/>
          <p:nvPr/>
        </p:nvSpPr>
        <p:spPr>
          <a:xfrm>
            <a:off x="6214537" y="2231221"/>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AFA57DED-D492-7915-6F0A-802A6F5E65EC}"/>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39B4B1A1-EAFD-3D2E-1ED7-7601D3777344}"/>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024419E5-5B4E-DF7D-370A-AE7793DFDE68}"/>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011700CA-EE75-8BB4-5321-31EE6C2069DF}"/>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DC26B429-D310-FA32-25A4-BC2E05CC353C}"/>
              </a:ext>
            </a:extLst>
          </p:cNvPr>
          <p:cNvSpPr txBox="1"/>
          <p:nvPr/>
        </p:nvSpPr>
        <p:spPr>
          <a:xfrm>
            <a:off x="5147734" y="4408541"/>
            <a:ext cx="570089" cy="230832"/>
          </a:xfrm>
          <a:prstGeom prst="rect">
            <a:avLst/>
          </a:prstGeom>
          <a:noFill/>
        </p:spPr>
        <p:txBody>
          <a:bodyPr wrap="square" rtlCol="0">
            <a:spAutoFit/>
          </a:bodyPr>
          <a:lstStyle/>
          <a:p>
            <a:pPr algn="ctr"/>
            <a:r>
              <a:rPr lang="en-US" sz="900" dirty="0"/>
              <a:t>85</a:t>
            </a:r>
          </a:p>
        </p:txBody>
      </p:sp>
      <p:sp>
        <p:nvSpPr>
          <p:cNvPr id="32" name="TextBox 31">
            <a:extLst>
              <a:ext uri="{FF2B5EF4-FFF2-40B4-BE49-F238E27FC236}">
                <a16:creationId xmlns:a16="http://schemas.microsoft.com/office/drawing/2014/main" id="{9E7E4AE3-C5E2-02BF-3E54-3B85FD501F60}"/>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ED2D1666-26FA-A8C4-264D-2BF70383EA56}"/>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879657A8-7B75-DE4F-5223-F22612CEE7EE}"/>
              </a:ext>
            </a:extLst>
          </p:cNvPr>
          <p:cNvSpPr txBox="1"/>
          <p:nvPr/>
        </p:nvSpPr>
        <p:spPr>
          <a:xfrm>
            <a:off x="5650090" y="1402877"/>
            <a:ext cx="570089" cy="230832"/>
          </a:xfrm>
          <a:prstGeom prst="rect">
            <a:avLst/>
          </a:prstGeom>
          <a:noFill/>
        </p:spPr>
        <p:txBody>
          <a:bodyPr wrap="square" rtlCol="0">
            <a:spAutoFit/>
          </a:bodyPr>
          <a:lstStyle/>
          <a:p>
            <a:pPr algn="ctr"/>
            <a:r>
              <a:rPr lang="en-US" sz="900" dirty="0"/>
              <a:t>23</a:t>
            </a:r>
          </a:p>
        </p:txBody>
      </p:sp>
      <p:sp>
        <p:nvSpPr>
          <p:cNvPr id="35" name="TextBox 34">
            <a:extLst>
              <a:ext uri="{FF2B5EF4-FFF2-40B4-BE49-F238E27FC236}">
                <a16:creationId xmlns:a16="http://schemas.microsoft.com/office/drawing/2014/main" id="{A845C967-AF95-0C7B-2210-21DDDB264ADF}"/>
              </a:ext>
            </a:extLst>
          </p:cNvPr>
          <p:cNvSpPr txBox="1"/>
          <p:nvPr/>
        </p:nvSpPr>
        <p:spPr>
          <a:xfrm>
            <a:off x="5650090" y="1903821"/>
            <a:ext cx="570089" cy="230832"/>
          </a:xfrm>
          <a:prstGeom prst="rect">
            <a:avLst/>
          </a:prstGeom>
          <a:noFill/>
        </p:spPr>
        <p:txBody>
          <a:bodyPr wrap="square" rtlCol="0">
            <a:spAutoFit/>
          </a:bodyPr>
          <a:lstStyle/>
          <a:p>
            <a:pPr algn="ctr"/>
            <a:r>
              <a:rPr lang="en-US" sz="900" dirty="0"/>
              <a:t>32</a:t>
            </a:r>
          </a:p>
        </p:txBody>
      </p:sp>
      <p:sp>
        <p:nvSpPr>
          <p:cNvPr id="36" name="TextBox 35">
            <a:extLst>
              <a:ext uri="{FF2B5EF4-FFF2-40B4-BE49-F238E27FC236}">
                <a16:creationId xmlns:a16="http://schemas.microsoft.com/office/drawing/2014/main" id="{3436AEB8-1653-7013-6604-5F633F5F74F5}"/>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4A3DEA37-FEB6-EE3D-6A85-69E893F074AE}"/>
              </a:ext>
            </a:extLst>
          </p:cNvPr>
          <p:cNvSpPr txBox="1"/>
          <p:nvPr/>
        </p:nvSpPr>
        <p:spPr>
          <a:xfrm>
            <a:off x="5715003" y="2734556"/>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31165081-86C8-5913-FCF5-680CA7C4F305}"/>
              </a:ext>
            </a:extLst>
          </p:cNvPr>
          <p:cNvSpPr txBox="1"/>
          <p:nvPr/>
        </p:nvSpPr>
        <p:spPr>
          <a:xfrm>
            <a:off x="5715003"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60329044-E738-0734-043B-48D7937B6454}"/>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28" name="TextBox 27">
            <a:extLst>
              <a:ext uri="{FF2B5EF4-FFF2-40B4-BE49-F238E27FC236}">
                <a16:creationId xmlns:a16="http://schemas.microsoft.com/office/drawing/2014/main" id="{E16ABCB4-1925-2794-3A74-3D61760DAD4F}"/>
              </a:ext>
            </a:extLst>
          </p:cNvPr>
          <p:cNvSpPr txBox="1"/>
          <p:nvPr/>
        </p:nvSpPr>
        <p:spPr>
          <a:xfrm>
            <a:off x="5715003"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E38E475C-C90A-B0F0-C03E-CAAF93603073}"/>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8BB88D40-6963-FEFC-A379-62D4DF3E3119}"/>
              </a:ext>
            </a:extLst>
          </p:cNvPr>
          <p:cNvSpPr txBox="1"/>
          <p:nvPr/>
        </p:nvSpPr>
        <p:spPr>
          <a:xfrm>
            <a:off x="4715935" y="223122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DE8C8AC0-FBB1-9691-6F94-DD23B9FA408B}"/>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33" name="TextBox 32">
            <a:extLst>
              <a:ext uri="{FF2B5EF4-FFF2-40B4-BE49-F238E27FC236}">
                <a16:creationId xmlns:a16="http://schemas.microsoft.com/office/drawing/2014/main" id="{433387FC-2D60-36FE-832B-6A4285FE5131}"/>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652FDCF2-A49F-031D-7139-EE08AB3C8218}"/>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236272C8-811A-A746-8D97-C8150BB79F26}"/>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6CC90EBE-4BAA-AE1D-0CA1-786AAF17B23A}"/>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FA12A1D7-716B-3D6D-3736-FB55B91C7AFF}"/>
              </a:ext>
            </a:extLst>
          </p:cNvPr>
          <p:cNvSpPr txBox="1"/>
          <p:nvPr/>
        </p:nvSpPr>
        <p:spPr>
          <a:xfrm>
            <a:off x="6152446" y="3406653"/>
            <a:ext cx="570089" cy="230832"/>
          </a:xfrm>
          <a:prstGeom prst="rect">
            <a:avLst/>
          </a:prstGeom>
          <a:noFill/>
        </p:spPr>
        <p:txBody>
          <a:bodyPr wrap="square" rtlCol="0">
            <a:spAutoFit/>
          </a:bodyPr>
          <a:lstStyle/>
          <a:p>
            <a:pPr algn="ctr"/>
            <a:r>
              <a:rPr lang="en-US" sz="900" dirty="0"/>
              <a:t>267</a:t>
            </a:r>
          </a:p>
        </p:txBody>
      </p:sp>
      <p:sp>
        <p:nvSpPr>
          <p:cNvPr id="16" name="TextBox 15">
            <a:extLst>
              <a:ext uri="{FF2B5EF4-FFF2-40B4-BE49-F238E27FC236}">
                <a16:creationId xmlns:a16="http://schemas.microsoft.com/office/drawing/2014/main" id="{83C7CE5E-A6BD-2F33-E474-086A465EFA40}"/>
              </a:ext>
            </a:extLst>
          </p:cNvPr>
          <p:cNvSpPr txBox="1"/>
          <p:nvPr/>
        </p:nvSpPr>
        <p:spPr>
          <a:xfrm>
            <a:off x="6654802" y="3406653"/>
            <a:ext cx="570089" cy="230832"/>
          </a:xfrm>
          <a:prstGeom prst="rect">
            <a:avLst/>
          </a:prstGeom>
          <a:noFill/>
        </p:spPr>
        <p:txBody>
          <a:bodyPr wrap="square" rtlCol="0">
            <a:spAutoFit/>
          </a:bodyPr>
          <a:lstStyle/>
          <a:p>
            <a:pPr algn="ctr"/>
            <a:r>
              <a:rPr lang="en-US" sz="900" dirty="0"/>
              <a:t>267</a:t>
            </a:r>
          </a:p>
        </p:txBody>
      </p:sp>
      <p:sp>
        <p:nvSpPr>
          <p:cNvPr id="41" name="TextBox 40">
            <a:extLst>
              <a:ext uri="{FF2B5EF4-FFF2-40B4-BE49-F238E27FC236}">
                <a16:creationId xmlns:a16="http://schemas.microsoft.com/office/drawing/2014/main" id="{027E8346-BE83-6147-0261-87CC40F887D7}"/>
              </a:ext>
            </a:extLst>
          </p:cNvPr>
          <p:cNvSpPr txBox="1"/>
          <p:nvPr/>
        </p:nvSpPr>
        <p:spPr>
          <a:xfrm>
            <a:off x="7157158" y="3406653"/>
            <a:ext cx="570089" cy="230832"/>
          </a:xfrm>
          <a:prstGeom prst="rect">
            <a:avLst/>
          </a:prstGeom>
          <a:noFill/>
        </p:spPr>
        <p:txBody>
          <a:bodyPr wrap="square" rtlCol="0">
            <a:spAutoFit/>
          </a:bodyPr>
          <a:lstStyle/>
          <a:p>
            <a:pPr algn="ctr"/>
            <a:r>
              <a:rPr lang="en-US" sz="900" dirty="0"/>
              <a:t>267</a:t>
            </a:r>
          </a:p>
        </p:txBody>
      </p:sp>
      <p:sp>
        <p:nvSpPr>
          <p:cNvPr id="42" name="TextBox 41">
            <a:extLst>
              <a:ext uri="{FF2B5EF4-FFF2-40B4-BE49-F238E27FC236}">
                <a16:creationId xmlns:a16="http://schemas.microsoft.com/office/drawing/2014/main" id="{64EC5879-3289-795F-9B56-7036FB15C541}"/>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8A17848D-CD70-AC19-021E-3372C527D7EE}"/>
              </a:ext>
            </a:extLst>
          </p:cNvPr>
          <p:cNvSpPr txBox="1"/>
          <p:nvPr/>
        </p:nvSpPr>
        <p:spPr>
          <a:xfrm>
            <a:off x="3716867" y="323789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69C83835-E624-E210-1A45-CA0E603420A8}"/>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8278022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7006E-1300-B3CE-6CEE-CE4947A1E71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B204936-5FE1-23FD-E7F0-6B2C63E328E9}"/>
              </a:ext>
            </a:extLst>
          </p:cNvPr>
          <p:cNvSpPr>
            <a:spLocks noGrp="1"/>
          </p:cNvSpPr>
          <p:nvPr>
            <p:ph sz="half" idx="1"/>
          </p:nvPr>
        </p:nvSpPr>
        <p:spPr/>
        <p:txBody>
          <a:bodyPr>
            <a:normAutofit/>
          </a:bodyPr>
          <a:lstStyle/>
          <a:p>
            <a:r>
              <a:rPr lang="en-US" dirty="0"/>
              <a:t>Reduce. (The red line is solved both because it is the last possible 9 in upper right block and also, we previously established that one red line was 14 while the other was 49.)</a:t>
            </a:r>
          </a:p>
        </p:txBody>
      </p:sp>
      <p:pic>
        <p:nvPicPr>
          <p:cNvPr id="4" name="Picture 3" descr="A grid of sudoku puzzle&#10;&#10;Description automatically generated">
            <a:extLst>
              <a:ext uri="{FF2B5EF4-FFF2-40B4-BE49-F238E27FC236}">
                <a16:creationId xmlns:a16="http://schemas.microsoft.com/office/drawing/2014/main" id="{70B75042-8EE7-8CFD-9F07-6F55332513F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2784DB3-3D9F-ACB6-7E7C-D3F5A3287B0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48D729C-C238-31DF-9C55-524E25FB5D1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6891E0E-D9D4-30D0-1D8D-BAFC7B2BCFD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5CE250D-10F9-D728-203A-8002F0F142E9}"/>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F770FDE6-3ECB-F13C-AAB8-6D35DB8FF4BB}"/>
              </a:ext>
            </a:extLst>
          </p:cNvPr>
          <p:cNvSpPr txBox="1"/>
          <p:nvPr/>
        </p:nvSpPr>
        <p:spPr>
          <a:xfrm>
            <a:off x="5147734" y="4909484"/>
            <a:ext cx="570089" cy="230832"/>
          </a:xfrm>
          <a:prstGeom prst="rect">
            <a:avLst/>
          </a:prstGeom>
          <a:noFill/>
        </p:spPr>
        <p:txBody>
          <a:bodyPr wrap="square" rtlCol="0">
            <a:spAutoFit/>
          </a:bodyPr>
          <a:lstStyle/>
          <a:p>
            <a:pPr algn="ctr"/>
            <a:r>
              <a:rPr lang="en-US" sz="900" dirty="0"/>
              <a:t>14</a:t>
            </a:r>
          </a:p>
        </p:txBody>
      </p:sp>
      <p:sp>
        <p:nvSpPr>
          <p:cNvPr id="18" name="TextBox 17">
            <a:extLst>
              <a:ext uri="{FF2B5EF4-FFF2-40B4-BE49-F238E27FC236}">
                <a16:creationId xmlns:a16="http://schemas.microsoft.com/office/drawing/2014/main" id="{84468D83-CEC6-17D8-0F54-51EA7B10BF37}"/>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D3F51AB4-E9B6-1C8A-5820-9B28004C5B4A}"/>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65CFFD63-2892-B480-2A76-1C424A9AF11E}"/>
              </a:ext>
            </a:extLst>
          </p:cNvPr>
          <p:cNvSpPr txBox="1"/>
          <p:nvPr/>
        </p:nvSpPr>
        <p:spPr>
          <a:xfrm>
            <a:off x="6214537" y="2231221"/>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A188202B-C2D7-8EC8-C2B1-4EF1582F7E44}"/>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82CF00AC-113D-8599-3586-72D95B9E45CF}"/>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77C89B3F-51D4-20AB-FCA5-22AD1798917A}"/>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62038CA6-4388-F90D-89B6-F610CD97179F}"/>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AE0192EA-4D19-FCAB-05D9-0D72921D31BA}"/>
              </a:ext>
            </a:extLst>
          </p:cNvPr>
          <p:cNvSpPr txBox="1"/>
          <p:nvPr/>
        </p:nvSpPr>
        <p:spPr>
          <a:xfrm>
            <a:off x="5147734" y="4408541"/>
            <a:ext cx="570089" cy="230832"/>
          </a:xfrm>
          <a:prstGeom prst="rect">
            <a:avLst/>
          </a:prstGeom>
          <a:noFill/>
        </p:spPr>
        <p:txBody>
          <a:bodyPr wrap="square" rtlCol="0">
            <a:spAutoFit/>
          </a:bodyPr>
          <a:lstStyle/>
          <a:p>
            <a:pPr algn="ctr"/>
            <a:r>
              <a:rPr lang="en-US" sz="900" dirty="0"/>
              <a:t>85</a:t>
            </a:r>
          </a:p>
        </p:txBody>
      </p:sp>
      <p:sp>
        <p:nvSpPr>
          <p:cNvPr id="32" name="TextBox 31">
            <a:extLst>
              <a:ext uri="{FF2B5EF4-FFF2-40B4-BE49-F238E27FC236}">
                <a16:creationId xmlns:a16="http://schemas.microsoft.com/office/drawing/2014/main" id="{BE063E57-F475-2FD0-773A-5B08CBDA8915}"/>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B6847313-79AA-7EC1-E0E3-44D12B63E93D}"/>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644D25B1-7A80-E626-4607-1062393EABE2}"/>
              </a:ext>
            </a:extLst>
          </p:cNvPr>
          <p:cNvSpPr txBox="1"/>
          <p:nvPr/>
        </p:nvSpPr>
        <p:spPr>
          <a:xfrm>
            <a:off x="5650090" y="1402877"/>
            <a:ext cx="570089" cy="230832"/>
          </a:xfrm>
          <a:prstGeom prst="rect">
            <a:avLst/>
          </a:prstGeom>
          <a:noFill/>
        </p:spPr>
        <p:txBody>
          <a:bodyPr wrap="square" rtlCol="0">
            <a:spAutoFit/>
          </a:bodyPr>
          <a:lstStyle/>
          <a:p>
            <a:pPr algn="ctr"/>
            <a:r>
              <a:rPr lang="en-US" sz="900" dirty="0"/>
              <a:t>23</a:t>
            </a:r>
          </a:p>
        </p:txBody>
      </p:sp>
      <p:sp>
        <p:nvSpPr>
          <p:cNvPr id="35" name="TextBox 34">
            <a:extLst>
              <a:ext uri="{FF2B5EF4-FFF2-40B4-BE49-F238E27FC236}">
                <a16:creationId xmlns:a16="http://schemas.microsoft.com/office/drawing/2014/main" id="{7C33E3A4-B689-A058-1DB9-E34AB3565C35}"/>
              </a:ext>
            </a:extLst>
          </p:cNvPr>
          <p:cNvSpPr txBox="1"/>
          <p:nvPr/>
        </p:nvSpPr>
        <p:spPr>
          <a:xfrm>
            <a:off x="5650090" y="1903821"/>
            <a:ext cx="570089" cy="230832"/>
          </a:xfrm>
          <a:prstGeom prst="rect">
            <a:avLst/>
          </a:prstGeom>
          <a:noFill/>
        </p:spPr>
        <p:txBody>
          <a:bodyPr wrap="square" rtlCol="0">
            <a:spAutoFit/>
          </a:bodyPr>
          <a:lstStyle/>
          <a:p>
            <a:pPr algn="ctr"/>
            <a:r>
              <a:rPr lang="en-US" sz="900" dirty="0"/>
              <a:t>32</a:t>
            </a:r>
          </a:p>
        </p:txBody>
      </p:sp>
      <p:sp>
        <p:nvSpPr>
          <p:cNvPr id="36" name="TextBox 35">
            <a:extLst>
              <a:ext uri="{FF2B5EF4-FFF2-40B4-BE49-F238E27FC236}">
                <a16:creationId xmlns:a16="http://schemas.microsoft.com/office/drawing/2014/main" id="{E4AE6947-6395-D4BE-3F84-3412FDB7D417}"/>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A049E8DC-4ADA-8E9A-BC4B-205B4A17BFF7}"/>
              </a:ext>
            </a:extLst>
          </p:cNvPr>
          <p:cNvSpPr txBox="1"/>
          <p:nvPr/>
        </p:nvSpPr>
        <p:spPr>
          <a:xfrm>
            <a:off x="5715003" y="2734556"/>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B03C28DC-B35B-3C15-58FE-303DA3C5E850}"/>
              </a:ext>
            </a:extLst>
          </p:cNvPr>
          <p:cNvSpPr txBox="1"/>
          <p:nvPr/>
        </p:nvSpPr>
        <p:spPr>
          <a:xfrm>
            <a:off x="5715003"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1F9DC728-8C27-DAAC-02D9-F25886E121FC}"/>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28" name="TextBox 27">
            <a:extLst>
              <a:ext uri="{FF2B5EF4-FFF2-40B4-BE49-F238E27FC236}">
                <a16:creationId xmlns:a16="http://schemas.microsoft.com/office/drawing/2014/main" id="{7D44C336-F1B3-B396-48BA-2BE62425F6AA}"/>
              </a:ext>
            </a:extLst>
          </p:cNvPr>
          <p:cNvSpPr txBox="1"/>
          <p:nvPr/>
        </p:nvSpPr>
        <p:spPr>
          <a:xfrm>
            <a:off x="5715003"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658BFCA8-831F-95E7-94D1-4E869CDC6D11}"/>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ADCE78FC-C949-AAE3-A7EF-1DB3D08FECB5}"/>
              </a:ext>
            </a:extLst>
          </p:cNvPr>
          <p:cNvSpPr txBox="1"/>
          <p:nvPr/>
        </p:nvSpPr>
        <p:spPr>
          <a:xfrm>
            <a:off x="4715935" y="223122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582957ED-34D9-432C-C037-ABBAE3670C5B}"/>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33" name="TextBox 32">
            <a:extLst>
              <a:ext uri="{FF2B5EF4-FFF2-40B4-BE49-F238E27FC236}">
                <a16:creationId xmlns:a16="http://schemas.microsoft.com/office/drawing/2014/main" id="{A72E8C0B-C7EA-8695-5B62-EA4CDAC46D58}"/>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A5085A31-E22C-636C-5125-9C399FF2AB0C}"/>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7F15B440-8622-1D47-D9DB-30D29181890E}"/>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D44FB9B1-AC63-053F-80BB-714AF73025C6}"/>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BDBA1F39-FB85-9543-2118-7277006C14B1}"/>
              </a:ext>
            </a:extLst>
          </p:cNvPr>
          <p:cNvSpPr txBox="1"/>
          <p:nvPr/>
        </p:nvSpPr>
        <p:spPr>
          <a:xfrm>
            <a:off x="6152446" y="3406653"/>
            <a:ext cx="570089" cy="230832"/>
          </a:xfrm>
          <a:prstGeom prst="rect">
            <a:avLst/>
          </a:prstGeom>
          <a:noFill/>
        </p:spPr>
        <p:txBody>
          <a:bodyPr wrap="square" rtlCol="0">
            <a:spAutoFit/>
          </a:bodyPr>
          <a:lstStyle/>
          <a:p>
            <a:pPr algn="ctr"/>
            <a:r>
              <a:rPr lang="en-US" sz="900" dirty="0"/>
              <a:t>267</a:t>
            </a:r>
          </a:p>
        </p:txBody>
      </p:sp>
      <p:sp>
        <p:nvSpPr>
          <p:cNvPr id="16" name="TextBox 15">
            <a:extLst>
              <a:ext uri="{FF2B5EF4-FFF2-40B4-BE49-F238E27FC236}">
                <a16:creationId xmlns:a16="http://schemas.microsoft.com/office/drawing/2014/main" id="{DA0629D0-A852-2BBB-45DE-AD3C4169545C}"/>
              </a:ext>
            </a:extLst>
          </p:cNvPr>
          <p:cNvSpPr txBox="1"/>
          <p:nvPr/>
        </p:nvSpPr>
        <p:spPr>
          <a:xfrm>
            <a:off x="6654802" y="3406653"/>
            <a:ext cx="570089" cy="230832"/>
          </a:xfrm>
          <a:prstGeom prst="rect">
            <a:avLst/>
          </a:prstGeom>
          <a:noFill/>
        </p:spPr>
        <p:txBody>
          <a:bodyPr wrap="square" rtlCol="0">
            <a:spAutoFit/>
          </a:bodyPr>
          <a:lstStyle/>
          <a:p>
            <a:pPr algn="ctr"/>
            <a:r>
              <a:rPr lang="en-US" sz="900" dirty="0"/>
              <a:t>267</a:t>
            </a:r>
          </a:p>
        </p:txBody>
      </p:sp>
      <p:sp>
        <p:nvSpPr>
          <p:cNvPr id="41" name="TextBox 40">
            <a:extLst>
              <a:ext uri="{FF2B5EF4-FFF2-40B4-BE49-F238E27FC236}">
                <a16:creationId xmlns:a16="http://schemas.microsoft.com/office/drawing/2014/main" id="{554D4292-8610-7B69-AC15-422BFAA24B39}"/>
              </a:ext>
            </a:extLst>
          </p:cNvPr>
          <p:cNvSpPr txBox="1"/>
          <p:nvPr/>
        </p:nvSpPr>
        <p:spPr>
          <a:xfrm>
            <a:off x="7157158" y="3406653"/>
            <a:ext cx="570089" cy="230832"/>
          </a:xfrm>
          <a:prstGeom prst="rect">
            <a:avLst/>
          </a:prstGeom>
          <a:noFill/>
        </p:spPr>
        <p:txBody>
          <a:bodyPr wrap="square" rtlCol="0">
            <a:spAutoFit/>
          </a:bodyPr>
          <a:lstStyle/>
          <a:p>
            <a:pPr algn="ctr"/>
            <a:r>
              <a:rPr lang="en-US" sz="900" dirty="0"/>
              <a:t>267</a:t>
            </a:r>
          </a:p>
        </p:txBody>
      </p:sp>
      <p:sp>
        <p:nvSpPr>
          <p:cNvPr id="42" name="TextBox 41">
            <a:extLst>
              <a:ext uri="{FF2B5EF4-FFF2-40B4-BE49-F238E27FC236}">
                <a16:creationId xmlns:a16="http://schemas.microsoft.com/office/drawing/2014/main" id="{C4029871-D635-A128-3CE5-31AC60DD8BE4}"/>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2E846C52-9CDC-BC60-80BA-307AF9E753E9}"/>
              </a:ext>
            </a:extLst>
          </p:cNvPr>
          <p:cNvSpPr txBox="1"/>
          <p:nvPr/>
        </p:nvSpPr>
        <p:spPr>
          <a:xfrm>
            <a:off x="3716867" y="323789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3C2C3786-B4C7-E1F9-BE98-A302883B04FE}"/>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F744E7B6-795A-1E38-211E-1785EEF9704B}"/>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70817BC3-C5A5-0C58-0B7A-DF12D21822D4}"/>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C54FE507-B7C7-2227-7E35-B3678E65CF27}"/>
              </a:ext>
            </a:extLst>
          </p:cNvPr>
          <p:cNvSpPr txBox="1"/>
          <p:nvPr/>
        </p:nvSpPr>
        <p:spPr>
          <a:xfrm>
            <a:off x="3716867" y="223122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35838765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E07BF-9B0A-6B4E-49A1-6342DC46E23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4AC0070-37C2-9ADB-C3C1-3876FAFC8C3A}"/>
              </a:ext>
            </a:extLst>
          </p:cNvPr>
          <p:cNvSpPr>
            <a:spLocks noGrp="1"/>
          </p:cNvSpPr>
          <p:nvPr>
            <p:ph sz="half" idx="1"/>
          </p:nvPr>
        </p:nvSpPr>
        <p:spPr/>
        <p:txBody>
          <a:bodyPr>
            <a:normAutofit/>
          </a:bodyPr>
          <a:lstStyle/>
          <a:p>
            <a:r>
              <a:rPr lang="en-US" dirty="0"/>
              <a:t>In Row 5, remaining 29 fits in only one way.</a:t>
            </a:r>
          </a:p>
          <a:p>
            <a:r>
              <a:rPr lang="en-US" dirty="0"/>
              <a:t>Then, last possible 2 in lower center block.</a:t>
            </a:r>
          </a:p>
        </p:txBody>
      </p:sp>
      <p:pic>
        <p:nvPicPr>
          <p:cNvPr id="4" name="Picture 3" descr="A grid of sudoku puzzle&#10;&#10;Description automatically generated">
            <a:extLst>
              <a:ext uri="{FF2B5EF4-FFF2-40B4-BE49-F238E27FC236}">
                <a16:creationId xmlns:a16="http://schemas.microsoft.com/office/drawing/2014/main" id="{B29DDB29-F4AB-4E34-FC65-B73166B7F08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679739D-FC0A-AF58-7DB7-2643376A6FF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1B53428-11A1-5F1B-C99C-21EF561046D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9CF5D6A-37BE-4CF6-B4C4-333F9C88315B}"/>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B870F51-B981-24F8-9D3F-F7F8454781D9}"/>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A006E9E0-610A-4346-0FB1-E3514661C5A3}"/>
              </a:ext>
            </a:extLst>
          </p:cNvPr>
          <p:cNvSpPr txBox="1"/>
          <p:nvPr/>
        </p:nvSpPr>
        <p:spPr>
          <a:xfrm>
            <a:off x="5147734" y="4909484"/>
            <a:ext cx="570089" cy="230832"/>
          </a:xfrm>
          <a:prstGeom prst="rect">
            <a:avLst/>
          </a:prstGeom>
          <a:noFill/>
        </p:spPr>
        <p:txBody>
          <a:bodyPr wrap="square" rtlCol="0">
            <a:spAutoFit/>
          </a:bodyPr>
          <a:lstStyle/>
          <a:p>
            <a:pPr algn="ctr"/>
            <a:r>
              <a:rPr lang="en-US" sz="900" dirty="0"/>
              <a:t>14</a:t>
            </a:r>
          </a:p>
        </p:txBody>
      </p:sp>
      <p:sp>
        <p:nvSpPr>
          <p:cNvPr id="18" name="TextBox 17">
            <a:extLst>
              <a:ext uri="{FF2B5EF4-FFF2-40B4-BE49-F238E27FC236}">
                <a16:creationId xmlns:a16="http://schemas.microsoft.com/office/drawing/2014/main" id="{66364A42-054D-D005-9493-92B45A33963F}"/>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38F1DB10-B904-BFBD-1AFF-17F30194F0FA}"/>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AF867D64-4FAD-6463-5505-48B25D1F9AFA}"/>
              </a:ext>
            </a:extLst>
          </p:cNvPr>
          <p:cNvSpPr txBox="1"/>
          <p:nvPr/>
        </p:nvSpPr>
        <p:spPr>
          <a:xfrm>
            <a:off x="6214537" y="2231221"/>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62B5854E-3FAA-3CA9-8F07-CAE3B7842540}"/>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A69BE369-D7DB-3356-2CA0-2EAFFCD2DB09}"/>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4AA5A494-5C5F-341B-C900-4A0DDF0B1E36}"/>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E2E72D03-DF16-7445-0A3A-5337189D1AD5}"/>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DD2B9A57-9440-1F0C-AB75-4D8E295902A8}"/>
              </a:ext>
            </a:extLst>
          </p:cNvPr>
          <p:cNvSpPr txBox="1"/>
          <p:nvPr/>
        </p:nvSpPr>
        <p:spPr>
          <a:xfrm>
            <a:off x="5147734" y="4408541"/>
            <a:ext cx="570089" cy="230832"/>
          </a:xfrm>
          <a:prstGeom prst="rect">
            <a:avLst/>
          </a:prstGeom>
          <a:noFill/>
        </p:spPr>
        <p:txBody>
          <a:bodyPr wrap="square" rtlCol="0">
            <a:spAutoFit/>
          </a:bodyPr>
          <a:lstStyle/>
          <a:p>
            <a:pPr algn="ctr"/>
            <a:r>
              <a:rPr lang="en-US" sz="900" dirty="0"/>
              <a:t>85</a:t>
            </a:r>
          </a:p>
        </p:txBody>
      </p:sp>
      <p:sp>
        <p:nvSpPr>
          <p:cNvPr id="32" name="TextBox 31">
            <a:extLst>
              <a:ext uri="{FF2B5EF4-FFF2-40B4-BE49-F238E27FC236}">
                <a16:creationId xmlns:a16="http://schemas.microsoft.com/office/drawing/2014/main" id="{2DCD94CC-6C7E-80BA-F4E6-C67C19F9752B}"/>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E12AC41D-BDE9-CB71-853E-3B16EF61497F}"/>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AD99FCB3-27D5-5D22-BFBC-D65B37D0B8BB}"/>
              </a:ext>
            </a:extLst>
          </p:cNvPr>
          <p:cNvSpPr txBox="1"/>
          <p:nvPr/>
        </p:nvSpPr>
        <p:spPr>
          <a:xfrm>
            <a:off x="5650090" y="1402877"/>
            <a:ext cx="570089" cy="230832"/>
          </a:xfrm>
          <a:prstGeom prst="rect">
            <a:avLst/>
          </a:prstGeom>
          <a:noFill/>
        </p:spPr>
        <p:txBody>
          <a:bodyPr wrap="square" rtlCol="0">
            <a:spAutoFit/>
          </a:bodyPr>
          <a:lstStyle/>
          <a:p>
            <a:pPr algn="ctr"/>
            <a:r>
              <a:rPr lang="en-US" sz="900" dirty="0"/>
              <a:t>23</a:t>
            </a:r>
          </a:p>
        </p:txBody>
      </p:sp>
      <p:sp>
        <p:nvSpPr>
          <p:cNvPr id="35" name="TextBox 34">
            <a:extLst>
              <a:ext uri="{FF2B5EF4-FFF2-40B4-BE49-F238E27FC236}">
                <a16:creationId xmlns:a16="http://schemas.microsoft.com/office/drawing/2014/main" id="{974ABB0E-FF68-B396-4D4F-2935C83BEC0A}"/>
              </a:ext>
            </a:extLst>
          </p:cNvPr>
          <p:cNvSpPr txBox="1"/>
          <p:nvPr/>
        </p:nvSpPr>
        <p:spPr>
          <a:xfrm>
            <a:off x="5650090" y="1903821"/>
            <a:ext cx="570089" cy="230832"/>
          </a:xfrm>
          <a:prstGeom prst="rect">
            <a:avLst/>
          </a:prstGeom>
          <a:noFill/>
        </p:spPr>
        <p:txBody>
          <a:bodyPr wrap="square" rtlCol="0">
            <a:spAutoFit/>
          </a:bodyPr>
          <a:lstStyle/>
          <a:p>
            <a:pPr algn="ctr"/>
            <a:r>
              <a:rPr lang="en-US" sz="900" dirty="0"/>
              <a:t>32</a:t>
            </a:r>
          </a:p>
        </p:txBody>
      </p:sp>
      <p:sp>
        <p:nvSpPr>
          <p:cNvPr id="36" name="TextBox 35">
            <a:extLst>
              <a:ext uri="{FF2B5EF4-FFF2-40B4-BE49-F238E27FC236}">
                <a16:creationId xmlns:a16="http://schemas.microsoft.com/office/drawing/2014/main" id="{65141A0E-0DE5-456D-F577-C585287C5CB8}"/>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6AE9A1DC-6E1F-2C2C-0083-9F065C84310C}"/>
              </a:ext>
            </a:extLst>
          </p:cNvPr>
          <p:cNvSpPr txBox="1"/>
          <p:nvPr/>
        </p:nvSpPr>
        <p:spPr>
          <a:xfrm>
            <a:off x="5715003" y="2734556"/>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4CAF0ED9-8A1C-E0FA-05FF-ACF950B44BF5}"/>
              </a:ext>
            </a:extLst>
          </p:cNvPr>
          <p:cNvSpPr txBox="1"/>
          <p:nvPr/>
        </p:nvSpPr>
        <p:spPr>
          <a:xfrm>
            <a:off x="5715003"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26C40046-86B7-3770-B445-DB1CBAB8C5B3}"/>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28" name="TextBox 27">
            <a:extLst>
              <a:ext uri="{FF2B5EF4-FFF2-40B4-BE49-F238E27FC236}">
                <a16:creationId xmlns:a16="http://schemas.microsoft.com/office/drawing/2014/main" id="{3E99F9C1-4E46-8F38-E8F5-3FBA6F2B9F62}"/>
              </a:ext>
            </a:extLst>
          </p:cNvPr>
          <p:cNvSpPr txBox="1"/>
          <p:nvPr/>
        </p:nvSpPr>
        <p:spPr>
          <a:xfrm>
            <a:off x="5715003"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EC00D1BF-22B1-72AE-4DF3-410E6C080CB2}"/>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262BC6B4-2F75-4240-D35F-9453F50F5491}"/>
              </a:ext>
            </a:extLst>
          </p:cNvPr>
          <p:cNvSpPr txBox="1"/>
          <p:nvPr/>
        </p:nvSpPr>
        <p:spPr>
          <a:xfrm>
            <a:off x="4715935" y="223122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C4BFF8D7-671D-B0BC-9E19-2A7F9A3C2EAF}"/>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33" name="TextBox 32">
            <a:extLst>
              <a:ext uri="{FF2B5EF4-FFF2-40B4-BE49-F238E27FC236}">
                <a16:creationId xmlns:a16="http://schemas.microsoft.com/office/drawing/2014/main" id="{1F24974B-2FEB-8BB1-69A5-848A74086E74}"/>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D9BA47AD-CAF1-6787-616D-22D8A8EDFDDA}"/>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59B72904-903F-F354-D55D-0E62A72E1EB7}"/>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5AB71408-ECDA-394A-52A6-E50CEE6A16AC}"/>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AA15AB3B-D32B-7C6E-0507-3D2895E0D6A5}"/>
              </a:ext>
            </a:extLst>
          </p:cNvPr>
          <p:cNvSpPr txBox="1"/>
          <p:nvPr/>
        </p:nvSpPr>
        <p:spPr>
          <a:xfrm>
            <a:off x="6152446" y="3406653"/>
            <a:ext cx="570089" cy="230832"/>
          </a:xfrm>
          <a:prstGeom prst="rect">
            <a:avLst/>
          </a:prstGeom>
          <a:noFill/>
        </p:spPr>
        <p:txBody>
          <a:bodyPr wrap="square" rtlCol="0">
            <a:spAutoFit/>
          </a:bodyPr>
          <a:lstStyle/>
          <a:p>
            <a:pPr algn="ctr"/>
            <a:r>
              <a:rPr lang="en-US" sz="900" dirty="0"/>
              <a:t>267</a:t>
            </a:r>
          </a:p>
        </p:txBody>
      </p:sp>
      <p:sp>
        <p:nvSpPr>
          <p:cNvPr id="16" name="TextBox 15">
            <a:extLst>
              <a:ext uri="{FF2B5EF4-FFF2-40B4-BE49-F238E27FC236}">
                <a16:creationId xmlns:a16="http://schemas.microsoft.com/office/drawing/2014/main" id="{D4A6975C-3F9D-3AD6-2F2D-FDCCA3A646C1}"/>
              </a:ext>
            </a:extLst>
          </p:cNvPr>
          <p:cNvSpPr txBox="1"/>
          <p:nvPr/>
        </p:nvSpPr>
        <p:spPr>
          <a:xfrm>
            <a:off x="6654802" y="3406653"/>
            <a:ext cx="570089" cy="230832"/>
          </a:xfrm>
          <a:prstGeom prst="rect">
            <a:avLst/>
          </a:prstGeom>
          <a:noFill/>
        </p:spPr>
        <p:txBody>
          <a:bodyPr wrap="square" rtlCol="0">
            <a:spAutoFit/>
          </a:bodyPr>
          <a:lstStyle/>
          <a:p>
            <a:pPr algn="ctr"/>
            <a:r>
              <a:rPr lang="en-US" sz="900" dirty="0"/>
              <a:t>267</a:t>
            </a:r>
          </a:p>
        </p:txBody>
      </p:sp>
      <p:sp>
        <p:nvSpPr>
          <p:cNvPr id="41" name="TextBox 40">
            <a:extLst>
              <a:ext uri="{FF2B5EF4-FFF2-40B4-BE49-F238E27FC236}">
                <a16:creationId xmlns:a16="http://schemas.microsoft.com/office/drawing/2014/main" id="{466394C2-EE83-1FA1-FB83-089E5E34760F}"/>
              </a:ext>
            </a:extLst>
          </p:cNvPr>
          <p:cNvSpPr txBox="1"/>
          <p:nvPr/>
        </p:nvSpPr>
        <p:spPr>
          <a:xfrm>
            <a:off x="7157158" y="3406653"/>
            <a:ext cx="570089" cy="230832"/>
          </a:xfrm>
          <a:prstGeom prst="rect">
            <a:avLst/>
          </a:prstGeom>
          <a:noFill/>
        </p:spPr>
        <p:txBody>
          <a:bodyPr wrap="square" rtlCol="0">
            <a:spAutoFit/>
          </a:bodyPr>
          <a:lstStyle/>
          <a:p>
            <a:pPr algn="ctr"/>
            <a:r>
              <a:rPr lang="en-US" sz="900" dirty="0"/>
              <a:t>267</a:t>
            </a:r>
          </a:p>
        </p:txBody>
      </p:sp>
      <p:sp>
        <p:nvSpPr>
          <p:cNvPr id="42" name="TextBox 41">
            <a:extLst>
              <a:ext uri="{FF2B5EF4-FFF2-40B4-BE49-F238E27FC236}">
                <a16:creationId xmlns:a16="http://schemas.microsoft.com/office/drawing/2014/main" id="{794CE83C-1C90-0C0E-3006-44E86E92B3E7}"/>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8FE0185F-3C40-82F9-688C-A9335002AEAA}"/>
              </a:ext>
            </a:extLst>
          </p:cNvPr>
          <p:cNvSpPr txBox="1"/>
          <p:nvPr/>
        </p:nvSpPr>
        <p:spPr>
          <a:xfrm>
            <a:off x="3716867" y="323789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4D947785-B19C-33B4-1DFC-CDA99E219750}"/>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EA737C59-D298-F128-D36B-2DD7A104BEBC}"/>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81A51B09-0E73-5998-8F31-B9258074E795}"/>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3309CE56-5A17-2BFC-22D9-43ACF33C49D9}"/>
              </a:ext>
            </a:extLst>
          </p:cNvPr>
          <p:cNvSpPr txBox="1"/>
          <p:nvPr/>
        </p:nvSpPr>
        <p:spPr>
          <a:xfrm>
            <a:off x="3716867" y="223122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5242573E-648C-337E-6C0B-021DF9AAC214}"/>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14" name="TextBox 13">
            <a:extLst>
              <a:ext uri="{FF2B5EF4-FFF2-40B4-BE49-F238E27FC236}">
                <a16:creationId xmlns:a16="http://schemas.microsoft.com/office/drawing/2014/main" id="{13E41B3C-C509-00FA-9DF3-FE4B8358960E}"/>
              </a:ext>
            </a:extLst>
          </p:cNvPr>
          <p:cNvSpPr txBox="1"/>
          <p:nvPr/>
        </p:nvSpPr>
        <p:spPr>
          <a:xfrm>
            <a:off x="5215469"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0A701343-3753-376D-472E-9D792F6ED514}"/>
              </a:ext>
            </a:extLst>
          </p:cNvPr>
          <p:cNvSpPr txBox="1"/>
          <p:nvPr/>
        </p:nvSpPr>
        <p:spPr>
          <a:xfrm>
            <a:off x="5215469" y="374122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28320856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CC285-99CA-9374-1D09-A4A78457D09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3DDCE6A-EAF9-5541-1BCC-A5B6E70B595D}"/>
              </a:ext>
            </a:extLst>
          </p:cNvPr>
          <p:cNvSpPr>
            <a:spLocks noGrp="1"/>
          </p:cNvSpPr>
          <p:nvPr>
            <p:ph sz="half" idx="1"/>
          </p:nvPr>
        </p:nvSpPr>
        <p:spPr/>
        <p:txBody>
          <a:bodyPr>
            <a:normAutofit/>
          </a:bodyPr>
          <a:lstStyle/>
          <a:p>
            <a:r>
              <a:rPr lang="en-US" dirty="0"/>
              <a:t>There are two remaining red lines, which must be 11 (1²) and 88 (8²). We know that the 4-cage must sum to 25, and we can’t get there with 11.</a:t>
            </a:r>
          </a:p>
        </p:txBody>
      </p:sp>
      <p:pic>
        <p:nvPicPr>
          <p:cNvPr id="4" name="Picture 3" descr="A grid of sudoku puzzle&#10;&#10;Description automatically generated">
            <a:extLst>
              <a:ext uri="{FF2B5EF4-FFF2-40B4-BE49-F238E27FC236}">
                <a16:creationId xmlns:a16="http://schemas.microsoft.com/office/drawing/2014/main" id="{ECF7F232-BD62-6708-1403-486BFFB8E4A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6431881-FE52-892B-8221-7065215B99F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41AFF8C-6CA2-42AC-5E18-4296B5834D9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DD73018-8101-069E-771D-817E16B748A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BDFFCE4-A3BE-4C67-9661-9E78314F9003}"/>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D70E369E-D3BD-E81C-C5A8-DDAE01BBC473}"/>
              </a:ext>
            </a:extLst>
          </p:cNvPr>
          <p:cNvSpPr txBox="1"/>
          <p:nvPr/>
        </p:nvSpPr>
        <p:spPr>
          <a:xfrm>
            <a:off x="5147734" y="4909484"/>
            <a:ext cx="570089" cy="230832"/>
          </a:xfrm>
          <a:prstGeom prst="rect">
            <a:avLst/>
          </a:prstGeom>
          <a:noFill/>
        </p:spPr>
        <p:txBody>
          <a:bodyPr wrap="square" rtlCol="0">
            <a:spAutoFit/>
          </a:bodyPr>
          <a:lstStyle/>
          <a:p>
            <a:pPr algn="ctr"/>
            <a:r>
              <a:rPr lang="en-US" sz="900" dirty="0"/>
              <a:t>14</a:t>
            </a:r>
          </a:p>
        </p:txBody>
      </p:sp>
      <p:sp>
        <p:nvSpPr>
          <p:cNvPr id="18" name="TextBox 17">
            <a:extLst>
              <a:ext uri="{FF2B5EF4-FFF2-40B4-BE49-F238E27FC236}">
                <a16:creationId xmlns:a16="http://schemas.microsoft.com/office/drawing/2014/main" id="{28938CBB-D28B-7439-0A3C-0A48B0025D21}"/>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68ED6F64-BB69-D000-13D2-AD27C8CF0C1D}"/>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68F5FA29-D984-DC3B-4729-227BFF2938C5}"/>
              </a:ext>
            </a:extLst>
          </p:cNvPr>
          <p:cNvSpPr txBox="1"/>
          <p:nvPr/>
        </p:nvSpPr>
        <p:spPr>
          <a:xfrm>
            <a:off x="6214537" y="2231221"/>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815BA257-0FAC-2420-D35F-49BC1C7B29D6}"/>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18DAB72D-E130-CC6D-0761-7FEA501D0FCC}"/>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AFD29537-1173-3DE1-436B-4B40924E7EB1}"/>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1A362AD2-CC7E-B558-E651-43A1A46C9F12}"/>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4810CDBD-2EAF-48C9-0C7D-7F8E73E1C145}"/>
              </a:ext>
            </a:extLst>
          </p:cNvPr>
          <p:cNvSpPr txBox="1"/>
          <p:nvPr/>
        </p:nvSpPr>
        <p:spPr>
          <a:xfrm>
            <a:off x="5147734" y="4408541"/>
            <a:ext cx="570089" cy="230832"/>
          </a:xfrm>
          <a:prstGeom prst="rect">
            <a:avLst/>
          </a:prstGeom>
          <a:noFill/>
        </p:spPr>
        <p:txBody>
          <a:bodyPr wrap="square" rtlCol="0">
            <a:spAutoFit/>
          </a:bodyPr>
          <a:lstStyle/>
          <a:p>
            <a:pPr algn="ctr"/>
            <a:r>
              <a:rPr lang="en-US" sz="900" dirty="0"/>
              <a:t>85</a:t>
            </a:r>
          </a:p>
        </p:txBody>
      </p:sp>
      <p:sp>
        <p:nvSpPr>
          <p:cNvPr id="32" name="TextBox 31">
            <a:extLst>
              <a:ext uri="{FF2B5EF4-FFF2-40B4-BE49-F238E27FC236}">
                <a16:creationId xmlns:a16="http://schemas.microsoft.com/office/drawing/2014/main" id="{0929E3B9-975F-28D9-2523-5DCCBB7811F9}"/>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479CBDAF-D97A-49B0-9318-DC65445BA66D}"/>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ED3207D7-6E0E-D960-8E66-99F885A4EDF8}"/>
              </a:ext>
            </a:extLst>
          </p:cNvPr>
          <p:cNvSpPr txBox="1"/>
          <p:nvPr/>
        </p:nvSpPr>
        <p:spPr>
          <a:xfrm>
            <a:off x="5650090" y="1402877"/>
            <a:ext cx="570089" cy="230832"/>
          </a:xfrm>
          <a:prstGeom prst="rect">
            <a:avLst/>
          </a:prstGeom>
          <a:noFill/>
        </p:spPr>
        <p:txBody>
          <a:bodyPr wrap="square" rtlCol="0">
            <a:spAutoFit/>
          </a:bodyPr>
          <a:lstStyle/>
          <a:p>
            <a:pPr algn="ctr"/>
            <a:r>
              <a:rPr lang="en-US" sz="900" dirty="0"/>
              <a:t>23</a:t>
            </a:r>
          </a:p>
        </p:txBody>
      </p:sp>
      <p:sp>
        <p:nvSpPr>
          <p:cNvPr id="35" name="TextBox 34">
            <a:extLst>
              <a:ext uri="{FF2B5EF4-FFF2-40B4-BE49-F238E27FC236}">
                <a16:creationId xmlns:a16="http://schemas.microsoft.com/office/drawing/2014/main" id="{25080738-46D2-7B58-44CC-C7FC1A584F3B}"/>
              </a:ext>
            </a:extLst>
          </p:cNvPr>
          <p:cNvSpPr txBox="1"/>
          <p:nvPr/>
        </p:nvSpPr>
        <p:spPr>
          <a:xfrm>
            <a:off x="5650090" y="1903821"/>
            <a:ext cx="570089" cy="230832"/>
          </a:xfrm>
          <a:prstGeom prst="rect">
            <a:avLst/>
          </a:prstGeom>
          <a:noFill/>
        </p:spPr>
        <p:txBody>
          <a:bodyPr wrap="square" rtlCol="0">
            <a:spAutoFit/>
          </a:bodyPr>
          <a:lstStyle/>
          <a:p>
            <a:pPr algn="ctr"/>
            <a:r>
              <a:rPr lang="en-US" sz="900" dirty="0"/>
              <a:t>32</a:t>
            </a:r>
          </a:p>
        </p:txBody>
      </p:sp>
      <p:sp>
        <p:nvSpPr>
          <p:cNvPr id="36" name="TextBox 35">
            <a:extLst>
              <a:ext uri="{FF2B5EF4-FFF2-40B4-BE49-F238E27FC236}">
                <a16:creationId xmlns:a16="http://schemas.microsoft.com/office/drawing/2014/main" id="{6A9BCC86-B5CD-0677-D93B-3CDF97F43C9E}"/>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A5860407-58DD-CA74-6C41-05C5511206F6}"/>
              </a:ext>
            </a:extLst>
          </p:cNvPr>
          <p:cNvSpPr txBox="1"/>
          <p:nvPr/>
        </p:nvSpPr>
        <p:spPr>
          <a:xfrm>
            <a:off x="5715003" y="2734556"/>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B969524A-829F-69DF-3705-D907CB52C1CD}"/>
              </a:ext>
            </a:extLst>
          </p:cNvPr>
          <p:cNvSpPr txBox="1"/>
          <p:nvPr/>
        </p:nvSpPr>
        <p:spPr>
          <a:xfrm>
            <a:off x="5715003"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8DDC297D-7981-67DF-973A-995DC0261772}"/>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28" name="TextBox 27">
            <a:extLst>
              <a:ext uri="{FF2B5EF4-FFF2-40B4-BE49-F238E27FC236}">
                <a16:creationId xmlns:a16="http://schemas.microsoft.com/office/drawing/2014/main" id="{E42B9600-CEF4-13DE-BA3B-0ED71ED30B3B}"/>
              </a:ext>
            </a:extLst>
          </p:cNvPr>
          <p:cNvSpPr txBox="1"/>
          <p:nvPr/>
        </p:nvSpPr>
        <p:spPr>
          <a:xfrm>
            <a:off x="5715003"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B4F223B0-37AC-011A-6FC7-78941E3E6336}"/>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364560EB-7388-295E-DB98-8A1B2D1F53AC}"/>
              </a:ext>
            </a:extLst>
          </p:cNvPr>
          <p:cNvSpPr txBox="1"/>
          <p:nvPr/>
        </p:nvSpPr>
        <p:spPr>
          <a:xfrm>
            <a:off x="4715935" y="223122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A90F983D-193E-CD1F-380B-6E266D4E7B6B}"/>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33" name="TextBox 32">
            <a:extLst>
              <a:ext uri="{FF2B5EF4-FFF2-40B4-BE49-F238E27FC236}">
                <a16:creationId xmlns:a16="http://schemas.microsoft.com/office/drawing/2014/main" id="{E2572A37-6743-07A0-7E18-B3F3432AC984}"/>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7E9C8899-BDA3-7BCD-63D8-07F611A4662F}"/>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D8844A51-F4F0-BD86-BCB3-520652F2455A}"/>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1C764F8D-B0C9-9CFB-A4B1-7EAA1870F6A2}"/>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4112D8BC-A802-EB4B-231B-5A0A6FA39822}"/>
              </a:ext>
            </a:extLst>
          </p:cNvPr>
          <p:cNvSpPr txBox="1"/>
          <p:nvPr/>
        </p:nvSpPr>
        <p:spPr>
          <a:xfrm>
            <a:off x="6152446" y="3406653"/>
            <a:ext cx="570089" cy="230832"/>
          </a:xfrm>
          <a:prstGeom prst="rect">
            <a:avLst/>
          </a:prstGeom>
          <a:noFill/>
        </p:spPr>
        <p:txBody>
          <a:bodyPr wrap="square" rtlCol="0">
            <a:spAutoFit/>
          </a:bodyPr>
          <a:lstStyle/>
          <a:p>
            <a:pPr algn="ctr"/>
            <a:r>
              <a:rPr lang="en-US" sz="900" dirty="0"/>
              <a:t>267</a:t>
            </a:r>
          </a:p>
        </p:txBody>
      </p:sp>
      <p:sp>
        <p:nvSpPr>
          <p:cNvPr id="16" name="TextBox 15">
            <a:extLst>
              <a:ext uri="{FF2B5EF4-FFF2-40B4-BE49-F238E27FC236}">
                <a16:creationId xmlns:a16="http://schemas.microsoft.com/office/drawing/2014/main" id="{A7956EDE-6976-09EB-AD8B-FEBF13ACD3BD}"/>
              </a:ext>
            </a:extLst>
          </p:cNvPr>
          <p:cNvSpPr txBox="1"/>
          <p:nvPr/>
        </p:nvSpPr>
        <p:spPr>
          <a:xfrm>
            <a:off x="6654802" y="3406653"/>
            <a:ext cx="570089" cy="230832"/>
          </a:xfrm>
          <a:prstGeom prst="rect">
            <a:avLst/>
          </a:prstGeom>
          <a:noFill/>
        </p:spPr>
        <p:txBody>
          <a:bodyPr wrap="square" rtlCol="0">
            <a:spAutoFit/>
          </a:bodyPr>
          <a:lstStyle/>
          <a:p>
            <a:pPr algn="ctr"/>
            <a:r>
              <a:rPr lang="en-US" sz="900" dirty="0"/>
              <a:t>267</a:t>
            </a:r>
          </a:p>
        </p:txBody>
      </p:sp>
      <p:sp>
        <p:nvSpPr>
          <p:cNvPr id="41" name="TextBox 40">
            <a:extLst>
              <a:ext uri="{FF2B5EF4-FFF2-40B4-BE49-F238E27FC236}">
                <a16:creationId xmlns:a16="http://schemas.microsoft.com/office/drawing/2014/main" id="{FAF58742-DF3B-602D-1421-12300EAEA0DC}"/>
              </a:ext>
            </a:extLst>
          </p:cNvPr>
          <p:cNvSpPr txBox="1"/>
          <p:nvPr/>
        </p:nvSpPr>
        <p:spPr>
          <a:xfrm>
            <a:off x="7157158" y="3406653"/>
            <a:ext cx="570089" cy="230832"/>
          </a:xfrm>
          <a:prstGeom prst="rect">
            <a:avLst/>
          </a:prstGeom>
          <a:noFill/>
        </p:spPr>
        <p:txBody>
          <a:bodyPr wrap="square" rtlCol="0">
            <a:spAutoFit/>
          </a:bodyPr>
          <a:lstStyle/>
          <a:p>
            <a:pPr algn="ctr"/>
            <a:r>
              <a:rPr lang="en-US" sz="900" dirty="0"/>
              <a:t>267</a:t>
            </a:r>
          </a:p>
        </p:txBody>
      </p:sp>
      <p:sp>
        <p:nvSpPr>
          <p:cNvPr id="42" name="TextBox 41">
            <a:extLst>
              <a:ext uri="{FF2B5EF4-FFF2-40B4-BE49-F238E27FC236}">
                <a16:creationId xmlns:a16="http://schemas.microsoft.com/office/drawing/2014/main" id="{A1281EEB-E139-DEBA-3A60-C5E592BFC777}"/>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741B28D1-2A7B-5FCE-F6C5-D11FADF0BB3A}"/>
              </a:ext>
            </a:extLst>
          </p:cNvPr>
          <p:cNvSpPr txBox="1"/>
          <p:nvPr/>
        </p:nvSpPr>
        <p:spPr>
          <a:xfrm>
            <a:off x="3716867" y="323789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9ADC01CA-BE62-ADE0-A6C5-02D328EC1202}"/>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6D301703-09CB-354E-ED6E-A9B8F78126A6}"/>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7DEFE8FE-AB77-732E-9681-D3A8E45604B9}"/>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D919F393-DFF3-C98A-66C7-18C566C67B46}"/>
              </a:ext>
            </a:extLst>
          </p:cNvPr>
          <p:cNvSpPr txBox="1"/>
          <p:nvPr/>
        </p:nvSpPr>
        <p:spPr>
          <a:xfrm>
            <a:off x="3716867" y="223122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D4ABB1C5-E345-62A7-599E-BEC51B999C65}"/>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14" name="TextBox 13">
            <a:extLst>
              <a:ext uri="{FF2B5EF4-FFF2-40B4-BE49-F238E27FC236}">
                <a16:creationId xmlns:a16="http://schemas.microsoft.com/office/drawing/2014/main" id="{C4E56750-BC6A-C69B-DE63-55CE065E48B9}"/>
              </a:ext>
            </a:extLst>
          </p:cNvPr>
          <p:cNvSpPr txBox="1"/>
          <p:nvPr/>
        </p:nvSpPr>
        <p:spPr>
          <a:xfrm>
            <a:off x="5215469"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6BED7B73-7721-B14A-8388-E0AFA9A336EF}"/>
              </a:ext>
            </a:extLst>
          </p:cNvPr>
          <p:cNvSpPr txBox="1"/>
          <p:nvPr/>
        </p:nvSpPr>
        <p:spPr>
          <a:xfrm>
            <a:off x="5215469" y="3741226"/>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13873A14-866A-D395-4AD6-11C527A9094A}"/>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46" name="TextBox 45">
            <a:extLst>
              <a:ext uri="{FF2B5EF4-FFF2-40B4-BE49-F238E27FC236}">
                <a16:creationId xmlns:a16="http://schemas.microsoft.com/office/drawing/2014/main" id="{C2081074-59CD-F50C-9398-3CFF27F4C1DA}"/>
              </a:ext>
            </a:extLst>
          </p:cNvPr>
          <p:cNvSpPr txBox="1"/>
          <p:nvPr/>
        </p:nvSpPr>
        <p:spPr>
          <a:xfrm>
            <a:off x="6214537" y="374122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7855C99A-8C51-9511-726C-0FB014E39C48}"/>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48" name="TextBox 47">
            <a:extLst>
              <a:ext uri="{FF2B5EF4-FFF2-40B4-BE49-F238E27FC236}">
                <a16:creationId xmlns:a16="http://schemas.microsoft.com/office/drawing/2014/main" id="{6AEC23AE-6D6E-2049-1C86-AB95959038F5}"/>
              </a:ext>
            </a:extLst>
          </p:cNvPr>
          <p:cNvSpPr txBox="1"/>
          <p:nvPr/>
        </p:nvSpPr>
        <p:spPr>
          <a:xfrm>
            <a:off x="6214537" y="4747898"/>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33232661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5694F-CDF4-8489-9BD8-CE8D2308D6D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4C3A24-28CB-E326-4707-0DA1A666750E}"/>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A5C4B138-1CDB-1D99-9DB4-C323A3E8763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4FA9141-B5FC-060F-FDB2-5090885BE0E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5C3E30A-AEBF-87E5-5745-83455067FB1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1167479-27CC-56C4-F5A6-DCAA237FF3E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46174C7-FB14-3202-D8CD-788083BC50CB}"/>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16F228BA-D94C-982D-4226-1E5122E7EF77}"/>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E907111C-CFE4-3FE4-D79C-3EDA70D67FD4}"/>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C847BA6B-FC21-58BB-74F8-44BCA16AD098}"/>
              </a:ext>
            </a:extLst>
          </p:cNvPr>
          <p:cNvSpPr txBox="1"/>
          <p:nvPr/>
        </p:nvSpPr>
        <p:spPr>
          <a:xfrm>
            <a:off x="6214537" y="2231221"/>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54B0B5AB-BFD2-6392-EB7C-87BDBFB60DC7}"/>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0ECC1385-6F73-9013-0510-CE571BD74CE2}"/>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1D85BE16-4045-D897-E6B4-5C07F4A17DD2}"/>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B8312B53-FFA1-135C-E017-DA5FEB05B664}"/>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D53F2C90-C6E8-383A-CE21-79189271084D}"/>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8BAFDD4B-225D-1C45-9538-70E16A54AB76}"/>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87CA7037-C34B-6530-4816-9F7C1EB92A8F}"/>
              </a:ext>
            </a:extLst>
          </p:cNvPr>
          <p:cNvSpPr txBox="1"/>
          <p:nvPr/>
        </p:nvSpPr>
        <p:spPr>
          <a:xfrm>
            <a:off x="5650090" y="1402877"/>
            <a:ext cx="570089" cy="230832"/>
          </a:xfrm>
          <a:prstGeom prst="rect">
            <a:avLst/>
          </a:prstGeom>
          <a:noFill/>
        </p:spPr>
        <p:txBody>
          <a:bodyPr wrap="square" rtlCol="0">
            <a:spAutoFit/>
          </a:bodyPr>
          <a:lstStyle/>
          <a:p>
            <a:pPr algn="ctr"/>
            <a:r>
              <a:rPr lang="en-US" sz="900" dirty="0"/>
              <a:t>23</a:t>
            </a:r>
          </a:p>
        </p:txBody>
      </p:sp>
      <p:sp>
        <p:nvSpPr>
          <p:cNvPr id="35" name="TextBox 34">
            <a:extLst>
              <a:ext uri="{FF2B5EF4-FFF2-40B4-BE49-F238E27FC236}">
                <a16:creationId xmlns:a16="http://schemas.microsoft.com/office/drawing/2014/main" id="{BB555882-2B3C-6442-62E0-73C2B53C99E7}"/>
              </a:ext>
            </a:extLst>
          </p:cNvPr>
          <p:cNvSpPr txBox="1"/>
          <p:nvPr/>
        </p:nvSpPr>
        <p:spPr>
          <a:xfrm>
            <a:off x="5650090" y="1903821"/>
            <a:ext cx="570089" cy="230832"/>
          </a:xfrm>
          <a:prstGeom prst="rect">
            <a:avLst/>
          </a:prstGeom>
          <a:noFill/>
        </p:spPr>
        <p:txBody>
          <a:bodyPr wrap="square" rtlCol="0">
            <a:spAutoFit/>
          </a:bodyPr>
          <a:lstStyle/>
          <a:p>
            <a:pPr algn="ctr"/>
            <a:r>
              <a:rPr lang="en-US" sz="900" dirty="0"/>
              <a:t>32</a:t>
            </a:r>
          </a:p>
        </p:txBody>
      </p:sp>
      <p:sp>
        <p:nvSpPr>
          <p:cNvPr id="36" name="TextBox 35">
            <a:extLst>
              <a:ext uri="{FF2B5EF4-FFF2-40B4-BE49-F238E27FC236}">
                <a16:creationId xmlns:a16="http://schemas.microsoft.com/office/drawing/2014/main" id="{D45462CA-8EBC-F979-0F8E-2BD8DBA59D11}"/>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92BE0EDE-6EB2-A891-6CD3-11362EC788C7}"/>
              </a:ext>
            </a:extLst>
          </p:cNvPr>
          <p:cNvSpPr txBox="1"/>
          <p:nvPr/>
        </p:nvSpPr>
        <p:spPr>
          <a:xfrm>
            <a:off x="5715003" y="2734556"/>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3434B05E-D754-F7FB-AE50-E60B0088161B}"/>
              </a:ext>
            </a:extLst>
          </p:cNvPr>
          <p:cNvSpPr txBox="1"/>
          <p:nvPr/>
        </p:nvSpPr>
        <p:spPr>
          <a:xfrm>
            <a:off x="5715003"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80E8963D-0AB9-0BB3-9C18-62C2FBABD64B}"/>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28" name="TextBox 27">
            <a:extLst>
              <a:ext uri="{FF2B5EF4-FFF2-40B4-BE49-F238E27FC236}">
                <a16:creationId xmlns:a16="http://schemas.microsoft.com/office/drawing/2014/main" id="{FF0F4262-8B49-CF56-3E67-475F1C8CA445}"/>
              </a:ext>
            </a:extLst>
          </p:cNvPr>
          <p:cNvSpPr txBox="1"/>
          <p:nvPr/>
        </p:nvSpPr>
        <p:spPr>
          <a:xfrm>
            <a:off x="5715003"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9D091D9C-B78F-35F9-082A-B44AC8E4C5B1}"/>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2283DA18-97C6-06AB-B041-8B50E2CA7C86}"/>
              </a:ext>
            </a:extLst>
          </p:cNvPr>
          <p:cNvSpPr txBox="1"/>
          <p:nvPr/>
        </p:nvSpPr>
        <p:spPr>
          <a:xfrm>
            <a:off x="4715935" y="223122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5F07FBFE-2BF8-F8D9-2986-0C12A6FAD19C}"/>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33" name="TextBox 32">
            <a:extLst>
              <a:ext uri="{FF2B5EF4-FFF2-40B4-BE49-F238E27FC236}">
                <a16:creationId xmlns:a16="http://schemas.microsoft.com/office/drawing/2014/main" id="{7AEC8D9F-2BF3-4D87-AA5A-B9A0E866A365}"/>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072C07E0-E4F3-FA39-517B-2B0F1EC01113}"/>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EFB2B881-8D8E-758F-1914-CE5E0D3FF823}"/>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6CFFE881-BF58-7E84-8D47-1716C9100251}"/>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5A4D1E5C-E2FC-860E-5D71-93AD46B99A1C}"/>
              </a:ext>
            </a:extLst>
          </p:cNvPr>
          <p:cNvSpPr txBox="1"/>
          <p:nvPr/>
        </p:nvSpPr>
        <p:spPr>
          <a:xfrm>
            <a:off x="6152446" y="3406653"/>
            <a:ext cx="570089" cy="230832"/>
          </a:xfrm>
          <a:prstGeom prst="rect">
            <a:avLst/>
          </a:prstGeom>
          <a:noFill/>
        </p:spPr>
        <p:txBody>
          <a:bodyPr wrap="square" rtlCol="0">
            <a:spAutoFit/>
          </a:bodyPr>
          <a:lstStyle/>
          <a:p>
            <a:pPr algn="ctr"/>
            <a:r>
              <a:rPr lang="en-US" sz="900" dirty="0"/>
              <a:t>267</a:t>
            </a:r>
          </a:p>
        </p:txBody>
      </p:sp>
      <p:sp>
        <p:nvSpPr>
          <p:cNvPr id="16" name="TextBox 15">
            <a:extLst>
              <a:ext uri="{FF2B5EF4-FFF2-40B4-BE49-F238E27FC236}">
                <a16:creationId xmlns:a16="http://schemas.microsoft.com/office/drawing/2014/main" id="{61112A0D-5E2B-6DE2-E8E6-AC41F1864E2D}"/>
              </a:ext>
            </a:extLst>
          </p:cNvPr>
          <p:cNvSpPr txBox="1"/>
          <p:nvPr/>
        </p:nvSpPr>
        <p:spPr>
          <a:xfrm>
            <a:off x="6654802" y="3406653"/>
            <a:ext cx="570089" cy="230832"/>
          </a:xfrm>
          <a:prstGeom prst="rect">
            <a:avLst/>
          </a:prstGeom>
          <a:noFill/>
        </p:spPr>
        <p:txBody>
          <a:bodyPr wrap="square" rtlCol="0">
            <a:spAutoFit/>
          </a:bodyPr>
          <a:lstStyle/>
          <a:p>
            <a:pPr algn="ctr"/>
            <a:r>
              <a:rPr lang="en-US" sz="900" dirty="0"/>
              <a:t>267</a:t>
            </a:r>
          </a:p>
        </p:txBody>
      </p:sp>
      <p:sp>
        <p:nvSpPr>
          <p:cNvPr id="41" name="TextBox 40">
            <a:extLst>
              <a:ext uri="{FF2B5EF4-FFF2-40B4-BE49-F238E27FC236}">
                <a16:creationId xmlns:a16="http://schemas.microsoft.com/office/drawing/2014/main" id="{DF04CF56-5471-5958-2D9D-DB8286C7F339}"/>
              </a:ext>
            </a:extLst>
          </p:cNvPr>
          <p:cNvSpPr txBox="1"/>
          <p:nvPr/>
        </p:nvSpPr>
        <p:spPr>
          <a:xfrm>
            <a:off x="7157158" y="3406653"/>
            <a:ext cx="570089" cy="230832"/>
          </a:xfrm>
          <a:prstGeom prst="rect">
            <a:avLst/>
          </a:prstGeom>
          <a:noFill/>
        </p:spPr>
        <p:txBody>
          <a:bodyPr wrap="square" rtlCol="0">
            <a:spAutoFit/>
          </a:bodyPr>
          <a:lstStyle/>
          <a:p>
            <a:pPr algn="ctr"/>
            <a:r>
              <a:rPr lang="en-US" sz="900" dirty="0"/>
              <a:t>267</a:t>
            </a:r>
          </a:p>
        </p:txBody>
      </p:sp>
      <p:sp>
        <p:nvSpPr>
          <p:cNvPr id="42" name="TextBox 41">
            <a:extLst>
              <a:ext uri="{FF2B5EF4-FFF2-40B4-BE49-F238E27FC236}">
                <a16:creationId xmlns:a16="http://schemas.microsoft.com/office/drawing/2014/main" id="{6EFB5E97-7423-B7E3-819A-85C9C80F68C0}"/>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27221798-718A-8880-5072-6EA166F206AD}"/>
              </a:ext>
            </a:extLst>
          </p:cNvPr>
          <p:cNvSpPr txBox="1"/>
          <p:nvPr/>
        </p:nvSpPr>
        <p:spPr>
          <a:xfrm>
            <a:off x="3716867" y="323789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82D9E151-A82F-2954-E7C4-194C00684A60}"/>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7AC28ED9-55DC-FD15-E424-9A17554F09EB}"/>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2CACD6F6-45FB-C7D8-9587-F7F4F569D0D5}"/>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1CF598BC-E88D-27EA-B2DB-FB5A840556A5}"/>
              </a:ext>
            </a:extLst>
          </p:cNvPr>
          <p:cNvSpPr txBox="1"/>
          <p:nvPr/>
        </p:nvSpPr>
        <p:spPr>
          <a:xfrm>
            <a:off x="3716867" y="223122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A594A647-EBEA-0E38-7E0E-939D9D76960B}"/>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14" name="TextBox 13">
            <a:extLst>
              <a:ext uri="{FF2B5EF4-FFF2-40B4-BE49-F238E27FC236}">
                <a16:creationId xmlns:a16="http://schemas.microsoft.com/office/drawing/2014/main" id="{D124F527-CF00-13A1-C19F-B6D82F8AF9E6}"/>
              </a:ext>
            </a:extLst>
          </p:cNvPr>
          <p:cNvSpPr txBox="1"/>
          <p:nvPr/>
        </p:nvSpPr>
        <p:spPr>
          <a:xfrm>
            <a:off x="5215469"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857294BD-228C-F2A0-82B9-AB794F9D9753}"/>
              </a:ext>
            </a:extLst>
          </p:cNvPr>
          <p:cNvSpPr txBox="1"/>
          <p:nvPr/>
        </p:nvSpPr>
        <p:spPr>
          <a:xfrm>
            <a:off x="5215469" y="3741226"/>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9A10805B-2583-FE0C-5A97-5C23DC00BEC4}"/>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46" name="TextBox 45">
            <a:extLst>
              <a:ext uri="{FF2B5EF4-FFF2-40B4-BE49-F238E27FC236}">
                <a16:creationId xmlns:a16="http://schemas.microsoft.com/office/drawing/2014/main" id="{B2715D7D-F56A-0E7E-01BE-05E041489C5B}"/>
              </a:ext>
            </a:extLst>
          </p:cNvPr>
          <p:cNvSpPr txBox="1"/>
          <p:nvPr/>
        </p:nvSpPr>
        <p:spPr>
          <a:xfrm>
            <a:off x="6214537" y="374122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EA910AFC-043D-9DFE-C325-325B1496C668}"/>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48" name="TextBox 47">
            <a:extLst>
              <a:ext uri="{FF2B5EF4-FFF2-40B4-BE49-F238E27FC236}">
                <a16:creationId xmlns:a16="http://schemas.microsoft.com/office/drawing/2014/main" id="{439131F4-105D-5611-7F13-C8C229300D22}"/>
              </a:ext>
            </a:extLst>
          </p:cNvPr>
          <p:cNvSpPr txBox="1"/>
          <p:nvPr/>
        </p:nvSpPr>
        <p:spPr>
          <a:xfrm>
            <a:off x="6214537" y="4747898"/>
            <a:ext cx="462845" cy="584775"/>
          </a:xfrm>
          <a:prstGeom prst="rect">
            <a:avLst/>
          </a:prstGeom>
          <a:noFill/>
        </p:spPr>
        <p:txBody>
          <a:bodyPr wrap="square" rtlCol="0">
            <a:spAutoFit/>
          </a:bodyPr>
          <a:lstStyle/>
          <a:p>
            <a:pPr algn="ctr"/>
            <a:r>
              <a:rPr lang="en-US" sz="3200" dirty="0"/>
              <a:t>1</a:t>
            </a:r>
          </a:p>
        </p:txBody>
      </p:sp>
      <p:sp>
        <p:nvSpPr>
          <p:cNvPr id="49" name="TextBox 48">
            <a:extLst>
              <a:ext uri="{FF2B5EF4-FFF2-40B4-BE49-F238E27FC236}">
                <a16:creationId xmlns:a16="http://schemas.microsoft.com/office/drawing/2014/main" id="{D8865070-D91A-FEF1-8E69-92919031F5ED}"/>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
        <p:nvSpPr>
          <p:cNvPr id="50" name="TextBox 49">
            <a:extLst>
              <a:ext uri="{FF2B5EF4-FFF2-40B4-BE49-F238E27FC236}">
                <a16:creationId xmlns:a16="http://schemas.microsoft.com/office/drawing/2014/main" id="{C9FD70C7-A838-FABC-4BFF-19E0A73DE813}"/>
              </a:ext>
            </a:extLst>
          </p:cNvPr>
          <p:cNvSpPr txBox="1"/>
          <p:nvPr/>
        </p:nvSpPr>
        <p:spPr>
          <a:xfrm>
            <a:off x="5215469" y="4747898"/>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33416372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83B26-43BD-AFC5-79F8-7A0A2FAFBA4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22CC112-AFD0-A70F-D1F8-FC5C485A3661}"/>
              </a:ext>
            </a:extLst>
          </p:cNvPr>
          <p:cNvSpPr>
            <a:spLocks noGrp="1"/>
          </p:cNvSpPr>
          <p:nvPr>
            <p:ph sz="half" idx="1"/>
          </p:nvPr>
        </p:nvSpPr>
        <p:spPr/>
        <p:txBody>
          <a:bodyPr>
            <a:normAutofit/>
          </a:bodyPr>
          <a:lstStyle/>
          <a:p>
            <a:r>
              <a:rPr lang="en-US" dirty="0"/>
              <a:t>Last possible 4 in center block.</a:t>
            </a:r>
          </a:p>
          <a:p>
            <a:r>
              <a:rPr lang="en-US" dirty="0"/>
              <a:t>Last possible 4 in lower right block.</a:t>
            </a:r>
          </a:p>
        </p:txBody>
      </p:sp>
      <p:pic>
        <p:nvPicPr>
          <p:cNvPr id="4" name="Picture 3" descr="A grid of sudoku puzzle&#10;&#10;Description automatically generated">
            <a:extLst>
              <a:ext uri="{FF2B5EF4-FFF2-40B4-BE49-F238E27FC236}">
                <a16:creationId xmlns:a16="http://schemas.microsoft.com/office/drawing/2014/main" id="{FE9CA029-227B-4C1D-63D9-BB1692EA3CC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2B8516A-0A4C-7E28-8C36-1875306C95B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4A6E367-D5F9-F953-0F8A-E8C02D119D6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4B6895D-F682-D5E6-1878-BBE2A634E85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B844B58-7BA3-2FE8-870F-D7C6535C6EBA}"/>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22FD1C87-92B7-850B-D34A-43C9B3F85C1A}"/>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76FE07BF-D909-CAB5-6FEF-027C6D2EDAF9}"/>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BF9E0C5E-2BA8-12C8-56B3-AF86B66321BE}"/>
              </a:ext>
            </a:extLst>
          </p:cNvPr>
          <p:cNvSpPr txBox="1"/>
          <p:nvPr/>
        </p:nvSpPr>
        <p:spPr>
          <a:xfrm>
            <a:off x="6214537" y="2231221"/>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0CD0C4AB-6F6E-3D77-17BA-E8B7A1A2D1C2}"/>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0BF1DF08-4CB0-32A4-DDDF-A2E502E0EC83}"/>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2F4E7430-DBC3-6F5A-61DD-2289504C0A64}"/>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2A1ED435-5C5C-50F1-92E1-67EE4ABF7860}"/>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6DB1F93C-EB69-188D-02D3-AB7B2A57D868}"/>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78B162EE-1F20-7C60-5071-840F8BEE81D4}"/>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93DEF040-9406-89D6-2A9E-F254F1682249}"/>
              </a:ext>
            </a:extLst>
          </p:cNvPr>
          <p:cNvSpPr txBox="1"/>
          <p:nvPr/>
        </p:nvSpPr>
        <p:spPr>
          <a:xfrm>
            <a:off x="5650090" y="1402877"/>
            <a:ext cx="570089" cy="230832"/>
          </a:xfrm>
          <a:prstGeom prst="rect">
            <a:avLst/>
          </a:prstGeom>
          <a:noFill/>
        </p:spPr>
        <p:txBody>
          <a:bodyPr wrap="square" rtlCol="0">
            <a:spAutoFit/>
          </a:bodyPr>
          <a:lstStyle/>
          <a:p>
            <a:pPr algn="ctr"/>
            <a:r>
              <a:rPr lang="en-US" sz="900" dirty="0"/>
              <a:t>23</a:t>
            </a:r>
          </a:p>
        </p:txBody>
      </p:sp>
      <p:sp>
        <p:nvSpPr>
          <p:cNvPr id="35" name="TextBox 34">
            <a:extLst>
              <a:ext uri="{FF2B5EF4-FFF2-40B4-BE49-F238E27FC236}">
                <a16:creationId xmlns:a16="http://schemas.microsoft.com/office/drawing/2014/main" id="{D009B107-12B5-A7E0-683F-A84F3B6C8C15}"/>
              </a:ext>
            </a:extLst>
          </p:cNvPr>
          <p:cNvSpPr txBox="1"/>
          <p:nvPr/>
        </p:nvSpPr>
        <p:spPr>
          <a:xfrm>
            <a:off x="5650090" y="1903821"/>
            <a:ext cx="570089" cy="230832"/>
          </a:xfrm>
          <a:prstGeom prst="rect">
            <a:avLst/>
          </a:prstGeom>
          <a:noFill/>
        </p:spPr>
        <p:txBody>
          <a:bodyPr wrap="square" rtlCol="0">
            <a:spAutoFit/>
          </a:bodyPr>
          <a:lstStyle/>
          <a:p>
            <a:pPr algn="ctr"/>
            <a:r>
              <a:rPr lang="en-US" sz="900" dirty="0"/>
              <a:t>32</a:t>
            </a:r>
          </a:p>
        </p:txBody>
      </p:sp>
      <p:sp>
        <p:nvSpPr>
          <p:cNvPr id="36" name="TextBox 35">
            <a:extLst>
              <a:ext uri="{FF2B5EF4-FFF2-40B4-BE49-F238E27FC236}">
                <a16:creationId xmlns:a16="http://schemas.microsoft.com/office/drawing/2014/main" id="{3ABD9ED3-3776-A3FF-F567-E335D4DD6FDE}"/>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0DA36DCE-F4D9-A4EB-A40B-E4AC32924628}"/>
              </a:ext>
            </a:extLst>
          </p:cNvPr>
          <p:cNvSpPr txBox="1"/>
          <p:nvPr/>
        </p:nvSpPr>
        <p:spPr>
          <a:xfrm>
            <a:off x="5715003" y="2734556"/>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C259C3C5-9772-A4FA-9B49-37966F28CAB4}"/>
              </a:ext>
            </a:extLst>
          </p:cNvPr>
          <p:cNvSpPr txBox="1"/>
          <p:nvPr/>
        </p:nvSpPr>
        <p:spPr>
          <a:xfrm>
            <a:off x="5715003"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27CA77F3-36E8-576F-69B6-047D9EAF784A}"/>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28" name="TextBox 27">
            <a:extLst>
              <a:ext uri="{FF2B5EF4-FFF2-40B4-BE49-F238E27FC236}">
                <a16:creationId xmlns:a16="http://schemas.microsoft.com/office/drawing/2014/main" id="{82704365-5599-AAFF-9F1E-22664413A3F5}"/>
              </a:ext>
            </a:extLst>
          </p:cNvPr>
          <p:cNvSpPr txBox="1"/>
          <p:nvPr/>
        </p:nvSpPr>
        <p:spPr>
          <a:xfrm>
            <a:off x="5715003"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72AD1EBC-A762-193E-3452-C448B96D3E5B}"/>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A2A5B3CC-D010-6DDF-F7FC-F9C7CE5A289D}"/>
              </a:ext>
            </a:extLst>
          </p:cNvPr>
          <p:cNvSpPr txBox="1"/>
          <p:nvPr/>
        </p:nvSpPr>
        <p:spPr>
          <a:xfrm>
            <a:off x="4715935" y="223122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580B2DF4-8826-CD1C-FB8A-AC711FC782E7}"/>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33" name="TextBox 32">
            <a:extLst>
              <a:ext uri="{FF2B5EF4-FFF2-40B4-BE49-F238E27FC236}">
                <a16:creationId xmlns:a16="http://schemas.microsoft.com/office/drawing/2014/main" id="{1241F1C9-B5A2-3D1B-C697-5F3C04B22828}"/>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9DFDF5E6-878A-844C-1B6C-8F8E580CCEDD}"/>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ED55A317-F7CF-5FD5-7806-45A525AA6EEF}"/>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BD3D86CD-A1A0-238D-2963-F0AE12DA167C}"/>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AC92BD79-B137-EA77-F943-22FB1119005E}"/>
              </a:ext>
            </a:extLst>
          </p:cNvPr>
          <p:cNvSpPr txBox="1"/>
          <p:nvPr/>
        </p:nvSpPr>
        <p:spPr>
          <a:xfrm>
            <a:off x="6152446" y="3406653"/>
            <a:ext cx="570089" cy="230832"/>
          </a:xfrm>
          <a:prstGeom prst="rect">
            <a:avLst/>
          </a:prstGeom>
          <a:noFill/>
        </p:spPr>
        <p:txBody>
          <a:bodyPr wrap="square" rtlCol="0">
            <a:spAutoFit/>
          </a:bodyPr>
          <a:lstStyle/>
          <a:p>
            <a:pPr algn="ctr"/>
            <a:r>
              <a:rPr lang="en-US" sz="900" dirty="0"/>
              <a:t>267</a:t>
            </a:r>
          </a:p>
        </p:txBody>
      </p:sp>
      <p:sp>
        <p:nvSpPr>
          <p:cNvPr id="16" name="TextBox 15">
            <a:extLst>
              <a:ext uri="{FF2B5EF4-FFF2-40B4-BE49-F238E27FC236}">
                <a16:creationId xmlns:a16="http://schemas.microsoft.com/office/drawing/2014/main" id="{B2DC12E9-6E04-8919-400C-EF926B4CB4B0}"/>
              </a:ext>
            </a:extLst>
          </p:cNvPr>
          <p:cNvSpPr txBox="1"/>
          <p:nvPr/>
        </p:nvSpPr>
        <p:spPr>
          <a:xfrm>
            <a:off x="6654802" y="3406653"/>
            <a:ext cx="570089" cy="230832"/>
          </a:xfrm>
          <a:prstGeom prst="rect">
            <a:avLst/>
          </a:prstGeom>
          <a:noFill/>
        </p:spPr>
        <p:txBody>
          <a:bodyPr wrap="square" rtlCol="0">
            <a:spAutoFit/>
          </a:bodyPr>
          <a:lstStyle/>
          <a:p>
            <a:pPr algn="ctr"/>
            <a:r>
              <a:rPr lang="en-US" sz="900" dirty="0"/>
              <a:t>267</a:t>
            </a:r>
          </a:p>
        </p:txBody>
      </p:sp>
      <p:sp>
        <p:nvSpPr>
          <p:cNvPr id="41" name="TextBox 40">
            <a:extLst>
              <a:ext uri="{FF2B5EF4-FFF2-40B4-BE49-F238E27FC236}">
                <a16:creationId xmlns:a16="http://schemas.microsoft.com/office/drawing/2014/main" id="{F2D94F03-4EF1-346A-1D39-EEA252699A39}"/>
              </a:ext>
            </a:extLst>
          </p:cNvPr>
          <p:cNvSpPr txBox="1"/>
          <p:nvPr/>
        </p:nvSpPr>
        <p:spPr>
          <a:xfrm>
            <a:off x="7157158" y="3406653"/>
            <a:ext cx="570089" cy="230832"/>
          </a:xfrm>
          <a:prstGeom prst="rect">
            <a:avLst/>
          </a:prstGeom>
          <a:noFill/>
        </p:spPr>
        <p:txBody>
          <a:bodyPr wrap="square" rtlCol="0">
            <a:spAutoFit/>
          </a:bodyPr>
          <a:lstStyle/>
          <a:p>
            <a:pPr algn="ctr"/>
            <a:r>
              <a:rPr lang="en-US" sz="900" dirty="0"/>
              <a:t>267</a:t>
            </a:r>
          </a:p>
        </p:txBody>
      </p:sp>
      <p:sp>
        <p:nvSpPr>
          <p:cNvPr id="42" name="TextBox 41">
            <a:extLst>
              <a:ext uri="{FF2B5EF4-FFF2-40B4-BE49-F238E27FC236}">
                <a16:creationId xmlns:a16="http://schemas.microsoft.com/office/drawing/2014/main" id="{09A7FE30-A357-DA4B-01E3-ED423FF8E5D5}"/>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D55B53B9-00C0-87F1-4D18-5538EE8E9C9D}"/>
              </a:ext>
            </a:extLst>
          </p:cNvPr>
          <p:cNvSpPr txBox="1"/>
          <p:nvPr/>
        </p:nvSpPr>
        <p:spPr>
          <a:xfrm>
            <a:off x="3716867" y="323789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965E3DB1-AD4C-73EA-C841-611D9D41EA57}"/>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FDD239BB-2248-8B25-7E25-C49C4B772262}"/>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CE8F7FB5-BF25-916A-5DDE-4BC9603B9830}"/>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353460C2-2F3D-E534-D9F7-75FBA577DA4F}"/>
              </a:ext>
            </a:extLst>
          </p:cNvPr>
          <p:cNvSpPr txBox="1"/>
          <p:nvPr/>
        </p:nvSpPr>
        <p:spPr>
          <a:xfrm>
            <a:off x="3716867" y="223122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83D809E6-343B-398B-15DB-16FF99B1724B}"/>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14" name="TextBox 13">
            <a:extLst>
              <a:ext uri="{FF2B5EF4-FFF2-40B4-BE49-F238E27FC236}">
                <a16:creationId xmlns:a16="http://schemas.microsoft.com/office/drawing/2014/main" id="{DB021340-DB78-18E8-0729-BFF468DA71C7}"/>
              </a:ext>
            </a:extLst>
          </p:cNvPr>
          <p:cNvSpPr txBox="1"/>
          <p:nvPr/>
        </p:nvSpPr>
        <p:spPr>
          <a:xfrm>
            <a:off x="5215469"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02DEB8A9-EA07-1491-00E5-6F75A1ABC1A7}"/>
              </a:ext>
            </a:extLst>
          </p:cNvPr>
          <p:cNvSpPr txBox="1"/>
          <p:nvPr/>
        </p:nvSpPr>
        <p:spPr>
          <a:xfrm>
            <a:off x="5215469" y="3741226"/>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A21DFCCC-4FEA-1A2D-73D8-F59EDB8BD3D4}"/>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46" name="TextBox 45">
            <a:extLst>
              <a:ext uri="{FF2B5EF4-FFF2-40B4-BE49-F238E27FC236}">
                <a16:creationId xmlns:a16="http://schemas.microsoft.com/office/drawing/2014/main" id="{350DD250-798E-BC06-4645-8EAE7A8FCD67}"/>
              </a:ext>
            </a:extLst>
          </p:cNvPr>
          <p:cNvSpPr txBox="1"/>
          <p:nvPr/>
        </p:nvSpPr>
        <p:spPr>
          <a:xfrm>
            <a:off x="6214537" y="374122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284AD598-AD1F-BA0F-9DA0-55F46F53F5D7}"/>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48" name="TextBox 47">
            <a:extLst>
              <a:ext uri="{FF2B5EF4-FFF2-40B4-BE49-F238E27FC236}">
                <a16:creationId xmlns:a16="http://schemas.microsoft.com/office/drawing/2014/main" id="{E451BD44-8F99-1488-D4BA-742CC76BF20D}"/>
              </a:ext>
            </a:extLst>
          </p:cNvPr>
          <p:cNvSpPr txBox="1"/>
          <p:nvPr/>
        </p:nvSpPr>
        <p:spPr>
          <a:xfrm>
            <a:off x="6214537" y="4747898"/>
            <a:ext cx="462845" cy="584775"/>
          </a:xfrm>
          <a:prstGeom prst="rect">
            <a:avLst/>
          </a:prstGeom>
          <a:noFill/>
        </p:spPr>
        <p:txBody>
          <a:bodyPr wrap="square" rtlCol="0">
            <a:spAutoFit/>
          </a:bodyPr>
          <a:lstStyle/>
          <a:p>
            <a:pPr algn="ctr"/>
            <a:r>
              <a:rPr lang="en-US" sz="3200" dirty="0"/>
              <a:t>1</a:t>
            </a:r>
          </a:p>
        </p:txBody>
      </p:sp>
      <p:sp>
        <p:nvSpPr>
          <p:cNvPr id="49" name="TextBox 48">
            <a:extLst>
              <a:ext uri="{FF2B5EF4-FFF2-40B4-BE49-F238E27FC236}">
                <a16:creationId xmlns:a16="http://schemas.microsoft.com/office/drawing/2014/main" id="{293005E8-35C8-2E98-2B73-F5C86BF9BFDC}"/>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
        <p:nvSpPr>
          <p:cNvPr id="50" name="TextBox 49">
            <a:extLst>
              <a:ext uri="{FF2B5EF4-FFF2-40B4-BE49-F238E27FC236}">
                <a16:creationId xmlns:a16="http://schemas.microsoft.com/office/drawing/2014/main" id="{D0EE7A7B-2D38-A78E-E68D-A4B2392FDE5C}"/>
              </a:ext>
            </a:extLst>
          </p:cNvPr>
          <p:cNvSpPr txBox="1"/>
          <p:nvPr/>
        </p:nvSpPr>
        <p:spPr>
          <a:xfrm>
            <a:off x="5215469" y="4747898"/>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27DADE28-D4D5-AC86-2F9B-D537073B97CF}"/>
              </a:ext>
            </a:extLst>
          </p:cNvPr>
          <p:cNvSpPr txBox="1"/>
          <p:nvPr/>
        </p:nvSpPr>
        <p:spPr>
          <a:xfrm>
            <a:off x="4715935" y="323789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8E836C20-3C7A-7C04-C617-CE6875EBCA67}"/>
              </a:ext>
            </a:extLst>
          </p:cNvPr>
          <p:cNvSpPr txBox="1"/>
          <p:nvPr/>
        </p:nvSpPr>
        <p:spPr>
          <a:xfrm>
            <a:off x="6214537" y="424456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14459562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59443-37E6-8BEB-4D87-B78E1107711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42F8503-80F8-FA23-92DA-532634AD52E1}"/>
              </a:ext>
            </a:extLst>
          </p:cNvPr>
          <p:cNvSpPr>
            <a:spLocks noGrp="1"/>
          </p:cNvSpPr>
          <p:nvPr>
            <p:ph sz="half" idx="1"/>
          </p:nvPr>
        </p:nvSpPr>
        <p:spPr/>
        <p:txBody>
          <a:bodyPr>
            <a:normAutofit lnSpcReduction="10000"/>
          </a:bodyPr>
          <a:lstStyle/>
          <a:p>
            <a:r>
              <a:rPr lang="en-US" dirty="0"/>
              <a:t>Last possible 1 in center block.</a:t>
            </a:r>
          </a:p>
          <a:p>
            <a:r>
              <a:rPr lang="en-US" dirty="0"/>
              <a:t>Last possible 1 in upper right block.</a:t>
            </a:r>
          </a:p>
          <a:p>
            <a:r>
              <a:rPr lang="en-US" dirty="0"/>
              <a:t>Then, last possible 1 in upper center block.</a:t>
            </a:r>
          </a:p>
        </p:txBody>
      </p:sp>
      <p:pic>
        <p:nvPicPr>
          <p:cNvPr id="4" name="Picture 3" descr="A grid of sudoku puzzle&#10;&#10;Description automatically generated">
            <a:extLst>
              <a:ext uri="{FF2B5EF4-FFF2-40B4-BE49-F238E27FC236}">
                <a16:creationId xmlns:a16="http://schemas.microsoft.com/office/drawing/2014/main" id="{BAE0014E-A161-1EF1-5D50-6A8EBF599EA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8366796-AE3E-ECF3-8450-F74992B3EBC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272AED5-3F17-4BB0-A6C3-8DB081CB1E9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44ABC9A-BF93-5FB7-223E-27D4CC13997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B261F29-25D4-0A5B-5CDB-AC06D2FD6B31}"/>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96CD5115-8CE3-EC3A-08D3-7373DBA230E7}"/>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57ED50DA-8E6F-7EF5-6BE8-1ADCA6C512C0}"/>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703911FA-1261-FDE4-3292-57863B0CF976}"/>
              </a:ext>
            </a:extLst>
          </p:cNvPr>
          <p:cNvSpPr txBox="1"/>
          <p:nvPr/>
        </p:nvSpPr>
        <p:spPr>
          <a:xfrm>
            <a:off x="6214537" y="2231221"/>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0A342D52-C7BC-17D1-6DEE-F98BDB7DA217}"/>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7E430A9C-0DDB-0E80-173F-90989BAD6069}"/>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27CEDEC9-DA79-2356-BEE2-50DCB2DDF8CA}"/>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029AF138-B201-3749-32DA-D14EF8CC9945}"/>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07798017-B0D7-3B1E-2AAF-A022C680F7BB}"/>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5C599706-2614-F1D3-BF2F-ADF7FFF67251}"/>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86D40558-B35C-3D3F-789C-3B515E3E49C8}"/>
              </a:ext>
            </a:extLst>
          </p:cNvPr>
          <p:cNvSpPr txBox="1"/>
          <p:nvPr/>
        </p:nvSpPr>
        <p:spPr>
          <a:xfrm>
            <a:off x="5650090" y="1402877"/>
            <a:ext cx="570089" cy="230832"/>
          </a:xfrm>
          <a:prstGeom prst="rect">
            <a:avLst/>
          </a:prstGeom>
          <a:noFill/>
        </p:spPr>
        <p:txBody>
          <a:bodyPr wrap="square" rtlCol="0">
            <a:spAutoFit/>
          </a:bodyPr>
          <a:lstStyle/>
          <a:p>
            <a:pPr algn="ctr"/>
            <a:r>
              <a:rPr lang="en-US" sz="900" dirty="0"/>
              <a:t>23</a:t>
            </a:r>
          </a:p>
        </p:txBody>
      </p:sp>
      <p:sp>
        <p:nvSpPr>
          <p:cNvPr id="35" name="TextBox 34">
            <a:extLst>
              <a:ext uri="{FF2B5EF4-FFF2-40B4-BE49-F238E27FC236}">
                <a16:creationId xmlns:a16="http://schemas.microsoft.com/office/drawing/2014/main" id="{14BB0F3F-9A70-C67C-69A4-4AFAB2055DF8}"/>
              </a:ext>
            </a:extLst>
          </p:cNvPr>
          <p:cNvSpPr txBox="1"/>
          <p:nvPr/>
        </p:nvSpPr>
        <p:spPr>
          <a:xfrm>
            <a:off x="5650090" y="1903821"/>
            <a:ext cx="570089" cy="230832"/>
          </a:xfrm>
          <a:prstGeom prst="rect">
            <a:avLst/>
          </a:prstGeom>
          <a:noFill/>
        </p:spPr>
        <p:txBody>
          <a:bodyPr wrap="square" rtlCol="0">
            <a:spAutoFit/>
          </a:bodyPr>
          <a:lstStyle/>
          <a:p>
            <a:pPr algn="ctr"/>
            <a:r>
              <a:rPr lang="en-US" sz="900" dirty="0"/>
              <a:t>32</a:t>
            </a:r>
          </a:p>
        </p:txBody>
      </p:sp>
      <p:sp>
        <p:nvSpPr>
          <p:cNvPr id="36" name="TextBox 35">
            <a:extLst>
              <a:ext uri="{FF2B5EF4-FFF2-40B4-BE49-F238E27FC236}">
                <a16:creationId xmlns:a16="http://schemas.microsoft.com/office/drawing/2014/main" id="{0F4F5798-860D-59DC-8AB0-A47310975562}"/>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9D197037-78F1-B57D-765A-F2CECCF6FF6C}"/>
              </a:ext>
            </a:extLst>
          </p:cNvPr>
          <p:cNvSpPr txBox="1"/>
          <p:nvPr/>
        </p:nvSpPr>
        <p:spPr>
          <a:xfrm>
            <a:off x="5715003" y="2734556"/>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63299763-5E67-307D-EEDC-83DA05C9A58E}"/>
              </a:ext>
            </a:extLst>
          </p:cNvPr>
          <p:cNvSpPr txBox="1"/>
          <p:nvPr/>
        </p:nvSpPr>
        <p:spPr>
          <a:xfrm>
            <a:off x="5715003"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E80969F9-07B8-695D-72FA-D5E7E3685E97}"/>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28" name="TextBox 27">
            <a:extLst>
              <a:ext uri="{FF2B5EF4-FFF2-40B4-BE49-F238E27FC236}">
                <a16:creationId xmlns:a16="http://schemas.microsoft.com/office/drawing/2014/main" id="{13F85571-0D7C-70FF-06E9-D48290785BDA}"/>
              </a:ext>
            </a:extLst>
          </p:cNvPr>
          <p:cNvSpPr txBox="1"/>
          <p:nvPr/>
        </p:nvSpPr>
        <p:spPr>
          <a:xfrm>
            <a:off x="5715003"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0567AB51-A5CA-7BDC-4AC3-F6898EC2139E}"/>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E80021AB-6552-0027-4273-7CDA895E7A9D}"/>
              </a:ext>
            </a:extLst>
          </p:cNvPr>
          <p:cNvSpPr txBox="1"/>
          <p:nvPr/>
        </p:nvSpPr>
        <p:spPr>
          <a:xfrm>
            <a:off x="4715935" y="223122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1E9A3CDC-1013-E3DA-A88C-E6B8F7ABE1AA}"/>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33" name="TextBox 32">
            <a:extLst>
              <a:ext uri="{FF2B5EF4-FFF2-40B4-BE49-F238E27FC236}">
                <a16:creationId xmlns:a16="http://schemas.microsoft.com/office/drawing/2014/main" id="{C2197185-829C-AB23-576A-74ABDBDE8C43}"/>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4A698A59-F63E-A3AF-F465-1A00DF91F997}"/>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784DBEA9-9531-AA68-4299-C36DFCF5D16C}"/>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0416AA40-5C60-C100-018A-75933341049B}"/>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1F29B7E4-EACE-26F2-D7CA-164C234097B1}"/>
              </a:ext>
            </a:extLst>
          </p:cNvPr>
          <p:cNvSpPr txBox="1"/>
          <p:nvPr/>
        </p:nvSpPr>
        <p:spPr>
          <a:xfrm>
            <a:off x="6152446" y="3406653"/>
            <a:ext cx="570089" cy="230832"/>
          </a:xfrm>
          <a:prstGeom prst="rect">
            <a:avLst/>
          </a:prstGeom>
          <a:noFill/>
        </p:spPr>
        <p:txBody>
          <a:bodyPr wrap="square" rtlCol="0">
            <a:spAutoFit/>
          </a:bodyPr>
          <a:lstStyle/>
          <a:p>
            <a:pPr algn="ctr"/>
            <a:r>
              <a:rPr lang="en-US" sz="900" dirty="0"/>
              <a:t>267</a:t>
            </a:r>
          </a:p>
        </p:txBody>
      </p:sp>
      <p:sp>
        <p:nvSpPr>
          <p:cNvPr id="16" name="TextBox 15">
            <a:extLst>
              <a:ext uri="{FF2B5EF4-FFF2-40B4-BE49-F238E27FC236}">
                <a16:creationId xmlns:a16="http://schemas.microsoft.com/office/drawing/2014/main" id="{EA0A7ACA-F20C-AA27-F877-7CB4D2ACA441}"/>
              </a:ext>
            </a:extLst>
          </p:cNvPr>
          <p:cNvSpPr txBox="1"/>
          <p:nvPr/>
        </p:nvSpPr>
        <p:spPr>
          <a:xfrm>
            <a:off x="6654802" y="3406653"/>
            <a:ext cx="570089" cy="230832"/>
          </a:xfrm>
          <a:prstGeom prst="rect">
            <a:avLst/>
          </a:prstGeom>
          <a:noFill/>
        </p:spPr>
        <p:txBody>
          <a:bodyPr wrap="square" rtlCol="0">
            <a:spAutoFit/>
          </a:bodyPr>
          <a:lstStyle/>
          <a:p>
            <a:pPr algn="ctr"/>
            <a:r>
              <a:rPr lang="en-US" sz="900" dirty="0"/>
              <a:t>267</a:t>
            </a:r>
          </a:p>
        </p:txBody>
      </p:sp>
      <p:sp>
        <p:nvSpPr>
          <p:cNvPr id="41" name="TextBox 40">
            <a:extLst>
              <a:ext uri="{FF2B5EF4-FFF2-40B4-BE49-F238E27FC236}">
                <a16:creationId xmlns:a16="http://schemas.microsoft.com/office/drawing/2014/main" id="{369691F6-F04A-2973-E833-D6A2DBCB64B6}"/>
              </a:ext>
            </a:extLst>
          </p:cNvPr>
          <p:cNvSpPr txBox="1"/>
          <p:nvPr/>
        </p:nvSpPr>
        <p:spPr>
          <a:xfrm>
            <a:off x="7157158" y="3406653"/>
            <a:ext cx="570089" cy="230832"/>
          </a:xfrm>
          <a:prstGeom prst="rect">
            <a:avLst/>
          </a:prstGeom>
          <a:noFill/>
        </p:spPr>
        <p:txBody>
          <a:bodyPr wrap="square" rtlCol="0">
            <a:spAutoFit/>
          </a:bodyPr>
          <a:lstStyle/>
          <a:p>
            <a:pPr algn="ctr"/>
            <a:r>
              <a:rPr lang="en-US" sz="900" dirty="0"/>
              <a:t>267</a:t>
            </a:r>
          </a:p>
        </p:txBody>
      </p:sp>
      <p:sp>
        <p:nvSpPr>
          <p:cNvPr id="42" name="TextBox 41">
            <a:extLst>
              <a:ext uri="{FF2B5EF4-FFF2-40B4-BE49-F238E27FC236}">
                <a16:creationId xmlns:a16="http://schemas.microsoft.com/office/drawing/2014/main" id="{7B13992E-2337-2883-41C5-C2BACB5054A8}"/>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8EC9D220-FC41-B2E7-CA3B-FE9AED0F5CB6}"/>
              </a:ext>
            </a:extLst>
          </p:cNvPr>
          <p:cNvSpPr txBox="1"/>
          <p:nvPr/>
        </p:nvSpPr>
        <p:spPr>
          <a:xfrm>
            <a:off x="3716867" y="323789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F7630118-C525-F6E9-CCF3-CE4E1A82E9BB}"/>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3E6703EF-8B47-374E-52E9-A5EC47B82655}"/>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F119DA82-6C8E-8008-B8CB-232EE9BC22FE}"/>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71E6A995-F1C5-C099-D107-BA151E33A104}"/>
              </a:ext>
            </a:extLst>
          </p:cNvPr>
          <p:cNvSpPr txBox="1"/>
          <p:nvPr/>
        </p:nvSpPr>
        <p:spPr>
          <a:xfrm>
            <a:off x="3716867" y="223122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E3556893-33BC-A7F4-4466-3421078F3620}"/>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14" name="TextBox 13">
            <a:extLst>
              <a:ext uri="{FF2B5EF4-FFF2-40B4-BE49-F238E27FC236}">
                <a16:creationId xmlns:a16="http://schemas.microsoft.com/office/drawing/2014/main" id="{EF3CA2EB-1FBC-F5A1-FD25-0B030BB20921}"/>
              </a:ext>
            </a:extLst>
          </p:cNvPr>
          <p:cNvSpPr txBox="1"/>
          <p:nvPr/>
        </p:nvSpPr>
        <p:spPr>
          <a:xfrm>
            <a:off x="5215469"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36D64EB9-70E6-B6DC-5F8B-43D97735C438}"/>
              </a:ext>
            </a:extLst>
          </p:cNvPr>
          <p:cNvSpPr txBox="1"/>
          <p:nvPr/>
        </p:nvSpPr>
        <p:spPr>
          <a:xfrm>
            <a:off x="5215469" y="3741226"/>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86CC4855-ACAD-CE32-5930-77F786A00D66}"/>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46" name="TextBox 45">
            <a:extLst>
              <a:ext uri="{FF2B5EF4-FFF2-40B4-BE49-F238E27FC236}">
                <a16:creationId xmlns:a16="http://schemas.microsoft.com/office/drawing/2014/main" id="{BB020AFC-5601-F516-91AD-506923733193}"/>
              </a:ext>
            </a:extLst>
          </p:cNvPr>
          <p:cNvSpPr txBox="1"/>
          <p:nvPr/>
        </p:nvSpPr>
        <p:spPr>
          <a:xfrm>
            <a:off x="6214537" y="374122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259CBC30-90AE-A80E-618C-261122EAE051}"/>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48" name="TextBox 47">
            <a:extLst>
              <a:ext uri="{FF2B5EF4-FFF2-40B4-BE49-F238E27FC236}">
                <a16:creationId xmlns:a16="http://schemas.microsoft.com/office/drawing/2014/main" id="{BAC6471E-B4BC-0AAB-A847-4955FD39DB96}"/>
              </a:ext>
            </a:extLst>
          </p:cNvPr>
          <p:cNvSpPr txBox="1"/>
          <p:nvPr/>
        </p:nvSpPr>
        <p:spPr>
          <a:xfrm>
            <a:off x="6214537" y="4747898"/>
            <a:ext cx="462845" cy="584775"/>
          </a:xfrm>
          <a:prstGeom prst="rect">
            <a:avLst/>
          </a:prstGeom>
          <a:noFill/>
        </p:spPr>
        <p:txBody>
          <a:bodyPr wrap="square" rtlCol="0">
            <a:spAutoFit/>
          </a:bodyPr>
          <a:lstStyle/>
          <a:p>
            <a:pPr algn="ctr"/>
            <a:r>
              <a:rPr lang="en-US" sz="3200" dirty="0"/>
              <a:t>1</a:t>
            </a:r>
          </a:p>
        </p:txBody>
      </p:sp>
      <p:sp>
        <p:nvSpPr>
          <p:cNvPr id="49" name="TextBox 48">
            <a:extLst>
              <a:ext uri="{FF2B5EF4-FFF2-40B4-BE49-F238E27FC236}">
                <a16:creationId xmlns:a16="http://schemas.microsoft.com/office/drawing/2014/main" id="{3318E712-FB55-F29F-B1BE-2FC73A7EC666}"/>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
        <p:nvSpPr>
          <p:cNvPr id="50" name="TextBox 49">
            <a:extLst>
              <a:ext uri="{FF2B5EF4-FFF2-40B4-BE49-F238E27FC236}">
                <a16:creationId xmlns:a16="http://schemas.microsoft.com/office/drawing/2014/main" id="{0B13DB57-1700-FAA0-D4F2-4C3D3BD6EB6A}"/>
              </a:ext>
            </a:extLst>
          </p:cNvPr>
          <p:cNvSpPr txBox="1"/>
          <p:nvPr/>
        </p:nvSpPr>
        <p:spPr>
          <a:xfrm>
            <a:off x="5215469" y="4747898"/>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FEA0A174-8BCB-D926-7763-FD86140811E4}"/>
              </a:ext>
            </a:extLst>
          </p:cNvPr>
          <p:cNvSpPr txBox="1"/>
          <p:nvPr/>
        </p:nvSpPr>
        <p:spPr>
          <a:xfrm>
            <a:off x="4715935" y="323789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AE0353A0-937E-0EFD-E6E7-5E9A975F790B}"/>
              </a:ext>
            </a:extLst>
          </p:cNvPr>
          <p:cNvSpPr txBox="1"/>
          <p:nvPr/>
        </p:nvSpPr>
        <p:spPr>
          <a:xfrm>
            <a:off x="6214537" y="4244561"/>
            <a:ext cx="462845" cy="584775"/>
          </a:xfrm>
          <a:prstGeom prst="rect">
            <a:avLst/>
          </a:prstGeom>
          <a:noFill/>
        </p:spPr>
        <p:txBody>
          <a:bodyPr wrap="square" rtlCol="0">
            <a:spAutoFit/>
          </a:bodyPr>
          <a:lstStyle/>
          <a:p>
            <a:pPr algn="ctr"/>
            <a:r>
              <a:rPr lang="en-US" sz="3200" dirty="0"/>
              <a:t>4</a:t>
            </a:r>
          </a:p>
        </p:txBody>
      </p:sp>
      <p:sp>
        <p:nvSpPr>
          <p:cNvPr id="51" name="TextBox 50">
            <a:extLst>
              <a:ext uri="{FF2B5EF4-FFF2-40B4-BE49-F238E27FC236}">
                <a16:creationId xmlns:a16="http://schemas.microsoft.com/office/drawing/2014/main" id="{ABD48950-15A9-22F7-F940-AD886D8FCBB5}"/>
              </a:ext>
            </a:extLst>
          </p:cNvPr>
          <p:cNvSpPr txBox="1"/>
          <p:nvPr/>
        </p:nvSpPr>
        <p:spPr>
          <a:xfrm>
            <a:off x="5215469" y="3237891"/>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DF70569C-71EE-ADC4-642B-0EFE73DA0B3F}"/>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1E57B80C-3574-79CA-F48C-B32775F80750}"/>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27634626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30669-DA4D-2FA8-1480-E628AAFCA60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2C73F5A-4F1A-03A4-459C-C9D838F8118B}"/>
              </a:ext>
            </a:extLst>
          </p:cNvPr>
          <p:cNvSpPr>
            <a:spLocks noGrp="1"/>
          </p:cNvSpPr>
          <p:nvPr>
            <p:ph sz="half" idx="1"/>
          </p:nvPr>
        </p:nvSpPr>
        <p:spPr/>
        <p:txBody>
          <a:bodyPr>
            <a:normAutofit/>
          </a:bodyPr>
          <a:lstStyle/>
          <a:p>
            <a:r>
              <a:rPr lang="en-US" dirty="0"/>
              <a:t>Complete Column 6.</a:t>
            </a:r>
          </a:p>
        </p:txBody>
      </p:sp>
      <p:pic>
        <p:nvPicPr>
          <p:cNvPr id="4" name="Picture 3" descr="A grid of sudoku puzzle&#10;&#10;Description automatically generated">
            <a:extLst>
              <a:ext uri="{FF2B5EF4-FFF2-40B4-BE49-F238E27FC236}">
                <a16:creationId xmlns:a16="http://schemas.microsoft.com/office/drawing/2014/main" id="{F48E026C-1A8C-D597-C148-045B2FE522A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5E0AADE-CBBE-4A32-DA3C-FAE90E7C312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68C75BD-75C0-06D4-C0C4-287B6A55758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12892C2-7CB2-58EA-644A-4AF9C92CAE73}"/>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649EF11-D4CE-320E-A2F5-D798286A7C8A}"/>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444160C8-F381-8C76-4E6B-0B0A9B89B37E}"/>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4ACB803C-DAAD-C09F-7515-5024895D79EE}"/>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1541036D-B8C6-1AD8-79D1-7BB7ACB62E3B}"/>
              </a:ext>
            </a:extLst>
          </p:cNvPr>
          <p:cNvSpPr txBox="1"/>
          <p:nvPr/>
        </p:nvSpPr>
        <p:spPr>
          <a:xfrm>
            <a:off x="6214537" y="2231221"/>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DD951E05-C8F6-FDCE-30D5-D041A29BC359}"/>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5DA96848-0EE3-DE98-BA60-33849ABEB5A2}"/>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F8188258-4E70-1F88-F4E8-BFC312A0E9E0}"/>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25645668-D839-FD53-17E2-D9E85039ADA7}"/>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28F8CE86-29A5-98D1-C49D-DFF0C1202689}"/>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A53EE954-41B9-C5B3-5ADC-F40F79B94E91}"/>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21C210AF-126B-DD44-C5CD-94AB2FF0076B}"/>
              </a:ext>
            </a:extLst>
          </p:cNvPr>
          <p:cNvSpPr txBox="1"/>
          <p:nvPr/>
        </p:nvSpPr>
        <p:spPr>
          <a:xfrm>
            <a:off x="5650090" y="1402877"/>
            <a:ext cx="570089" cy="230832"/>
          </a:xfrm>
          <a:prstGeom prst="rect">
            <a:avLst/>
          </a:prstGeom>
          <a:noFill/>
        </p:spPr>
        <p:txBody>
          <a:bodyPr wrap="square" rtlCol="0">
            <a:spAutoFit/>
          </a:bodyPr>
          <a:lstStyle/>
          <a:p>
            <a:pPr algn="ctr"/>
            <a:r>
              <a:rPr lang="en-US" sz="900" dirty="0"/>
              <a:t>23</a:t>
            </a:r>
          </a:p>
        </p:txBody>
      </p:sp>
      <p:sp>
        <p:nvSpPr>
          <p:cNvPr id="35" name="TextBox 34">
            <a:extLst>
              <a:ext uri="{FF2B5EF4-FFF2-40B4-BE49-F238E27FC236}">
                <a16:creationId xmlns:a16="http://schemas.microsoft.com/office/drawing/2014/main" id="{7C540FD1-6C6F-D73E-BE2D-B4B0BD6887D1}"/>
              </a:ext>
            </a:extLst>
          </p:cNvPr>
          <p:cNvSpPr txBox="1"/>
          <p:nvPr/>
        </p:nvSpPr>
        <p:spPr>
          <a:xfrm>
            <a:off x="5650090" y="1903821"/>
            <a:ext cx="570089" cy="230832"/>
          </a:xfrm>
          <a:prstGeom prst="rect">
            <a:avLst/>
          </a:prstGeom>
          <a:noFill/>
        </p:spPr>
        <p:txBody>
          <a:bodyPr wrap="square" rtlCol="0">
            <a:spAutoFit/>
          </a:bodyPr>
          <a:lstStyle/>
          <a:p>
            <a:pPr algn="ctr"/>
            <a:r>
              <a:rPr lang="en-US" sz="900" dirty="0"/>
              <a:t>32</a:t>
            </a:r>
          </a:p>
        </p:txBody>
      </p:sp>
      <p:sp>
        <p:nvSpPr>
          <p:cNvPr id="36" name="TextBox 35">
            <a:extLst>
              <a:ext uri="{FF2B5EF4-FFF2-40B4-BE49-F238E27FC236}">
                <a16:creationId xmlns:a16="http://schemas.microsoft.com/office/drawing/2014/main" id="{2B98D1A9-5C2B-94F8-66B6-2A65D61E513C}"/>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0712E407-1824-829A-6D2E-21190CBD0668}"/>
              </a:ext>
            </a:extLst>
          </p:cNvPr>
          <p:cNvSpPr txBox="1"/>
          <p:nvPr/>
        </p:nvSpPr>
        <p:spPr>
          <a:xfrm>
            <a:off x="5715003" y="2734556"/>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386F9262-3780-BAEF-C3BA-8B50320D1FF2}"/>
              </a:ext>
            </a:extLst>
          </p:cNvPr>
          <p:cNvSpPr txBox="1"/>
          <p:nvPr/>
        </p:nvSpPr>
        <p:spPr>
          <a:xfrm>
            <a:off x="5715003"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735A217C-9AA8-1B1D-363E-2A1B1E3E97C8}"/>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28" name="TextBox 27">
            <a:extLst>
              <a:ext uri="{FF2B5EF4-FFF2-40B4-BE49-F238E27FC236}">
                <a16:creationId xmlns:a16="http://schemas.microsoft.com/office/drawing/2014/main" id="{FE6BFE9B-063E-63FB-5A76-9E678C824345}"/>
              </a:ext>
            </a:extLst>
          </p:cNvPr>
          <p:cNvSpPr txBox="1"/>
          <p:nvPr/>
        </p:nvSpPr>
        <p:spPr>
          <a:xfrm>
            <a:off x="5715003"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5D643265-634E-335F-2C4F-56CFD7DE852B}"/>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E163049A-850F-A210-4843-8A90D6E6A9F3}"/>
              </a:ext>
            </a:extLst>
          </p:cNvPr>
          <p:cNvSpPr txBox="1"/>
          <p:nvPr/>
        </p:nvSpPr>
        <p:spPr>
          <a:xfrm>
            <a:off x="4715935" y="223122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90A0D0B8-5C2D-E81B-384C-769704E515F2}"/>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33" name="TextBox 32">
            <a:extLst>
              <a:ext uri="{FF2B5EF4-FFF2-40B4-BE49-F238E27FC236}">
                <a16:creationId xmlns:a16="http://schemas.microsoft.com/office/drawing/2014/main" id="{B54CE14E-B283-FB37-FCC0-F4A9717360E3}"/>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F2323AC0-599F-4BE4-D1DD-823E2E4F5959}"/>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31754E06-FE19-4C6F-A114-CCD0F193D053}"/>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010E5C67-D582-3490-F1F2-BC78B6857BDB}"/>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12F87059-A131-4A3C-4672-4736EF0D8213}"/>
              </a:ext>
            </a:extLst>
          </p:cNvPr>
          <p:cNvSpPr txBox="1"/>
          <p:nvPr/>
        </p:nvSpPr>
        <p:spPr>
          <a:xfrm>
            <a:off x="6152446" y="3406653"/>
            <a:ext cx="570089" cy="230832"/>
          </a:xfrm>
          <a:prstGeom prst="rect">
            <a:avLst/>
          </a:prstGeom>
          <a:noFill/>
        </p:spPr>
        <p:txBody>
          <a:bodyPr wrap="square" rtlCol="0">
            <a:spAutoFit/>
          </a:bodyPr>
          <a:lstStyle/>
          <a:p>
            <a:pPr algn="ctr"/>
            <a:r>
              <a:rPr lang="en-US" sz="900" dirty="0"/>
              <a:t>267</a:t>
            </a:r>
          </a:p>
        </p:txBody>
      </p:sp>
      <p:sp>
        <p:nvSpPr>
          <p:cNvPr id="16" name="TextBox 15">
            <a:extLst>
              <a:ext uri="{FF2B5EF4-FFF2-40B4-BE49-F238E27FC236}">
                <a16:creationId xmlns:a16="http://schemas.microsoft.com/office/drawing/2014/main" id="{8CA26CAF-D852-5EF9-B076-456DC4B1CE15}"/>
              </a:ext>
            </a:extLst>
          </p:cNvPr>
          <p:cNvSpPr txBox="1"/>
          <p:nvPr/>
        </p:nvSpPr>
        <p:spPr>
          <a:xfrm>
            <a:off x="6654802" y="3406653"/>
            <a:ext cx="570089" cy="230832"/>
          </a:xfrm>
          <a:prstGeom prst="rect">
            <a:avLst/>
          </a:prstGeom>
          <a:noFill/>
        </p:spPr>
        <p:txBody>
          <a:bodyPr wrap="square" rtlCol="0">
            <a:spAutoFit/>
          </a:bodyPr>
          <a:lstStyle/>
          <a:p>
            <a:pPr algn="ctr"/>
            <a:r>
              <a:rPr lang="en-US" sz="900" dirty="0"/>
              <a:t>267</a:t>
            </a:r>
          </a:p>
        </p:txBody>
      </p:sp>
      <p:sp>
        <p:nvSpPr>
          <p:cNvPr id="41" name="TextBox 40">
            <a:extLst>
              <a:ext uri="{FF2B5EF4-FFF2-40B4-BE49-F238E27FC236}">
                <a16:creationId xmlns:a16="http://schemas.microsoft.com/office/drawing/2014/main" id="{B70E03CB-8F83-22B7-1607-413A7DB22275}"/>
              </a:ext>
            </a:extLst>
          </p:cNvPr>
          <p:cNvSpPr txBox="1"/>
          <p:nvPr/>
        </p:nvSpPr>
        <p:spPr>
          <a:xfrm>
            <a:off x="7157158" y="3406653"/>
            <a:ext cx="570089" cy="230832"/>
          </a:xfrm>
          <a:prstGeom prst="rect">
            <a:avLst/>
          </a:prstGeom>
          <a:noFill/>
        </p:spPr>
        <p:txBody>
          <a:bodyPr wrap="square" rtlCol="0">
            <a:spAutoFit/>
          </a:bodyPr>
          <a:lstStyle/>
          <a:p>
            <a:pPr algn="ctr"/>
            <a:r>
              <a:rPr lang="en-US" sz="900" dirty="0"/>
              <a:t>267</a:t>
            </a:r>
          </a:p>
        </p:txBody>
      </p:sp>
      <p:sp>
        <p:nvSpPr>
          <p:cNvPr id="42" name="TextBox 41">
            <a:extLst>
              <a:ext uri="{FF2B5EF4-FFF2-40B4-BE49-F238E27FC236}">
                <a16:creationId xmlns:a16="http://schemas.microsoft.com/office/drawing/2014/main" id="{34824678-D19D-5443-3A1D-47C955007D78}"/>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F9E8B6D9-9E57-C5A2-766A-553EB2D68CA4}"/>
              </a:ext>
            </a:extLst>
          </p:cNvPr>
          <p:cNvSpPr txBox="1"/>
          <p:nvPr/>
        </p:nvSpPr>
        <p:spPr>
          <a:xfrm>
            <a:off x="3716867" y="323789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2615747C-6239-627F-1A26-5F5626255D31}"/>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FFA2A08B-81A1-1A38-FE0F-424AA155733E}"/>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E090D5C1-A4BD-F01D-9F4D-6118C799C276}"/>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1B1165FD-0B46-1361-BDCF-37ABDC205B61}"/>
              </a:ext>
            </a:extLst>
          </p:cNvPr>
          <p:cNvSpPr txBox="1"/>
          <p:nvPr/>
        </p:nvSpPr>
        <p:spPr>
          <a:xfrm>
            <a:off x="3716867" y="223122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808A64EA-7EFA-402E-2837-D124D05918B1}"/>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14" name="TextBox 13">
            <a:extLst>
              <a:ext uri="{FF2B5EF4-FFF2-40B4-BE49-F238E27FC236}">
                <a16:creationId xmlns:a16="http://schemas.microsoft.com/office/drawing/2014/main" id="{5C2BD07A-6598-8D8E-52EC-FADD926CA20B}"/>
              </a:ext>
            </a:extLst>
          </p:cNvPr>
          <p:cNvSpPr txBox="1"/>
          <p:nvPr/>
        </p:nvSpPr>
        <p:spPr>
          <a:xfrm>
            <a:off x="5215469"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8A554B03-4308-6BB0-F89D-0D8A63478CC2}"/>
              </a:ext>
            </a:extLst>
          </p:cNvPr>
          <p:cNvSpPr txBox="1"/>
          <p:nvPr/>
        </p:nvSpPr>
        <p:spPr>
          <a:xfrm>
            <a:off x="5215469" y="3741226"/>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E0085AD4-FE5F-CEAE-4538-C68477E0EE4D}"/>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46" name="TextBox 45">
            <a:extLst>
              <a:ext uri="{FF2B5EF4-FFF2-40B4-BE49-F238E27FC236}">
                <a16:creationId xmlns:a16="http://schemas.microsoft.com/office/drawing/2014/main" id="{204A3CB1-F686-CD3D-B21E-3BAB152A5C83}"/>
              </a:ext>
            </a:extLst>
          </p:cNvPr>
          <p:cNvSpPr txBox="1"/>
          <p:nvPr/>
        </p:nvSpPr>
        <p:spPr>
          <a:xfrm>
            <a:off x="6214537" y="374122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5DCD5B8B-679D-F80D-4BA7-6446D1F185BC}"/>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48" name="TextBox 47">
            <a:extLst>
              <a:ext uri="{FF2B5EF4-FFF2-40B4-BE49-F238E27FC236}">
                <a16:creationId xmlns:a16="http://schemas.microsoft.com/office/drawing/2014/main" id="{4038037A-E7D8-2C26-4019-EBF2505CB500}"/>
              </a:ext>
            </a:extLst>
          </p:cNvPr>
          <p:cNvSpPr txBox="1"/>
          <p:nvPr/>
        </p:nvSpPr>
        <p:spPr>
          <a:xfrm>
            <a:off x="6214537" y="4747898"/>
            <a:ext cx="462845" cy="584775"/>
          </a:xfrm>
          <a:prstGeom prst="rect">
            <a:avLst/>
          </a:prstGeom>
          <a:noFill/>
        </p:spPr>
        <p:txBody>
          <a:bodyPr wrap="square" rtlCol="0">
            <a:spAutoFit/>
          </a:bodyPr>
          <a:lstStyle/>
          <a:p>
            <a:pPr algn="ctr"/>
            <a:r>
              <a:rPr lang="en-US" sz="3200" dirty="0"/>
              <a:t>1</a:t>
            </a:r>
          </a:p>
        </p:txBody>
      </p:sp>
      <p:sp>
        <p:nvSpPr>
          <p:cNvPr id="49" name="TextBox 48">
            <a:extLst>
              <a:ext uri="{FF2B5EF4-FFF2-40B4-BE49-F238E27FC236}">
                <a16:creationId xmlns:a16="http://schemas.microsoft.com/office/drawing/2014/main" id="{86557CED-B98A-5A7B-7F51-07C1A34F71FE}"/>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
        <p:nvSpPr>
          <p:cNvPr id="50" name="TextBox 49">
            <a:extLst>
              <a:ext uri="{FF2B5EF4-FFF2-40B4-BE49-F238E27FC236}">
                <a16:creationId xmlns:a16="http://schemas.microsoft.com/office/drawing/2014/main" id="{8DF4EA8A-C241-6A48-77A7-871E6B9E9C01}"/>
              </a:ext>
            </a:extLst>
          </p:cNvPr>
          <p:cNvSpPr txBox="1"/>
          <p:nvPr/>
        </p:nvSpPr>
        <p:spPr>
          <a:xfrm>
            <a:off x="5215469" y="4747898"/>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6BFAD2D6-FAEA-FD01-5FCB-3550AC12AEB3}"/>
              </a:ext>
            </a:extLst>
          </p:cNvPr>
          <p:cNvSpPr txBox="1"/>
          <p:nvPr/>
        </p:nvSpPr>
        <p:spPr>
          <a:xfrm>
            <a:off x="4715935" y="323789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77D61DC3-BB67-B452-06E5-E4151C3A3722}"/>
              </a:ext>
            </a:extLst>
          </p:cNvPr>
          <p:cNvSpPr txBox="1"/>
          <p:nvPr/>
        </p:nvSpPr>
        <p:spPr>
          <a:xfrm>
            <a:off x="6214537" y="4244561"/>
            <a:ext cx="462845" cy="584775"/>
          </a:xfrm>
          <a:prstGeom prst="rect">
            <a:avLst/>
          </a:prstGeom>
          <a:noFill/>
        </p:spPr>
        <p:txBody>
          <a:bodyPr wrap="square" rtlCol="0">
            <a:spAutoFit/>
          </a:bodyPr>
          <a:lstStyle/>
          <a:p>
            <a:pPr algn="ctr"/>
            <a:r>
              <a:rPr lang="en-US" sz="3200" dirty="0"/>
              <a:t>4</a:t>
            </a:r>
          </a:p>
        </p:txBody>
      </p:sp>
      <p:sp>
        <p:nvSpPr>
          <p:cNvPr id="51" name="TextBox 50">
            <a:extLst>
              <a:ext uri="{FF2B5EF4-FFF2-40B4-BE49-F238E27FC236}">
                <a16:creationId xmlns:a16="http://schemas.microsoft.com/office/drawing/2014/main" id="{2DA301E1-47FE-1526-3802-CC5C2E0431BE}"/>
              </a:ext>
            </a:extLst>
          </p:cNvPr>
          <p:cNvSpPr txBox="1"/>
          <p:nvPr/>
        </p:nvSpPr>
        <p:spPr>
          <a:xfrm>
            <a:off x="5215469" y="3237891"/>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9EABFB8F-9630-A3F7-0E9C-3B62DC3EDD01}"/>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82CDA991-345C-E266-19E6-6295912BFEE1}"/>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F88D37FB-73BD-E687-C955-FDECE8161CB7}"/>
              </a:ext>
            </a:extLst>
          </p:cNvPr>
          <p:cNvSpPr txBox="1"/>
          <p:nvPr/>
        </p:nvSpPr>
        <p:spPr>
          <a:xfrm>
            <a:off x="5638801" y="3907597"/>
            <a:ext cx="570089" cy="230832"/>
          </a:xfrm>
          <a:prstGeom prst="rect">
            <a:avLst/>
          </a:prstGeom>
          <a:noFill/>
        </p:spPr>
        <p:txBody>
          <a:bodyPr wrap="square" rtlCol="0">
            <a:spAutoFit/>
          </a:bodyPr>
          <a:lstStyle/>
          <a:p>
            <a:pPr algn="ctr"/>
            <a:r>
              <a:rPr lang="en-US" sz="900" dirty="0"/>
              <a:t>79</a:t>
            </a:r>
          </a:p>
        </p:txBody>
      </p:sp>
      <p:sp>
        <p:nvSpPr>
          <p:cNvPr id="55" name="TextBox 54">
            <a:extLst>
              <a:ext uri="{FF2B5EF4-FFF2-40B4-BE49-F238E27FC236}">
                <a16:creationId xmlns:a16="http://schemas.microsoft.com/office/drawing/2014/main" id="{2B6E8C43-BF1C-9364-6339-25D4FC6508BC}"/>
              </a:ext>
            </a:extLst>
          </p:cNvPr>
          <p:cNvSpPr txBox="1"/>
          <p:nvPr/>
        </p:nvSpPr>
        <p:spPr>
          <a:xfrm>
            <a:off x="5650090" y="4909484"/>
            <a:ext cx="570089" cy="230832"/>
          </a:xfrm>
          <a:prstGeom prst="rect">
            <a:avLst/>
          </a:prstGeom>
          <a:noFill/>
        </p:spPr>
        <p:txBody>
          <a:bodyPr wrap="square" rtlCol="0">
            <a:spAutoFit/>
          </a:bodyPr>
          <a:lstStyle/>
          <a:p>
            <a:pPr algn="ctr"/>
            <a:r>
              <a:rPr lang="en-US" sz="900" dirty="0"/>
              <a:t>97</a:t>
            </a:r>
          </a:p>
        </p:txBody>
      </p:sp>
    </p:spTree>
    <p:extLst>
      <p:ext uri="{BB962C8B-B14F-4D97-AF65-F5344CB8AC3E}">
        <p14:creationId xmlns:p14="http://schemas.microsoft.com/office/powerpoint/2010/main" val="503418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CF071-02FB-CEBC-A864-A9197F09CD6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1E5619B-4B97-1038-BE8C-82A4B4DEC364}"/>
              </a:ext>
            </a:extLst>
          </p:cNvPr>
          <p:cNvSpPr>
            <a:spLocks noGrp="1"/>
          </p:cNvSpPr>
          <p:nvPr>
            <p:ph sz="half" idx="1"/>
          </p:nvPr>
        </p:nvSpPr>
        <p:spPr/>
        <p:txBody>
          <a:bodyPr>
            <a:normAutofit/>
          </a:bodyPr>
          <a:lstStyle/>
          <a:p>
            <a:r>
              <a:rPr lang="en-US" dirty="0"/>
              <a:t>The only combination that sums to 25.</a:t>
            </a:r>
          </a:p>
        </p:txBody>
      </p:sp>
      <p:pic>
        <p:nvPicPr>
          <p:cNvPr id="4" name="Picture 3" descr="A grid of sudoku puzzle&#10;&#10;Description automatically generated">
            <a:extLst>
              <a:ext uri="{FF2B5EF4-FFF2-40B4-BE49-F238E27FC236}">
                <a16:creationId xmlns:a16="http://schemas.microsoft.com/office/drawing/2014/main" id="{C59418D3-B28A-9F20-BE7D-197129874E9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9DB9E7F-DAB9-8A27-26FF-68A4FADC489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B702612-56D8-7763-D69A-ECA02FB1D4D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EBEBE8B-CD54-F936-EB2E-90D02178D6D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EBF220C5-C842-3ECD-BF3D-643E6EED9429}"/>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225853F3-9C6E-21EA-94A8-CF8D025E847D}"/>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8CC713CA-5ECB-50E5-203B-CAFEEAB3BA59}"/>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254200E9-E552-1149-A35F-E6F9333F02BA}"/>
              </a:ext>
            </a:extLst>
          </p:cNvPr>
          <p:cNvSpPr txBox="1"/>
          <p:nvPr/>
        </p:nvSpPr>
        <p:spPr>
          <a:xfrm>
            <a:off x="6214537" y="2231221"/>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240941A0-72B1-E8C2-15D7-F94676527D33}"/>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E45E2139-2D6A-9683-D3A2-5C72AE904DD3}"/>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67B37D59-0B8E-F140-E134-613C361273D6}"/>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4FD29DE6-66C8-53F5-B325-81050891B911}"/>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5EEC776A-E2A6-3DAF-2DBA-A1872821D2C0}"/>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C8F87B5B-E123-352B-19C4-2D04E33F2589}"/>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1F8D9203-6EDE-51E2-69FD-7B9AF82E055B}"/>
              </a:ext>
            </a:extLst>
          </p:cNvPr>
          <p:cNvSpPr txBox="1"/>
          <p:nvPr/>
        </p:nvSpPr>
        <p:spPr>
          <a:xfrm>
            <a:off x="5650090" y="1402877"/>
            <a:ext cx="570089" cy="230832"/>
          </a:xfrm>
          <a:prstGeom prst="rect">
            <a:avLst/>
          </a:prstGeom>
          <a:noFill/>
        </p:spPr>
        <p:txBody>
          <a:bodyPr wrap="square" rtlCol="0">
            <a:spAutoFit/>
          </a:bodyPr>
          <a:lstStyle/>
          <a:p>
            <a:pPr algn="ctr"/>
            <a:r>
              <a:rPr lang="en-US" sz="900" dirty="0"/>
              <a:t>23</a:t>
            </a:r>
          </a:p>
        </p:txBody>
      </p:sp>
      <p:sp>
        <p:nvSpPr>
          <p:cNvPr id="35" name="TextBox 34">
            <a:extLst>
              <a:ext uri="{FF2B5EF4-FFF2-40B4-BE49-F238E27FC236}">
                <a16:creationId xmlns:a16="http://schemas.microsoft.com/office/drawing/2014/main" id="{9C49236B-2887-9B73-98B2-B347EDA98EE1}"/>
              </a:ext>
            </a:extLst>
          </p:cNvPr>
          <p:cNvSpPr txBox="1"/>
          <p:nvPr/>
        </p:nvSpPr>
        <p:spPr>
          <a:xfrm>
            <a:off x="5650090" y="1903821"/>
            <a:ext cx="570089" cy="230832"/>
          </a:xfrm>
          <a:prstGeom prst="rect">
            <a:avLst/>
          </a:prstGeom>
          <a:noFill/>
        </p:spPr>
        <p:txBody>
          <a:bodyPr wrap="square" rtlCol="0">
            <a:spAutoFit/>
          </a:bodyPr>
          <a:lstStyle/>
          <a:p>
            <a:pPr algn="ctr"/>
            <a:r>
              <a:rPr lang="en-US" sz="900" dirty="0"/>
              <a:t>32</a:t>
            </a:r>
          </a:p>
        </p:txBody>
      </p:sp>
      <p:sp>
        <p:nvSpPr>
          <p:cNvPr id="36" name="TextBox 35">
            <a:extLst>
              <a:ext uri="{FF2B5EF4-FFF2-40B4-BE49-F238E27FC236}">
                <a16:creationId xmlns:a16="http://schemas.microsoft.com/office/drawing/2014/main" id="{11132BA5-15AA-5305-0A25-65AF344E2CDA}"/>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05273FFA-7C1A-EA7F-9DAE-07256809BE02}"/>
              </a:ext>
            </a:extLst>
          </p:cNvPr>
          <p:cNvSpPr txBox="1"/>
          <p:nvPr/>
        </p:nvSpPr>
        <p:spPr>
          <a:xfrm>
            <a:off x="5715003" y="2734556"/>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9FBFD10E-B21D-D22B-CED1-8928E2F6934A}"/>
              </a:ext>
            </a:extLst>
          </p:cNvPr>
          <p:cNvSpPr txBox="1"/>
          <p:nvPr/>
        </p:nvSpPr>
        <p:spPr>
          <a:xfrm>
            <a:off x="5715003"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32E57E38-07EC-73FF-09C7-2BF3B9A50487}"/>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28" name="TextBox 27">
            <a:extLst>
              <a:ext uri="{FF2B5EF4-FFF2-40B4-BE49-F238E27FC236}">
                <a16:creationId xmlns:a16="http://schemas.microsoft.com/office/drawing/2014/main" id="{DD8E2BEC-1FCB-8715-4D00-59BFA0BEB43B}"/>
              </a:ext>
            </a:extLst>
          </p:cNvPr>
          <p:cNvSpPr txBox="1"/>
          <p:nvPr/>
        </p:nvSpPr>
        <p:spPr>
          <a:xfrm>
            <a:off x="5715003"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83490D7D-0562-11EE-8178-A758837116B6}"/>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26357307-D820-5361-2387-BC415BA58376}"/>
              </a:ext>
            </a:extLst>
          </p:cNvPr>
          <p:cNvSpPr txBox="1"/>
          <p:nvPr/>
        </p:nvSpPr>
        <p:spPr>
          <a:xfrm>
            <a:off x="4715935" y="223122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844C0528-DF66-9885-00DA-1EBFE21B68E6}"/>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33" name="TextBox 32">
            <a:extLst>
              <a:ext uri="{FF2B5EF4-FFF2-40B4-BE49-F238E27FC236}">
                <a16:creationId xmlns:a16="http://schemas.microsoft.com/office/drawing/2014/main" id="{EED9A320-985B-5AF2-B6FD-CAAA3E55C447}"/>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9A04243B-80EF-5A45-5ED6-00C56573FD27}"/>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A582C47F-4F43-674F-3408-3B66595B5741}"/>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C1FB1041-1050-D4CB-EC8D-A0DB06C0C4EC}"/>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5D316D0F-2842-BF7A-F105-F0A04670CF18}"/>
              </a:ext>
            </a:extLst>
          </p:cNvPr>
          <p:cNvSpPr txBox="1"/>
          <p:nvPr/>
        </p:nvSpPr>
        <p:spPr>
          <a:xfrm>
            <a:off x="6654802" y="3406653"/>
            <a:ext cx="570089" cy="230832"/>
          </a:xfrm>
          <a:prstGeom prst="rect">
            <a:avLst/>
          </a:prstGeom>
          <a:noFill/>
        </p:spPr>
        <p:txBody>
          <a:bodyPr wrap="square" rtlCol="0">
            <a:spAutoFit/>
          </a:bodyPr>
          <a:lstStyle/>
          <a:p>
            <a:pPr algn="ctr"/>
            <a:r>
              <a:rPr lang="en-US" sz="900" dirty="0"/>
              <a:t>267</a:t>
            </a:r>
          </a:p>
        </p:txBody>
      </p:sp>
      <p:sp>
        <p:nvSpPr>
          <p:cNvPr id="41" name="TextBox 40">
            <a:extLst>
              <a:ext uri="{FF2B5EF4-FFF2-40B4-BE49-F238E27FC236}">
                <a16:creationId xmlns:a16="http://schemas.microsoft.com/office/drawing/2014/main" id="{955D3E16-A13A-854C-E52E-FF54B1B926AB}"/>
              </a:ext>
            </a:extLst>
          </p:cNvPr>
          <p:cNvSpPr txBox="1"/>
          <p:nvPr/>
        </p:nvSpPr>
        <p:spPr>
          <a:xfrm>
            <a:off x="7157158" y="3406653"/>
            <a:ext cx="570089" cy="230832"/>
          </a:xfrm>
          <a:prstGeom prst="rect">
            <a:avLst/>
          </a:prstGeom>
          <a:noFill/>
        </p:spPr>
        <p:txBody>
          <a:bodyPr wrap="square" rtlCol="0">
            <a:spAutoFit/>
          </a:bodyPr>
          <a:lstStyle/>
          <a:p>
            <a:pPr algn="ctr"/>
            <a:r>
              <a:rPr lang="en-US" sz="900" dirty="0"/>
              <a:t>267</a:t>
            </a:r>
          </a:p>
        </p:txBody>
      </p:sp>
      <p:sp>
        <p:nvSpPr>
          <p:cNvPr id="42" name="TextBox 41">
            <a:extLst>
              <a:ext uri="{FF2B5EF4-FFF2-40B4-BE49-F238E27FC236}">
                <a16:creationId xmlns:a16="http://schemas.microsoft.com/office/drawing/2014/main" id="{A2C70448-D0F7-8EF9-2F06-BEB38A9E0E4A}"/>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13490C48-5067-59EC-125D-68195C4ED4D7}"/>
              </a:ext>
            </a:extLst>
          </p:cNvPr>
          <p:cNvSpPr txBox="1"/>
          <p:nvPr/>
        </p:nvSpPr>
        <p:spPr>
          <a:xfrm>
            <a:off x="3716867" y="323789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B4164C22-9B24-60BA-0D2C-B9DD1FF37A07}"/>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3D6D3B98-6CA2-4C0D-42DE-74911E0047FD}"/>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14A4A10D-0743-148D-DDD0-6470681DCDFA}"/>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AF1DBDD2-A220-2F8A-F116-0BC7B2B59FE6}"/>
              </a:ext>
            </a:extLst>
          </p:cNvPr>
          <p:cNvSpPr txBox="1"/>
          <p:nvPr/>
        </p:nvSpPr>
        <p:spPr>
          <a:xfrm>
            <a:off x="3716867" y="223122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30262A4B-5689-BD46-1DC3-76C718956FEF}"/>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14" name="TextBox 13">
            <a:extLst>
              <a:ext uri="{FF2B5EF4-FFF2-40B4-BE49-F238E27FC236}">
                <a16:creationId xmlns:a16="http://schemas.microsoft.com/office/drawing/2014/main" id="{61D09D41-C332-E92B-CDFB-0A4289CA8CBC}"/>
              </a:ext>
            </a:extLst>
          </p:cNvPr>
          <p:cNvSpPr txBox="1"/>
          <p:nvPr/>
        </p:nvSpPr>
        <p:spPr>
          <a:xfrm>
            <a:off x="5215469"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C96D63B7-F1C3-F624-7CD6-E109D45DBB51}"/>
              </a:ext>
            </a:extLst>
          </p:cNvPr>
          <p:cNvSpPr txBox="1"/>
          <p:nvPr/>
        </p:nvSpPr>
        <p:spPr>
          <a:xfrm>
            <a:off x="5215469" y="3741226"/>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B7267296-0C9E-4ACF-EAB9-0E07EB78E223}"/>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46" name="TextBox 45">
            <a:extLst>
              <a:ext uri="{FF2B5EF4-FFF2-40B4-BE49-F238E27FC236}">
                <a16:creationId xmlns:a16="http://schemas.microsoft.com/office/drawing/2014/main" id="{C260CBCA-004A-EB9F-6E34-9677B7B17105}"/>
              </a:ext>
            </a:extLst>
          </p:cNvPr>
          <p:cNvSpPr txBox="1"/>
          <p:nvPr/>
        </p:nvSpPr>
        <p:spPr>
          <a:xfrm>
            <a:off x="6214537" y="374122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6762A968-7263-1E6B-FE3A-3B5E13005814}"/>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48" name="TextBox 47">
            <a:extLst>
              <a:ext uri="{FF2B5EF4-FFF2-40B4-BE49-F238E27FC236}">
                <a16:creationId xmlns:a16="http://schemas.microsoft.com/office/drawing/2014/main" id="{1FA8CEF8-12BE-77C4-2170-8CAC95A07B60}"/>
              </a:ext>
            </a:extLst>
          </p:cNvPr>
          <p:cNvSpPr txBox="1"/>
          <p:nvPr/>
        </p:nvSpPr>
        <p:spPr>
          <a:xfrm>
            <a:off x="6214537" y="4747898"/>
            <a:ext cx="462845" cy="584775"/>
          </a:xfrm>
          <a:prstGeom prst="rect">
            <a:avLst/>
          </a:prstGeom>
          <a:noFill/>
        </p:spPr>
        <p:txBody>
          <a:bodyPr wrap="square" rtlCol="0">
            <a:spAutoFit/>
          </a:bodyPr>
          <a:lstStyle/>
          <a:p>
            <a:pPr algn="ctr"/>
            <a:r>
              <a:rPr lang="en-US" sz="3200" dirty="0"/>
              <a:t>1</a:t>
            </a:r>
          </a:p>
        </p:txBody>
      </p:sp>
      <p:sp>
        <p:nvSpPr>
          <p:cNvPr id="49" name="TextBox 48">
            <a:extLst>
              <a:ext uri="{FF2B5EF4-FFF2-40B4-BE49-F238E27FC236}">
                <a16:creationId xmlns:a16="http://schemas.microsoft.com/office/drawing/2014/main" id="{768E5B01-3D99-879D-B50F-AE4BDE965299}"/>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
        <p:nvSpPr>
          <p:cNvPr id="50" name="TextBox 49">
            <a:extLst>
              <a:ext uri="{FF2B5EF4-FFF2-40B4-BE49-F238E27FC236}">
                <a16:creationId xmlns:a16="http://schemas.microsoft.com/office/drawing/2014/main" id="{19E9BFDC-B39B-E788-724F-68AB0597D715}"/>
              </a:ext>
            </a:extLst>
          </p:cNvPr>
          <p:cNvSpPr txBox="1"/>
          <p:nvPr/>
        </p:nvSpPr>
        <p:spPr>
          <a:xfrm>
            <a:off x="5215469" y="4747898"/>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9CAEBF6E-31A2-128C-ACA2-4479712E2BE7}"/>
              </a:ext>
            </a:extLst>
          </p:cNvPr>
          <p:cNvSpPr txBox="1"/>
          <p:nvPr/>
        </p:nvSpPr>
        <p:spPr>
          <a:xfrm>
            <a:off x="4715935" y="323789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6BC6CA3A-5F72-A48D-48C8-3704EE33E1B4}"/>
              </a:ext>
            </a:extLst>
          </p:cNvPr>
          <p:cNvSpPr txBox="1"/>
          <p:nvPr/>
        </p:nvSpPr>
        <p:spPr>
          <a:xfrm>
            <a:off x="6214537" y="4244561"/>
            <a:ext cx="462845" cy="584775"/>
          </a:xfrm>
          <a:prstGeom prst="rect">
            <a:avLst/>
          </a:prstGeom>
          <a:noFill/>
        </p:spPr>
        <p:txBody>
          <a:bodyPr wrap="square" rtlCol="0">
            <a:spAutoFit/>
          </a:bodyPr>
          <a:lstStyle/>
          <a:p>
            <a:pPr algn="ctr"/>
            <a:r>
              <a:rPr lang="en-US" sz="3200" dirty="0"/>
              <a:t>4</a:t>
            </a:r>
          </a:p>
        </p:txBody>
      </p:sp>
      <p:sp>
        <p:nvSpPr>
          <p:cNvPr id="51" name="TextBox 50">
            <a:extLst>
              <a:ext uri="{FF2B5EF4-FFF2-40B4-BE49-F238E27FC236}">
                <a16:creationId xmlns:a16="http://schemas.microsoft.com/office/drawing/2014/main" id="{282CFCA5-8DDA-1B26-6B35-6F4605D1EDCC}"/>
              </a:ext>
            </a:extLst>
          </p:cNvPr>
          <p:cNvSpPr txBox="1"/>
          <p:nvPr/>
        </p:nvSpPr>
        <p:spPr>
          <a:xfrm>
            <a:off x="5215469" y="3237891"/>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13DCC50B-EF26-73C8-FB98-A2D21F0EB006}"/>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0FBD7B9A-0108-61B3-B3B4-1817733BCC6E}"/>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1F6EAA44-709E-830A-68DA-827960A267C3}"/>
              </a:ext>
            </a:extLst>
          </p:cNvPr>
          <p:cNvSpPr txBox="1"/>
          <p:nvPr/>
        </p:nvSpPr>
        <p:spPr>
          <a:xfrm>
            <a:off x="5650090" y="4909484"/>
            <a:ext cx="570089" cy="230832"/>
          </a:xfrm>
          <a:prstGeom prst="rect">
            <a:avLst/>
          </a:prstGeom>
          <a:noFill/>
        </p:spPr>
        <p:txBody>
          <a:bodyPr wrap="square" rtlCol="0">
            <a:spAutoFit/>
          </a:bodyPr>
          <a:lstStyle/>
          <a:p>
            <a:pPr algn="ctr"/>
            <a:r>
              <a:rPr lang="en-US" sz="900" dirty="0"/>
              <a:t>97</a:t>
            </a:r>
          </a:p>
        </p:txBody>
      </p:sp>
      <p:sp>
        <p:nvSpPr>
          <p:cNvPr id="56" name="TextBox 55">
            <a:extLst>
              <a:ext uri="{FF2B5EF4-FFF2-40B4-BE49-F238E27FC236}">
                <a16:creationId xmlns:a16="http://schemas.microsoft.com/office/drawing/2014/main" id="{DBA9D426-5807-ECE7-5DB0-C8C050A08DDA}"/>
              </a:ext>
            </a:extLst>
          </p:cNvPr>
          <p:cNvSpPr txBox="1"/>
          <p:nvPr/>
        </p:nvSpPr>
        <p:spPr>
          <a:xfrm>
            <a:off x="6214537" y="3237891"/>
            <a:ext cx="462845" cy="584775"/>
          </a:xfrm>
          <a:prstGeom prst="rect">
            <a:avLst/>
          </a:prstGeom>
          <a:noFill/>
        </p:spPr>
        <p:txBody>
          <a:bodyPr wrap="square" rtlCol="0">
            <a:spAutoFit/>
          </a:bodyPr>
          <a:lstStyle/>
          <a:p>
            <a:pPr algn="ctr"/>
            <a:r>
              <a:rPr lang="en-US" sz="3200" dirty="0"/>
              <a:t>2</a:t>
            </a:r>
          </a:p>
        </p:txBody>
      </p:sp>
      <p:sp>
        <p:nvSpPr>
          <p:cNvPr id="57" name="TextBox 56">
            <a:extLst>
              <a:ext uri="{FF2B5EF4-FFF2-40B4-BE49-F238E27FC236}">
                <a16:creationId xmlns:a16="http://schemas.microsoft.com/office/drawing/2014/main" id="{E47CDA95-6D6A-56B0-72F2-F0843165F005}"/>
              </a:ext>
            </a:extLst>
          </p:cNvPr>
          <p:cNvSpPr txBox="1"/>
          <p:nvPr/>
        </p:nvSpPr>
        <p:spPr>
          <a:xfrm>
            <a:off x="5715003" y="374122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12050961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1AD02-599D-5454-AC4F-70AA9E93EF7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A6914A7-244D-A1C5-9FB6-4B78BB99DF9D}"/>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AB742AE5-0B52-51F4-04E9-64C90BB3C6A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B9FC4C9-C67E-9B80-DE5F-5D630A43C88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4B74929-60B2-5901-93D3-371D97E12C2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B22114A-55AE-5679-1D14-90BDC18651B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1309AB9-9E78-98FC-C4CD-DA68CAC87A09}"/>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CD1AAE15-C137-3C24-2AC3-7FF560290607}"/>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57F0420A-7131-5281-F741-032D0A0808FF}"/>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0358783B-B677-256A-3233-95273D97B436}"/>
              </a:ext>
            </a:extLst>
          </p:cNvPr>
          <p:cNvSpPr txBox="1"/>
          <p:nvPr/>
        </p:nvSpPr>
        <p:spPr>
          <a:xfrm>
            <a:off x="6214537" y="2231221"/>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0D705BAE-5A26-EFC8-2431-C48EC7433214}"/>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FDA6743A-733B-77D0-A013-BE139BA98FB7}"/>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D2AC7EAF-6DA5-604C-1B57-B7A6AD1BF1B2}"/>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8480918E-F267-5FE5-7D81-BD7567886EF6}"/>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96759C93-2718-6F20-32B5-1EFF6DFDE8A2}"/>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2D7FE635-F609-0691-9737-D4CF0AA2079E}"/>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1E7E2332-2E7B-9225-B8FA-62DD3BD2CC90}"/>
              </a:ext>
            </a:extLst>
          </p:cNvPr>
          <p:cNvSpPr txBox="1"/>
          <p:nvPr/>
        </p:nvSpPr>
        <p:spPr>
          <a:xfrm>
            <a:off x="5650090" y="1402877"/>
            <a:ext cx="570089" cy="230832"/>
          </a:xfrm>
          <a:prstGeom prst="rect">
            <a:avLst/>
          </a:prstGeom>
          <a:noFill/>
        </p:spPr>
        <p:txBody>
          <a:bodyPr wrap="square" rtlCol="0">
            <a:spAutoFit/>
          </a:bodyPr>
          <a:lstStyle/>
          <a:p>
            <a:pPr algn="ctr"/>
            <a:r>
              <a:rPr lang="en-US" sz="900" dirty="0"/>
              <a:t>23</a:t>
            </a:r>
          </a:p>
        </p:txBody>
      </p:sp>
      <p:sp>
        <p:nvSpPr>
          <p:cNvPr id="35" name="TextBox 34">
            <a:extLst>
              <a:ext uri="{FF2B5EF4-FFF2-40B4-BE49-F238E27FC236}">
                <a16:creationId xmlns:a16="http://schemas.microsoft.com/office/drawing/2014/main" id="{0732E774-492C-BDEB-9BEE-4C902853764A}"/>
              </a:ext>
            </a:extLst>
          </p:cNvPr>
          <p:cNvSpPr txBox="1"/>
          <p:nvPr/>
        </p:nvSpPr>
        <p:spPr>
          <a:xfrm>
            <a:off x="5650090" y="1903821"/>
            <a:ext cx="570089" cy="230832"/>
          </a:xfrm>
          <a:prstGeom prst="rect">
            <a:avLst/>
          </a:prstGeom>
          <a:noFill/>
        </p:spPr>
        <p:txBody>
          <a:bodyPr wrap="square" rtlCol="0">
            <a:spAutoFit/>
          </a:bodyPr>
          <a:lstStyle/>
          <a:p>
            <a:pPr algn="ctr"/>
            <a:r>
              <a:rPr lang="en-US" sz="900" dirty="0"/>
              <a:t>32</a:t>
            </a:r>
          </a:p>
        </p:txBody>
      </p:sp>
      <p:sp>
        <p:nvSpPr>
          <p:cNvPr id="36" name="TextBox 35">
            <a:extLst>
              <a:ext uri="{FF2B5EF4-FFF2-40B4-BE49-F238E27FC236}">
                <a16:creationId xmlns:a16="http://schemas.microsoft.com/office/drawing/2014/main" id="{6F219599-9119-7833-24E9-B18A2E85AFF8}"/>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F5F69325-F5FE-9A90-1832-B6CDDE7F0F4B}"/>
              </a:ext>
            </a:extLst>
          </p:cNvPr>
          <p:cNvSpPr txBox="1"/>
          <p:nvPr/>
        </p:nvSpPr>
        <p:spPr>
          <a:xfrm>
            <a:off x="5715003" y="2734556"/>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ACD4995C-9427-C654-BF3B-7F6CF29446EE}"/>
              </a:ext>
            </a:extLst>
          </p:cNvPr>
          <p:cNvSpPr txBox="1"/>
          <p:nvPr/>
        </p:nvSpPr>
        <p:spPr>
          <a:xfrm>
            <a:off x="5715003"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2A74E17C-EB03-E885-1892-01DA01E59D76}"/>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28" name="TextBox 27">
            <a:extLst>
              <a:ext uri="{FF2B5EF4-FFF2-40B4-BE49-F238E27FC236}">
                <a16:creationId xmlns:a16="http://schemas.microsoft.com/office/drawing/2014/main" id="{74D8BC91-3EC1-3198-F593-E74C02EBE4D2}"/>
              </a:ext>
            </a:extLst>
          </p:cNvPr>
          <p:cNvSpPr txBox="1"/>
          <p:nvPr/>
        </p:nvSpPr>
        <p:spPr>
          <a:xfrm>
            <a:off x="5715003"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6E612EDA-D0C2-AECA-B9C9-79E8CCD4F03F}"/>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65C8060D-55CD-6F89-AB3A-EF38056FAFAD}"/>
              </a:ext>
            </a:extLst>
          </p:cNvPr>
          <p:cNvSpPr txBox="1"/>
          <p:nvPr/>
        </p:nvSpPr>
        <p:spPr>
          <a:xfrm>
            <a:off x="4715935" y="223122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88E19296-2EB6-CB46-9EB5-C3A4A8FBEF37}"/>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33" name="TextBox 32">
            <a:extLst>
              <a:ext uri="{FF2B5EF4-FFF2-40B4-BE49-F238E27FC236}">
                <a16:creationId xmlns:a16="http://schemas.microsoft.com/office/drawing/2014/main" id="{EE752C4A-FA5E-2AF5-3D83-241F81CA03FF}"/>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00A9CE66-E6EB-31CD-8D08-D9661262B80A}"/>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90829CFB-8956-3499-BD53-BB9987066E57}"/>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A84965BC-4C54-E502-6546-AFAE96A4AA9D}"/>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1CC929A6-6396-AB8F-C46F-AB3AF3982BF8}"/>
              </a:ext>
            </a:extLst>
          </p:cNvPr>
          <p:cNvSpPr txBox="1"/>
          <p:nvPr/>
        </p:nvSpPr>
        <p:spPr>
          <a:xfrm>
            <a:off x="6654802" y="3406653"/>
            <a:ext cx="570089" cy="230832"/>
          </a:xfrm>
          <a:prstGeom prst="rect">
            <a:avLst/>
          </a:prstGeom>
          <a:noFill/>
        </p:spPr>
        <p:txBody>
          <a:bodyPr wrap="square" rtlCol="0">
            <a:spAutoFit/>
          </a:bodyPr>
          <a:lstStyle/>
          <a:p>
            <a:pPr algn="ctr"/>
            <a:r>
              <a:rPr lang="en-US" sz="900" dirty="0"/>
              <a:t>67</a:t>
            </a:r>
          </a:p>
        </p:txBody>
      </p:sp>
      <p:sp>
        <p:nvSpPr>
          <p:cNvPr id="41" name="TextBox 40">
            <a:extLst>
              <a:ext uri="{FF2B5EF4-FFF2-40B4-BE49-F238E27FC236}">
                <a16:creationId xmlns:a16="http://schemas.microsoft.com/office/drawing/2014/main" id="{FCC228B9-A6E8-0CFA-5135-5D870FC89662}"/>
              </a:ext>
            </a:extLst>
          </p:cNvPr>
          <p:cNvSpPr txBox="1"/>
          <p:nvPr/>
        </p:nvSpPr>
        <p:spPr>
          <a:xfrm>
            <a:off x="7157158" y="3406653"/>
            <a:ext cx="570089" cy="230832"/>
          </a:xfrm>
          <a:prstGeom prst="rect">
            <a:avLst/>
          </a:prstGeom>
          <a:noFill/>
        </p:spPr>
        <p:txBody>
          <a:bodyPr wrap="square" rtlCol="0">
            <a:spAutoFit/>
          </a:bodyPr>
          <a:lstStyle/>
          <a:p>
            <a:pPr algn="ctr"/>
            <a:r>
              <a:rPr lang="en-US" sz="900" dirty="0"/>
              <a:t>76</a:t>
            </a:r>
          </a:p>
        </p:txBody>
      </p:sp>
      <p:sp>
        <p:nvSpPr>
          <p:cNvPr id="42" name="TextBox 41">
            <a:extLst>
              <a:ext uri="{FF2B5EF4-FFF2-40B4-BE49-F238E27FC236}">
                <a16:creationId xmlns:a16="http://schemas.microsoft.com/office/drawing/2014/main" id="{A5573D97-7CCC-4872-E6C8-DB5DEC0D75B2}"/>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E85A8E64-6728-9E60-71DE-EADD674B28B8}"/>
              </a:ext>
            </a:extLst>
          </p:cNvPr>
          <p:cNvSpPr txBox="1"/>
          <p:nvPr/>
        </p:nvSpPr>
        <p:spPr>
          <a:xfrm>
            <a:off x="3716867" y="323789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408FB6AA-97D0-DB15-6793-2685EEAA03FB}"/>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68364529-3DE5-299C-6230-FADED0DA3C38}"/>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752643A5-0831-3B3F-D73D-C6EE3E2BAD81}"/>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2A585DCD-19D6-8BF4-4962-6EC11A43B6E4}"/>
              </a:ext>
            </a:extLst>
          </p:cNvPr>
          <p:cNvSpPr txBox="1"/>
          <p:nvPr/>
        </p:nvSpPr>
        <p:spPr>
          <a:xfrm>
            <a:off x="3716867" y="223122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C4A2A90E-E38B-862F-8649-B994E4752F9D}"/>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14" name="TextBox 13">
            <a:extLst>
              <a:ext uri="{FF2B5EF4-FFF2-40B4-BE49-F238E27FC236}">
                <a16:creationId xmlns:a16="http://schemas.microsoft.com/office/drawing/2014/main" id="{76647E55-2B38-772A-CCF5-B4D4F61518EB}"/>
              </a:ext>
            </a:extLst>
          </p:cNvPr>
          <p:cNvSpPr txBox="1"/>
          <p:nvPr/>
        </p:nvSpPr>
        <p:spPr>
          <a:xfrm>
            <a:off x="5215469"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8CEEE5C1-55D4-7A75-6841-0F54FA5FA5F2}"/>
              </a:ext>
            </a:extLst>
          </p:cNvPr>
          <p:cNvSpPr txBox="1"/>
          <p:nvPr/>
        </p:nvSpPr>
        <p:spPr>
          <a:xfrm>
            <a:off x="5215469" y="3741226"/>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52CF3C59-4E3D-24B7-C7C6-50291517A297}"/>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46" name="TextBox 45">
            <a:extLst>
              <a:ext uri="{FF2B5EF4-FFF2-40B4-BE49-F238E27FC236}">
                <a16:creationId xmlns:a16="http://schemas.microsoft.com/office/drawing/2014/main" id="{4634F268-CFE7-27E5-9485-0937696D98BA}"/>
              </a:ext>
            </a:extLst>
          </p:cNvPr>
          <p:cNvSpPr txBox="1"/>
          <p:nvPr/>
        </p:nvSpPr>
        <p:spPr>
          <a:xfrm>
            <a:off x="6214537" y="374122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DCB4200B-C419-D4A6-B767-FF324D2187D6}"/>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48" name="TextBox 47">
            <a:extLst>
              <a:ext uri="{FF2B5EF4-FFF2-40B4-BE49-F238E27FC236}">
                <a16:creationId xmlns:a16="http://schemas.microsoft.com/office/drawing/2014/main" id="{78BC1DFC-0A94-B256-2527-06FF3DC9D6F8}"/>
              </a:ext>
            </a:extLst>
          </p:cNvPr>
          <p:cNvSpPr txBox="1"/>
          <p:nvPr/>
        </p:nvSpPr>
        <p:spPr>
          <a:xfrm>
            <a:off x="6214537" y="4747898"/>
            <a:ext cx="462845" cy="584775"/>
          </a:xfrm>
          <a:prstGeom prst="rect">
            <a:avLst/>
          </a:prstGeom>
          <a:noFill/>
        </p:spPr>
        <p:txBody>
          <a:bodyPr wrap="square" rtlCol="0">
            <a:spAutoFit/>
          </a:bodyPr>
          <a:lstStyle/>
          <a:p>
            <a:pPr algn="ctr"/>
            <a:r>
              <a:rPr lang="en-US" sz="3200" dirty="0"/>
              <a:t>1</a:t>
            </a:r>
          </a:p>
        </p:txBody>
      </p:sp>
      <p:sp>
        <p:nvSpPr>
          <p:cNvPr id="49" name="TextBox 48">
            <a:extLst>
              <a:ext uri="{FF2B5EF4-FFF2-40B4-BE49-F238E27FC236}">
                <a16:creationId xmlns:a16="http://schemas.microsoft.com/office/drawing/2014/main" id="{58587B14-9F21-B0C4-A86B-9F989DA49651}"/>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
        <p:nvSpPr>
          <p:cNvPr id="50" name="TextBox 49">
            <a:extLst>
              <a:ext uri="{FF2B5EF4-FFF2-40B4-BE49-F238E27FC236}">
                <a16:creationId xmlns:a16="http://schemas.microsoft.com/office/drawing/2014/main" id="{03FD60B3-ABA8-AFF4-5AB8-156E565A72AF}"/>
              </a:ext>
            </a:extLst>
          </p:cNvPr>
          <p:cNvSpPr txBox="1"/>
          <p:nvPr/>
        </p:nvSpPr>
        <p:spPr>
          <a:xfrm>
            <a:off x="5215469" y="4747898"/>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F4C4059B-DBD6-F35E-2AB0-47D24F442550}"/>
              </a:ext>
            </a:extLst>
          </p:cNvPr>
          <p:cNvSpPr txBox="1"/>
          <p:nvPr/>
        </p:nvSpPr>
        <p:spPr>
          <a:xfrm>
            <a:off x="4715935" y="323789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BE42BCDE-77A1-8275-5B71-36CBCCEA26E6}"/>
              </a:ext>
            </a:extLst>
          </p:cNvPr>
          <p:cNvSpPr txBox="1"/>
          <p:nvPr/>
        </p:nvSpPr>
        <p:spPr>
          <a:xfrm>
            <a:off x="6214537" y="4244561"/>
            <a:ext cx="462845" cy="584775"/>
          </a:xfrm>
          <a:prstGeom prst="rect">
            <a:avLst/>
          </a:prstGeom>
          <a:noFill/>
        </p:spPr>
        <p:txBody>
          <a:bodyPr wrap="square" rtlCol="0">
            <a:spAutoFit/>
          </a:bodyPr>
          <a:lstStyle/>
          <a:p>
            <a:pPr algn="ctr"/>
            <a:r>
              <a:rPr lang="en-US" sz="3200" dirty="0"/>
              <a:t>4</a:t>
            </a:r>
          </a:p>
        </p:txBody>
      </p:sp>
      <p:sp>
        <p:nvSpPr>
          <p:cNvPr id="51" name="TextBox 50">
            <a:extLst>
              <a:ext uri="{FF2B5EF4-FFF2-40B4-BE49-F238E27FC236}">
                <a16:creationId xmlns:a16="http://schemas.microsoft.com/office/drawing/2014/main" id="{46A5E81C-7BF9-300E-77FE-3847CC7B0E3E}"/>
              </a:ext>
            </a:extLst>
          </p:cNvPr>
          <p:cNvSpPr txBox="1"/>
          <p:nvPr/>
        </p:nvSpPr>
        <p:spPr>
          <a:xfrm>
            <a:off x="5215469" y="3237891"/>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B9755367-A43F-5CBB-70A1-E8329EECB6B6}"/>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A9321343-9266-FBC9-C404-0F0AF6345758}"/>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56" name="TextBox 55">
            <a:extLst>
              <a:ext uri="{FF2B5EF4-FFF2-40B4-BE49-F238E27FC236}">
                <a16:creationId xmlns:a16="http://schemas.microsoft.com/office/drawing/2014/main" id="{78C09E10-93AF-10E5-E575-5DBA8DBD0A30}"/>
              </a:ext>
            </a:extLst>
          </p:cNvPr>
          <p:cNvSpPr txBox="1"/>
          <p:nvPr/>
        </p:nvSpPr>
        <p:spPr>
          <a:xfrm>
            <a:off x="6214537" y="3237891"/>
            <a:ext cx="462845" cy="584775"/>
          </a:xfrm>
          <a:prstGeom prst="rect">
            <a:avLst/>
          </a:prstGeom>
          <a:noFill/>
        </p:spPr>
        <p:txBody>
          <a:bodyPr wrap="square" rtlCol="0">
            <a:spAutoFit/>
          </a:bodyPr>
          <a:lstStyle/>
          <a:p>
            <a:pPr algn="ctr"/>
            <a:r>
              <a:rPr lang="en-US" sz="3200" dirty="0"/>
              <a:t>2</a:t>
            </a:r>
          </a:p>
        </p:txBody>
      </p:sp>
      <p:sp>
        <p:nvSpPr>
          <p:cNvPr id="57" name="TextBox 56">
            <a:extLst>
              <a:ext uri="{FF2B5EF4-FFF2-40B4-BE49-F238E27FC236}">
                <a16:creationId xmlns:a16="http://schemas.microsoft.com/office/drawing/2014/main" id="{D3A92806-585B-443E-1F9C-0769F1FD4C4D}"/>
              </a:ext>
            </a:extLst>
          </p:cNvPr>
          <p:cNvSpPr txBox="1"/>
          <p:nvPr/>
        </p:nvSpPr>
        <p:spPr>
          <a:xfrm>
            <a:off x="5715003" y="3741226"/>
            <a:ext cx="462845" cy="584775"/>
          </a:xfrm>
          <a:prstGeom prst="rect">
            <a:avLst/>
          </a:prstGeom>
          <a:noFill/>
        </p:spPr>
        <p:txBody>
          <a:bodyPr wrap="square" rtlCol="0">
            <a:spAutoFit/>
          </a:bodyPr>
          <a:lstStyle/>
          <a:p>
            <a:pPr algn="ctr"/>
            <a:r>
              <a:rPr lang="en-US" sz="3200" dirty="0"/>
              <a:t>7</a:t>
            </a:r>
          </a:p>
        </p:txBody>
      </p:sp>
      <p:sp>
        <p:nvSpPr>
          <p:cNvPr id="12" name="TextBox 11">
            <a:extLst>
              <a:ext uri="{FF2B5EF4-FFF2-40B4-BE49-F238E27FC236}">
                <a16:creationId xmlns:a16="http://schemas.microsoft.com/office/drawing/2014/main" id="{E7E5EDCE-6426-8F8E-875A-86A2B04CDBAF}"/>
              </a:ext>
            </a:extLst>
          </p:cNvPr>
          <p:cNvSpPr txBox="1"/>
          <p:nvPr/>
        </p:nvSpPr>
        <p:spPr>
          <a:xfrm>
            <a:off x="5715003" y="4747898"/>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40527755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777D5-B7DB-9B0C-2BBE-CDF70BB0A9B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13C819B-B357-6B9D-2C12-78A5B2021175}"/>
              </a:ext>
            </a:extLst>
          </p:cNvPr>
          <p:cNvSpPr>
            <a:spLocks noGrp="1"/>
          </p:cNvSpPr>
          <p:nvPr>
            <p:ph sz="half" idx="1"/>
          </p:nvPr>
        </p:nvSpPr>
        <p:spPr/>
        <p:txBody>
          <a:bodyPr>
            <a:normAutofit lnSpcReduction="10000"/>
          </a:bodyPr>
          <a:lstStyle/>
          <a:p>
            <a:r>
              <a:rPr lang="en-US" dirty="0"/>
              <a:t>Remaining 38 in lower center block fits in only one way.</a:t>
            </a:r>
          </a:p>
          <a:p>
            <a:r>
              <a:rPr lang="en-US" dirty="0"/>
              <a:t>Then, last possible 8 in lower left block.</a:t>
            </a:r>
          </a:p>
          <a:p>
            <a:r>
              <a:rPr lang="en-US" dirty="0"/>
              <a:t>Then, complete Column 4.</a:t>
            </a:r>
          </a:p>
          <a:p>
            <a:endParaRPr lang="en-US" dirty="0"/>
          </a:p>
        </p:txBody>
      </p:sp>
      <p:pic>
        <p:nvPicPr>
          <p:cNvPr id="4" name="Picture 3" descr="A grid of sudoku puzzle&#10;&#10;Description automatically generated">
            <a:extLst>
              <a:ext uri="{FF2B5EF4-FFF2-40B4-BE49-F238E27FC236}">
                <a16:creationId xmlns:a16="http://schemas.microsoft.com/office/drawing/2014/main" id="{E2B2CA06-A149-B427-A490-C2ADB90BBDC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AC71996-836C-1DFA-A304-D6CECD0CB70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D95F5D6-4A0B-F556-C31D-1278C7D9725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339AEB1-BE51-13D7-7824-66B38690BE0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E03139B5-6A7A-4C23-C88C-036C54ADCC5F}"/>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E5E5924A-FBCE-C77F-29D9-3F1FF7CCC225}"/>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F6B02358-EA52-7526-9D64-E4F9F938E7CC}"/>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C4CC12AA-E16E-31AA-CC58-13169B9289C6}"/>
              </a:ext>
            </a:extLst>
          </p:cNvPr>
          <p:cNvSpPr txBox="1"/>
          <p:nvPr/>
        </p:nvSpPr>
        <p:spPr>
          <a:xfrm>
            <a:off x="6214537" y="2231221"/>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BC1DE150-875F-1E76-5BD3-0141129747B6}"/>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A8CAEAFE-D16B-447E-B9B7-AE2F9CE512EC}"/>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23C72FF5-83F1-684E-E679-72A301D2F54D}"/>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EB45FEDB-23E3-5C67-08DA-4818785800D5}"/>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C2D9CDD1-D3A4-9963-A3E0-6C472CEC45D5}"/>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33809AA5-0B63-D3B7-9C78-0E5D3D355A90}"/>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1F672B74-06B0-48D5-CD83-842812D4CAD8}"/>
              </a:ext>
            </a:extLst>
          </p:cNvPr>
          <p:cNvSpPr txBox="1"/>
          <p:nvPr/>
        </p:nvSpPr>
        <p:spPr>
          <a:xfrm>
            <a:off x="5650090" y="1402877"/>
            <a:ext cx="570089" cy="230832"/>
          </a:xfrm>
          <a:prstGeom prst="rect">
            <a:avLst/>
          </a:prstGeom>
          <a:noFill/>
        </p:spPr>
        <p:txBody>
          <a:bodyPr wrap="square" rtlCol="0">
            <a:spAutoFit/>
          </a:bodyPr>
          <a:lstStyle/>
          <a:p>
            <a:pPr algn="ctr"/>
            <a:r>
              <a:rPr lang="en-US" sz="900" dirty="0"/>
              <a:t>23</a:t>
            </a:r>
          </a:p>
        </p:txBody>
      </p:sp>
      <p:sp>
        <p:nvSpPr>
          <p:cNvPr id="35" name="TextBox 34">
            <a:extLst>
              <a:ext uri="{FF2B5EF4-FFF2-40B4-BE49-F238E27FC236}">
                <a16:creationId xmlns:a16="http://schemas.microsoft.com/office/drawing/2014/main" id="{20A1BFFB-0322-732E-8DE8-F3C2D42715B3}"/>
              </a:ext>
            </a:extLst>
          </p:cNvPr>
          <p:cNvSpPr txBox="1"/>
          <p:nvPr/>
        </p:nvSpPr>
        <p:spPr>
          <a:xfrm>
            <a:off x="5650090" y="1903821"/>
            <a:ext cx="570089" cy="230832"/>
          </a:xfrm>
          <a:prstGeom prst="rect">
            <a:avLst/>
          </a:prstGeom>
          <a:noFill/>
        </p:spPr>
        <p:txBody>
          <a:bodyPr wrap="square" rtlCol="0">
            <a:spAutoFit/>
          </a:bodyPr>
          <a:lstStyle/>
          <a:p>
            <a:pPr algn="ctr"/>
            <a:r>
              <a:rPr lang="en-US" sz="900" dirty="0"/>
              <a:t>32</a:t>
            </a:r>
          </a:p>
        </p:txBody>
      </p:sp>
      <p:sp>
        <p:nvSpPr>
          <p:cNvPr id="36" name="TextBox 35">
            <a:extLst>
              <a:ext uri="{FF2B5EF4-FFF2-40B4-BE49-F238E27FC236}">
                <a16:creationId xmlns:a16="http://schemas.microsoft.com/office/drawing/2014/main" id="{0089C0AC-589E-93E8-4811-CA684A58830A}"/>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7959065E-08D3-7958-3AC9-8DFC21039EF6}"/>
              </a:ext>
            </a:extLst>
          </p:cNvPr>
          <p:cNvSpPr txBox="1"/>
          <p:nvPr/>
        </p:nvSpPr>
        <p:spPr>
          <a:xfrm>
            <a:off x="5715003" y="2734556"/>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9B8F4F7D-64B3-7A7D-71DE-52D04A0D0C08}"/>
              </a:ext>
            </a:extLst>
          </p:cNvPr>
          <p:cNvSpPr txBox="1"/>
          <p:nvPr/>
        </p:nvSpPr>
        <p:spPr>
          <a:xfrm>
            <a:off x="5715003"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F32C8F7A-9AED-61FF-CB03-CE2FBBB799B1}"/>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28" name="TextBox 27">
            <a:extLst>
              <a:ext uri="{FF2B5EF4-FFF2-40B4-BE49-F238E27FC236}">
                <a16:creationId xmlns:a16="http://schemas.microsoft.com/office/drawing/2014/main" id="{A87240C7-1099-BC08-D2C0-2D7F9195655D}"/>
              </a:ext>
            </a:extLst>
          </p:cNvPr>
          <p:cNvSpPr txBox="1"/>
          <p:nvPr/>
        </p:nvSpPr>
        <p:spPr>
          <a:xfrm>
            <a:off x="5715003"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029E29E6-615A-1143-F440-B43565AE75FF}"/>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FA666D27-A1F5-AA21-CFA8-D7835EB27056}"/>
              </a:ext>
            </a:extLst>
          </p:cNvPr>
          <p:cNvSpPr txBox="1"/>
          <p:nvPr/>
        </p:nvSpPr>
        <p:spPr>
          <a:xfrm>
            <a:off x="4715935" y="223122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B2DDFC14-5F61-A295-E5B7-70732F052FB2}"/>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33" name="TextBox 32">
            <a:extLst>
              <a:ext uri="{FF2B5EF4-FFF2-40B4-BE49-F238E27FC236}">
                <a16:creationId xmlns:a16="http://schemas.microsoft.com/office/drawing/2014/main" id="{AF53E5E9-F37A-D0F8-8770-D4C9DEBFC625}"/>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8474855A-17BF-8C62-CE9A-809A1D62ED87}"/>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C19BC0D4-A2CE-B6C0-A970-38D22D9FEA90}"/>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A02EFB8F-1C19-DFDF-0006-D57E3DACA569}"/>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AB7B1D67-DFB6-D00E-F975-0C99A9CEB051}"/>
              </a:ext>
            </a:extLst>
          </p:cNvPr>
          <p:cNvSpPr txBox="1"/>
          <p:nvPr/>
        </p:nvSpPr>
        <p:spPr>
          <a:xfrm>
            <a:off x="6654802" y="3406653"/>
            <a:ext cx="570089" cy="230832"/>
          </a:xfrm>
          <a:prstGeom prst="rect">
            <a:avLst/>
          </a:prstGeom>
          <a:noFill/>
        </p:spPr>
        <p:txBody>
          <a:bodyPr wrap="square" rtlCol="0">
            <a:spAutoFit/>
          </a:bodyPr>
          <a:lstStyle/>
          <a:p>
            <a:pPr algn="ctr"/>
            <a:r>
              <a:rPr lang="en-US" sz="900" dirty="0"/>
              <a:t>67</a:t>
            </a:r>
          </a:p>
        </p:txBody>
      </p:sp>
      <p:sp>
        <p:nvSpPr>
          <p:cNvPr id="41" name="TextBox 40">
            <a:extLst>
              <a:ext uri="{FF2B5EF4-FFF2-40B4-BE49-F238E27FC236}">
                <a16:creationId xmlns:a16="http://schemas.microsoft.com/office/drawing/2014/main" id="{D84AA662-5F76-8E25-240C-CF620F8F1E3E}"/>
              </a:ext>
            </a:extLst>
          </p:cNvPr>
          <p:cNvSpPr txBox="1"/>
          <p:nvPr/>
        </p:nvSpPr>
        <p:spPr>
          <a:xfrm>
            <a:off x="7157158" y="3406653"/>
            <a:ext cx="570089" cy="230832"/>
          </a:xfrm>
          <a:prstGeom prst="rect">
            <a:avLst/>
          </a:prstGeom>
          <a:noFill/>
        </p:spPr>
        <p:txBody>
          <a:bodyPr wrap="square" rtlCol="0">
            <a:spAutoFit/>
          </a:bodyPr>
          <a:lstStyle/>
          <a:p>
            <a:pPr algn="ctr"/>
            <a:r>
              <a:rPr lang="en-US" sz="900" dirty="0"/>
              <a:t>76</a:t>
            </a:r>
          </a:p>
        </p:txBody>
      </p:sp>
      <p:sp>
        <p:nvSpPr>
          <p:cNvPr id="42" name="TextBox 41">
            <a:extLst>
              <a:ext uri="{FF2B5EF4-FFF2-40B4-BE49-F238E27FC236}">
                <a16:creationId xmlns:a16="http://schemas.microsoft.com/office/drawing/2014/main" id="{C7733A5A-BE11-0568-89A4-6909824CA688}"/>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63C8A9F7-8043-6665-FD9B-8F823CDFA21A}"/>
              </a:ext>
            </a:extLst>
          </p:cNvPr>
          <p:cNvSpPr txBox="1"/>
          <p:nvPr/>
        </p:nvSpPr>
        <p:spPr>
          <a:xfrm>
            <a:off x="3716867" y="323789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8FA7E672-0722-7513-D39A-4FEA30301A56}"/>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8AD3A8A9-4ECD-9B68-FA69-394CA7FB1188}"/>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CAACC530-7402-592A-61A8-61A2AB320E7B}"/>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FB5A9582-0A45-4F49-7BE0-33A7CEFF92EB}"/>
              </a:ext>
            </a:extLst>
          </p:cNvPr>
          <p:cNvSpPr txBox="1"/>
          <p:nvPr/>
        </p:nvSpPr>
        <p:spPr>
          <a:xfrm>
            <a:off x="3716867" y="223122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8003AAA8-6784-EF6F-3AF7-D13AD9911DD9}"/>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14" name="TextBox 13">
            <a:extLst>
              <a:ext uri="{FF2B5EF4-FFF2-40B4-BE49-F238E27FC236}">
                <a16:creationId xmlns:a16="http://schemas.microsoft.com/office/drawing/2014/main" id="{1AD1D731-63BB-D7AF-D477-D1F8C5C8E238}"/>
              </a:ext>
            </a:extLst>
          </p:cNvPr>
          <p:cNvSpPr txBox="1"/>
          <p:nvPr/>
        </p:nvSpPr>
        <p:spPr>
          <a:xfrm>
            <a:off x="5215469"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4A46FC61-0751-9740-D4C5-BEEF479A025C}"/>
              </a:ext>
            </a:extLst>
          </p:cNvPr>
          <p:cNvSpPr txBox="1"/>
          <p:nvPr/>
        </p:nvSpPr>
        <p:spPr>
          <a:xfrm>
            <a:off x="5215469" y="3741226"/>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48AC9262-8A28-0D32-5A06-EB0EE8958D1F}"/>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46" name="TextBox 45">
            <a:extLst>
              <a:ext uri="{FF2B5EF4-FFF2-40B4-BE49-F238E27FC236}">
                <a16:creationId xmlns:a16="http://schemas.microsoft.com/office/drawing/2014/main" id="{98A21A24-2EA5-5E06-E9C3-DE3650B3A235}"/>
              </a:ext>
            </a:extLst>
          </p:cNvPr>
          <p:cNvSpPr txBox="1"/>
          <p:nvPr/>
        </p:nvSpPr>
        <p:spPr>
          <a:xfrm>
            <a:off x="6214537" y="374122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43A3B658-5184-3790-E8F5-96407BA2A17F}"/>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48" name="TextBox 47">
            <a:extLst>
              <a:ext uri="{FF2B5EF4-FFF2-40B4-BE49-F238E27FC236}">
                <a16:creationId xmlns:a16="http://schemas.microsoft.com/office/drawing/2014/main" id="{F61DC44D-5BC6-4F6C-202B-6701451FA2F3}"/>
              </a:ext>
            </a:extLst>
          </p:cNvPr>
          <p:cNvSpPr txBox="1"/>
          <p:nvPr/>
        </p:nvSpPr>
        <p:spPr>
          <a:xfrm>
            <a:off x="6214537" y="4747898"/>
            <a:ext cx="462845" cy="584775"/>
          </a:xfrm>
          <a:prstGeom prst="rect">
            <a:avLst/>
          </a:prstGeom>
          <a:noFill/>
        </p:spPr>
        <p:txBody>
          <a:bodyPr wrap="square" rtlCol="0">
            <a:spAutoFit/>
          </a:bodyPr>
          <a:lstStyle/>
          <a:p>
            <a:pPr algn="ctr"/>
            <a:r>
              <a:rPr lang="en-US" sz="3200" dirty="0"/>
              <a:t>1</a:t>
            </a:r>
          </a:p>
        </p:txBody>
      </p:sp>
      <p:sp>
        <p:nvSpPr>
          <p:cNvPr id="49" name="TextBox 48">
            <a:extLst>
              <a:ext uri="{FF2B5EF4-FFF2-40B4-BE49-F238E27FC236}">
                <a16:creationId xmlns:a16="http://schemas.microsoft.com/office/drawing/2014/main" id="{5D6B57A1-8E0C-9C26-549E-39BB37C21F26}"/>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
        <p:nvSpPr>
          <p:cNvPr id="50" name="TextBox 49">
            <a:extLst>
              <a:ext uri="{FF2B5EF4-FFF2-40B4-BE49-F238E27FC236}">
                <a16:creationId xmlns:a16="http://schemas.microsoft.com/office/drawing/2014/main" id="{386EFF0E-E00B-CA0B-35CE-C64B91447849}"/>
              </a:ext>
            </a:extLst>
          </p:cNvPr>
          <p:cNvSpPr txBox="1"/>
          <p:nvPr/>
        </p:nvSpPr>
        <p:spPr>
          <a:xfrm>
            <a:off x="5215469" y="4747898"/>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1E277C92-7045-3C3E-F6C8-B9C17BE67545}"/>
              </a:ext>
            </a:extLst>
          </p:cNvPr>
          <p:cNvSpPr txBox="1"/>
          <p:nvPr/>
        </p:nvSpPr>
        <p:spPr>
          <a:xfrm>
            <a:off x="4715935" y="323789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324A7445-65CA-45ED-E48B-FF31F1BBF81C}"/>
              </a:ext>
            </a:extLst>
          </p:cNvPr>
          <p:cNvSpPr txBox="1"/>
          <p:nvPr/>
        </p:nvSpPr>
        <p:spPr>
          <a:xfrm>
            <a:off x="6214537" y="4244561"/>
            <a:ext cx="462845" cy="584775"/>
          </a:xfrm>
          <a:prstGeom prst="rect">
            <a:avLst/>
          </a:prstGeom>
          <a:noFill/>
        </p:spPr>
        <p:txBody>
          <a:bodyPr wrap="square" rtlCol="0">
            <a:spAutoFit/>
          </a:bodyPr>
          <a:lstStyle/>
          <a:p>
            <a:pPr algn="ctr"/>
            <a:r>
              <a:rPr lang="en-US" sz="3200" dirty="0"/>
              <a:t>4</a:t>
            </a:r>
          </a:p>
        </p:txBody>
      </p:sp>
      <p:sp>
        <p:nvSpPr>
          <p:cNvPr id="51" name="TextBox 50">
            <a:extLst>
              <a:ext uri="{FF2B5EF4-FFF2-40B4-BE49-F238E27FC236}">
                <a16:creationId xmlns:a16="http://schemas.microsoft.com/office/drawing/2014/main" id="{31043219-73A7-A500-72F8-912105378274}"/>
              </a:ext>
            </a:extLst>
          </p:cNvPr>
          <p:cNvSpPr txBox="1"/>
          <p:nvPr/>
        </p:nvSpPr>
        <p:spPr>
          <a:xfrm>
            <a:off x="5215469" y="3237891"/>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2709CDF2-6F58-E5C6-0BC6-C13785584282}"/>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1A135BA2-B9CE-F4A4-A7AA-8D69BAB467D7}"/>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56" name="TextBox 55">
            <a:extLst>
              <a:ext uri="{FF2B5EF4-FFF2-40B4-BE49-F238E27FC236}">
                <a16:creationId xmlns:a16="http://schemas.microsoft.com/office/drawing/2014/main" id="{D75B94A4-FFA3-2409-DD24-DF1B7279B766}"/>
              </a:ext>
            </a:extLst>
          </p:cNvPr>
          <p:cNvSpPr txBox="1"/>
          <p:nvPr/>
        </p:nvSpPr>
        <p:spPr>
          <a:xfrm>
            <a:off x="6214537" y="3237891"/>
            <a:ext cx="462845" cy="584775"/>
          </a:xfrm>
          <a:prstGeom prst="rect">
            <a:avLst/>
          </a:prstGeom>
          <a:noFill/>
        </p:spPr>
        <p:txBody>
          <a:bodyPr wrap="square" rtlCol="0">
            <a:spAutoFit/>
          </a:bodyPr>
          <a:lstStyle/>
          <a:p>
            <a:pPr algn="ctr"/>
            <a:r>
              <a:rPr lang="en-US" sz="3200" dirty="0"/>
              <a:t>2</a:t>
            </a:r>
          </a:p>
        </p:txBody>
      </p:sp>
      <p:sp>
        <p:nvSpPr>
          <p:cNvPr id="57" name="TextBox 56">
            <a:extLst>
              <a:ext uri="{FF2B5EF4-FFF2-40B4-BE49-F238E27FC236}">
                <a16:creationId xmlns:a16="http://schemas.microsoft.com/office/drawing/2014/main" id="{848DDDA3-EBF2-1C58-4467-D195834077FD}"/>
              </a:ext>
            </a:extLst>
          </p:cNvPr>
          <p:cNvSpPr txBox="1"/>
          <p:nvPr/>
        </p:nvSpPr>
        <p:spPr>
          <a:xfrm>
            <a:off x="5715003" y="3741226"/>
            <a:ext cx="462845" cy="584775"/>
          </a:xfrm>
          <a:prstGeom prst="rect">
            <a:avLst/>
          </a:prstGeom>
          <a:noFill/>
        </p:spPr>
        <p:txBody>
          <a:bodyPr wrap="square" rtlCol="0">
            <a:spAutoFit/>
          </a:bodyPr>
          <a:lstStyle/>
          <a:p>
            <a:pPr algn="ctr"/>
            <a:r>
              <a:rPr lang="en-US" sz="3200" dirty="0"/>
              <a:t>7</a:t>
            </a:r>
          </a:p>
        </p:txBody>
      </p:sp>
      <p:sp>
        <p:nvSpPr>
          <p:cNvPr id="12" name="TextBox 11">
            <a:extLst>
              <a:ext uri="{FF2B5EF4-FFF2-40B4-BE49-F238E27FC236}">
                <a16:creationId xmlns:a16="http://schemas.microsoft.com/office/drawing/2014/main" id="{8F9F5999-91E5-948A-401A-308EC33756B2}"/>
              </a:ext>
            </a:extLst>
          </p:cNvPr>
          <p:cNvSpPr txBox="1"/>
          <p:nvPr/>
        </p:nvSpPr>
        <p:spPr>
          <a:xfrm>
            <a:off x="5715003" y="4747898"/>
            <a:ext cx="462845" cy="584775"/>
          </a:xfrm>
          <a:prstGeom prst="rect">
            <a:avLst/>
          </a:prstGeom>
          <a:noFill/>
        </p:spPr>
        <p:txBody>
          <a:bodyPr wrap="square" rtlCol="0">
            <a:spAutoFit/>
          </a:bodyPr>
          <a:lstStyle/>
          <a:p>
            <a:pPr algn="ctr"/>
            <a:r>
              <a:rPr lang="en-US" sz="3200" dirty="0"/>
              <a:t>9</a:t>
            </a:r>
          </a:p>
        </p:txBody>
      </p:sp>
      <p:sp>
        <p:nvSpPr>
          <p:cNvPr id="54" name="TextBox 53">
            <a:extLst>
              <a:ext uri="{FF2B5EF4-FFF2-40B4-BE49-F238E27FC236}">
                <a16:creationId xmlns:a16="http://schemas.microsoft.com/office/drawing/2014/main" id="{F2EC934B-1193-AD42-80F8-930A6EA33E8D}"/>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38B3B927-EF92-057B-E7C9-30084120014F}"/>
              </a:ext>
            </a:extLst>
          </p:cNvPr>
          <p:cNvSpPr txBox="1"/>
          <p:nvPr/>
        </p:nvSpPr>
        <p:spPr>
          <a:xfrm>
            <a:off x="4715935" y="374122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7F65F93B-95E9-E490-8AD1-866E0234B1E4}"/>
              </a:ext>
            </a:extLst>
          </p:cNvPr>
          <p:cNvSpPr txBox="1"/>
          <p:nvPr/>
        </p:nvSpPr>
        <p:spPr>
          <a:xfrm>
            <a:off x="4715935" y="4747898"/>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ABA60701-77E0-B860-5697-DE7699566CED}"/>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3374718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D7D2F-1297-58F1-A169-78BBC5261AD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1F34DA7-26D7-2209-4826-22F4B768A9B1}"/>
              </a:ext>
            </a:extLst>
          </p:cNvPr>
          <p:cNvSpPr>
            <a:spLocks noGrp="1"/>
          </p:cNvSpPr>
          <p:nvPr>
            <p:ph sz="half" idx="1"/>
          </p:nvPr>
        </p:nvSpPr>
        <p:spPr/>
        <p:txBody>
          <a:bodyPr>
            <a:normAutofit/>
          </a:bodyPr>
          <a:lstStyle/>
          <a:p>
            <a:r>
              <a:rPr lang="en-US" dirty="0"/>
              <a:t>In cage, the only way to reach a square.</a:t>
            </a:r>
          </a:p>
          <a:p>
            <a:r>
              <a:rPr lang="en-US" dirty="0"/>
              <a:t>Then, reduce.</a:t>
            </a:r>
          </a:p>
          <a:p>
            <a:endParaRPr lang="en-US" dirty="0"/>
          </a:p>
        </p:txBody>
      </p:sp>
      <p:pic>
        <p:nvPicPr>
          <p:cNvPr id="4" name="Picture 3" descr="A grid of sudoku puzzle&#10;&#10;Description automatically generated">
            <a:extLst>
              <a:ext uri="{FF2B5EF4-FFF2-40B4-BE49-F238E27FC236}">
                <a16:creationId xmlns:a16="http://schemas.microsoft.com/office/drawing/2014/main" id="{F26A2F01-2756-2EEE-6025-8838ABE190B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839491C-FB0B-F799-44AF-E1990704A50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CC608C3-E178-65C9-584A-1FE6B71383A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8FF9299-30D8-010B-0688-EE2CE568B34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C5DC892-8790-F74E-D892-4BF351D6B739}"/>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B4EFA7DF-6F94-913C-E585-AA3EB078A493}"/>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45B8A8E6-E574-F294-2458-005B202E536B}"/>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0A632520-2268-F77F-AEA3-C274C84730D6}"/>
              </a:ext>
            </a:extLst>
          </p:cNvPr>
          <p:cNvSpPr txBox="1"/>
          <p:nvPr/>
        </p:nvSpPr>
        <p:spPr>
          <a:xfrm>
            <a:off x="6214537" y="2231221"/>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6A3CB24E-B010-BA4F-4071-59A014DEFAD2}"/>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7EFC4C4F-C802-38C8-DB8A-A5F56D4D1B72}"/>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51679FE0-E06A-BD4F-C2F8-CF74885C451C}"/>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42D6E1BA-ED5A-9CE8-55F9-5AFA88A7F233}"/>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A7E73168-0695-47F2-60E6-34DBA4F6F9FC}"/>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5EE997BF-E392-7A8C-B5AE-645A9790A3DC}"/>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52502C54-7F2A-8A57-0375-DB85CF532C1E}"/>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E20BB1B2-9C98-619D-63A7-552C4F1D0727}"/>
              </a:ext>
            </a:extLst>
          </p:cNvPr>
          <p:cNvSpPr txBox="1"/>
          <p:nvPr/>
        </p:nvSpPr>
        <p:spPr>
          <a:xfrm>
            <a:off x="5715003" y="2734556"/>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71E815E5-83C7-E1BA-F712-178F7C2292DB}"/>
              </a:ext>
            </a:extLst>
          </p:cNvPr>
          <p:cNvSpPr txBox="1"/>
          <p:nvPr/>
        </p:nvSpPr>
        <p:spPr>
          <a:xfrm>
            <a:off x="5715003"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F054D19E-B3ED-BD1F-02E6-9B4D49228804}"/>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28" name="TextBox 27">
            <a:extLst>
              <a:ext uri="{FF2B5EF4-FFF2-40B4-BE49-F238E27FC236}">
                <a16:creationId xmlns:a16="http://schemas.microsoft.com/office/drawing/2014/main" id="{59BA966B-1855-0A75-EB86-5AB593F91A71}"/>
              </a:ext>
            </a:extLst>
          </p:cNvPr>
          <p:cNvSpPr txBox="1"/>
          <p:nvPr/>
        </p:nvSpPr>
        <p:spPr>
          <a:xfrm>
            <a:off x="5715003"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42849509-EBC1-C57D-596F-3296C6BA2E4E}"/>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C19BECB2-8D03-2FFF-05DE-6FB03FFA366C}"/>
              </a:ext>
            </a:extLst>
          </p:cNvPr>
          <p:cNvSpPr txBox="1"/>
          <p:nvPr/>
        </p:nvSpPr>
        <p:spPr>
          <a:xfrm>
            <a:off x="4715935" y="223122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6CDD5ABF-1EF9-EB63-EB14-163FB15066CB}"/>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33" name="TextBox 32">
            <a:extLst>
              <a:ext uri="{FF2B5EF4-FFF2-40B4-BE49-F238E27FC236}">
                <a16:creationId xmlns:a16="http://schemas.microsoft.com/office/drawing/2014/main" id="{708A1D20-E7A0-9870-1C76-947A1D00CF19}"/>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B5457BA8-6FFF-BD16-3A17-D70C6083DC4C}"/>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0550ACBB-51B8-E2E4-5693-AE52BE65D389}"/>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C02ECF50-B52C-62DC-B1CB-B294AB957560}"/>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CC6EF463-6A8A-276C-8CDC-A5D5A6E7D276}"/>
              </a:ext>
            </a:extLst>
          </p:cNvPr>
          <p:cNvSpPr txBox="1"/>
          <p:nvPr/>
        </p:nvSpPr>
        <p:spPr>
          <a:xfrm>
            <a:off x="6654802" y="3406653"/>
            <a:ext cx="570089" cy="230832"/>
          </a:xfrm>
          <a:prstGeom prst="rect">
            <a:avLst/>
          </a:prstGeom>
          <a:noFill/>
        </p:spPr>
        <p:txBody>
          <a:bodyPr wrap="square" rtlCol="0">
            <a:spAutoFit/>
          </a:bodyPr>
          <a:lstStyle/>
          <a:p>
            <a:pPr algn="ctr"/>
            <a:r>
              <a:rPr lang="en-US" sz="900" dirty="0"/>
              <a:t>67</a:t>
            </a:r>
          </a:p>
        </p:txBody>
      </p:sp>
      <p:sp>
        <p:nvSpPr>
          <p:cNvPr id="41" name="TextBox 40">
            <a:extLst>
              <a:ext uri="{FF2B5EF4-FFF2-40B4-BE49-F238E27FC236}">
                <a16:creationId xmlns:a16="http://schemas.microsoft.com/office/drawing/2014/main" id="{5140A933-FB53-B85C-A3BF-2B6DE9BA1541}"/>
              </a:ext>
            </a:extLst>
          </p:cNvPr>
          <p:cNvSpPr txBox="1"/>
          <p:nvPr/>
        </p:nvSpPr>
        <p:spPr>
          <a:xfrm>
            <a:off x="7157158" y="3406653"/>
            <a:ext cx="570089" cy="230832"/>
          </a:xfrm>
          <a:prstGeom prst="rect">
            <a:avLst/>
          </a:prstGeom>
          <a:noFill/>
        </p:spPr>
        <p:txBody>
          <a:bodyPr wrap="square" rtlCol="0">
            <a:spAutoFit/>
          </a:bodyPr>
          <a:lstStyle/>
          <a:p>
            <a:pPr algn="ctr"/>
            <a:r>
              <a:rPr lang="en-US" sz="900" dirty="0"/>
              <a:t>76</a:t>
            </a:r>
          </a:p>
        </p:txBody>
      </p:sp>
      <p:sp>
        <p:nvSpPr>
          <p:cNvPr id="42" name="TextBox 41">
            <a:extLst>
              <a:ext uri="{FF2B5EF4-FFF2-40B4-BE49-F238E27FC236}">
                <a16:creationId xmlns:a16="http://schemas.microsoft.com/office/drawing/2014/main" id="{25F38350-4807-6FBD-BC48-52D0D01EF3B4}"/>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0F8D12EC-EAD6-3C50-18AB-764068D39258}"/>
              </a:ext>
            </a:extLst>
          </p:cNvPr>
          <p:cNvSpPr txBox="1"/>
          <p:nvPr/>
        </p:nvSpPr>
        <p:spPr>
          <a:xfrm>
            <a:off x="3716867" y="323789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5D6F4107-D949-B611-DF1B-60B4417FAC78}"/>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DEB661BF-1CE2-E202-0F58-160B70286553}"/>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5127792B-4C95-DC24-15F9-31780F42EA3B}"/>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3269CF9C-6431-515E-B0DF-4DD32E7090E2}"/>
              </a:ext>
            </a:extLst>
          </p:cNvPr>
          <p:cNvSpPr txBox="1"/>
          <p:nvPr/>
        </p:nvSpPr>
        <p:spPr>
          <a:xfrm>
            <a:off x="3716867" y="223122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B4A9D254-0BAC-CB34-1C01-9904C2419820}"/>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14" name="TextBox 13">
            <a:extLst>
              <a:ext uri="{FF2B5EF4-FFF2-40B4-BE49-F238E27FC236}">
                <a16:creationId xmlns:a16="http://schemas.microsoft.com/office/drawing/2014/main" id="{C6093186-B2CA-5EEA-FE35-0A06AAABD0DB}"/>
              </a:ext>
            </a:extLst>
          </p:cNvPr>
          <p:cNvSpPr txBox="1"/>
          <p:nvPr/>
        </p:nvSpPr>
        <p:spPr>
          <a:xfrm>
            <a:off x="5215469"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E26BD33E-3392-37B8-4CE3-908C63B9D302}"/>
              </a:ext>
            </a:extLst>
          </p:cNvPr>
          <p:cNvSpPr txBox="1"/>
          <p:nvPr/>
        </p:nvSpPr>
        <p:spPr>
          <a:xfrm>
            <a:off x="5215469" y="3741226"/>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43287FB7-24AB-99C9-4C1F-4AB6280D25A9}"/>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46" name="TextBox 45">
            <a:extLst>
              <a:ext uri="{FF2B5EF4-FFF2-40B4-BE49-F238E27FC236}">
                <a16:creationId xmlns:a16="http://schemas.microsoft.com/office/drawing/2014/main" id="{ACD94BFD-3872-271B-4B5D-F93917623485}"/>
              </a:ext>
            </a:extLst>
          </p:cNvPr>
          <p:cNvSpPr txBox="1"/>
          <p:nvPr/>
        </p:nvSpPr>
        <p:spPr>
          <a:xfrm>
            <a:off x="6214537" y="374122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8F911484-AB52-55D3-2B4F-C57C511F8BEA}"/>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48" name="TextBox 47">
            <a:extLst>
              <a:ext uri="{FF2B5EF4-FFF2-40B4-BE49-F238E27FC236}">
                <a16:creationId xmlns:a16="http://schemas.microsoft.com/office/drawing/2014/main" id="{7F5A924E-F896-40D4-2AAC-E6BFE8919A40}"/>
              </a:ext>
            </a:extLst>
          </p:cNvPr>
          <p:cNvSpPr txBox="1"/>
          <p:nvPr/>
        </p:nvSpPr>
        <p:spPr>
          <a:xfrm>
            <a:off x="6214537" y="4747898"/>
            <a:ext cx="462845" cy="584775"/>
          </a:xfrm>
          <a:prstGeom prst="rect">
            <a:avLst/>
          </a:prstGeom>
          <a:noFill/>
        </p:spPr>
        <p:txBody>
          <a:bodyPr wrap="square" rtlCol="0">
            <a:spAutoFit/>
          </a:bodyPr>
          <a:lstStyle/>
          <a:p>
            <a:pPr algn="ctr"/>
            <a:r>
              <a:rPr lang="en-US" sz="3200" dirty="0"/>
              <a:t>1</a:t>
            </a:r>
          </a:p>
        </p:txBody>
      </p:sp>
      <p:sp>
        <p:nvSpPr>
          <p:cNvPr id="49" name="TextBox 48">
            <a:extLst>
              <a:ext uri="{FF2B5EF4-FFF2-40B4-BE49-F238E27FC236}">
                <a16:creationId xmlns:a16="http://schemas.microsoft.com/office/drawing/2014/main" id="{4B348CA8-DBF2-F1AE-9007-A770B3F18DF3}"/>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
        <p:nvSpPr>
          <p:cNvPr id="50" name="TextBox 49">
            <a:extLst>
              <a:ext uri="{FF2B5EF4-FFF2-40B4-BE49-F238E27FC236}">
                <a16:creationId xmlns:a16="http://schemas.microsoft.com/office/drawing/2014/main" id="{BB9AC559-F486-D225-4990-FCC19F9203B9}"/>
              </a:ext>
            </a:extLst>
          </p:cNvPr>
          <p:cNvSpPr txBox="1"/>
          <p:nvPr/>
        </p:nvSpPr>
        <p:spPr>
          <a:xfrm>
            <a:off x="5215469" y="4747898"/>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3600D823-0B0B-5BF8-9099-9F4134E8E463}"/>
              </a:ext>
            </a:extLst>
          </p:cNvPr>
          <p:cNvSpPr txBox="1"/>
          <p:nvPr/>
        </p:nvSpPr>
        <p:spPr>
          <a:xfrm>
            <a:off x="4715935" y="323789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89E996A1-FCE2-AB84-F419-9219AD090B90}"/>
              </a:ext>
            </a:extLst>
          </p:cNvPr>
          <p:cNvSpPr txBox="1"/>
          <p:nvPr/>
        </p:nvSpPr>
        <p:spPr>
          <a:xfrm>
            <a:off x="6214537" y="4244561"/>
            <a:ext cx="462845" cy="584775"/>
          </a:xfrm>
          <a:prstGeom prst="rect">
            <a:avLst/>
          </a:prstGeom>
          <a:noFill/>
        </p:spPr>
        <p:txBody>
          <a:bodyPr wrap="square" rtlCol="0">
            <a:spAutoFit/>
          </a:bodyPr>
          <a:lstStyle/>
          <a:p>
            <a:pPr algn="ctr"/>
            <a:r>
              <a:rPr lang="en-US" sz="3200" dirty="0"/>
              <a:t>4</a:t>
            </a:r>
          </a:p>
        </p:txBody>
      </p:sp>
      <p:sp>
        <p:nvSpPr>
          <p:cNvPr id="51" name="TextBox 50">
            <a:extLst>
              <a:ext uri="{FF2B5EF4-FFF2-40B4-BE49-F238E27FC236}">
                <a16:creationId xmlns:a16="http://schemas.microsoft.com/office/drawing/2014/main" id="{9FCD62FC-0149-2260-0A60-88E1AB906FB8}"/>
              </a:ext>
            </a:extLst>
          </p:cNvPr>
          <p:cNvSpPr txBox="1"/>
          <p:nvPr/>
        </p:nvSpPr>
        <p:spPr>
          <a:xfrm>
            <a:off x="5215469" y="3237891"/>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B1841AAF-1977-9D51-7C94-596C77162227}"/>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3D8F65D9-17D5-9799-6E00-5D195B81344D}"/>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56" name="TextBox 55">
            <a:extLst>
              <a:ext uri="{FF2B5EF4-FFF2-40B4-BE49-F238E27FC236}">
                <a16:creationId xmlns:a16="http://schemas.microsoft.com/office/drawing/2014/main" id="{14547092-B43C-48DC-A837-45D03637A2CE}"/>
              </a:ext>
            </a:extLst>
          </p:cNvPr>
          <p:cNvSpPr txBox="1"/>
          <p:nvPr/>
        </p:nvSpPr>
        <p:spPr>
          <a:xfrm>
            <a:off x="6214537" y="3237891"/>
            <a:ext cx="462845" cy="584775"/>
          </a:xfrm>
          <a:prstGeom prst="rect">
            <a:avLst/>
          </a:prstGeom>
          <a:noFill/>
        </p:spPr>
        <p:txBody>
          <a:bodyPr wrap="square" rtlCol="0">
            <a:spAutoFit/>
          </a:bodyPr>
          <a:lstStyle/>
          <a:p>
            <a:pPr algn="ctr"/>
            <a:r>
              <a:rPr lang="en-US" sz="3200" dirty="0"/>
              <a:t>2</a:t>
            </a:r>
          </a:p>
        </p:txBody>
      </p:sp>
      <p:sp>
        <p:nvSpPr>
          <p:cNvPr id="57" name="TextBox 56">
            <a:extLst>
              <a:ext uri="{FF2B5EF4-FFF2-40B4-BE49-F238E27FC236}">
                <a16:creationId xmlns:a16="http://schemas.microsoft.com/office/drawing/2014/main" id="{74BA0271-C41C-A246-4EC8-67A70F51EE7D}"/>
              </a:ext>
            </a:extLst>
          </p:cNvPr>
          <p:cNvSpPr txBox="1"/>
          <p:nvPr/>
        </p:nvSpPr>
        <p:spPr>
          <a:xfrm>
            <a:off x="5715003" y="3741226"/>
            <a:ext cx="462845" cy="584775"/>
          </a:xfrm>
          <a:prstGeom prst="rect">
            <a:avLst/>
          </a:prstGeom>
          <a:noFill/>
        </p:spPr>
        <p:txBody>
          <a:bodyPr wrap="square" rtlCol="0">
            <a:spAutoFit/>
          </a:bodyPr>
          <a:lstStyle/>
          <a:p>
            <a:pPr algn="ctr"/>
            <a:r>
              <a:rPr lang="en-US" sz="3200" dirty="0"/>
              <a:t>7</a:t>
            </a:r>
          </a:p>
        </p:txBody>
      </p:sp>
      <p:sp>
        <p:nvSpPr>
          <p:cNvPr id="12" name="TextBox 11">
            <a:extLst>
              <a:ext uri="{FF2B5EF4-FFF2-40B4-BE49-F238E27FC236}">
                <a16:creationId xmlns:a16="http://schemas.microsoft.com/office/drawing/2014/main" id="{AD7E59C7-C353-3A19-AB6B-A067F976B2F0}"/>
              </a:ext>
            </a:extLst>
          </p:cNvPr>
          <p:cNvSpPr txBox="1"/>
          <p:nvPr/>
        </p:nvSpPr>
        <p:spPr>
          <a:xfrm>
            <a:off x="5715003" y="4747898"/>
            <a:ext cx="462845" cy="584775"/>
          </a:xfrm>
          <a:prstGeom prst="rect">
            <a:avLst/>
          </a:prstGeom>
          <a:noFill/>
        </p:spPr>
        <p:txBody>
          <a:bodyPr wrap="square" rtlCol="0">
            <a:spAutoFit/>
          </a:bodyPr>
          <a:lstStyle/>
          <a:p>
            <a:pPr algn="ctr"/>
            <a:r>
              <a:rPr lang="en-US" sz="3200" dirty="0"/>
              <a:t>9</a:t>
            </a:r>
          </a:p>
        </p:txBody>
      </p:sp>
      <p:sp>
        <p:nvSpPr>
          <p:cNvPr id="54" name="TextBox 53">
            <a:extLst>
              <a:ext uri="{FF2B5EF4-FFF2-40B4-BE49-F238E27FC236}">
                <a16:creationId xmlns:a16="http://schemas.microsoft.com/office/drawing/2014/main" id="{76C6257B-E475-CA74-7F6A-24CA0FA6FBB8}"/>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470F5E9B-781A-B1E2-5325-828650C7A937}"/>
              </a:ext>
            </a:extLst>
          </p:cNvPr>
          <p:cNvSpPr txBox="1"/>
          <p:nvPr/>
        </p:nvSpPr>
        <p:spPr>
          <a:xfrm>
            <a:off x="4715935" y="374122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852F01E6-4BB5-0750-CBDF-F9317532C929}"/>
              </a:ext>
            </a:extLst>
          </p:cNvPr>
          <p:cNvSpPr txBox="1"/>
          <p:nvPr/>
        </p:nvSpPr>
        <p:spPr>
          <a:xfrm>
            <a:off x="4715935" y="4747898"/>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5691745D-8FF4-7D8C-FBE9-CB7BCAE159E1}"/>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5698ACBE-AD55-3FB3-4861-C6004C3E65EE}"/>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61" name="TextBox 60">
            <a:extLst>
              <a:ext uri="{FF2B5EF4-FFF2-40B4-BE49-F238E27FC236}">
                <a16:creationId xmlns:a16="http://schemas.microsoft.com/office/drawing/2014/main" id="{4E407F40-8368-BC52-C87F-1A3345D66C48}"/>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62" name="TextBox 61">
            <a:extLst>
              <a:ext uri="{FF2B5EF4-FFF2-40B4-BE49-F238E27FC236}">
                <a16:creationId xmlns:a16="http://schemas.microsoft.com/office/drawing/2014/main" id="{3FC5F2AF-0D18-6FDF-5CF0-E639D4705F37}"/>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42855747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B0862-AC2D-AA06-24CB-811BAA53696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8BE01D2-1651-4B7E-E956-F294AA0F6A17}"/>
              </a:ext>
            </a:extLst>
          </p:cNvPr>
          <p:cNvSpPr>
            <a:spLocks noGrp="1"/>
          </p:cNvSpPr>
          <p:nvPr>
            <p:ph sz="half" idx="1"/>
          </p:nvPr>
        </p:nvSpPr>
        <p:spPr/>
        <p:txBody>
          <a:bodyPr>
            <a:normAutofit lnSpcReduction="10000"/>
          </a:bodyPr>
          <a:lstStyle/>
          <a:p>
            <a:r>
              <a:rPr lang="en-US" dirty="0"/>
              <a:t>In Column 3, the only way to fit remaining 36.</a:t>
            </a:r>
          </a:p>
          <a:p>
            <a:r>
              <a:rPr lang="en-US" dirty="0"/>
              <a:t>In Row 3, the only way to fit remaining 356.</a:t>
            </a:r>
          </a:p>
          <a:p>
            <a:r>
              <a:rPr lang="en-US" dirty="0"/>
              <a:t>Then, in upper left block, the only way to fit remaining 36.</a:t>
            </a:r>
          </a:p>
          <a:p>
            <a:endParaRPr lang="en-US" dirty="0"/>
          </a:p>
        </p:txBody>
      </p:sp>
      <p:pic>
        <p:nvPicPr>
          <p:cNvPr id="4" name="Picture 3" descr="A grid of sudoku puzzle&#10;&#10;Description automatically generated">
            <a:extLst>
              <a:ext uri="{FF2B5EF4-FFF2-40B4-BE49-F238E27FC236}">
                <a16:creationId xmlns:a16="http://schemas.microsoft.com/office/drawing/2014/main" id="{9E06E202-2E9E-4808-E60A-4EAB1C3E40A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F70D4D8-F8BA-B70C-C35D-0FF58BAF7F3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75E1458-A9B1-FF03-540C-FBC2720B843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BB1F66D-D201-579A-19A6-E4104D8DE69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EDC017A-3D06-CA7F-0567-781213B1C4D8}"/>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6BA36169-DA1E-8F33-3D83-2F47040DAEEC}"/>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EAF13F35-7312-A304-3653-E5E8A57757E8}"/>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8C8412A8-8E5D-F142-FF31-15186F64BF1D}"/>
              </a:ext>
            </a:extLst>
          </p:cNvPr>
          <p:cNvSpPr txBox="1"/>
          <p:nvPr/>
        </p:nvSpPr>
        <p:spPr>
          <a:xfrm>
            <a:off x="6214537" y="2231221"/>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7FA23348-5B7B-E284-0536-A1F30B38D714}"/>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665F8B75-2F26-8CA9-21A6-E850EB90031A}"/>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A0022028-B70C-9277-3BF7-29F5A3C7D707}"/>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151B6D5D-683E-4005-CC18-DDC8552F9BBD}"/>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A7CDECC9-2F10-73C0-C6B8-42B832FC1E57}"/>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51A45031-938A-90A6-BF8B-1EFEFF5A5B8E}"/>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63E208B8-1472-0697-8ED3-144BC03718DB}"/>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7DA328F6-CC18-4B8B-EB24-EDADD93852A5}"/>
              </a:ext>
            </a:extLst>
          </p:cNvPr>
          <p:cNvSpPr txBox="1"/>
          <p:nvPr/>
        </p:nvSpPr>
        <p:spPr>
          <a:xfrm>
            <a:off x="5715003" y="2734556"/>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7E13DAB2-C1A0-4D03-7721-C11FDCFFD755}"/>
              </a:ext>
            </a:extLst>
          </p:cNvPr>
          <p:cNvSpPr txBox="1"/>
          <p:nvPr/>
        </p:nvSpPr>
        <p:spPr>
          <a:xfrm>
            <a:off x="5715003"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022C99D2-7830-2A11-BD5E-1AD38037B60F}"/>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28" name="TextBox 27">
            <a:extLst>
              <a:ext uri="{FF2B5EF4-FFF2-40B4-BE49-F238E27FC236}">
                <a16:creationId xmlns:a16="http://schemas.microsoft.com/office/drawing/2014/main" id="{A480E1B7-D28A-477E-BBC3-3E37F809D219}"/>
              </a:ext>
            </a:extLst>
          </p:cNvPr>
          <p:cNvSpPr txBox="1"/>
          <p:nvPr/>
        </p:nvSpPr>
        <p:spPr>
          <a:xfrm>
            <a:off x="5715003"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6BADC199-6C89-BBBC-BC86-258AE0165B2B}"/>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A9E8C91A-D06C-49DC-A191-AC8725C5787E}"/>
              </a:ext>
            </a:extLst>
          </p:cNvPr>
          <p:cNvSpPr txBox="1"/>
          <p:nvPr/>
        </p:nvSpPr>
        <p:spPr>
          <a:xfrm>
            <a:off x="4715935" y="223122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5590FADF-5C7E-5A4E-C27E-9A1D473ECC07}"/>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33" name="TextBox 32">
            <a:extLst>
              <a:ext uri="{FF2B5EF4-FFF2-40B4-BE49-F238E27FC236}">
                <a16:creationId xmlns:a16="http://schemas.microsoft.com/office/drawing/2014/main" id="{CFEEA2E6-6926-7020-1A6C-0A3E5FDAA437}"/>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7FEAEBFC-0BD9-EDFD-C8BD-C4D4D6AA0A96}"/>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C2906D48-89CD-7103-D850-56E442D58667}"/>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95AC422F-1A2E-2A88-7041-CBB766A2481F}"/>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0A1A6F37-D0A1-BE9A-8A8D-8FFCF07ED94B}"/>
              </a:ext>
            </a:extLst>
          </p:cNvPr>
          <p:cNvSpPr txBox="1"/>
          <p:nvPr/>
        </p:nvSpPr>
        <p:spPr>
          <a:xfrm>
            <a:off x="6654802" y="3406653"/>
            <a:ext cx="570089" cy="230832"/>
          </a:xfrm>
          <a:prstGeom prst="rect">
            <a:avLst/>
          </a:prstGeom>
          <a:noFill/>
        </p:spPr>
        <p:txBody>
          <a:bodyPr wrap="square" rtlCol="0">
            <a:spAutoFit/>
          </a:bodyPr>
          <a:lstStyle/>
          <a:p>
            <a:pPr algn="ctr"/>
            <a:r>
              <a:rPr lang="en-US" sz="900" dirty="0"/>
              <a:t>67</a:t>
            </a:r>
          </a:p>
        </p:txBody>
      </p:sp>
      <p:sp>
        <p:nvSpPr>
          <p:cNvPr id="41" name="TextBox 40">
            <a:extLst>
              <a:ext uri="{FF2B5EF4-FFF2-40B4-BE49-F238E27FC236}">
                <a16:creationId xmlns:a16="http://schemas.microsoft.com/office/drawing/2014/main" id="{44748E35-F778-F109-DBCC-E62F3E74FA86}"/>
              </a:ext>
            </a:extLst>
          </p:cNvPr>
          <p:cNvSpPr txBox="1"/>
          <p:nvPr/>
        </p:nvSpPr>
        <p:spPr>
          <a:xfrm>
            <a:off x="7157158" y="3406653"/>
            <a:ext cx="570089" cy="230832"/>
          </a:xfrm>
          <a:prstGeom prst="rect">
            <a:avLst/>
          </a:prstGeom>
          <a:noFill/>
        </p:spPr>
        <p:txBody>
          <a:bodyPr wrap="square" rtlCol="0">
            <a:spAutoFit/>
          </a:bodyPr>
          <a:lstStyle/>
          <a:p>
            <a:pPr algn="ctr"/>
            <a:r>
              <a:rPr lang="en-US" sz="900" dirty="0"/>
              <a:t>76</a:t>
            </a:r>
          </a:p>
        </p:txBody>
      </p:sp>
      <p:sp>
        <p:nvSpPr>
          <p:cNvPr id="42" name="TextBox 41">
            <a:extLst>
              <a:ext uri="{FF2B5EF4-FFF2-40B4-BE49-F238E27FC236}">
                <a16:creationId xmlns:a16="http://schemas.microsoft.com/office/drawing/2014/main" id="{4B61DE4C-AF50-9C11-5613-B8699F113BF1}"/>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64664FCE-5116-673C-1F59-0A1BDE7464E1}"/>
              </a:ext>
            </a:extLst>
          </p:cNvPr>
          <p:cNvSpPr txBox="1"/>
          <p:nvPr/>
        </p:nvSpPr>
        <p:spPr>
          <a:xfrm>
            <a:off x="3716867" y="323789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ECA2DD3D-CD72-225A-3337-962BC0A681A0}"/>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AB86E802-C170-7438-6565-C8183BC36515}"/>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02C6B340-43AF-D376-D296-98D5317F5A0E}"/>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18325F22-3F20-128E-D365-8CD40F6C5BE4}"/>
              </a:ext>
            </a:extLst>
          </p:cNvPr>
          <p:cNvSpPr txBox="1"/>
          <p:nvPr/>
        </p:nvSpPr>
        <p:spPr>
          <a:xfrm>
            <a:off x="3716867" y="223122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AC4EBB06-957F-E7E7-4EE9-E2E0E0B2738D}"/>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14" name="TextBox 13">
            <a:extLst>
              <a:ext uri="{FF2B5EF4-FFF2-40B4-BE49-F238E27FC236}">
                <a16:creationId xmlns:a16="http://schemas.microsoft.com/office/drawing/2014/main" id="{1D596520-5102-6E73-CB3C-1BCDD75361C9}"/>
              </a:ext>
            </a:extLst>
          </p:cNvPr>
          <p:cNvSpPr txBox="1"/>
          <p:nvPr/>
        </p:nvSpPr>
        <p:spPr>
          <a:xfrm>
            <a:off x="5215469"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8038E073-A019-DAD3-4ADD-B9EF61CC9217}"/>
              </a:ext>
            </a:extLst>
          </p:cNvPr>
          <p:cNvSpPr txBox="1"/>
          <p:nvPr/>
        </p:nvSpPr>
        <p:spPr>
          <a:xfrm>
            <a:off x="5215469" y="3741226"/>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F6C7A3A9-13DB-A465-4264-42AC2F09FD11}"/>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46" name="TextBox 45">
            <a:extLst>
              <a:ext uri="{FF2B5EF4-FFF2-40B4-BE49-F238E27FC236}">
                <a16:creationId xmlns:a16="http://schemas.microsoft.com/office/drawing/2014/main" id="{C2241371-141D-8044-FD05-4D98158F3882}"/>
              </a:ext>
            </a:extLst>
          </p:cNvPr>
          <p:cNvSpPr txBox="1"/>
          <p:nvPr/>
        </p:nvSpPr>
        <p:spPr>
          <a:xfrm>
            <a:off x="6214537" y="374122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0E9597CF-FA40-0106-AE92-D85BE001638C}"/>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48" name="TextBox 47">
            <a:extLst>
              <a:ext uri="{FF2B5EF4-FFF2-40B4-BE49-F238E27FC236}">
                <a16:creationId xmlns:a16="http://schemas.microsoft.com/office/drawing/2014/main" id="{CF84A156-DB12-381C-613E-A4DE14640DDD}"/>
              </a:ext>
            </a:extLst>
          </p:cNvPr>
          <p:cNvSpPr txBox="1"/>
          <p:nvPr/>
        </p:nvSpPr>
        <p:spPr>
          <a:xfrm>
            <a:off x="6214537" y="4747898"/>
            <a:ext cx="462845" cy="584775"/>
          </a:xfrm>
          <a:prstGeom prst="rect">
            <a:avLst/>
          </a:prstGeom>
          <a:noFill/>
        </p:spPr>
        <p:txBody>
          <a:bodyPr wrap="square" rtlCol="0">
            <a:spAutoFit/>
          </a:bodyPr>
          <a:lstStyle/>
          <a:p>
            <a:pPr algn="ctr"/>
            <a:r>
              <a:rPr lang="en-US" sz="3200" dirty="0"/>
              <a:t>1</a:t>
            </a:r>
          </a:p>
        </p:txBody>
      </p:sp>
      <p:sp>
        <p:nvSpPr>
          <p:cNvPr id="49" name="TextBox 48">
            <a:extLst>
              <a:ext uri="{FF2B5EF4-FFF2-40B4-BE49-F238E27FC236}">
                <a16:creationId xmlns:a16="http://schemas.microsoft.com/office/drawing/2014/main" id="{B0A6EEC2-AF77-74BB-17BA-7E0DC2753180}"/>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
        <p:nvSpPr>
          <p:cNvPr id="50" name="TextBox 49">
            <a:extLst>
              <a:ext uri="{FF2B5EF4-FFF2-40B4-BE49-F238E27FC236}">
                <a16:creationId xmlns:a16="http://schemas.microsoft.com/office/drawing/2014/main" id="{877FD33E-AE4E-02A1-50AA-CC7ED4A68C9A}"/>
              </a:ext>
            </a:extLst>
          </p:cNvPr>
          <p:cNvSpPr txBox="1"/>
          <p:nvPr/>
        </p:nvSpPr>
        <p:spPr>
          <a:xfrm>
            <a:off x="5215469" y="4747898"/>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A377FAC8-A3FF-8389-1AB6-9E5B465E807A}"/>
              </a:ext>
            </a:extLst>
          </p:cNvPr>
          <p:cNvSpPr txBox="1"/>
          <p:nvPr/>
        </p:nvSpPr>
        <p:spPr>
          <a:xfrm>
            <a:off x="4715935" y="323789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E5EEAE18-3D93-C7E3-B92D-C72B346B3EF7}"/>
              </a:ext>
            </a:extLst>
          </p:cNvPr>
          <p:cNvSpPr txBox="1"/>
          <p:nvPr/>
        </p:nvSpPr>
        <p:spPr>
          <a:xfrm>
            <a:off x="6214537" y="4244561"/>
            <a:ext cx="462845" cy="584775"/>
          </a:xfrm>
          <a:prstGeom prst="rect">
            <a:avLst/>
          </a:prstGeom>
          <a:noFill/>
        </p:spPr>
        <p:txBody>
          <a:bodyPr wrap="square" rtlCol="0">
            <a:spAutoFit/>
          </a:bodyPr>
          <a:lstStyle/>
          <a:p>
            <a:pPr algn="ctr"/>
            <a:r>
              <a:rPr lang="en-US" sz="3200" dirty="0"/>
              <a:t>4</a:t>
            </a:r>
          </a:p>
        </p:txBody>
      </p:sp>
      <p:sp>
        <p:nvSpPr>
          <p:cNvPr id="51" name="TextBox 50">
            <a:extLst>
              <a:ext uri="{FF2B5EF4-FFF2-40B4-BE49-F238E27FC236}">
                <a16:creationId xmlns:a16="http://schemas.microsoft.com/office/drawing/2014/main" id="{B585E04A-252A-F1AE-D902-0DC7D80F0A6D}"/>
              </a:ext>
            </a:extLst>
          </p:cNvPr>
          <p:cNvSpPr txBox="1"/>
          <p:nvPr/>
        </p:nvSpPr>
        <p:spPr>
          <a:xfrm>
            <a:off x="5215469" y="3237891"/>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2E3FA38E-F6EF-7284-FE3C-1F67F0772F7B}"/>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319C6854-A535-8EDD-DB29-4A32314C6816}"/>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56" name="TextBox 55">
            <a:extLst>
              <a:ext uri="{FF2B5EF4-FFF2-40B4-BE49-F238E27FC236}">
                <a16:creationId xmlns:a16="http://schemas.microsoft.com/office/drawing/2014/main" id="{A2E0D68F-9CF0-C3AC-E43E-E3AD31EDC89E}"/>
              </a:ext>
            </a:extLst>
          </p:cNvPr>
          <p:cNvSpPr txBox="1"/>
          <p:nvPr/>
        </p:nvSpPr>
        <p:spPr>
          <a:xfrm>
            <a:off x="6214537" y="3237891"/>
            <a:ext cx="462845" cy="584775"/>
          </a:xfrm>
          <a:prstGeom prst="rect">
            <a:avLst/>
          </a:prstGeom>
          <a:noFill/>
        </p:spPr>
        <p:txBody>
          <a:bodyPr wrap="square" rtlCol="0">
            <a:spAutoFit/>
          </a:bodyPr>
          <a:lstStyle/>
          <a:p>
            <a:pPr algn="ctr"/>
            <a:r>
              <a:rPr lang="en-US" sz="3200" dirty="0"/>
              <a:t>2</a:t>
            </a:r>
          </a:p>
        </p:txBody>
      </p:sp>
      <p:sp>
        <p:nvSpPr>
          <p:cNvPr id="57" name="TextBox 56">
            <a:extLst>
              <a:ext uri="{FF2B5EF4-FFF2-40B4-BE49-F238E27FC236}">
                <a16:creationId xmlns:a16="http://schemas.microsoft.com/office/drawing/2014/main" id="{DEB9527D-548F-8AE5-3A56-3300AA03DA17}"/>
              </a:ext>
            </a:extLst>
          </p:cNvPr>
          <p:cNvSpPr txBox="1"/>
          <p:nvPr/>
        </p:nvSpPr>
        <p:spPr>
          <a:xfrm>
            <a:off x="5715003" y="3741226"/>
            <a:ext cx="462845" cy="584775"/>
          </a:xfrm>
          <a:prstGeom prst="rect">
            <a:avLst/>
          </a:prstGeom>
          <a:noFill/>
        </p:spPr>
        <p:txBody>
          <a:bodyPr wrap="square" rtlCol="0">
            <a:spAutoFit/>
          </a:bodyPr>
          <a:lstStyle/>
          <a:p>
            <a:pPr algn="ctr"/>
            <a:r>
              <a:rPr lang="en-US" sz="3200" dirty="0"/>
              <a:t>7</a:t>
            </a:r>
          </a:p>
        </p:txBody>
      </p:sp>
      <p:sp>
        <p:nvSpPr>
          <p:cNvPr id="12" name="TextBox 11">
            <a:extLst>
              <a:ext uri="{FF2B5EF4-FFF2-40B4-BE49-F238E27FC236}">
                <a16:creationId xmlns:a16="http://schemas.microsoft.com/office/drawing/2014/main" id="{30633681-C536-401A-8C9A-D2D86B461E97}"/>
              </a:ext>
            </a:extLst>
          </p:cNvPr>
          <p:cNvSpPr txBox="1"/>
          <p:nvPr/>
        </p:nvSpPr>
        <p:spPr>
          <a:xfrm>
            <a:off x="5715003" y="4747898"/>
            <a:ext cx="462845" cy="584775"/>
          </a:xfrm>
          <a:prstGeom prst="rect">
            <a:avLst/>
          </a:prstGeom>
          <a:noFill/>
        </p:spPr>
        <p:txBody>
          <a:bodyPr wrap="square" rtlCol="0">
            <a:spAutoFit/>
          </a:bodyPr>
          <a:lstStyle/>
          <a:p>
            <a:pPr algn="ctr"/>
            <a:r>
              <a:rPr lang="en-US" sz="3200" dirty="0"/>
              <a:t>9</a:t>
            </a:r>
          </a:p>
        </p:txBody>
      </p:sp>
      <p:sp>
        <p:nvSpPr>
          <p:cNvPr id="54" name="TextBox 53">
            <a:extLst>
              <a:ext uri="{FF2B5EF4-FFF2-40B4-BE49-F238E27FC236}">
                <a16:creationId xmlns:a16="http://schemas.microsoft.com/office/drawing/2014/main" id="{24AF1C21-CD82-883A-A100-BF4E45BB0F88}"/>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8B076520-3210-474A-63DD-97EAD84C63C1}"/>
              </a:ext>
            </a:extLst>
          </p:cNvPr>
          <p:cNvSpPr txBox="1"/>
          <p:nvPr/>
        </p:nvSpPr>
        <p:spPr>
          <a:xfrm>
            <a:off x="4715935" y="374122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7504A88D-A81E-6D2B-4454-44D9B7649F53}"/>
              </a:ext>
            </a:extLst>
          </p:cNvPr>
          <p:cNvSpPr txBox="1"/>
          <p:nvPr/>
        </p:nvSpPr>
        <p:spPr>
          <a:xfrm>
            <a:off x="4715935" y="4747898"/>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9117D0A0-CB82-A744-03CB-7619E4520F4A}"/>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61FDBEB9-9BE9-F780-8872-C7FB7C9D13BF}"/>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61" name="TextBox 60">
            <a:extLst>
              <a:ext uri="{FF2B5EF4-FFF2-40B4-BE49-F238E27FC236}">
                <a16:creationId xmlns:a16="http://schemas.microsoft.com/office/drawing/2014/main" id="{9F9783C1-FF0E-4E68-CFBF-AC83159E17E9}"/>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62" name="TextBox 61">
            <a:extLst>
              <a:ext uri="{FF2B5EF4-FFF2-40B4-BE49-F238E27FC236}">
                <a16:creationId xmlns:a16="http://schemas.microsoft.com/office/drawing/2014/main" id="{1D10272C-548A-313F-FCD7-95FE2E347D4A}"/>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98FF88D0-2FEF-B452-A79C-D2314F45BD8C}"/>
              </a:ext>
            </a:extLst>
          </p:cNvPr>
          <p:cNvSpPr txBox="1"/>
          <p:nvPr/>
        </p:nvSpPr>
        <p:spPr>
          <a:xfrm>
            <a:off x="5215469" y="172788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621481CE-8AFC-93DB-4E10-FAED33D41B80}"/>
              </a:ext>
            </a:extLst>
          </p:cNvPr>
          <p:cNvSpPr txBox="1"/>
          <p:nvPr/>
        </p:nvSpPr>
        <p:spPr>
          <a:xfrm>
            <a:off x="3716867" y="1727886"/>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E1323D70-F7A9-55D2-036D-FD7B1F591C92}"/>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64" name="TextBox 63">
            <a:extLst>
              <a:ext uri="{FF2B5EF4-FFF2-40B4-BE49-F238E27FC236}">
                <a16:creationId xmlns:a16="http://schemas.microsoft.com/office/drawing/2014/main" id="{90653DF2-6BCE-DB3B-4144-5116D8893042}"/>
              </a:ext>
            </a:extLst>
          </p:cNvPr>
          <p:cNvSpPr txBox="1"/>
          <p:nvPr/>
        </p:nvSpPr>
        <p:spPr>
          <a:xfrm>
            <a:off x="3217333" y="1224551"/>
            <a:ext cx="462845" cy="584775"/>
          </a:xfrm>
          <a:prstGeom prst="rect">
            <a:avLst/>
          </a:prstGeom>
          <a:noFill/>
        </p:spPr>
        <p:txBody>
          <a:bodyPr wrap="square" rtlCol="0">
            <a:spAutoFit/>
          </a:bodyPr>
          <a:lstStyle/>
          <a:p>
            <a:pPr algn="ctr"/>
            <a:r>
              <a:rPr lang="en-US" sz="3200" dirty="0"/>
              <a:t>6</a:t>
            </a:r>
          </a:p>
        </p:txBody>
      </p:sp>
      <p:sp>
        <p:nvSpPr>
          <p:cNvPr id="65" name="TextBox 64">
            <a:extLst>
              <a:ext uri="{FF2B5EF4-FFF2-40B4-BE49-F238E27FC236}">
                <a16:creationId xmlns:a16="http://schemas.microsoft.com/office/drawing/2014/main" id="{DB57C85C-5AC6-6BB6-C520-88883523AAB9}"/>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66" name="TextBox 65">
            <a:extLst>
              <a:ext uri="{FF2B5EF4-FFF2-40B4-BE49-F238E27FC236}">
                <a16:creationId xmlns:a16="http://schemas.microsoft.com/office/drawing/2014/main" id="{13595607-F165-C7E7-F598-DE2A9AE3C158}"/>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67" name="TextBox 66">
            <a:extLst>
              <a:ext uri="{FF2B5EF4-FFF2-40B4-BE49-F238E27FC236}">
                <a16:creationId xmlns:a16="http://schemas.microsoft.com/office/drawing/2014/main" id="{84A06ABC-4B75-B485-1E93-1A1332BC383E}"/>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1368385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5224A-F4A6-1480-08ED-0BF71C495DD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5D8F6F1-7B47-D8BA-4713-664763158897}"/>
              </a:ext>
            </a:extLst>
          </p:cNvPr>
          <p:cNvSpPr>
            <a:spLocks noGrp="1"/>
          </p:cNvSpPr>
          <p:nvPr>
            <p:ph sz="half" idx="1"/>
          </p:nvPr>
        </p:nvSpPr>
        <p:spPr/>
        <p:txBody>
          <a:bodyPr>
            <a:normAutofit lnSpcReduction="10000"/>
          </a:bodyPr>
          <a:lstStyle/>
          <a:p>
            <a:r>
              <a:rPr lang="en-US" dirty="0"/>
              <a:t>Complete Column 2.</a:t>
            </a:r>
          </a:p>
          <a:p>
            <a:r>
              <a:rPr lang="en-US" dirty="0"/>
              <a:t>In Column 1, the only way to fit remaining 579.</a:t>
            </a:r>
          </a:p>
          <a:p>
            <a:r>
              <a:rPr lang="en-US" dirty="0"/>
              <a:t>Then, complete Row 7.</a:t>
            </a:r>
          </a:p>
          <a:p>
            <a:endParaRPr lang="en-US" dirty="0"/>
          </a:p>
        </p:txBody>
      </p:sp>
      <p:pic>
        <p:nvPicPr>
          <p:cNvPr id="4" name="Picture 3" descr="A grid of sudoku puzzle&#10;&#10;Description automatically generated">
            <a:extLst>
              <a:ext uri="{FF2B5EF4-FFF2-40B4-BE49-F238E27FC236}">
                <a16:creationId xmlns:a16="http://schemas.microsoft.com/office/drawing/2014/main" id="{4FEC8262-1FBB-7534-AEE5-F9E604CA74C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606FA08-299D-775A-5D71-70AEA0C8B93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A29F8EE-9F64-8E18-E878-F5E48BD1448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17EC56F-AE4B-BD47-2135-CCE61CA5F4C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4B2E0B9-DC5F-B15C-F90A-7C583051FF98}"/>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3126320C-85BB-33D0-D9F4-3B8207C71D82}"/>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6963C954-1603-92E7-0422-281341D876BE}"/>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46524C2F-E1E5-8A36-2FEF-390B512C1288}"/>
              </a:ext>
            </a:extLst>
          </p:cNvPr>
          <p:cNvSpPr txBox="1"/>
          <p:nvPr/>
        </p:nvSpPr>
        <p:spPr>
          <a:xfrm>
            <a:off x="6214537" y="2231221"/>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17365BD0-C7EF-D112-7036-CDB58508B5F2}"/>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BDFA65E1-1D01-BAA3-09EC-2836FAD6C7D5}"/>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60B43328-A050-97DB-3B0F-5D94EB359A39}"/>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8A503F59-CC98-3485-B17D-13DB0D3F2958}"/>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C6BAF8EF-3F43-E690-B2D0-9FFE9FFAEE08}"/>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CDC2806A-F59E-3220-E9EA-CC641FDF9945}"/>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5E91871E-8FE4-1B7E-A3F1-A1E3EF097E5D}"/>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02676EDE-1D0B-54F6-7F55-46C88E51F846}"/>
              </a:ext>
            </a:extLst>
          </p:cNvPr>
          <p:cNvSpPr txBox="1"/>
          <p:nvPr/>
        </p:nvSpPr>
        <p:spPr>
          <a:xfrm>
            <a:off x="5715003" y="2734556"/>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6C5C0783-E605-B39B-C554-DBD4127D036A}"/>
              </a:ext>
            </a:extLst>
          </p:cNvPr>
          <p:cNvSpPr txBox="1"/>
          <p:nvPr/>
        </p:nvSpPr>
        <p:spPr>
          <a:xfrm>
            <a:off x="5715003"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276A6250-9991-1CB3-C107-D3BC041834C7}"/>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28" name="TextBox 27">
            <a:extLst>
              <a:ext uri="{FF2B5EF4-FFF2-40B4-BE49-F238E27FC236}">
                <a16:creationId xmlns:a16="http://schemas.microsoft.com/office/drawing/2014/main" id="{80DAF067-064E-53DF-7856-6FD5937056E7}"/>
              </a:ext>
            </a:extLst>
          </p:cNvPr>
          <p:cNvSpPr txBox="1"/>
          <p:nvPr/>
        </p:nvSpPr>
        <p:spPr>
          <a:xfrm>
            <a:off x="5715003"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A8F222BE-8316-8451-D6A6-1797B5ABBDEE}"/>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30EEC392-82E2-1E17-9C4C-4B7077B035DD}"/>
              </a:ext>
            </a:extLst>
          </p:cNvPr>
          <p:cNvSpPr txBox="1"/>
          <p:nvPr/>
        </p:nvSpPr>
        <p:spPr>
          <a:xfrm>
            <a:off x="4715935" y="223122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473FFE0B-80C7-6DDC-AEF9-C4001F41A49A}"/>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33" name="TextBox 32">
            <a:extLst>
              <a:ext uri="{FF2B5EF4-FFF2-40B4-BE49-F238E27FC236}">
                <a16:creationId xmlns:a16="http://schemas.microsoft.com/office/drawing/2014/main" id="{BA61EC65-9AA4-31C7-3434-96E03389ECE1}"/>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BE2E9925-F7CF-4864-CF20-B0C68C8A6B14}"/>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9FF54CB2-40F5-18F4-D24D-030E1383ED30}"/>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A461C2ED-29C1-723C-1C6B-C7699A41C37C}"/>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09EA3664-49A6-693E-FC5A-80725BE14E9A}"/>
              </a:ext>
            </a:extLst>
          </p:cNvPr>
          <p:cNvSpPr txBox="1"/>
          <p:nvPr/>
        </p:nvSpPr>
        <p:spPr>
          <a:xfrm>
            <a:off x="6654802" y="3406653"/>
            <a:ext cx="570089" cy="230832"/>
          </a:xfrm>
          <a:prstGeom prst="rect">
            <a:avLst/>
          </a:prstGeom>
          <a:noFill/>
        </p:spPr>
        <p:txBody>
          <a:bodyPr wrap="square" rtlCol="0">
            <a:spAutoFit/>
          </a:bodyPr>
          <a:lstStyle/>
          <a:p>
            <a:pPr algn="ctr"/>
            <a:r>
              <a:rPr lang="en-US" sz="900" dirty="0"/>
              <a:t>67</a:t>
            </a:r>
          </a:p>
        </p:txBody>
      </p:sp>
      <p:sp>
        <p:nvSpPr>
          <p:cNvPr id="41" name="TextBox 40">
            <a:extLst>
              <a:ext uri="{FF2B5EF4-FFF2-40B4-BE49-F238E27FC236}">
                <a16:creationId xmlns:a16="http://schemas.microsoft.com/office/drawing/2014/main" id="{9B850C96-F61C-7910-7089-5B628E5E0BA1}"/>
              </a:ext>
            </a:extLst>
          </p:cNvPr>
          <p:cNvSpPr txBox="1"/>
          <p:nvPr/>
        </p:nvSpPr>
        <p:spPr>
          <a:xfrm>
            <a:off x="7157158" y="3406653"/>
            <a:ext cx="570089" cy="230832"/>
          </a:xfrm>
          <a:prstGeom prst="rect">
            <a:avLst/>
          </a:prstGeom>
          <a:noFill/>
        </p:spPr>
        <p:txBody>
          <a:bodyPr wrap="square" rtlCol="0">
            <a:spAutoFit/>
          </a:bodyPr>
          <a:lstStyle/>
          <a:p>
            <a:pPr algn="ctr"/>
            <a:r>
              <a:rPr lang="en-US" sz="900" dirty="0"/>
              <a:t>76</a:t>
            </a:r>
          </a:p>
        </p:txBody>
      </p:sp>
      <p:sp>
        <p:nvSpPr>
          <p:cNvPr id="42" name="TextBox 41">
            <a:extLst>
              <a:ext uri="{FF2B5EF4-FFF2-40B4-BE49-F238E27FC236}">
                <a16:creationId xmlns:a16="http://schemas.microsoft.com/office/drawing/2014/main" id="{972607B6-7C43-10A8-BB94-43A0E1EA75DE}"/>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A953B41B-1D96-3498-C58E-48A14002DCDE}"/>
              </a:ext>
            </a:extLst>
          </p:cNvPr>
          <p:cNvSpPr txBox="1"/>
          <p:nvPr/>
        </p:nvSpPr>
        <p:spPr>
          <a:xfrm>
            <a:off x="3716867" y="323789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EA01F695-60FB-BC3B-EA74-DBF8C68CE338}"/>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BCD9CE12-222F-8682-AEA0-0ABF6B9BE94E}"/>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595757DA-C7BF-6903-B44E-937BEBC777E9}"/>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191B35C2-EF33-C73E-8381-D55AEA66A305}"/>
              </a:ext>
            </a:extLst>
          </p:cNvPr>
          <p:cNvSpPr txBox="1"/>
          <p:nvPr/>
        </p:nvSpPr>
        <p:spPr>
          <a:xfrm>
            <a:off x="3716867" y="223122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53271553-7D44-04E1-0BD0-0A2814674D3D}"/>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14" name="TextBox 13">
            <a:extLst>
              <a:ext uri="{FF2B5EF4-FFF2-40B4-BE49-F238E27FC236}">
                <a16:creationId xmlns:a16="http://schemas.microsoft.com/office/drawing/2014/main" id="{122A4E53-E994-7AFB-629F-468A3F9F6724}"/>
              </a:ext>
            </a:extLst>
          </p:cNvPr>
          <p:cNvSpPr txBox="1"/>
          <p:nvPr/>
        </p:nvSpPr>
        <p:spPr>
          <a:xfrm>
            <a:off x="5215469"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FF407D96-2DBC-AC10-4CE2-24913A361424}"/>
              </a:ext>
            </a:extLst>
          </p:cNvPr>
          <p:cNvSpPr txBox="1"/>
          <p:nvPr/>
        </p:nvSpPr>
        <p:spPr>
          <a:xfrm>
            <a:off x="5215469" y="3741226"/>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F4568BDF-D747-E02E-3FAF-AF405C9E4FFC}"/>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46" name="TextBox 45">
            <a:extLst>
              <a:ext uri="{FF2B5EF4-FFF2-40B4-BE49-F238E27FC236}">
                <a16:creationId xmlns:a16="http://schemas.microsoft.com/office/drawing/2014/main" id="{E1629894-EDEC-9D6C-84B4-62D437B73AD7}"/>
              </a:ext>
            </a:extLst>
          </p:cNvPr>
          <p:cNvSpPr txBox="1"/>
          <p:nvPr/>
        </p:nvSpPr>
        <p:spPr>
          <a:xfrm>
            <a:off x="6214537" y="374122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98E8BC0B-F8B9-FB9E-C1B6-364C729204E3}"/>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48" name="TextBox 47">
            <a:extLst>
              <a:ext uri="{FF2B5EF4-FFF2-40B4-BE49-F238E27FC236}">
                <a16:creationId xmlns:a16="http://schemas.microsoft.com/office/drawing/2014/main" id="{ECC25862-DE5E-2D1B-FFF5-CE13C6FE0B0B}"/>
              </a:ext>
            </a:extLst>
          </p:cNvPr>
          <p:cNvSpPr txBox="1"/>
          <p:nvPr/>
        </p:nvSpPr>
        <p:spPr>
          <a:xfrm>
            <a:off x="6214537" y="4747898"/>
            <a:ext cx="462845" cy="584775"/>
          </a:xfrm>
          <a:prstGeom prst="rect">
            <a:avLst/>
          </a:prstGeom>
          <a:noFill/>
        </p:spPr>
        <p:txBody>
          <a:bodyPr wrap="square" rtlCol="0">
            <a:spAutoFit/>
          </a:bodyPr>
          <a:lstStyle/>
          <a:p>
            <a:pPr algn="ctr"/>
            <a:r>
              <a:rPr lang="en-US" sz="3200" dirty="0"/>
              <a:t>1</a:t>
            </a:r>
          </a:p>
        </p:txBody>
      </p:sp>
      <p:sp>
        <p:nvSpPr>
          <p:cNvPr id="49" name="TextBox 48">
            <a:extLst>
              <a:ext uri="{FF2B5EF4-FFF2-40B4-BE49-F238E27FC236}">
                <a16:creationId xmlns:a16="http://schemas.microsoft.com/office/drawing/2014/main" id="{3AC26122-1DD0-449B-FCD3-B1C59826EB46}"/>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
        <p:nvSpPr>
          <p:cNvPr id="50" name="TextBox 49">
            <a:extLst>
              <a:ext uri="{FF2B5EF4-FFF2-40B4-BE49-F238E27FC236}">
                <a16:creationId xmlns:a16="http://schemas.microsoft.com/office/drawing/2014/main" id="{1D0505B5-2AB4-B181-5090-190FCF174152}"/>
              </a:ext>
            </a:extLst>
          </p:cNvPr>
          <p:cNvSpPr txBox="1"/>
          <p:nvPr/>
        </p:nvSpPr>
        <p:spPr>
          <a:xfrm>
            <a:off x="5215469" y="4747898"/>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A1A7AFCE-5698-02C6-9322-F2A0949BB1E6}"/>
              </a:ext>
            </a:extLst>
          </p:cNvPr>
          <p:cNvSpPr txBox="1"/>
          <p:nvPr/>
        </p:nvSpPr>
        <p:spPr>
          <a:xfrm>
            <a:off x="4715935" y="323789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B125AD6C-C2C0-D7F1-4E88-4540B9D654C8}"/>
              </a:ext>
            </a:extLst>
          </p:cNvPr>
          <p:cNvSpPr txBox="1"/>
          <p:nvPr/>
        </p:nvSpPr>
        <p:spPr>
          <a:xfrm>
            <a:off x="6214537" y="4244561"/>
            <a:ext cx="462845" cy="584775"/>
          </a:xfrm>
          <a:prstGeom prst="rect">
            <a:avLst/>
          </a:prstGeom>
          <a:noFill/>
        </p:spPr>
        <p:txBody>
          <a:bodyPr wrap="square" rtlCol="0">
            <a:spAutoFit/>
          </a:bodyPr>
          <a:lstStyle/>
          <a:p>
            <a:pPr algn="ctr"/>
            <a:r>
              <a:rPr lang="en-US" sz="3200" dirty="0"/>
              <a:t>4</a:t>
            </a:r>
          </a:p>
        </p:txBody>
      </p:sp>
      <p:sp>
        <p:nvSpPr>
          <p:cNvPr id="51" name="TextBox 50">
            <a:extLst>
              <a:ext uri="{FF2B5EF4-FFF2-40B4-BE49-F238E27FC236}">
                <a16:creationId xmlns:a16="http://schemas.microsoft.com/office/drawing/2014/main" id="{5A658492-8E70-440E-0E28-AC351B4CD0F9}"/>
              </a:ext>
            </a:extLst>
          </p:cNvPr>
          <p:cNvSpPr txBox="1"/>
          <p:nvPr/>
        </p:nvSpPr>
        <p:spPr>
          <a:xfrm>
            <a:off x="5215469" y="3237891"/>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5FD587E3-EE30-00DF-70D9-BD41E5663083}"/>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D5D2CE7E-5506-C7FE-89AF-BF02184719EA}"/>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56" name="TextBox 55">
            <a:extLst>
              <a:ext uri="{FF2B5EF4-FFF2-40B4-BE49-F238E27FC236}">
                <a16:creationId xmlns:a16="http://schemas.microsoft.com/office/drawing/2014/main" id="{4E035565-4817-E38B-2D91-504295D994C6}"/>
              </a:ext>
            </a:extLst>
          </p:cNvPr>
          <p:cNvSpPr txBox="1"/>
          <p:nvPr/>
        </p:nvSpPr>
        <p:spPr>
          <a:xfrm>
            <a:off x="6214537" y="3237891"/>
            <a:ext cx="462845" cy="584775"/>
          </a:xfrm>
          <a:prstGeom prst="rect">
            <a:avLst/>
          </a:prstGeom>
          <a:noFill/>
        </p:spPr>
        <p:txBody>
          <a:bodyPr wrap="square" rtlCol="0">
            <a:spAutoFit/>
          </a:bodyPr>
          <a:lstStyle/>
          <a:p>
            <a:pPr algn="ctr"/>
            <a:r>
              <a:rPr lang="en-US" sz="3200" dirty="0"/>
              <a:t>2</a:t>
            </a:r>
          </a:p>
        </p:txBody>
      </p:sp>
      <p:sp>
        <p:nvSpPr>
          <p:cNvPr id="57" name="TextBox 56">
            <a:extLst>
              <a:ext uri="{FF2B5EF4-FFF2-40B4-BE49-F238E27FC236}">
                <a16:creationId xmlns:a16="http://schemas.microsoft.com/office/drawing/2014/main" id="{8C59EC73-3A9D-D869-FA18-5B80C284A0F8}"/>
              </a:ext>
            </a:extLst>
          </p:cNvPr>
          <p:cNvSpPr txBox="1"/>
          <p:nvPr/>
        </p:nvSpPr>
        <p:spPr>
          <a:xfrm>
            <a:off x="5715003" y="3741226"/>
            <a:ext cx="462845" cy="584775"/>
          </a:xfrm>
          <a:prstGeom prst="rect">
            <a:avLst/>
          </a:prstGeom>
          <a:noFill/>
        </p:spPr>
        <p:txBody>
          <a:bodyPr wrap="square" rtlCol="0">
            <a:spAutoFit/>
          </a:bodyPr>
          <a:lstStyle/>
          <a:p>
            <a:pPr algn="ctr"/>
            <a:r>
              <a:rPr lang="en-US" sz="3200" dirty="0"/>
              <a:t>7</a:t>
            </a:r>
          </a:p>
        </p:txBody>
      </p:sp>
      <p:sp>
        <p:nvSpPr>
          <p:cNvPr id="12" name="TextBox 11">
            <a:extLst>
              <a:ext uri="{FF2B5EF4-FFF2-40B4-BE49-F238E27FC236}">
                <a16:creationId xmlns:a16="http://schemas.microsoft.com/office/drawing/2014/main" id="{D7ED319C-C61A-FDB7-0BDC-65A4034FFDD4}"/>
              </a:ext>
            </a:extLst>
          </p:cNvPr>
          <p:cNvSpPr txBox="1"/>
          <p:nvPr/>
        </p:nvSpPr>
        <p:spPr>
          <a:xfrm>
            <a:off x="5715003" y="4747898"/>
            <a:ext cx="462845" cy="584775"/>
          </a:xfrm>
          <a:prstGeom prst="rect">
            <a:avLst/>
          </a:prstGeom>
          <a:noFill/>
        </p:spPr>
        <p:txBody>
          <a:bodyPr wrap="square" rtlCol="0">
            <a:spAutoFit/>
          </a:bodyPr>
          <a:lstStyle/>
          <a:p>
            <a:pPr algn="ctr"/>
            <a:r>
              <a:rPr lang="en-US" sz="3200" dirty="0"/>
              <a:t>9</a:t>
            </a:r>
          </a:p>
        </p:txBody>
      </p:sp>
      <p:sp>
        <p:nvSpPr>
          <p:cNvPr id="54" name="TextBox 53">
            <a:extLst>
              <a:ext uri="{FF2B5EF4-FFF2-40B4-BE49-F238E27FC236}">
                <a16:creationId xmlns:a16="http://schemas.microsoft.com/office/drawing/2014/main" id="{8B5E6AD8-F284-E21A-4581-71B56977F546}"/>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EFC5D365-1347-BED8-F813-21BA5D8CF926}"/>
              </a:ext>
            </a:extLst>
          </p:cNvPr>
          <p:cNvSpPr txBox="1"/>
          <p:nvPr/>
        </p:nvSpPr>
        <p:spPr>
          <a:xfrm>
            <a:off x="4715935" y="374122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4F273032-C673-CA8F-BDDE-ED680DC77A84}"/>
              </a:ext>
            </a:extLst>
          </p:cNvPr>
          <p:cNvSpPr txBox="1"/>
          <p:nvPr/>
        </p:nvSpPr>
        <p:spPr>
          <a:xfrm>
            <a:off x="4715935" y="4747898"/>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896A73A3-DFDA-1CD8-B6FC-79DDBB97B10A}"/>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E6C7DF41-B179-9C18-0054-010660E92253}"/>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61" name="TextBox 60">
            <a:extLst>
              <a:ext uri="{FF2B5EF4-FFF2-40B4-BE49-F238E27FC236}">
                <a16:creationId xmlns:a16="http://schemas.microsoft.com/office/drawing/2014/main" id="{E25CD471-A5FE-7F55-A850-ABF9A54ABE3A}"/>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62" name="TextBox 61">
            <a:extLst>
              <a:ext uri="{FF2B5EF4-FFF2-40B4-BE49-F238E27FC236}">
                <a16:creationId xmlns:a16="http://schemas.microsoft.com/office/drawing/2014/main" id="{0F205E92-6FD3-3C00-0EBC-16DB5559F00A}"/>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685F3926-AD95-5D63-5397-5EB54811C86B}"/>
              </a:ext>
            </a:extLst>
          </p:cNvPr>
          <p:cNvSpPr txBox="1"/>
          <p:nvPr/>
        </p:nvSpPr>
        <p:spPr>
          <a:xfrm>
            <a:off x="5215469" y="172788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384E3C9E-82BF-D2FE-EE51-6C0C7CD2852D}"/>
              </a:ext>
            </a:extLst>
          </p:cNvPr>
          <p:cNvSpPr txBox="1"/>
          <p:nvPr/>
        </p:nvSpPr>
        <p:spPr>
          <a:xfrm>
            <a:off x="3716867" y="1727886"/>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AC81D934-7E38-F82F-7ADA-040F64A6E74F}"/>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64" name="TextBox 63">
            <a:extLst>
              <a:ext uri="{FF2B5EF4-FFF2-40B4-BE49-F238E27FC236}">
                <a16:creationId xmlns:a16="http://schemas.microsoft.com/office/drawing/2014/main" id="{4A20E132-8266-44E0-6358-F7CAE05C008F}"/>
              </a:ext>
            </a:extLst>
          </p:cNvPr>
          <p:cNvSpPr txBox="1"/>
          <p:nvPr/>
        </p:nvSpPr>
        <p:spPr>
          <a:xfrm>
            <a:off x="3217333" y="1224551"/>
            <a:ext cx="462845" cy="584775"/>
          </a:xfrm>
          <a:prstGeom prst="rect">
            <a:avLst/>
          </a:prstGeom>
          <a:noFill/>
        </p:spPr>
        <p:txBody>
          <a:bodyPr wrap="square" rtlCol="0">
            <a:spAutoFit/>
          </a:bodyPr>
          <a:lstStyle/>
          <a:p>
            <a:pPr algn="ctr"/>
            <a:r>
              <a:rPr lang="en-US" sz="3200" dirty="0"/>
              <a:t>6</a:t>
            </a:r>
          </a:p>
        </p:txBody>
      </p:sp>
      <p:sp>
        <p:nvSpPr>
          <p:cNvPr id="65" name="TextBox 64">
            <a:extLst>
              <a:ext uri="{FF2B5EF4-FFF2-40B4-BE49-F238E27FC236}">
                <a16:creationId xmlns:a16="http://schemas.microsoft.com/office/drawing/2014/main" id="{7343015F-2406-9CB5-4183-F22CB4701BBE}"/>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66" name="TextBox 65">
            <a:extLst>
              <a:ext uri="{FF2B5EF4-FFF2-40B4-BE49-F238E27FC236}">
                <a16:creationId xmlns:a16="http://schemas.microsoft.com/office/drawing/2014/main" id="{50E955A9-CFAD-6136-4672-67E385624289}"/>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67" name="TextBox 66">
            <a:extLst>
              <a:ext uri="{FF2B5EF4-FFF2-40B4-BE49-F238E27FC236}">
                <a16:creationId xmlns:a16="http://schemas.microsoft.com/office/drawing/2014/main" id="{16474371-E793-CF65-6013-D709D0FBB4B6}"/>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68" name="TextBox 67">
            <a:extLst>
              <a:ext uri="{FF2B5EF4-FFF2-40B4-BE49-F238E27FC236}">
                <a16:creationId xmlns:a16="http://schemas.microsoft.com/office/drawing/2014/main" id="{89E2B4AE-5AA3-9898-E512-6A8976690711}"/>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C51021B1-3FEC-9F8A-0259-F23077ED7D86}"/>
              </a:ext>
            </a:extLst>
          </p:cNvPr>
          <p:cNvSpPr txBox="1"/>
          <p:nvPr/>
        </p:nvSpPr>
        <p:spPr>
          <a:xfrm>
            <a:off x="3217333" y="3741226"/>
            <a:ext cx="462845" cy="584775"/>
          </a:xfrm>
          <a:prstGeom prst="rect">
            <a:avLst/>
          </a:prstGeom>
          <a:noFill/>
        </p:spPr>
        <p:txBody>
          <a:bodyPr wrap="square" rtlCol="0">
            <a:spAutoFit/>
          </a:bodyPr>
          <a:lstStyle/>
          <a:p>
            <a:pPr algn="ctr"/>
            <a:r>
              <a:rPr lang="en-US" sz="3200" dirty="0"/>
              <a:t>9</a:t>
            </a:r>
          </a:p>
        </p:txBody>
      </p:sp>
      <p:sp>
        <p:nvSpPr>
          <p:cNvPr id="70" name="TextBox 69">
            <a:extLst>
              <a:ext uri="{FF2B5EF4-FFF2-40B4-BE49-F238E27FC236}">
                <a16:creationId xmlns:a16="http://schemas.microsoft.com/office/drawing/2014/main" id="{563CB696-3F79-6E52-06EB-0951FDF141C2}"/>
              </a:ext>
            </a:extLst>
          </p:cNvPr>
          <p:cNvSpPr txBox="1"/>
          <p:nvPr/>
        </p:nvSpPr>
        <p:spPr>
          <a:xfrm>
            <a:off x="6714071" y="3741226"/>
            <a:ext cx="462845" cy="584775"/>
          </a:xfrm>
          <a:prstGeom prst="rect">
            <a:avLst/>
          </a:prstGeom>
          <a:noFill/>
        </p:spPr>
        <p:txBody>
          <a:bodyPr wrap="square" rtlCol="0">
            <a:spAutoFit/>
          </a:bodyPr>
          <a:lstStyle/>
          <a:p>
            <a:pPr algn="ctr"/>
            <a:r>
              <a:rPr lang="en-US" sz="3200" dirty="0"/>
              <a:t>6</a:t>
            </a:r>
          </a:p>
        </p:txBody>
      </p:sp>
      <p:sp>
        <p:nvSpPr>
          <p:cNvPr id="71" name="TextBox 70">
            <a:extLst>
              <a:ext uri="{FF2B5EF4-FFF2-40B4-BE49-F238E27FC236}">
                <a16:creationId xmlns:a16="http://schemas.microsoft.com/office/drawing/2014/main" id="{305C9256-2A80-8DAF-A8C7-36014D43DF52}"/>
              </a:ext>
            </a:extLst>
          </p:cNvPr>
          <p:cNvSpPr txBox="1"/>
          <p:nvPr/>
        </p:nvSpPr>
        <p:spPr>
          <a:xfrm>
            <a:off x="3217333" y="4244561"/>
            <a:ext cx="462845" cy="584775"/>
          </a:xfrm>
          <a:prstGeom prst="rect">
            <a:avLst/>
          </a:prstGeom>
          <a:noFill/>
        </p:spPr>
        <p:txBody>
          <a:bodyPr wrap="square" rtlCol="0">
            <a:spAutoFit/>
          </a:bodyPr>
          <a:lstStyle/>
          <a:p>
            <a:pPr algn="ctr"/>
            <a:r>
              <a:rPr lang="en-US" sz="3200" dirty="0"/>
              <a:t>7</a:t>
            </a:r>
          </a:p>
        </p:txBody>
      </p:sp>
      <p:sp>
        <p:nvSpPr>
          <p:cNvPr id="72" name="TextBox 71">
            <a:extLst>
              <a:ext uri="{FF2B5EF4-FFF2-40B4-BE49-F238E27FC236}">
                <a16:creationId xmlns:a16="http://schemas.microsoft.com/office/drawing/2014/main" id="{96D52220-ED57-C5CC-BEF6-85E37CE67CAF}"/>
              </a:ext>
            </a:extLst>
          </p:cNvPr>
          <p:cNvSpPr txBox="1"/>
          <p:nvPr/>
        </p:nvSpPr>
        <p:spPr>
          <a:xfrm>
            <a:off x="3217333" y="4747898"/>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18789550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F7DFA-5A17-1286-C3D0-F205C718BFB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7DCA074-51C2-4036-67B7-2609E109D0AB}"/>
              </a:ext>
            </a:extLst>
          </p:cNvPr>
          <p:cNvSpPr>
            <a:spLocks noGrp="1"/>
          </p:cNvSpPr>
          <p:nvPr>
            <p:ph sz="half" idx="1"/>
          </p:nvPr>
        </p:nvSpPr>
        <p:spPr/>
        <p:txBody>
          <a:bodyPr>
            <a:normAutofit lnSpcReduction="10000"/>
          </a:bodyPr>
          <a:lstStyle/>
          <a:p>
            <a:r>
              <a:rPr lang="en-US" dirty="0"/>
              <a:t>Last possible 3 in lower right block.</a:t>
            </a:r>
          </a:p>
          <a:p>
            <a:r>
              <a:rPr lang="en-US" dirty="0"/>
              <a:t>Last possible 9 in lower right block.</a:t>
            </a:r>
          </a:p>
          <a:p>
            <a:r>
              <a:rPr lang="en-US" dirty="0"/>
              <a:t>Then, only way to fit remaining 27 in lower right block.</a:t>
            </a:r>
          </a:p>
          <a:p>
            <a:endParaRPr lang="en-US" dirty="0"/>
          </a:p>
        </p:txBody>
      </p:sp>
      <p:pic>
        <p:nvPicPr>
          <p:cNvPr id="4" name="Picture 3" descr="A grid of sudoku puzzle&#10;&#10;Description automatically generated">
            <a:extLst>
              <a:ext uri="{FF2B5EF4-FFF2-40B4-BE49-F238E27FC236}">
                <a16:creationId xmlns:a16="http://schemas.microsoft.com/office/drawing/2014/main" id="{37FE09F0-9284-BAAB-CC29-6920A54B146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51EEA1D-E821-4860-F267-33FA165659D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BEB6C12-FDAC-0ED6-1E40-5FDE20A5BAA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BD7DB5E-C385-2153-95F8-EDAF700D45B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82F46B2-4FCC-AEED-D0F2-973C5F2B64D1}"/>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04690D05-8170-930D-4090-8413BC8EFC77}"/>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0C2149A2-5FCC-95F1-AF87-4505DBDE035E}"/>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3719D973-0B13-7577-B1D8-D6F06846E274}"/>
              </a:ext>
            </a:extLst>
          </p:cNvPr>
          <p:cNvSpPr txBox="1"/>
          <p:nvPr/>
        </p:nvSpPr>
        <p:spPr>
          <a:xfrm>
            <a:off x="6214537" y="2231221"/>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A973AF57-69CF-6E9C-A3AB-45B70DE5EBE0}"/>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AB107AF1-6B92-A41E-05E6-66520A4EB295}"/>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7B81DFD3-5B08-031C-ABC5-7795E876FD6A}"/>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9B6B1A40-A4C1-956A-6518-7C8F5B405373}"/>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91D39DD0-F7CF-24C0-719B-C6696DD11CE2}"/>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F2BF87EA-FEDF-97AA-7868-2C5EE0199D4C}"/>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7625C4AA-2140-4054-6639-00D50CE30FD6}"/>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BC0AE527-D703-517E-3518-F9D5006EDD85}"/>
              </a:ext>
            </a:extLst>
          </p:cNvPr>
          <p:cNvSpPr txBox="1"/>
          <p:nvPr/>
        </p:nvSpPr>
        <p:spPr>
          <a:xfrm>
            <a:off x="5715003" y="2734556"/>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D42FD4A6-85C9-0AEA-2FFD-43FF6E73242D}"/>
              </a:ext>
            </a:extLst>
          </p:cNvPr>
          <p:cNvSpPr txBox="1"/>
          <p:nvPr/>
        </p:nvSpPr>
        <p:spPr>
          <a:xfrm>
            <a:off x="5715003"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737B269E-803F-E90E-39B2-7C7CCDB50600}"/>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28" name="TextBox 27">
            <a:extLst>
              <a:ext uri="{FF2B5EF4-FFF2-40B4-BE49-F238E27FC236}">
                <a16:creationId xmlns:a16="http://schemas.microsoft.com/office/drawing/2014/main" id="{2477183A-CD34-ECC0-B6D7-25F0171014C7}"/>
              </a:ext>
            </a:extLst>
          </p:cNvPr>
          <p:cNvSpPr txBox="1"/>
          <p:nvPr/>
        </p:nvSpPr>
        <p:spPr>
          <a:xfrm>
            <a:off x="5715003"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8BA269FC-C853-A01C-2475-48FD30AAC9FE}"/>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C9DCCF0A-3CFE-B124-48B9-1F374AFA6F1A}"/>
              </a:ext>
            </a:extLst>
          </p:cNvPr>
          <p:cNvSpPr txBox="1"/>
          <p:nvPr/>
        </p:nvSpPr>
        <p:spPr>
          <a:xfrm>
            <a:off x="4715935" y="223122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02F78395-81CE-5BF1-C43D-91FECCE19207}"/>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33" name="TextBox 32">
            <a:extLst>
              <a:ext uri="{FF2B5EF4-FFF2-40B4-BE49-F238E27FC236}">
                <a16:creationId xmlns:a16="http://schemas.microsoft.com/office/drawing/2014/main" id="{5BB432C1-A708-8435-6522-0583F0435F72}"/>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6858FF0B-9D1C-4142-9219-108055539250}"/>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A3980EF8-C83B-F487-D338-699CAD2D4F1B}"/>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A8C12DA0-A92A-F86F-825F-4A39B79D58D9}"/>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FE51EAD0-E11B-64C0-F096-763898A18656}"/>
              </a:ext>
            </a:extLst>
          </p:cNvPr>
          <p:cNvSpPr txBox="1"/>
          <p:nvPr/>
        </p:nvSpPr>
        <p:spPr>
          <a:xfrm>
            <a:off x="6654802" y="3406653"/>
            <a:ext cx="570089" cy="230832"/>
          </a:xfrm>
          <a:prstGeom prst="rect">
            <a:avLst/>
          </a:prstGeom>
          <a:noFill/>
        </p:spPr>
        <p:txBody>
          <a:bodyPr wrap="square" rtlCol="0">
            <a:spAutoFit/>
          </a:bodyPr>
          <a:lstStyle/>
          <a:p>
            <a:pPr algn="ctr"/>
            <a:r>
              <a:rPr lang="en-US" sz="900" dirty="0"/>
              <a:t>67</a:t>
            </a:r>
          </a:p>
        </p:txBody>
      </p:sp>
      <p:sp>
        <p:nvSpPr>
          <p:cNvPr id="41" name="TextBox 40">
            <a:extLst>
              <a:ext uri="{FF2B5EF4-FFF2-40B4-BE49-F238E27FC236}">
                <a16:creationId xmlns:a16="http://schemas.microsoft.com/office/drawing/2014/main" id="{42F3BA3E-1675-87CB-3342-06E74574FF99}"/>
              </a:ext>
            </a:extLst>
          </p:cNvPr>
          <p:cNvSpPr txBox="1"/>
          <p:nvPr/>
        </p:nvSpPr>
        <p:spPr>
          <a:xfrm>
            <a:off x="7157158" y="3406653"/>
            <a:ext cx="570089" cy="230832"/>
          </a:xfrm>
          <a:prstGeom prst="rect">
            <a:avLst/>
          </a:prstGeom>
          <a:noFill/>
        </p:spPr>
        <p:txBody>
          <a:bodyPr wrap="square" rtlCol="0">
            <a:spAutoFit/>
          </a:bodyPr>
          <a:lstStyle/>
          <a:p>
            <a:pPr algn="ctr"/>
            <a:r>
              <a:rPr lang="en-US" sz="900" dirty="0"/>
              <a:t>76</a:t>
            </a:r>
          </a:p>
        </p:txBody>
      </p:sp>
      <p:sp>
        <p:nvSpPr>
          <p:cNvPr id="42" name="TextBox 41">
            <a:extLst>
              <a:ext uri="{FF2B5EF4-FFF2-40B4-BE49-F238E27FC236}">
                <a16:creationId xmlns:a16="http://schemas.microsoft.com/office/drawing/2014/main" id="{6E3C5252-3DBE-B283-0F33-B21D7EE8E481}"/>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F1799747-A8BC-CFC7-7B1A-A96CFD011A9D}"/>
              </a:ext>
            </a:extLst>
          </p:cNvPr>
          <p:cNvSpPr txBox="1"/>
          <p:nvPr/>
        </p:nvSpPr>
        <p:spPr>
          <a:xfrm>
            <a:off x="3716867" y="323789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28AD7B86-68D7-1CDF-E388-9799E967704F}"/>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1C20E4CE-999D-FF86-F217-645438D536B1}"/>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444A585E-7076-9FD9-D9C9-CBDD6F3D475E}"/>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D1DF5625-FBFD-33D8-0DE2-CF9684AB5D36}"/>
              </a:ext>
            </a:extLst>
          </p:cNvPr>
          <p:cNvSpPr txBox="1"/>
          <p:nvPr/>
        </p:nvSpPr>
        <p:spPr>
          <a:xfrm>
            <a:off x="3716867" y="223122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ACF073E5-4074-33B0-A832-27B5A2E29A6C}"/>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14" name="TextBox 13">
            <a:extLst>
              <a:ext uri="{FF2B5EF4-FFF2-40B4-BE49-F238E27FC236}">
                <a16:creationId xmlns:a16="http://schemas.microsoft.com/office/drawing/2014/main" id="{BD25B0DC-78DE-18C0-403B-1A37310AF29F}"/>
              </a:ext>
            </a:extLst>
          </p:cNvPr>
          <p:cNvSpPr txBox="1"/>
          <p:nvPr/>
        </p:nvSpPr>
        <p:spPr>
          <a:xfrm>
            <a:off x="5215469"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D7364DD0-D4AB-2DBA-6B90-90FF1A888000}"/>
              </a:ext>
            </a:extLst>
          </p:cNvPr>
          <p:cNvSpPr txBox="1"/>
          <p:nvPr/>
        </p:nvSpPr>
        <p:spPr>
          <a:xfrm>
            <a:off x="5215469" y="3741226"/>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BFF280D5-42C4-BDBD-B1F0-080D0DB7630D}"/>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46" name="TextBox 45">
            <a:extLst>
              <a:ext uri="{FF2B5EF4-FFF2-40B4-BE49-F238E27FC236}">
                <a16:creationId xmlns:a16="http://schemas.microsoft.com/office/drawing/2014/main" id="{92A3A94E-9210-B428-7326-2A257C7C825A}"/>
              </a:ext>
            </a:extLst>
          </p:cNvPr>
          <p:cNvSpPr txBox="1"/>
          <p:nvPr/>
        </p:nvSpPr>
        <p:spPr>
          <a:xfrm>
            <a:off x="6214537" y="374122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D36CBE4E-FD95-516D-175C-01A510B7EF5F}"/>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48" name="TextBox 47">
            <a:extLst>
              <a:ext uri="{FF2B5EF4-FFF2-40B4-BE49-F238E27FC236}">
                <a16:creationId xmlns:a16="http://schemas.microsoft.com/office/drawing/2014/main" id="{D24A955E-ED59-3291-7066-47AAB198CE36}"/>
              </a:ext>
            </a:extLst>
          </p:cNvPr>
          <p:cNvSpPr txBox="1"/>
          <p:nvPr/>
        </p:nvSpPr>
        <p:spPr>
          <a:xfrm>
            <a:off x="6214537" y="4747898"/>
            <a:ext cx="462845" cy="584775"/>
          </a:xfrm>
          <a:prstGeom prst="rect">
            <a:avLst/>
          </a:prstGeom>
          <a:noFill/>
        </p:spPr>
        <p:txBody>
          <a:bodyPr wrap="square" rtlCol="0">
            <a:spAutoFit/>
          </a:bodyPr>
          <a:lstStyle/>
          <a:p>
            <a:pPr algn="ctr"/>
            <a:r>
              <a:rPr lang="en-US" sz="3200" dirty="0"/>
              <a:t>1</a:t>
            </a:r>
          </a:p>
        </p:txBody>
      </p:sp>
      <p:sp>
        <p:nvSpPr>
          <p:cNvPr id="49" name="TextBox 48">
            <a:extLst>
              <a:ext uri="{FF2B5EF4-FFF2-40B4-BE49-F238E27FC236}">
                <a16:creationId xmlns:a16="http://schemas.microsoft.com/office/drawing/2014/main" id="{9851667C-0430-91BE-C55D-62C03C071A94}"/>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
        <p:nvSpPr>
          <p:cNvPr id="50" name="TextBox 49">
            <a:extLst>
              <a:ext uri="{FF2B5EF4-FFF2-40B4-BE49-F238E27FC236}">
                <a16:creationId xmlns:a16="http://schemas.microsoft.com/office/drawing/2014/main" id="{1D012172-3CA4-64E3-38AF-00984FE4A58D}"/>
              </a:ext>
            </a:extLst>
          </p:cNvPr>
          <p:cNvSpPr txBox="1"/>
          <p:nvPr/>
        </p:nvSpPr>
        <p:spPr>
          <a:xfrm>
            <a:off x="5215469" y="4747898"/>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48667C14-316A-4680-5A4B-2F6318F93E52}"/>
              </a:ext>
            </a:extLst>
          </p:cNvPr>
          <p:cNvSpPr txBox="1"/>
          <p:nvPr/>
        </p:nvSpPr>
        <p:spPr>
          <a:xfrm>
            <a:off x="4715935" y="323789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1747227A-07B0-4221-609B-293A27CC8F79}"/>
              </a:ext>
            </a:extLst>
          </p:cNvPr>
          <p:cNvSpPr txBox="1"/>
          <p:nvPr/>
        </p:nvSpPr>
        <p:spPr>
          <a:xfrm>
            <a:off x="6214537" y="4244561"/>
            <a:ext cx="462845" cy="584775"/>
          </a:xfrm>
          <a:prstGeom prst="rect">
            <a:avLst/>
          </a:prstGeom>
          <a:noFill/>
        </p:spPr>
        <p:txBody>
          <a:bodyPr wrap="square" rtlCol="0">
            <a:spAutoFit/>
          </a:bodyPr>
          <a:lstStyle/>
          <a:p>
            <a:pPr algn="ctr"/>
            <a:r>
              <a:rPr lang="en-US" sz="3200" dirty="0"/>
              <a:t>4</a:t>
            </a:r>
          </a:p>
        </p:txBody>
      </p:sp>
      <p:sp>
        <p:nvSpPr>
          <p:cNvPr id="51" name="TextBox 50">
            <a:extLst>
              <a:ext uri="{FF2B5EF4-FFF2-40B4-BE49-F238E27FC236}">
                <a16:creationId xmlns:a16="http://schemas.microsoft.com/office/drawing/2014/main" id="{5A025E95-0018-37CB-BA2E-B461584EAF61}"/>
              </a:ext>
            </a:extLst>
          </p:cNvPr>
          <p:cNvSpPr txBox="1"/>
          <p:nvPr/>
        </p:nvSpPr>
        <p:spPr>
          <a:xfrm>
            <a:off x="5215469" y="3237891"/>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E1AA8719-D1CB-00C3-D212-00F51039204C}"/>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8C976CBF-C094-4282-028E-CC7D0180F665}"/>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56" name="TextBox 55">
            <a:extLst>
              <a:ext uri="{FF2B5EF4-FFF2-40B4-BE49-F238E27FC236}">
                <a16:creationId xmlns:a16="http://schemas.microsoft.com/office/drawing/2014/main" id="{5F86CABC-25C1-740E-B2A4-65E778D64D22}"/>
              </a:ext>
            </a:extLst>
          </p:cNvPr>
          <p:cNvSpPr txBox="1"/>
          <p:nvPr/>
        </p:nvSpPr>
        <p:spPr>
          <a:xfrm>
            <a:off x="6214537" y="3237891"/>
            <a:ext cx="462845" cy="584775"/>
          </a:xfrm>
          <a:prstGeom prst="rect">
            <a:avLst/>
          </a:prstGeom>
          <a:noFill/>
        </p:spPr>
        <p:txBody>
          <a:bodyPr wrap="square" rtlCol="0">
            <a:spAutoFit/>
          </a:bodyPr>
          <a:lstStyle/>
          <a:p>
            <a:pPr algn="ctr"/>
            <a:r>
              <a:rPr lang="en-US" sz="3200" dirty="0"/>
              <a:t>2</a:t>
            </a:r>
          </a:p>
        </p:txBody>
      </p:sp>
      <p:sp>
        <p:nvSpPr>
          <p:cNvPr id="57" name="TextBox 56">
            <a:extLst>
              <a:ext uri="{FF2B5EF4-FFF2-40B4-BE49-F238E27FC236}">
                <a16:creationId xmlns:a16="http://schemas.microsoft.com/office/drawing/2014/main" id="{B6D9857A-CE81-BADE-7D85-2CD0494DB999}"/>
              </a:ext>
            </a:extLst>
          </p:cNvPr>
          <p:cNvSpPr txBox="1"/>
          <p:nvPr/>
        </p:nvSpPr>
        <p:spPr>
          <a:xfrm>
            <a:off x="5715003" y="3741226"/>
            <a:ext cx="462845" cy="584775"/>
          </a:xfrm>
          <a:prstGeom prst="rect">
            <a:avLst/>
          </a:prstGeom>
          <a:noFill/>
        </p:spPr>
        <p:txBody>
          <a:bodyPr wrap="square" rtlCol="0">
            <a:spAutoFit/>
          </a:bodyPr>
          <a:lstStyle/>
          <a:p>
            <a:pPr algn="ctr"/>
            <a:r>
              <a:rPr lang="en-US" sz="3200" dirty="0"/>
              <a:t>7</a:t>
            </a:r>
          </a:p>
        </p:txBody>
      </p:sp>
      <p:sp>
        <p:nvSpPr>
          <p:cNvPr id="12" name="TextBox 11">
            <a:extLst>
              <a:ext uri="{FF2B5EF4-FFF2-40B4-BE49-F238E27FC236}">
                <a16:creationId xmlns:a16="http://schemas.microsoft.com/office/drawing/2014/main" id="{1CA26EB7-E72E-DE73-BFB2-D06B83953B2D}"/>
              </a:ext>
            </a:extLst>
          </p:cNvPr>
          <p:cNvSpPr txBox="1"/>
          <p:nvPr/>
        </p:nvSpPr>
        <p:spPr>
          <a:xfrm>
            <a:off x="5715003" y="4747898"/>
            <a:ext cx="462845" cy="584775"/>
          </a:xfrm>
          <a:prstGeom prst="rect">
            <a:avLst/>
          </a:prstGeom>
          <a:noFill/>
        </p:spPr>
        <p:txBody>
          <a:bodyPr wrap="square" rtlCol="0">
            <a:spAutoFit/>
          </a:bodyPr>
          <a:lstStyle/>
          <a:p>
            <a:pPr algn="ctr"/>
            <a:r>
              <a:rPr lang="en-US" sz="3200" dirty="0"/>
              <a:t>9</a:t>
            </a:r>
          </a:p>
        </p:txBody>
      </p:sp>
      <p:sp>
        <p:nvSpPr>
          <p:cNvPr id="54" name="TextBox 53">
            <a:extLst>
              <a:ext uri="{FF2B5EF4-FFF2-40B4-BE49-F238E27FC236}">
                <a16:creationId xmlns:a16="http://schemas.microsoft.com/office/drawing/2014/main" id="{7ECF6473-F5B0-4AB3-2421-F8F488EF986A}"/>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DB3B31FA-DC2F-FF05-FAEC-17C59A9F6BA1}"/>
              </a:ext>
            </a:extLst>
          </p:cNvPr>
          <p:cNvSpPr txBox="1"/>
          <p:nvPr/>
        </p:nvSpPr>
        <p:spPr>
          <a:xfrm>
            <a:off x="4715935" y="374122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3E1CDC0A-3EA7-4DA6-6100-4E5A3B66A4D3}"/>
              </a:ext>
            </a:extLst>
          </p:cNvPr>
          <p:cNvSpPr txBox="1"/>
          <p:nvPr/>
        </p:nvSpPr>
        <p:spPr>
          <a:xfrm>
            <a:off x="4715935" y="4747898"/>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E10A5C15-98F4-B638-87CD-718EF78BA5C9}"/>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3BE0FA9E-EB15-645D-FF25-0398C29AF4DA}"/>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61" name="TextBox 60">
            <a:extLst>
              <a:ext uri="{FF2B5EF4-FFF2-40B4-BE49-F238E27FC236}">
                <a16:creationId xmlns:a16="http://schemas.microsoft.com/office/drawing/2014/main" id="{E5798EDD-741A-8B6C-86DE-89C8C12FA25E}"/>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62" name="TextBox 61">
            <a:extLst>
              <a:ext uri="{FF2B5EF4-FFF2-40B4-BE49-F238E27FC236}">
                <a16:creationId xmlns:a16="http://schemas.microsoft.com/office/drawing/2014/main" id="{C0B262AA-E318-A0BF-959F-D4DE537C4E5F}"/>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A2983664-168C-6F0D-D9B5-0F982F60B6BC}"/>
              </a:ext>
            </a:extLst>
          </p:cNvPr>
          <p:cNvSpPr txBox="1"/>
          <p:nvPr/>
        </p:nvSpPr>
        <p:spPr>
          <a:xfrm>
            <a:off x="5215469" y="172788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F6C01031-256D-011F-0561-53CA45AAD487}"/>
              </a:ext>
            </a:extLst>
          </p:cNvPr>
          <p:cNvSpPr txBox="1"/>
          <p:nvPr/>
        </p:nvSpPr>
        <p:spPr>
          <a:xfrm>
            <a:off x="3716867" y="1727886"/>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75377301-6239-206F-E34F-504A60B2BB95}"/>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64" name="TextBox 63">
            <a:extLst>
              <a:ext uri="{FF2B5EF4-FFF2-40B4-BE49-F238E27FC236}">
                <a16:creationId xmlns:a16="http://schemas.microsoft.com/office/drawing/2014/main" id="{235CC4D1-0058-EDAE-C9F5-D7298E49EFBC}"/>
              </a:ext>
            </a:extLst>
          </p:cNvPr>
          <p:cNvSpPr txBox="1"/>
          <p:nvPr/>
        </p:nvSpPr>
        <p:spPr>
          <a:xfrm>
            <a:off x="3217333" y="1224551"/>
            <a:ext cx="462845" cy="584775"/>
          </a:xfrm>
          <a:prstGeom prst="rect">
            <a:avLst/>
          </a:prstGeom>
          <a:noFill/>
        </p:spPr>
        <p:txBody>
          <a:bodyPr wrap="square" rtlCol="0">
            <a:spAutoFit/>
          </a:bodyPr>
          <a:lstStyle/>
          <a:p>
            <a:pPr algn="ctr"/>
            <a:r>
              <a:rPr lang="en-US" sz="3200" dirty="0"/>
              <a:t>6</a:t>
            </a:r>
          </a:p>
        </p:txBody>
      </p:sp>
      <p:sp>
        <p:nvSpPr>
          <p:cNvPr id="65" name="TextBox 64">
            <a:extLst>
              <a:ext uri="{FF2B5EF4-FFF2-40B4-BE49-F238E27FC236}">
                <a16:creationId xmlns:a16="http://schemas.microsoft.com/office/drawing/2014/main" id="{00A65161-83D4-3282-B99C-286569656C26}"/>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66" name="TextBox 65">
            <a:extLst>
              <a:ext uri="{FF2B5EF4-FFF2-40B4-BE49-F238E27FC236}">
                <a16:creationId xmlns:a16="http://schemas.microsoft.com/office/drawing/2014/main" id="{20732739-1473-EC29-40F7-D80DD378478C}"/>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67" name="TextBox 66">
            <a:extLst>
              <a:ext uri="{FF2B5EF4-FFF2-40B4-BE49-F238E27FC236}">
                <a16:creationId xmlns:a16="http://schemas.microsoft.com/office/drawing/2014/main" id="{14363610-D4C6-F836-99ED-F9702548FAC8}"/>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68" name="TextBox 67">
            <a:extLst>
              <a:ext uri="{FF2B5EF4-FFF2-40B4-BE49-F238E27FC236}">
                <a16:creationId xmlns:a16="http://schemas.microsoft.com/office/drawing/2014/main" id="{99DEE851-26CC-64FD-CFCC-120F15223E4C}"/>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FC7C7891-F62A-E5D7-9766-BFDCEFBF16AC}"/>
              </a:ext>
            </a:extLst>
          </p:cNvPr>
          <p:cNvSpPr txBox="1"/>
          <p:nvPr/>
        </p:nvSpPr>
        <p:spPr>
          <a:xfrm>
            <a:off x="3217333" y="3741226"/>
            <a:ext cx="462845" cy="584775"/>
          </a:xfrm>
          <a:prstGeom prst="rect">
            <a:avLst/>
          </a:prstGeom>
          <a:noFill/>
        </p:spPr>
        <p:txBody>
          <a:bodyPr wrap="square" rtlCol="0">
            <a:spAutoFit/>
          </a:bodyPr>
          <a:lstStyle/>
          <a:p>
            <a:pPr algn="ctr"/>
            <a:r>
              <a:rPr lang="en-US" sz="3200" dirty="0"/>
              <a:t>9</a:t>
            </a:r>
          </a:p>
        </p:txBody>
      </p:sp>
      <p:sp>
        <p:nvSpPr>
          <p:cNvPr id="70" name="TextBox 69">
            <a:extLst>
              <a:ext uri="{FF2B5EF4-FFF2-40B4-BE49-F238E27FC236}">
                <a16:creationId xmlns:a16="http://schemas.microsoft.com/office/drawing/2014/main" id="{BDEF89EC-034B-4979-F8BE-E6DE28561803}"/>
              </a:ext>
            </a:extLst>
          </p:cNvPr>
          <p:cNvSpPr txBox="1"/>
          <p:nvPr/>
        </p:nvSpPr>
        <p:spPr>
          <a:xfrm>
            <a:off x="6714071" y="3741226"/>
            <a:ext cx="462845" cy="584775"/>
          </a:xfrm>
          <a:prstGeom prst="rect">
            <a:avLst/>
          </a:prstGeom>
          <a:noFill/>
        </p:spPr>
        <p:txBody>
          <a:bodyPr wrap="square" rtlCol="0">
            <a:spAutoFit/>
          </a:bodyPr>
          <a:lstStyle/>
          <a:p>
            <a:pPr algn="ctr"/>
            <a:r>
              <a:rPr lang="en-US" sz="3200" dirty="0"/>
              <a:t>6</a:t>
            </a:r>
          </a:p>
        </p:txBody>
      </p:sp>
      <p:sp>
        <p:nvSpPr>
          <p:cNvPr id="71" name="TextBox 70">
            <a:extLst>
              <a:ext uri="{FF2B5EF4-FFF2-40B4-BE49-F238E27FC236}">
                <a16:creationId xmlns:a16="http://schemas.microsoft.com/office/drawing/2014/main" id="{510E7526-A9B4-0756-8B00-1BC525335762}"/>
              </a:ext>
            </a:extLst>
          </p:cNvPr>
          <p:cNvSpPr txBox="1"/>
          <p:nvPr/>
        </p:nvSpPr>
        <p:spPr>
          <a:xfrm>
            <a:off x="3217333" y="4244561"/>
            <a:ext cx="462845" cy="584775"/>
          </a:xfrm>
          <a:prstGeom prst="rect">
            <a:avLst/>
          </a:prstGeom>
          <a:noFill/>
        </p:spPr>
        <p:txBody>
          <a:bodyPr wrap="square" rtlCol="0">
            <a:spAutoFit/>
          </a:bodyPr>
          <a:lstStyle/>
          <a:p>
            <a:pPr algn="ctr"/>
            <a:r>
              <a:rPr lang="en-US" sz="3200" dirty="0"/>
              <a:t>7</a:t>
            </a:r>
          </a:p>
        </p:txBody>
      </p:sp>
      <p:sp>
        <p:nvSpPr>
          <p:cNvPr id="72" name="TextBox 71">
            <a:extLst>
              <a:ext uri="{FF2B5EF4-FFF2-40B4-BE49-F238E27FC236}">
                <a16:creationId xmlns:a16="http://schemas.microsoft.com/office/drawing/2014/main" id="{2ADE0BC1-93FE-2EEC-5FFB-1D7E3DB02F8B}"/>
              </a:ext>
            </a:extLst>
          </p:cNvPr>
          <p:cNvSpPr txBox="1"/>
          <p:nvPr/>
        </p:nvSpPr>
        <p:spPr>
          <a:xfrm>
            <a:off x="3217333" y="4747898"/>
            <a:ext cx="462845" cy="584775"/>
          </a:xfrm>
          <a:prstGeom prst="rect">
            <a:avLst/>
          </a:prstGeom>
          <a:noFill/>
        </p:spPr>
        <p:txBody>
          <a:bodyPr wrap="square" rtlCol="0">
            <a:spAutoFit/>
          </a:bodyPr>
          <a:lstStyle/>
          <a:p>
            <a:pPr algn="ctr"/>
            <a:r>
              <a:rPr lang="en-US" sz="3200" dirty="0"/>
              <a:t>5</a:t>
            </a:r>
          </a:p>
        </p:txBody>
      </p:sp>
      <p:sp>
        <p:nvSpPr>
          <p:cNvPr id="73" name="TextBox 72">
            <a:extLst>
              <a:ext uri="{FF2B5EF4-FFF2-40B4-BE49-F238E27FC236}">
                <a16:creationId xmlns:a16="http://schemas.microsoft.com/office/drawing/2014/main" id="{23CE6213-B347-D0E3-06F4-A0F16A53AC13}"/>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4" name="TextBox 73">
            <a:extLst>
              <a:ext uri="{FF2B5EF4-FFF2-40B4-BE49-F238E27FC236}">
                <a16:creationId xmlns:a16="http://schemas.microsoft.com/office/drawing/2014/main" id="{2530B57F-ED01-0371-EA08-97BA4A77E778}"/>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75" name="TextBox 74">
            <a:extLst>
              <a:ext uri="{FF2B5EF4-FFF2-40B4-BE49-F238E27FC236}">
                <a16:creationId xmlns:a16="http://schemas.microsoft.com/office/drawing/2014/main" id="{19B7A029-2F2C-65AB-12FD-111C6B987551}"/>
              </a:ext>
            </a:extLst>
          </p:cNvPr>
          <p:cNvSpPr txBox="1"/>
          <p:nvPr/>
        </p:nvSpPr>
        <p:spPr>
          <a:xfrm>
            <a:off x="6714071" y="4747898"/>
            <a:ext cx="462845" cy="584775"/>
          </a:xfrm>
          <a:prstGeom prst="rect">
            <a:avLst/>
          </a:prstGeom>
          <a:noFill/>
        </p:spPr>
        <p:txBody>
          <a:bodyPr wrap="square" rtlCol="0">
            <a:spAutoFit/>
          </a:bodyPr>
          <a:lstStyle/>
          <a:p>
            <a:pPr algn="ctr"/>
            <a:r>
              <a:rPr lang="en-US" sz="3200" dirty="0"/>
              <a:t>3</a:t>
            </a:r>
          </a:p>
        </p:txBody>
      </p:sp>
      <p:sp>
        <p:nvSpPr>
          <p:cNvPr id="76" name="TextBox 75">
            <a:extLst>
              <a:ext uri="{FF2B5EF4-FFF2-40B4-BE49-F238E27FC236}">
                <a16:creationId xmlns:a16="http://schemas.microsoft.com/office/drawing/2014/main" id="{0A9A7621-55E9-C8C0-2CB0-982D2879E71D}"/>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16327546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78194-5142-724F-3E23-336A59ECA2D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AA256F7-2A13-AEC6-51D3-5DDDE1204BA1}"/>
              </a:ext>
            </a:extLst>
          </p:cNvPr>
          <p:cNvSpPr>
            <a:spLocks noGrp="1"/>
          </p:cNvSpPr>
          <p:nvPr>
            <p:ph sz="half" idx="1"/>
          </p:nvPr>
        </p:nvSpPr>
        <p:spPr/>
        <p:txBody>
          <a:bodyPr>
            <a:normAutofit/>
          </a:bodyPr>
          <a:lstStyle/>
          <a:p>
            <a:r>
              <a:rPr lang="en-US" dirty="0"/>
              <a:t>Reduce.</a:t>
            </a:r>
          </a:p>
          <a:p>
            <a:r>
              <a:rPr lang="en-US" dirty="0"/>
              <a:t>Then, complete Column 9.</a:t>
            </a:r>
          </a:p>
          <a:p>
            <a:endParaRPr lang="en-US" dirty="0"/>
          </a:p>
        </p:txBody>
      </p:sp>
      <p:pic>
        <p:nvPicPr>
          <p:cNvPr id="4" name="Picture 3" descr="A grid of sudoku puzzle&#10;&#10;Description automatically generated">
            <a:extLst>
              <a:ext uri="{FF2B5EF4-FFF2-40B4-BE49-F238E27FC236}">
                <a16:creationId xmlns:a16="http://schemas.microsoft.com/office/drawing/2014/main" id="{20D65094-C414-8A55-6757-CC4405F4D9E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42C99BC-1AFF-AD6D-1603-1DC81C53E6F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A22220A-2626-55C9-BBE3-4FE3036F2B8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EB33FFE-A87A-9732-9A88-48991843EFB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8AF881C-2139-34BF-67EF-C7D31A3978F7}"/>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67D8916A-41E9-5C35-9C89-59573A9ABCD5}"/>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113789A1-0CD1-50C2-5254-6FACD99F1885}"/>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05845EB6-17BD-3977-E62D-DA0A934C98AE}"/>
              </a:ext>
            </a:extLst>
          </p:cNvPr>
          <p:cNvSpPr txBox="1"/>
          <p:nvPr/>
        </p:nvSpPr>
        <p:spPr>
          <a:xfrm>
            <a:off x="6214537" y="2231221"/>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96447A9F-4E08-142B-B6B4-F8E3989DD23C}"/>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60A8182F-91E5-2948-0012-3A3AD081B6A9}"/>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6A6302A4-4888-28D5-61DA-7A57DD2F3E93}"/>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96ECDF74-93AF-57F6-86F1-DDCD046933D0}"/>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FEA93BA5-B973-001C-6928-FA2CC6C9C3E5}"/>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71D9E5DB-26D3-1FBF-EFB1-36B7196F9857}"/>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B3A08B47-5202-F591-94E5-79A868741637}"/>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003FEC33-E269-18D2-D377-0895319191CD}"/>
              </a:ext>
            </a:extLst>
          </p:cNvPr>
          <p:cNvSpPr txBox="1"/>
          <p:nvPr/>
        </p:nvSpPr>
        <p:spPr>
          <a:xfrm>
            <a:off x="5715003" y="2734556"/>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0F5FDAD2-FB8C-8333-4EF8-D68E4559C2C8}"/>
              </a:ext>
            </a:extLst>
          </p:cNvPr>
          <p:cNvSpPr txBox="1"/>
          <p:nvPr/>
        </p:nvSpPr>
        <p:spPr>
          <a:xfrm>
            <a:off x="5715003"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4EB82801-4220-C6BD-C522-5DDD2A0CBC1A}"/>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28" name="TextBox 27">
            <a:extLst>
              <a:ext uri="{FF2B5EF4-FFF2-40B4-BE49-F238E27FC236}">
                <a16:creationId xmlns:a16="http://schemas.microsoft.com/office/drawing/2014/main" id="{939CE79B-901F-9375-7411-2F19A49809D1}"/>
              </a:ext>
            </a:extLst>
          </p:cNvPr>
          <p:cNvSpPr txBox="1"/>
          <p:nvPr/>
        </p:nvSpPr>
        <p:spPr>
          <a:xfrm>
            <a:off x="5715003"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C626BC56-B488-7F5D-E186-0CCD0FA04E30}"/>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FFF6E623-4ED1-F1C2-785F-26A75CE63B36}"/>
              </a:ext>
            </a:extLst>
          </p:cNvPr>
          <p:cNvSpPr txBox="1"/>
          <p:nvPr/>
        </p:nvSpPr>
        <p:spPr>
          <a:xfrm>
            <a:off x="4715935" y="223122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D0BBFD4C-3770-55E3-7E33-4C0FF8B51903}"/>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33" name="TextBox 32">
            <a:extLst>
              <a:ext uri="{FF2B5EF4-FFF2-40B4-BE49-F238E27FC236}">
                <a16:creationId xmlns:a16="http://schemas.microsoft.com/office/drawing/2014/main" id="{AA06B397-F155-5D20-8D5F-C4378A16EF58}"/>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97FAF86A-E92D-F10F-DBFA-C2D40F478756}"/>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12D6C9E2-CC44-53FC-1010-565CC4777843}"/>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25F677DB-0B67-AF9A-5C57-690D666BAE6A}"/>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42" name="TextBox 41">
            <a:extLst>
              <a:ext uri="{FF2B5EF4-FFF2-40B4-BE49-F238E27FC236}">
                <a16:creationId xmlns:a16="http://schemas.microsoft.com/office/drawing/2014/main" id="{43E907BE-678A-3D88-27E5-A8E0514001CF}"/>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7A26C69A-47A0-BEDB-DF85-DEB697D73308}"/>
              </a:ext>
            </a:extLst>
          </p:cNvPr>
          <p:cNvSpPr txBox="1"/>
          <p:nvPr/>
        </p:nvSpPr>
        <p:spPr>
          <a:xfrm>
            <a:off x="3716867" y="323789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4501C5B3-478F-38A0-126C-CE49BE390891}"/>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0821FCE8-6C97-F2BF-EC25-73863EBBB076}"/>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71082078-3BCF-F046-B392-3F9D2649330F}"/>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D9ED1A83-080E-F352-514B-7C42C1782C1F}"/>
              </a:ext>
            </a:extLst>
          </p:cNvPr>
          <p:cNvSpPr txBox="1"/>
          <p:nvPr/>
        </p:nvSpPr>
        <p:spPr>
          <a:xfrm>
            <a:off x="3716867" y="223122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6C51BE62-6335-9139-4D97-554595A5FC30}"/>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14" name="TextBox 13">
            <a:extLst>
              <a:ext uri="{FF2B5EF4-FFF2-40B4-BE49-F238E27FC236}">
                <a16:creationId xmlns:a16="http://schemas.microsoft.com/office/drawing/2014/main" id="{F16D97A7-964F-CA37-4EAE-2307601A4FBE}"/>
              </a:ext>
            </a:extLst>
          </p:cNvPr>
          <p:cNvSpPr txBox="1"/>
          <p:nvPr/>
        </p:nvSpPr>
        <p:spPr>
          <a:xfrm>
            <a:off x="5215469"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53D52595-93FB-51DE-4BE5-BE45C257C0DD}"/>
              </a:ext>
            </a:extLst>
          </p:cNvPr>
          <p:cNvSpPr txBox="1"/>
          <p:nvPr/>
        </p:nvSpPr>
        <p:spPr>
          <a:xfrm>
            <a:off x="5215469" y="3741226"/>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48659D6E-7B05-756A-6F89-0EC9D42D8250}"/>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46" name="TextBox 45">
            <a:extLst>
              <a:ext uri="{FF2B5EF4-FFF2-40B4-BE49-F238E27FC236}">
                <a16:creationId xmlns:a16="http://schemas.microsoft.com/office/drawing/2014/main" id="{1E0C78BD-9AC4-64C6-3B45-3374F6B7B35E}"/>
              </a:ext>
            </a:extLst>
          </p:cNvPr>
          <p:cNvSpPr txBox="1"/>
          <p:nvPr/>
        </p:nvSpPr>
        <p:spPr>
          <a:xfrm>
            <a:off x="6214537" y="374122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383AB73D-D29A-FFC1-C8BF-3AC57671123C}"/>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48" name="TextBox 47">
            <a:extLst>
              <a:ext uri="{FF2B5EF4-FFF2-40B4-BE49-F238E27FC236}">
                <a16:creationId xmlns:a16="http://schemas.microsoft.com/office/drawing/2014/main" id="{5D548226-C28B-C10D-1A0A-150CAF04EB23}"/>
              </a:ext>
            </a:extLst>
          </p:cNvPr>
          <p:cNvSpPr txBox="1"/>
          <p:nvPr/>
        </p:nvSpPr>
        <p:spPr>
          <a:xfrm>
            <a:off x="6214537" y="4747898"/>
            <a:ext cx="462845" cy="584775"/>
          </a:xfrm>
          <a:prstGeom prst="rect">
            <a:avLst/>
          </a:prstGeom>
          <a:noFill/>
        </p:spPr>
        <p:txBody>
          <a:bodyPr wrap="square" rtlCol="0">
            <a:spAutoFit/>
          </a:bodyPr>
          <a:lstStyle/>
          <a:p>
            <a:pPr algn="ctr"/>
            <a:r>
              <a:rPr lang="en-US" sz="3200" dirty="0"/>
              <a:t>1</a:t>
            </a:r>
          </a:p>
        </p:txBody>
      </p:sp>
      <p:sp>
        <p:nvSpPr>
          <p:cNvPr id="49" name="TextBox 48">
            <a:extLst>
              <a:ext uri="{FF2B5EF4-FFF2-40B4-BE49-F238E27FC236}">
                <a16:creationId xmlns:a16="http://schemas.microsoft.com/office/drawing/2014/main" id="{5EE6DF58-8ECF-7B96-F397-652B6D09EA6B}"/>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
        <p:nvSpPr>
          <p:cNvPr id="50" name="TextBox 49">
            <a:extLst>
              <a:ext uri="{FF2B5EF4-FFF2-40B4-BE49-F238E27FC236}">
                <a16:creationId xmlns:a16="http://schemas.microsoft.com/office/drawing/2014/main" id="{1E011CFE-511C-DDA8-91A7-A3D535FD58A4}"/>
              </a:ext>
            </a:extLst>
          </p:cNvPr>
          <p:cNvSpPr txBox="1"/>
          <p:nvPr/>
        </p:nvSpPr>
        <p:spPr>
          <a:xfrm>
            <a:off x="5215469" y="4747898"/>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4A7CB78A-C18F-457C-E768-F22F97D4C980}"/>
              </a:ext>
            </a:extLst>
          </p:cNvPr>
          <p:cNvSpPr txBox="1"/>
          <p:nvPr/>
        </p:nvSpPr>
        <p:spPr>
          <a:xfrm>
            <a:off x="4715935" y="323789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35B9E809-8181-5E07-5A45-68F468EAAA99}"/>
              </a:ext>
            </a:extLst>
          </p:cNvPr>
          <p:cNvSpPr txBox="1"/>
          <p:nvPr/>
        </p:nvSpPr>
        <p:spPr>
          <a:xfrm>
            <a:off x="6214537" y="4244561"/>
            <a:ext cx="462845" cy="584775"/>
          </a:xfrm>
          <a:prstGeom prst="rect">
            <a:avLst/>
          </a:prstGeom>
          <a:noFill/>
        </p:spPr>
        <p:txBody>
          <a:bodyPr wrap="square" rtlCol="0">
            <a:spAutoFit/>
          </a:bodyPr>
          <a:lstStyle/>
          <a:p>
            <a:pPr algn="ctr"/>
            <a:r>
              <a:rPr lang="en-US" sz="3200" dirty="0"/>
              <a:t>4</a:t>
            </a:r>
          </a:p>
        </p:txBody>
      </p:sp>
      <p:sp>
        <p:nvSpPr>
          <p:cNvPr id="51" name="TextBox 50">
            <a:extLst>
              <a:ext uri="{FF2B5EF4-FFF2-40B4-BE49-F238E27FC236}">
                <a16:creationId xmlns:a16="http://schemas.microsoft.com/office/drawing/2014/main" id="{6AC2B13F-8270-9328-A291-135307868041}"/>
              </a:ext>
            </a:extLst>
          </p:cNvPr>
          <p:cNvSpPr txBox="1"/>
          <p:nvPr/>
        </p:nvSpPr>
        <p:spPr>
          <a:xfrm>
            <a:off x="5215469" y="3237891"/>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CCBB8804-850C-AD8F-5F50-C993E641EF06}"/>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8310A1AA-F500-EB58-4649-08601086E10C}"/>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56" name="TextBox 55">
            <a:extLst>
              <a:ext uri="{FF2B5EF4-FFF2-40B4-BE49-F238E27FC236}">
                <a16:creationId xmlns:a16="http://schemas.microsoft.com/office/drawing/2014/main" id="{7014FBA4-3AA9-0F1A-8571-761A1BE7D0FD}"/>
              </a:ext>
            </a:extLst>
          </p:cNvPr>
          <p:cNvSpPr txBox="1"/>
          <p:nvPr/>
        </p:nvSpPr>
        <p:spPr>
          <a:xfrm>
            <a:off x="6214537" y="3237891"/>
            <a:ext cx="462845" cy="584775"/>
          </a:xfrm>
          <a:prstGeom prst="rect">
            <a:avLst/>
          </a:prstGeom>
          <a:noFill/>
        </p:spPr>
        <p:txBody>
          <a:bodyPr wrap="square" rtlCol="0">
            <a:spAutoFit/>
          </a:bodyPr>
          <a:lstStyle/>
          <a:p>
            <a:pPr algn="ctr"/>
            <a:r>
              <a:rPr lang="en-US" sz="3200" dirty="0"/>
              <a:t>2</a:t>
            </a:r>
          </a:p>
        </p:txBody>
      </p:sp>
      <p:sp>
        <p:nvSpPr>
          <p:cNvPr id="57" name="TextBox 56">
            <a:extLst>
              <a:ext uri="{FF2B5EF4-FFF2-40B4-BE49-F238E27FC236}">
                <a16:creationId xmlns:a16="http://schemas.microsoft.com/office/drawing/2014/main" id="{034C842E-7DB6-DE75-7121-60E945F5412A}"/>
              </a:ext>
            </a:extLst>
          </p:cNvPr>
          <p:cNvSpPr txBox="1"/>
          <p:nvPr/>
        </p:nvSpPr>
        <p:spPr>
          <a:xfrm>
            <a:off x="5715003" y="3741226"/>
            <a:ext cx="462845" cy="584775"/>
          </a:xfrm>
          <a:prstGeom prst="rect">
            <a:avLst/>
          </a:prstGeom>
          <a:noFill/>
        </p:spPr>
        <p:txBody>
          <a:bodyPr wrap="square" rtlCol="0">
            <a:spAutoFit/>
          </a:bodyPr>
          <a:lstStyle/>
          <a:p>
            <a:pPr algn="ctr"/>
            <a:r>
              <a:rPr lang="en-US" sz="3200" dirty="0"/>
              <a:t>7</a:t>
            </a:r>
          </a:p>
        </p:txBody>
      </p:sp>
      <p:sp>
        <p:nvSpPr>
          <p:cNvPr id="12" name="TextBox 11">
            <a:extLst>
              <a:ext uri="{FF2B5EF4-FFF2-40B4-BE49-F238E27FC236}">
                <a16:creationId xmlns:a16="http://schemas.microsoft.com/office/drawing/2014/main" id="{C439DC36-CF3A-FEE8-49E7-1427322E5E28}"/>
              </a:ext>
            </a:extLst>
          </p:cNvPr>
          <p:cNvSpPr txBox="1"/>
          <p:nvPr/>
        </p:nvSpPr>
        <p:spPr>
          <a:xfrm>
            <a:off x="5715003" y="4747898"/>
            <a:ext cx="462845" cy="584775"/>
          </a:xfrm>
          <a:prstGeom prst="rect">
            <a:avLst/>
          </a:prstGeom>
          <a:noFill/>
        </p:spPr>
        <p:txBody>
          <a:bodyPr wrap="square" rtlCol="0">
            <a:spAutoFit/>
          </a:bodyPr>
          <a:lstStyle/>
          <a:p>
            <a:pPr algn="ctr"/>
            <a:r>
              <a:rPr lang="en-US" sz="3200" dirty="0"/>
              <a:t>9</a:t>
            </a:r>
          </a:p>
        </p:txBody>
      </p:sp>
      <p:sp>
        <p:nvSpPr>
          <p:cNvPr id="54" name="TextBox 53">
            <a:extLst>
              <a:ext uri="{FF2B5EF4-FFF2-40B4-BE49-F238E27FC236}">
                <a16:creationId xmlns:a16="http://schemas.microsoft.com/office/drawing/2014/main" id="{C1B53D24-F996-7EC6-1413-47AAEE6A6738}"/>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1F445AD1-4644-D31B-38E5-9AB46BA5206B}"/>
              </a:ext>
            </a:extLst>
          </p:cNvPr>
          <p:cNvSpPr txBox="1"/>
          <p:nvPr/>
        </p:nvSpPr>
        <p:spPr>
          <a:xfrm>
            <a:off x="4715935" y="374122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5999FC1F-F35C-07EE-BC67-37CA63A26B08}"/>
              </a:ext>
            </a:extLst>
          </p:cNvPr>
          <p:cNvSpPr txBox="1"/>
          <p:nvPr/>
        </p:nvSpPr>
        <p:spPr>
          <a:xfrm>
            <a:off x="4715935" y="4747898"/>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DA95FFDA-504F-DE54-BE7F-5898390C5470}"/>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139C66AC-4F4D-3019-227D-E20122C359FD}"/>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61" name="TextBox 60">
            <a:extLst>
              <a:ext uri="{FF2B5EF4-FFF2-40B4-BE49-F238E27FC236}">
                <a16:creationId xmlns:a16="http://schemas.microsoft.com/office/drawing/2014/main" id="{9FFFB742-69D8-E4C6-FF09-1C751D3D523C}"/>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62" name="TextBox 61">
            <a:extLst>
              <a:ext uri="{FF2B5EF4-FFF2-40B4-BE49-F238E27FC236}">
                <a16:creationId xmlns:a16="http://schemas.microsoft.com/office/drawing/2014/main" id="{5C7073FF-4507-605C-1123-EAEC446D3511}"/>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01E3F3BC-7DAB-AF88-0E84-21B25CF95AF6}"/>
              </a:ext>
            </a:extLst>
          </p:cNvPr>
          <p:cNvSpPr txBox="1"/>
          <p:nvPr/>
        </p:nvSpPr>
        <p:spPr>
          <a:xfrm>
            <a:off x="5215469" y="172788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97004B63-2A10-945C-0D3F-D94C3B632559}"/>
              </a:ext>
            </a:extLst>
          </p:cNvPr>
          <p:cNvSpPr txBox="1"/>
          <p:nvPr/>
        </p:nvSpPr>
        <p:spPr>
          <a:xfrm>
            <a:off x="3716867" y="1727886"/>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73A1AFEA-4EE9-4E62-A52C-415E1DC746DF}"/>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64" name="TextBox 63">
            <a:extLst>
              <a:ext uri="{FF2B5EF4-FFF2-40B4-BE49-F238E27FC236}">
                <a16:creationId xmlns:a16="http://schemas.microsoft.com/office/drawing/2014/main" id="{B5D74BDB-8257-FFFA-400E-5BED77FF2247}"/>
              </a:ext>
            </a:extLst>
          </p:cNvPr>
          <p:cNvSpPr txBox="1"/>
          <p:nvPr/>
        </p:nvSpPr>
        <p:spPr>
          <a:xfrm>
            <a:off x="3217333" y="1224551"/>
            <a:ext cx="462845" cy="584775"/>
          </a:xfrm>
          <a:prstGeom prst="rect">
            <a:avLst/>
          </a:prstGeom>
          <a:noFill/>
        </p:spPr>
        <p:txBody>
          <a:bodyPr wrap="square" rtlCol="0">
            <a:spAutoFit/>
          </a:bodyPr>
          <a:lstStyle/>
          <a:p>
            <a:pPr algn="ctr"/>
            <a:r>
              <a:rPr lang="en-US" sz="3200" dirty="0"/>
              <a:t>6</a:t>
            </a:r>
          </a:p>
        </p:txBody>
      </p:sp>
      <p:sp>
        <p:nvSpPr>
          <p:cNvPr id="65" name="TextBox 64">
            <a:extLst>
              <a:ext uri="{FF2B5EF4-FFF2-40B4-BE49-F238E27FC236}">
                <a16:creationId xmlns:a16="http://schemas.microsoft.com/office/drawing/2014/main" id="{BE58F2DE-C432-2503-C95F-C358C2C4432C}"/>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66" name="TextBox 65">
            <a:extLst>
              <a:ext uri="{FF2B5EF4-FFF2-40B4-BE49-F238E27FC236}">
                <a16:creationId xmlns:a16="http://schemas.microsoft.com/office/drawing/2014/main" id="{146A83EA-2A1D-2BF7-0F92-86141E6CEE5F}"/>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67" name="TextBox 66">
            <a:extLst>
              <a:ext uri="{FF2B5EF4-FFF2-40B4-BE49-F238E27FC236}">
                <a16:creationId xmlns:a16="http://schemas.microsoft.com/office/drawing/2014/main" id="{C88B76FA-1EC4-26CE-98E2-F387034BD524}"/>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68" name="TextBox 67">
            <a:extLst>
              <a:ext uri="{FF2B5EF4-FFF2-40B4-BE49-F238E27FC236}">
                <a16:creationId xmlns:a16="http://schemas.microsoft.com/office/drawing/2014/main" id="{DB1C63D2-6F53-1EED-8E1E-F1C6047DC814}"/>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249DB54C-B274-E48B-7C59-D472A86B9701}"/>
              </a:ext>
            </a:extLst>
          </p:cNvPr>
          <p:cNvSpPr txBox="1"/>
          <p:nvPr/>
        </p:nvSpPr>
        <p:spPr>
          <a:xfrm>
            <a:off x="3217333" y="3741226"/>
            <a:ext cx="462845" cy="584775"/>
          </a:xfrm>
          <a:prstGeom prst="rect">
            <a:avLst/>
          </a:prstGeom>
          <a:noFill/>
        </p:spPr>
        <p:txBody>
          <a:bodyPr wrap="square" rtlCol="0">
            <a:spAutoFit/>
          </a:bodyPr>
          <a:lstStyle/>
          <a:p>
            <a:pPr algn="ctr"/>
            <a:r>
              <a:rPr lang="en-US" sz="3200" dirty="0"/>
              <a:t>9</a:t>
            </a:r>
          </a:p>
        </p:txBody>
      </p:sp>
      <p:sp>
        <p:nvSpPr>
          <p:cNvPr id="70" name="TextBox 69">
            <a:extLst>
              <a:ext uri="{FF2B5EF4-FFF2-40B4-BE49-F238E27FC236}">
                <a16:creationId xmlns:a16="http://schemas.microsoft.com/office/drawing/2014/main" id="{32874956-3B2D-9B2E-1592-CC4823EFC4A4}"/>
              </a:ext>
            </a:extLst>
          </p:cNvPr>
          <p:cNvSpPr txBox="1"/>
          <p:nvPr/>
        </p:nvSpPr>
        <p:spPr>
          <a:xfrm>
            <a:off x="6714071" y="3741226"/>
            <a:ext cx="462845" cy="584775"/>
          </a:xfrm>
          <a:prstGeom prst="rect">
            <a:avLst/>
          </a:prstGeom>
          <a:noFill/>
        </p:spPr>
        <p:txBody>
          <a:bodyPr wrap="square" rtlCol="0">
            <a:spAutoFit/>
          </a:bodyPr>
          <a:lstStyle/>
          <a:p>
            <a:pPr algn="ctr"/>
            <a:r>
              <a:rPr lang="en-US" sz="3200" dirty="0"/>
              <a:t>6</a:t>
            </a:r>
          </a:p>
        </p:txBody>
      </p:sp>
      <p:sp>
        <p:nvSpPr>
          <p:cNvPr id="71" name="TextBox 70">
            <a:extLst>
              <a:ext uri="{FF2B5EF4-FFF2-40B4-BE49-F238E27FC236}">
                <a16:creationId xmlns:a16="http://schemas.microsoft.com/office/drawing/2014/main" id="{3D058383-EA4D-5953-02C3-ABD484F81C7D}"/>
              </a:ext>
            </a:extLst>
          </p:cNvPr>
          <p:cNvSpPr txBox="1"/>
          <p:nvPr/>
        </p:nvSpPr>
        <p:spPr>
          <a:xfrm>
            <a:off x="3217333" y="4244561"/>
            <a:ext cx="462845" cy="584775"/>
          </a:xfrm>
          <a:prstGeom prst="rect">
            <a:avLst/>
          </a:prstGeom>
          <a:noFill/>
        </p:spPr>
        <p:txBody>
          <a:bodyPr wrap="square" rtlCol="0">
            <a:spAutoFit/>
          </a:bodyPr>
          <a:lstStyle/>
          <a:p>
            <a:pPr algn="ctr"/>
            <a:r>
              <a:rPr lang="en-US" sz="3200" dirty="0"/>
              <a:t>7</a:t>
            </a:r>
          </a:p>
        </p:txBody>
      </p:sp>
      <p:sp>
        <p:nvSpPr>
          <p:cNvPr id="72" name="TextBox 71">
            <a:extLst>
              <a:ext uri="{FF2B5EF4-FFF2-40B4-BE49-F238E27FC236}">
                <a16:creationId xmlns:a16="http://schemas.microsoft.com/office/drawing/2014/main" id="{303616E2-0632-DE7C-3052-249407EABC9F}"/>
              </a:ext>
            </a:extLst>
          </p:cNvPr>
          <p:cNvSpPr txBox="1"/>
          <p:nvPr/>
        </p:nvSpPr>
        <p:spPr>
          <a:xfrm>
            <a:off x="3217333" y="4747898"/>
            <a:ext cx="462845" cy="584775"/>
          </a:xfrm>
          <a:prstGeom prst="rect">
            <a:avLst/>
          </a:prstGeom>
          <a:noFill/>
        </p:spPr>
        <p:txBody>
          <a:bodyPr wrap="square" rtlCol="0">
            <a:spAutoFit/>
          </a:bodyPr>
          <a:lstStyle/>
          <a:p>
            <a:pPr algn="ctr"/>
            <a:r>
              <a:rPr lang="en-US" sz="3200" dirty="0"/>
              <a:t>5</a:t>
            </a:r>
          </a:p>
        </p:txBody>
      </p:sp>
      <p:sp>
        <p:nvSpPr>
          <p:cNvPr id="73" name="TextBox 72">
            <a:extLst>
              <a:ext uri="{FF2B5EF4-FFF2-40B4-BE49-F238E27FC236}">
                <a16:creationId xmlns:a16="http://schemas.microsoft.com/office/drawing/2014/main" id="{465CBC18-E24E-AE10-2FE5-13854CCA5B9B}"/>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4" name="TextBox 73">
            <a:extLst>
              <a:ext uri="{FF2B5EF4-FFF2-40B4-BE49-F238E27FC236}">
                <a16:creationId xmlns:a16="http://schemas.microsoft.com/office/drawing/2014/main" id="{0879E20D-9746-ECB3-4D5A-BC965E1CEE5F}"/>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75" name="TextBox 74">
            <a:extLst>
              <a:ext uri="{FF2B5EF4-FFF2-40B4-BE49-F238E27FC236}">
                <a16:creationId xmlns:a16="http://schemas.microsoft.com/office/drawing/2014/main" id="{C1D25C71-53FA-556C-A0EB-C87E113E0B5C}"/>
              </a:ext>
            </a:extLst>
          </p:cNvPr>
          <p:cNvSpPr txBox="1"/>
          <p:nvPr/>
        </p:nvSpPr>
        <p:spPr>
          <a:xfrm>
            <a:off x="6714071" y="4747898"/>
            <a:ext cx="462845" cy="584775"/>
          </a:xfrm>
          <a:prstGeom prst="rect">
            <a:avLst/>
          </a:prstGeom>
          <a:noFill/>
        </p:spPr>
        <p:txBody>
          <a:bodyPr wrap="square" rtlCol="0">
            <a:spAutoFit/>
          </a:bodyPr>
          <a:lstStyle/>
          <a:p>
            <a:pPr algn="ctr"/>
            <a:r>
              <a:rPr lang="en-US" sz="3200" dirty="0"/>
              <a:t>3</a:t>
            </a:r>
          </a:p>
        </p:txBody>
      </p:sp>
      <p:sp>
        <p:nvSpPr>
          <p:cNvPr id="76" name="TextBox 75">
            <a:extLst>
              <a:ext uri="{FF2B5EF4-FFF2-40B4-BE49-F238E27FC236}">
                <a16:creationId xmlns:a16="http://schemas.microsoft.com/office/drawing/2014/main" id="{3F9AB729-3C40-CFDE-B551-76BDD1B3EDCB}"/>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77" name="TextBox 76">
            <a:extLst>
              <a:ext uri="{FF2B5EF4-FFF2-40B4-BE49-F238E27FC236}">
                <a16:creationId xmlns:a16="http://schemas.microsoft.com/office/drawing/2014/main" id="{DEE3A150-B8D9-708A-E492-6DA867671DA7}"/>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78" name="TextBox 77">
            <a:extLst>
              <a:ext uri="{FF2B5EF4-FFF2-40B4-BE49-F238E27FC236}">
                <a16:creationId xmlns:a16="http://schemas.microsoft.com/office/drawing/2014/main" id="{68CCD3AC-0E3A-5F25-4BAB-68E9CA55FC88}"/>
              </a:ext>
            </a:extLst>
          </p:cNvPr>
          <p:cNvSpPr txBox="1"/>
          <p:nvPr/>
        </p:nvSpPr>
        <p:spPr>
          <a:xfrm>
            <a:off x="6714071" y="3237891"/>
            <a:ext cx="462845" cy="584775"/>
          </a:xfrm>
          <a:prstGeom prst="rect">
            <a:avLst/>
          </a:prstGeom>
          <a:noFill/>
        </p:spPr>
        <p:txBody>
          <a:bodyPr wrap="square" rtlCol="0">
            <a:spAutoFit/>
          </a:bodyPr>
          <a:lstStyle/>
          <a:p>
            <a:pPr algn="ctr"/>
            <a:r>
              <a:rPr lang="en-US" sz="3200" dirty="0"/>
              <a:t>7</a:t>
            </a:r>
          </a:p>
        </p:txBody>
      </p:sp>
      <p:sp>
        <p:nvSpPr>
          <p:cNvPr id="79" name="TextBox 78">
            <a:extLst>
              <a:ext uri="{FF2B5EF4-FFF2-40B4-BE49-F238E27FC236}">
                <a16:creationId xmlns:a16="http://schemas.microsoft.com/office/drawing/2014/main" id="{76F46699-598D-9733-4006-80DDA1F66694}"/>
              </a:ext>
            </a:extLst>
          </p:cNvPr>
          <p:cNvSpPr txBox="1"/>
          <p:nvPr/>
        </p:nvSpPr>
        <p:spPr>
          <a:xfrm>
            <a:off x="7213604" y="323789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33637918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90241-4558-56CC-E5A3-DDCA0B691C5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6FBA9E-0F18-E561-A09D-2FDB77093408}"/>
              </a:ext>
            </a:extLst>
          </p:cNvPr>
          <p:cNvSpPr>
            <a:spLocks noGrp="1"/>
          </p:cNvSpPr>
          <p:nvPr>
            <p:ph sz="half" idx="1"/>
          </p:nvPr>
        </p:nvSpPr>
        <p:spPr/>
        <p:txBody>
          <a:bodyPr>
            <a:normAutofit/>
          </a:bodyPr>
          <a:lstStyle/>
          <a:p>
            <a:r>
              <a:rPr lang="en-US" dirty="0"/>
              <a:t>Only way to fit remaining 78 in Column 5.</a:t>
            </a:r>
          </a:p>
          <a:p>
            <a:r>
              <a:rPr lang="en-US" dirty="0"/>
              <a:t>Then, finish puzzle.</a:t>
            </a:r>
          </a:p>
          <a:p>
            <a:endParaRPr lang="en-US" dirty="0"/>
          </a:p>
        </p:txBody>
      </p:sp>
      <p:pic>
        <p:nvPicPr>
          <p:cNvPr id="4" name="Picture 3" descr="A grid of sudoku puzzle&#10;&#10;Description automatically generated">
            <a:extLst>
              <a:ext uri="{FF2B5EF4-FFF2-40B4-BE49-F238E27FC236}">
                <a16:creationId xmlns:a16="http://schemas.microsoft.com/office/drawing/2014/main" id="{28DA129C-20DB-8650-18DE-C4D3EEB7DB6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75FB0B0-91D0-BB9A-9FC3-A3267256D53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99396C5-D1E8-D143-00F5-AF2121C8085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A1B8E7A-2EA3-A6C1-8424-E7CD6C26CB2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94E5D77-9725-4232-E7F9-22C090274811}"/>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56A3915C-1955-5920-2CDE-B664CED2F63A}"/>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970DCB1F-9124-453E-B32C-25E5418AF753}"/>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0EC98967-6B46-2E86-EE0B-B54880812D26}"/>
              </a:ext>
            </a:extLst>
          </p:cNvPr>
          <p:cNvSpPr txBox="1"/>
          <p:nvPr/>
        </p:nvSpPr>
        <p:spPr>
          <a:xfrm>
            <a:off x="6214537" y="2231221"/>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102E03F1-96D3-3C3F-183B-31A34D7E7270}"/>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75D4BD65-8EF2-AE22-033F-CEEBA4F7D1B1}"/>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E34A53AA-76B8-2C96-53E1-4A8A65C5FB5D}"/>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EEA4DD21-E27E-DAA0-E05B-3A375D613F94}"/>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349E7CB4-C197-61CF-73DE-86EBC8ECE867}"/>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689FAC1A-1679-DC9F-3EC9-2D839B9BB34D}"/>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A93F9458-470C-66B7-BCB7-A7B650B1A190}"/>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B69A1939-EB61-7907-4ABE-37B31D2939B5}"/>
              </a:ext>
            </a:extLst>
          </p:cNvPr>
          <p:cNvSpPr txBox="1"/>
          <p:nvPr/>
        </p:nvSpPr>
        <p:spPr>
          <a:xfrm>
            <a:off x="5715003" y="2734556"/>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A2FB0ACE-875F-5A12-28D9-D1532080868A}"/>
              </a:ext>
            </a:extLst>
          </p:cNvPr>
          <p:cNvSpPr txBox="1"/>
          <p:nvPr/>
        </p:nvSpPr>
        <p:spPr>
          <a:xfrm>
            <a:off x="5715003"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CC54F0AC-76A7-35A6-FA1D-3B70082F04A9}"/>
              </a:ext>
            </a:extLst>
          </p:cNvPr>
          <p:cNvSpPr txBox="1"/>
          <p:nvPr/>
        </p:nvSpPr>
        <p:spPr>
          <a:xfrm>
            <a:off x="6214537" y="2734556"/>
            <a:ext cx="462845" cy="584775"/>
          </a:xfrm>
          <a:prstGeom prst="rect">
            <a:avLst/>
          </a:prstGeom>
          <a:noFill/>
        </p:spPr>
        <p:txBody>
          <a:bodyPr wrap="square" rtlCol="0">
            <a:spAutoFit/>
          </a:bodyPr>
          <a:lstStyle/>
          <a:p>
            <a:pPr algn="ctr"/>
            <a:r>
              <a:rPr lang="en-US" sz="3200" dirty="0"/>
              <a:t>5</a:t>
            </a:r>
          </a:p>
        </p:txBody>
      </p:sp>
      <p:sp>
        <p:nvSpPr>
          <p:cNvPr id="28" name="TextBox 27">
            <a:extLst>
              <a:ext uri="{FF2B5EF4-FFF2-40B4-BE49-F238E27FC236}">
                <a16:creationId xmlns:a16="http://schemas.microsoft.com/office/drawing/2014/main" id="{F9BC0E9F-130D-1B03-9C6E-37875DC307EE}"/>
              </a:ext>
            </a:extLst>
          </p:cNvPr>
          <p:cNvSpPr txBox="1"/>
          <p:nvPr/>
        </p:nvSpPr>
        <p:spPr>
          <a:xfrm>
            <a:off x="5715003"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F975F4CD-0CC4-D8FF-4009-CBD3AF403A03}"/>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D7329D3F-DF24-E3A4-B318-EAA573522CAE}"/>
              </a:ext>
            </a:extLst>
          </p:cNvPr>
          <p:cNvSpPr txBox="1"/>
          <p:nvPr/>
        </p:nvSpPr>
        <p:spPr>
          <a:xfrm>
            <a:off x="4715935" y="223122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5CFFFD3C-D158-0B0E-FC53-7FC227F38BDB}"/>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33" name="TextBox 32">
            <a:extLst>
              <a:ext uri="{FF2B5EF4-FFF2-40B4-BE49-F238E27FC236}">
                <a16:creationId xmlns:a16="http://schemas.microsoft.com/office/drawing/2014/main" id="{ABE2A18E-40E8-995D-EE43-6FC02894F695}"/>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5537B9BC-70F0-DA94-B81F-0E79B33EF351}"/>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B837C1EC-FEE4-C716-5D5D-3A4F3775B8DC}"/>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85152FFD-7EBE-3996-763C-0CD51863802B}"/>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42" name="TextBox 41">
            <a:extLst>
              <a:ext uri="{FF2B5EF4-FFF2-40B4-BE49-F238E27FC236}">
                <a16:creationId xmlns:a16="http://schemas.microsoft.com/office/drawing/2014/main" id="{38FD2CAC-F329-8A1B-8FA3-B97A190F6B47}"/>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E8C6DD18-740D-B8CE-1497-31D04CFC4835}"/>
              </a:ext>
            </a:extLst>
          </p:cNvPr>
          <p:cNvSpPr txBox="1"/>
          <p:nvPr/>
        </p:nvSpPr>
        <p:spPr>
          <a:xfrm>
            <a:off x="3716867" y="323789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C7999F3F-3429-509F-D259-AC74D8670ED2}"/>
              </a:ext>
            </a:extLst>
          </p:cNvPr>
          <p:cNvSpPr txBox="1"/>
          <p:nvPr/>
        </p:nvSpPr>
        <p:spPr>
          <a:xfrm>
            <a:off x="3716867" y="374122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D32C8B5B-CF0C-5A32-C6B6-B28623E2F0EE}"/>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58560953-55F9-9CCE-B38D-D2D4445C6650}"/>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E986FCED-7CFC-EE89-B569-3DCC6F83558B}"/>
              </a:ext>
            </a:extLst>
          </p:cNvPr>
          <p:cNvSpPr txBox="1"/>
          <p:nvPr/>
        </p:nvSpPr>
        <p:spPr>
          <a:xfrm>
            <a:off x="3716867" y="223122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E8B8D788-E51B-FD90-F73C-F94BCA9F82F1}"/>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14" name="TextBox 13">
            <a:extLst>
              <a:ext uri="{FF2B5EF4-FFF2-40B4-BE49-F238E27FC236}">
                <a16:creationId xmlns:a16="http://schemas.microsoft.com/office/drawing/2014/main" id="{6AA78EEB-2A94-0EAA-1815-9FC47D5D0C2E}"/>
              </a:ext>
            </a:extLst>
          </p:cNvPr>
          <p:cNvSpPr txBox="1"/>
          <p:nvPr/>
        </p:nvSpPr>
        <p:spPr>
          <a:xfrm>
            <a:off x="5215469"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BBDAD6A0-5C29-2715-16DC-E0BAC8E0CC96}"/>
              </a:ext>
            </a:extLst>
          </p:cNvPr>
          <p:cNvSpPr txBox="1"/>
          <p:nvPr/>
        </p:nvSpPr>
        <p:spPr>
          <a:xfrm>
            <a:off x="5215469" y="3741226"/>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AC388E2B-D884-2A2A-706A-494878A9D378}"/>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46" name="TextBox 45">
            <a:extLst>
              <a:ext uri="{FF2B5EF4-FFF2-40B4-BE49-F238E27FC236}">
                <a16:creationId xmlns:a16="http://schemas.microsoft.com/office/drawing/2014/main" id="{2F4AB893-0B0D-E8F4-D272-473DC4C7259E}"/>
              </a:ext>
            </a:extLst>
          </p:cNvPr>
          <p:cNvSpPr txBox="1"/>
          <p:nvPr/>
        </p:nvSpPr>
        <p:spPr>
          <a:xfrm>
            <a:off x="6214537" y="374122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B9682E07-D06F-4D4D-63D8-EE438296A877}"/>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48" name="TextBox 47">
            <a:extLst>
              <a:ext uri="{FF2B5EF4-FFF2-40B4-BE49-F238E27FC236}">
                <a16:creationId xmlns:a16="http://schemas.microsoft.com/office/drawing/2014/main" id="{0FF35911-665A-532C-21FE-C83C7615BB95}"/>
              </a:ext>
            </a:extLst>
          </p:cNvPr>
          <p:cNvSpPr txBox="1"/>
          <p:nvPr/>
        </p:nvSpPr>
        <p:spPr>
          <a:xfrm>
            <a:off x="6214537" y="4747898"/>
            <a:ext cx="462845" cy="584775"/>
          </a:xfrm>
          <a:prstGeom prst="rect">
            <a:avLst/>
          </a:prstGeom>
          <a:noFill/>
        </p:spPr>
        <p:txBody>
          <a:bodyPr wrap="square" rtlCol="0">
            <a:spAutoFit/>
          </a:bodyPr>
          <a:lstStyle/>
          <a:p>
            <a:pPr algn="ctr"/>
            <a:r>
              <a:rPr lang="en-US" sz="3200" dirty="0"/>
              <a:t>1</a:t>
            </a:r>
          </a:p>
        </p:txBody>
      </p:sp>
      <p:sp>
        <p:nvSpPr>
          <p:cNvPr id="49" name="TextBox 48">
            <a:extLst>
              <a:ext uri="{FF2B5EF4-FFF2-40B4-BE49-F238E27FC236}">
                <a16:creationId xmlns:a16="http://schemas.microsoft.com/office/drawing/2014/main" id="{51F047F7-20B8-15AA-0BD9-0C80B306F2C2}"/>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
        <p:nvSpPr>
          <p:cNvPr id="50" name="TextBox 49">
            <a:extLst>
              <a:ext uri="{FF2B5EF4-FFF2-40B4-BE49-F238E27FC236}">
                <a16:creationId xmlns:a16="http://schemas.microsoft.com/office/drawing/2014/main" id="{8F7EEB06-A1C7-0A9E-77C4-27C8F1AAD323}"/>
              </a:ext>
            </a:extLst>
          </p:cNvPr>
          <p:cNvSpPr txBox="1"/>
          <p:nvPr/>
        </p:nvSpPr>
        <p:spPr>
          <a:xfrm>
            <a:off x="5215469" y="4747898"/>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4FA1EF66-57B9-6B69-7A9A-EA80C2F24EBA}"/>
              </a:ext>
            </a:extLst>
          </p:cNvPr>
          <p:cNvSpPr txBox="1"/>
          <p:nvPr/>
        </p:nvSpPr>
        <p:spPr>
          <a:xfrm>
            <a:off x="4715935" y="323789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17E6E2A0-6EAF-C859-488A-D334F52DE04E}"/>
              </a:ext>
            </a:extLst>
          </p:cNvPr>
          <p:cNvSpPr txBox="1"/>
          <p:nvPr/>
        </p:nvSpPr>
        <p:spPr>
          <a:xfrm>
            <a:off x="6214537" y="4244561"/>
            <a:ext cx="462845" cy="584775"/>
          </a:xfrm>
          <a:prstGeom prst="rect">
            <a:avLst/>
          </a:prstGeom>
          <a:noFill/>
        </p:spPr>
        <p:txBody>
          <a:bodyPr wrap="square" rtlCol="0">
            <a:spAutoFit/>
          </a:bodyPr>
          <a:lstStyle/>
          <a:p>
            <a:pPr algn="ctr"/>
            <a:r>
              <a:rPr lang="en-US" sz="3200" dirty="0"/>
              <a:t>4</a:t>
            </a:r>
          </a:p>
        </p:txBody>
      </p:sp>
      <p:sp>
        <p:nvSpPr>
          <p:cNvPr id="51" name="TextBox 50">
            <a:extLst>
              <a:ext uri="{FF2B5EF4-FFF2-40B4-BE49-F238E27FC236}">
                <a16:creationId xmlns:a16="http://schemas.microsoft.com/office/drawing/2014/main" id="{487372CE-4B43-43FB-F338-9C6CE8F078CC}"/>
              </a:ext>
            </a:extLst>
          </p:cNvPr>
          <p:cNvSpPr txBox="1"/>
          <p:nvPr/>
        </p:nvSpPr>
        <p:spPr>
          <a:xfrm>
            <a:off x="5215469" y="3237891"/>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A3712C5D-96B7-C3F2-B7B9-E5245CA603DE}"/>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E6EAC7F7-EE79-50EF-F5C0-47CB4BF4B244}"/>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56" name="TextBox 55">
            <a:extLst>
              <a:ext uri="{FF2B5EF4-FFF2-40B4-BE49-F238E27FC236}">
                <a16:creationId xmlns:a16="http://schemas.microsoft.com/office/drawing/2014/main" id="{8FFED8B4-67FF-E48D-13D8-8F44D8614381}"/>
              </a:ext>
            </a:extLst>
          </p:cNvPr>
          <p:cNvSpPr txBox="1"/>
          <p:nvPr/>
        </p:nvSpPr>
        <p:spPr>
          <a:xfrm>
            <a:off x="6214537" y="3237891"/>
            <a:ext cx="462845" cy="584775"/>
          </a:xfrm>
          <a:prstGeom prst="rect">
            <a:avLst/>
          </a:prstGeom>
          <a:noFill/>
        </p:spPr>
        <p:txBody>
          <a:bodyPr wrap="square" rtlCol="0">
            <a:spAutoFit/>
          </a:bodyPr>
          <a:lstStyle/>
          <a:p>
            <a:pPr algn="ctr"/>
            <a:r>
              <a:rPr lang="en-US" sz="3200" dirty="0"/>
              <a:t>2</a:t>
            </a:r>
          </a:p>
        </p:txBody>
      </p:sp>
      <p:sp>
        <p:nvSpPr>
          <p:cNvPr id="57" name="TextBox 56">
            <a:extLst>
              <a:ext uri="{FF2B5EF4-FFF2-40B4-BE49-F238E27FC236}">
                <a16:creationId xmlns:a16="http://schemas.microsoft.com/office/drawing/2014/main" id="{891C2CFD-361E-6A65-082F-B8BD22ABDCA4}"/>
              </a:ext>
            </a:extLst>
          </p:cNvPr>
          <p:cNvSpPr txBox="1"/>
          <p:nvPr/>
        </p:nvSpPr>
        <p:spPr>
          <a:xfrm>
            <a:off x="5715003" y="3741226"/>
            <a:ext cx="462845" cy="584775"/>
          </a:xfrm>
          <a:prstGeom prst="rect">
            <a:avLst/>
          </a:prstGeom>
          <a:noFill/>
        </p:spPr>
        <p:txBody>
          <a:bodyPr wrap="square" rtlCol="0">
            <a:spAutoFit/>
          </a:bodyPr>
          <a:lstStyle/>
          <a:p>
            <a:pPr algn="ctr"/>
            <a:r>
              <a:rPr lang="en-US" sz="3200" dirty="0"/>
              <a:t>7</a:t>
            </a:r>
          </a:p>
        </p:txBody>
      </p:sp>
      <p:sp>
        <p:nvSpPr>
          <p:cNvPr id="12" name="TextBox 11">
            <a:extLst>
              <a:ext uri="{FF2B5EF4-FFF2-40B4-BE49-F238E27FC236}">
                <a16:creationId xmlns:a16="http://schemas.microsoft.com/office/drawing/2014/main" id="{CDDA00E1-BB74-DD1B-430B-AEF09830E60F}"/>
              </a:ext>
            </a:extLst>
          </p:cNvPr>
          <p:cNvSpPr txBox="1"/>
          <p:nvPr/>
        </p:nvSpPr>
        <p:spPr>
          <a:xfrm>
            <a:off x="5715003" y="4747898"/>
            <a:ext cx="462845" cy="584775"/>
          </a:xfrm>
          <a:prstGeom prst="rect">
            <a:avLst/>
          </a:prstGeom>
          <a:noFill/>
        </p:spPr>
        <p:txBody>
          <a:bodyPr wrap="square" rtlCol="0">
            <a:spAutoFit/>
          </a:bodyPr>
          <a:lstStyle/>
          <a:p>
            <a:pPr algn="ctr"/>
            <a:r>
              <a:rPr lang="en-US" sz="3200" dirty="0"/>
              <a:t>9</a:t>
            </a:r>
          </a:p>
        </p:txBody>
      </p:sp>
      <p:sp>
        <p:nvSpPr>
          <p:cNvPr id="54" name="TextBox 53">
            <a:extLst>
              <a:ext uri="{FF2B5EF4-FFF2-40B4-BE49-F238E27FC236}">
                <a16:creationId xmlns:a16="http://schemas.microsoft.com/office/drawing/2014/main" id="{6D918D2A-60EE-2A23-2AEC-14487DE51555}"/>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1C3DD382-D97B-766D-803C-D8647831B7DA}"/>
              </a:ext>
            </a:extLst>
          </p:cNvPr>
          <p:cNvSpPr txBox="1"/>
          <p:nvPr/>
        </p:nvSpPr>
        <p:spPr>
          <a:xfrm>
            <a:off x="4715935" y="374122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750E8588-7059-7D34-5E30-3E3499CAC588}"/>
              </a:ext>
            </a:extLst>
          </p:cNvPr>
          <p:cNvSpPr txBox="1"/>
          <p:nvPr/>
        </p:nvSpPr>
        <p:spPr>
          <a:xfrm>
            <a:off x="4715935" y="4747898"/>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7791752F-98AB-05F1-12F5-39DB0015C48E}"/>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E819B228-0722-4261-30B6-B0F0C494E5E0}"/>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61" name="TextBox 60">
            <a:extLst>
              <a:ext uri="{FF2B5EF4-FFF2-40B4-BE49-F238E27FC236}">
                <a16:creationId xmlns:a16="http://schemas.microsoft.com/office/drawing/2014/main" id="{0ABA4933-68DA-EC74-0A51-4C26E2CEDCB2}"/>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62" name="TextBox 61">
            <a:extLst>
              <a:ext uri="{FF2B5EF4-FFF2-40B4-BE49-F238E27FC236}">
                <a16:creationId xmlns:a16="http://schemas.microsoft.com/office/drawing/2014/main" id="{0A68DD40-42E4-B26A-76F2-5284A34E115B}"/>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2AE20952-3A40-C1E2-F25D-21025FD12FDB}"/>
              </a:ext>
            </a:extLst>
          </p:cNvPr>
          <p:cNvSpPr txBox="1"/>
          <p:nvPr/>
        </p:nvSpPr>
        <p:spPr>
          <a:xfrm>
            <a:off x="5215469" y="1727886"/>
            <a:ext cx="462845" cy="584775"/>
          </a:xfrm>
          <a:prstGeom prst="rect">
            <a:avLst/>
          </a:prstGeom>
          <a:noFill/>
        </p:spPr>
        <p:txBody>
          <a:bodyPr wrap="square" rtlCol="0">
            <a:spAutoFit/>
          </a:bodyPr>
          <a:lstStyle/>
          <a:p>
            <a:pPr algn="ctr"/>
            <a:r>
              <a:rPr lang="en-US" sz="3200" dirty="0"/>
              <a:t>6</a:t>
            </a:r>
          </a:p>
        </p:txBody>
      </p:sp>
      <p:sp>
        <p:nvSpPr>
          <p:cNvPr id="35" name="TextBox 34">
            <a:extLst>
              <a:ext uri="{FF2B5EF4-FFF2-40B4-BE49-F238E27FC236}">
                <a16:creationId xmlns:a16="http://schemas.microsoft.com/office/drawing/2014/main" id="{7DF76D3E-F5C6-3D76-5735-5CB004008A88}"/>
              </a:ext>
            </a:extLst>
          </p:cNvPr>
          <p:cNvSpPr txBox="1"/>
          <p:nvPr/>
        </p:nvSpPr>
        <p:spPr>
          <a:xfrm>
            <a:off x="3716867" y="1727886"/>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F91C0555-92A8-00CB-8AE7-105D17E9B557}"/>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64" name="TextBox 63">
            <a:extLst>
              <a:ext uri="{FF2B5EF4-FFF2-40B4-BE49-F238E27FC236}">
                <a16:creationId xmlns:a16="http://schemas.microsoft.com/office/drawing/2014/main" id="{96AC1475-C96C-0BD0-99C8-B86ACB8B0F5A}"/>
              </a:ext>
            </a:extLst>
          </p:cNvPr>
          <p:cNvSpPr txBox="1"/>
          <p:nvPr/>
        </p:nvSpPr>
        <p:spPr>
          <a:xfrm>
            <a:off x="3217333" y="1224551"/>
            <a:ext cx="462845" cy="584775"/>
          </a:xfrm>
          <a:prstGeom prst="rect">
            <a:avLst/>
          </a:prstGeom>
          <a:noFill/>
        </p:spPr>
        <p:txBody>
          <a:bodyPr wrap="square" rtlCol="0">
            <a:spAutoFit/>
          </a:bodyPr>
          <a:lstStyle/>
          <a:p>
            <a:pPr algn="ctr"/>
            <a:r>
              <a:rPr lang="en-US" sz="3200" dirty="0"/>
              <a:t>6</a:t>
            </a:r>
          </a:p>
        </p:txBody>
      </p:sp>
      <p:sp>
        <p:nvSpPr>
          <p:cNvPr id="65" name="TextBox 64">
            <a:extLst>
              <a:ext uri="{FF2B5EF4-FFF2-40B4-BE49-F238E27FC236}">
                <a16:creationId xmlns:a16="http://schemas.microsoft.com/office/drawing/2014/main" id="{7A77385E-F522-FDDD-1FC7-B972DBC6E9D9}"/>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66" name="TextBox 65">
            <a:extLst>
              <a:ext uri="{FF2B5EF4-FFF2-40B4-BE49-F238E27FC236}">
                <a16:creationId xmlns:a16="http://schemas.microsoft.com/office/drawing/2014/main" id="{22EF2662-E4C9-6038-C016-97F95CD8767B}"/>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67" name="TextBox 66">
            <a:extLst>
              <a:ext uri="{FF2B5EF4-FFF2-40B4-BE49-F238E27FC236}">
                <a16:creationId xmlns:a16="http://schemas.microsoft.com/office/drawing/2014/main" id="{91C3EF3D-BA32-D90F-9759-90D318C96AFD}"/>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68" name="TextBox 67">
            <a:extLst>
              <a:ext uri="{FF2B5EF4-FFF2-40B4-BE49-F238E27FC236}">
                <a16:creationId xmlns:a16="http://schemas.microsoft.com/office/drawing/2014/main" id="{949FA154-98AA-46F1-8CEF-86552B5DF038}"/>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0C594E7E-A353-0E61-D9F9-DED0ACA18D58}"/>
              </a:ext>
            </a:extLst>
          </p:cNvPr>
          <p:cNvSpPr txBox="1"/>
          <p:nvPr/>
        </p:nvSpPr>
        <p:spPr>
          <a:xfrm>
            <a:off x="3217333" y="3741226"/>
            <a:ext cx="462845" cy="584775"/>
          </a:xfrm>
          <a:prstGeom prst="rect">
            <a:avLst/>
          </a:prstGeom>
          <a:noFill/>
        </p:spPr>
        <p:txBody>
          <a:bodyPr wrap="square" rtlCol="0">
            <a:spAutoFit/>
          </a:bodyPr>
          <a:lstStyle/>
          <a:p>
            <a:pPr algn="ctr"/>
            <a:r>
              <a:rPr lang="en-US" sz="3200" dirty="0"/>
              <a:t>9</a:t>
            </a:r>
          </a:p>
        </p:txBody>
      </p:sp>
      <p:sp>
        <p:nvSpPr>
          <p:cNvPr id="70" name="TextBox 69">
            <a:extLst>
              <a:ext uri="{FF2B5EF4-FFF2-40B4-BE49-F238E27FC236}">
                <a16:creationId xmlns:a16="http://schemas.microsoft.com/office/drawing/2014/main" id="{6097F846-22DF-2950-EB7E-5C21F9DF04D0}"/>
              </a:ext>
            </a:extLst>
          </p:cNvPr>
          <p:cNvSpPr txBox="1"/>
          <p:nvPr/>
        </p:nvSpPr>
        <p:spPr>
          <a:xfrm>
            <a:off x="6714071" y="3741226"/>
            <a:ext cx="462845" cy="584775"/>
          </a:xfrm>
          <a:prstGeom prst="rect">
            <a:avLst/>
          </a:prstGeom>
          <a:noFill/>
        </p:spPr>
        <p:txBody>
          <a:bodyPr wrap="square" rtlCol="0">
            <a:spAutoFit/>
          </a:bodyPr>
          <a:lstStyle/>
          <a:p>
            <a:pPr algn="ctr"/>
            <a:r>
              <a:rPr lang="en-US" sz="3200" dirty="0"/>
              <a:t>6</a:t>
            </a:r>
          </a:p>
        </p:txBody>
      </p:sp>
      <p:sp>
        <p:nvSpPr>
          <p:cNvPr id="71" name="TextBox 70">
            <a:extLst>
              <a:ext uri="{FF2B5EF4-FFF2-40B4-BE49-F238E27FC236}">
                <a16:creationId xmlns:a16="http://schemas.microsoft.com/office/drawing/2014/main" id="{FA444B15-A54D-1C87-8E8F-B77AA9E9EF14}"/>
              </a:ext>
            </a:extLst>
          </p:cNvPr>
          <p:cNvSpPr txBox="1"/>
          <p:nvPr/>
        </p:nvSpPr>
        <p:spPr>
          <a:xfrm>
            <a:off x="3217333" y="4244561"/>
            <a:ext cx="462845" cy="584775"/>
          </a:xfrm>
          <a:prstGeom prst="rect">
            <a:avLst/>
          </a:prstGeom>
          <a:noFill/>
        </p:spPr>
        <p:txBody>
          <a:bodyPr wrap="square" rtlCol="0">
            <a:spAutoFit/>
          </a:bodyPr>
          <a:lstStyle/>
          <a:p>
            <a:pPr algn="ctr"/>
            <a:r>
              <a:rPr lang="en-US" sz="3200" dirty="0"/>
              <a:t>7</a:t>
            </a:r>
          </a:p>
        </p:txBody>
      </p:sp>
      <p:sp>
        <p:nvSpPr>
          <p:cNvPr id="72" name="TextBox 71">
            <a:extLst>
              <a:ext uri="{FF2B5EF4-FFF2-40B4-BE49-F238E27FC236}">
                <a16:creationId xmlns:a16="http://schemas.microsoft.com/office/drawing/2014/main" id="{436B2860-7D75-37BA-385A-3AA66E93C081}"/>
              </a:ext>
            </a:extLst>
          </p:cNvPr>
          <p:cNvSpPr txBox="1"/>
          <p:nvPr/>
        </p:nvSpPr>
        <p:spPr>
          <a:xfrm>
            <a:off x="3217333" y="4747898"/>
            <a:ext cx="462845" cy="584775"/>
          </a:xfrm>
          <a:prstGeom prst="rect">
            <a:avLst/>
          </a:prstGeom>
          <a:noFill/>
        </p:spPr>
        <p:txBody>
          <a:bodyPr wrap="square" rtlCol="0">
            <a:spAutoFit/>
          </a:bodyPr>
          <a:lstStyle/>
          <a:p>
            <a:pPr algn="ctr"/>
            <a:r>
              <a:rPr lang="en-US" sz="3200" dirty="0"/>
              <a:t>5</a:t>
            </a:r>
          </a:p>
        </p:txBody>
      </p:sp>
      <p:sp>
        <p:nvSpPr>
          <p:cNvPr id="73" name="TextBox 72">
            <a:extLst>
              <a:ext uri="{FF2B5EF4-FFF2-40B4-BE49-F238E27FC236}">
                <a16:creationId xmlns:a16="http://schemas.microsoft.com/office/drawing/2014/main" id="{40B5023E-5DBE-7FC7-9080-59C4AEAD1730}"/>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4" name="TextBox 73">
            <a:extLst>
              <a:ext uri="{FF2B5EF4-FFF2-40B4-BE49-F238E27FC236}">
                <a16:creationId xmlns:a16="http://schemas.microsoft.com/office/drawing/2014/main" id="{5AFDD040-7758-1493-7902-34691851F1D4}"/>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75" name="TextBox 74">
            <a:extLst>
              <a:ext uri="{FF2B5EF4-FFF2-40B4-BE49-F238E27FC236}">
                <a16:creationId xmlns:a16="http://schemas.microsoft.com/office/drawing/2014/main" id="{228CF622-DDEA-B45F-4584-5FCB7B2E12C1}"/>
              </a:ext>
            </a:extLst>
          </p:cNvPr>
          <p:cNvSpPr txBox="1"/>
          <p:nvPr/>
        </p:nvSpPr>
        <p:spPr>
          <a:xfrm>
            <a:off x="6714071" y="4747898"/>
            <a:ext cx="462845" cy="584775"/>
          </a:xfrm>
          <a:prstGeom prst="rect">
            <a:avLst/>
          </a:prstGeom>
          <a:noFill/>
        </p:spPr>
        <p:txBody>
          <a:bodyPr wrap="square" rtlCol="0">
            <a:spAutoFit/>
          </a:bodyPr>
          <a:lstStyle/>
          <a:p>
            <a:pPr algn="ctr"/>
            <a:r>
              <a:rPr lang="en-US" sz="3200" dirty="0"/>
              <a:t>3</a:t>
            </a:r>
          </a:p>
        </p:txBody>
      </p:sp>
      <p:sp>
        <p:nvSpPr>
          <p:cNvPr id="76" name="TextBox 75">
            <a:extLst>
              <a:ext uri="{FF2B5EF4-FFF2-40B4-BE49-F238E27FC236}">
                <a16:creationId xmlns:a16="http://schemas.microsoft.com/office/drawing/2014/main" id="{8F57099A-7EBF-0801-7ECD-392F1864805D}"/>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77" name="TextBox 76">
            <a:extLst>
              <a:ext uri="{FF2B5EF4-FFF2-40B4-BE49-F238E27FC236}">
                <a16:creationId xmlns:a16="http://schemas.microsoft.com/office/drawing/2014/main" id="{AC39A55D-DFCB-904F-8BA3-F5C5453EFFB6}"/>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78" name="TextBox 77">
            <a:extLst>
              <a:ext uri="{FF2B5EF4-FFF2-40B4-BE49-F238E27FC236}">
                <a16:creationId xmlns:a16="http://schemas.microsoft.com/office/drawing/2014/main" id="{C4861AE4-CB48-3923-4AF7-FFAE3A845225}"/>
              </a:ext>
            </a:extLst>
          </p:cNvPr>
          <p:cNvSpPr txBox="1"/>
          <p:nvPr/>
        </p:nvSpPr>
        <p:spPr>
          <a:xfrm>
            <a:off x="6714071" y="3237891"/>
            <a:ext cx="462845" cy="584775"/>
          </a:xfrm>
          <a:prstGeom prst="rect">
            <a:avLst/>
          </a:prstGeom>
          <a:noFill/>
        </p:spPr>
        <p:txBody>
          <a:bodyPr wrap="square" rtlCol="0">
            <a:spAutoFit/>
          </a:bodyPr>
          <a:lstStyle/>
          <a:p>
            <a:pPr algn="ctr"/>
            <a:r>
              <a:rPr lang="en-US" sz="3200" dirty="0"/>
              <a:t>7</a:t>
            </a:r>
          </a:p>
        </p:txBody>
      </p:sp>
      <p:sp>
        <p:nvSpPr>
          <p:cNvPr id="79" name="TextBox 78">
            <a:extLst>
              <a:ext uri="{FF2B5EF4-FFF2-40B4-BE49-F238E27FC236}">
                <a16:creationId xmlns:a16="http://schemas.microsoft.com/office/drawing/2014/main" id="{663E7456-4D87-47F4-19DE-9FEE16E805FF}"/>
              </a:ext>
            </a:extLst>
          </p:cNvPr>
          <p:cNvSpPr txBox="1"/>
          <p:nvPr/>
        </p:nvSpPr>
        <p:spPr>
          <a:xfrm>
            <a:off x="7213604" y="3237891"/>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4FC589F0-8CD9-7C4B-2DCE-ABD361B23D79}"/>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41" name="TextBox 40">
            <a:extLst>
              <a:ext uri="{FF2B5EF4-FFF2-40B4-BE49-F238E27FC236}">
                <a16:creationId xmlns:a16="http://schemas.microsoft.com/office/drawing/2014/main" id="{F2F470F9-A7B1-59B4-DFAB-03E78A6ABB4C}"/>
              </a:ext>
            </a:extLst>
          </p:cNvPr>
          <p:cNvSpPr txBox="1"/>
          <p:nvPr/>
        </p:nvSpPr>
        <p:spPr>
          <a:xfrm>
            <a:off x="5215469" y="721216"/>
            <a:ext cx="462845" cy="584775"/>
          </a:xfrm>
          <a:prstGeom prst="rect">
            <a:avLst/>
          </a:prstGeom>
          <a:noFill/>
        </p:spPr>
        <p:txBody>
          <a:bodyPr wrap="square" rtlCol="0">
            <a:spAutoFit/>
          </a:bodyPr>
          <a:lstStyle/>
          <a:p>
            <a:pPr algn="ctr"/>
            <a:r>
              <a:rPr lang="en-US" sz="3200" dirty="0"/>
              <a:t>7</a:t>
            </a:r>
          </a:p>
        </p:txBody>
      </p:sp>
      <p:sp>
        <p:nvSpPr>
          <p:cNvPr id="80" name="TextBox 79">
            <a:extLst>
              <a:ext uri="{FF2B5EF4-FFF2-40B4-BE49-F238E27FC236}">
                <a16:creationId xmlns:a16="http://schemas.microsoft.com/office/drawing/2014/main" id="{5B29C3F6-1DAC-43A8-6510-D340856BDDFD}"/>
              </a:ext>
            </a:extLst>
          </p:cNvPr>
          <p:cNvSpPr txBox="1"/>
          <p:nvPr/>
        </p:nvSpPr>
        <p:spPr>
          <a:xfrm>
            <a:off x="6214537" y="1224551"/>
            <a:ext cx="462845" cy="584775"/>
          </a:xfrm>
          <a:prstGeom prst="rect">
            <a:avLst/>
          </a:prstGeom>
          <a:noFill/>
        </p:spPr>
        <p:txBody>
          <a:bodyPr wrap="square" rtlCol="0">
            <a:spAutoFit/>
          </a:bodyPr>
          <a:lstStyle/>
          <a:p>
            <a:pPr algn="ctr"/>
            <a:r>
              <a:rPr lang="en-US" sz="3200" dirty="0"/>
              <a:t>7</a:t>
            </a:r>
          </a:p>
        </p:txBody>
      </p:sp>
      <p:sp>
        <p:nvSpPr>
          <p:cNvPr id="81" name="TextBox 80">
            <a:extLst>
              <a:ext uri="{FF2B5EF4-FFF2-40B4-BE49-F238E27FC236}">
                <a16:creationId xmlns:a16="http://schemas.microsoft.com/office/drawing/2014/main" id="{0454FAA5-1CEB-A960-39F1-B56D0A2F8931}"/>
              </a:ext>
            </a:extLst>
          </p:cNvPr>
          <p:cNvSpPr txBox="1"/>
          <p:nvPr/>
        </p:nvSpPr>
        <p:spPr>
          <a:xfrm>
            <a:off x="6714071" y="1224551"/>
            <a:ext cx="462845" cy="584775"/>
          </a:xfrm>
          <a:prstGeom prst="rect">
            <a:avLst/>
          </a:prstGeom>
          <a:noFill/>
        </p:spPr>
        <p:txBody>
          <a:bodyPr wrap="square" rtlCol="0">
            <a:spAutoFit/>
          </a:bodyPr>
          <a:lstStyle/>
          <a:p>
            <a:pPr algn="ctr"/>
            <a:r>
              <a:rPr lang="en-US" sz="3200" dirty="0"/>
              <a:t>5</a:t>
            </a:r>
          </a:p>
        </p:txBody>
      </p:sp>
      <p:sp>
        <p:nvSpPr>
          <p:cNvPr id="82" name="TextBox 81">
            <a:extLst>
              <a:ext uri="{FF2B5EF4-FFF2-40B4-BE49-F238E27FC236}">
                <a16:creationId xmlns:a16="http://schemas.microsoft.com/office/drawing/2014/main" id="{46A84E57-EFA4-25E4-F96F-E8CFE5433F18}"/>
              </a:ext>
            </a:extLst>
          </p:cNvPr>
          <p:cNvSpPr txBox="1"/>
          <p:nvPr/>
        </p:nvSpPr>
        <p:spPr>
          <a:xfrm>
            <a:off x="6214537" y="721216"/>
            <a:ext cx="462845" cy="584775"/>
          </a:xfrm>
          <a:prstGeom prst="rect">
            <a:avLst/>
          </a:prstGeom>
          <a:noFill/>
        </p:spPr>
        <p:txBody>
          <a:bodyPr wrap="square" rtlCol="0">
            <a:spAutoFit/>
          </a:bodyPr>
          <a:lstStyle/>
          <a:p>
            <a:pPr algn="ctr"/>
            <a:r>
              <a:rPr lang="en-US" sz="3200" dirty="0"/>
              <a:t>6</a:t>
            </a:r>
          </a:p>
        </p:txBody>
      </p:sp>
      <p:sp>
        <p:nvSpPr>
          <p:cNvPr id="83" name="TextBox 82">
            <a:extLst>
              <a:ext uri="{FF2B5EF4-FFF2-40B4-BE49-F238E27FC236}">
                <a16:creationId xmlns:a16="http://schemas.microsoft.com/office/drawing/2014/main" id="{5D9E5D00-2955-F7F4-5C59-056A782074E8}"/>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28598889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11878</TotalTime>
  <Words>2624</Words>
  <Application>Microsoft Macintosh PowerPoint</Application>
  <PresentationFormat>Widescreen</PresentationFormat>
  <Paragraphs>1700</Paragraphs>
  <Slides>48</Slides>
  <Notes>48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48</vt:i4>
      </vt:variant>
    </vt:vector>
  </HeadingPairs>
  <TitlesOfParts>
    <vt:vector size="52"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Jonathan Hardis</dc:creator>
  <cp:lastModifiedBy>Jonathan Hardis</cp:lastModifiedBy>
  <cp:revision>440</cp:revision>
  <cp:lastPrinted>2026-08-22T10:11:11Z</cp:lastPrinted>
  <dcterms:created xsi:type="dcterms:W3CDTF">2024-03-19T02:13:08Z</dcterms:created>
  <dcterms:modified xsi:type="dcterms:W3CDTF">2026-08-23T18:34:25Z</dcterms:modified>
</cp:coreProperties>
</file>