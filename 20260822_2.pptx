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1"/>
  </p:notesMasterIdLst>
  <p:sldIdLst>
    <p:sldId id="457" r:id="rId2"/>
    <p:sldId id="542" r:id="rId3"/>
    <p:sldId id="531" r:id="rId4"/>
    <p:sldId id="533" r:id="rId5"/>
    <p:sldId id="534" r:id="rId6"/>
    <p:sldId id="543" r:id="rId7"/>
    <p:sldId id="544" r:id="rId8"/>
    <p:sldId id="545" r:id="rId9"/>
    <p:sldId id="546" r:id="rId10"/>
    <p:sldId id="547" r:id="rId11"/>
    <p:sldId id="553" r:id="rId12"/>
    <p:sldId id="554" r:id="rId13"/>
    <p:sldId id="555" r:id="rId14"/>
    <p:sldId id="596" r:id="rId15"/>
    <p:sldId id="597" r:id="rId16"/>
    <p:sldId id="556" r:id="rId17"/>
    <p:sldId id="559" r:id="rId18"/>
    <p:sldId id="560" r:id="rId19"/>
    <p:sldId id="561" r:id="rId20"/>
    <p:sldId id="562" r:id="rId21"/>
    <p:sldId id="563" r:id="rId22"/>
    <p:sldId id="564" r:id="rId23"/>
    <p:sldId id="575" r:id="rId24"/>
    <p:sldId id="576" r:id="rId25"/>
    <p:sldId id="577" r:id="rId26"/>
    <p:sldId id="578" r:id="rId27"/>
    <p:sldId id="579" r:id="rId28"/>
    <p:sldId id="580" r:id="rId29"/>
    <p:sldId id="581" r:id="rId30"/>
    <p:sldId id="582" r:id="rId31"/>
    <p:sldId id="583" r:id="rId32"/>
    <p:sldId id="584" r:id="rId33"/>
    <p:sldId id="585" r:id="rId34"/>
    <p:sldId id="609" r:id="rId35"/>
    <p:sldId id="588" r:id="rId36"/>
    <p:sldId id="590" r:id="rId37"/>
    <p:sldId id="591" r:id="rId38"/>
    <p:sldId id="611" r:id="rId39"/>
    <p:sldId id="612" r:id="rId40"/>
    <p:sldId id="613" r:id="rId41"/>
    <p:sldId id="614" r:id="rId42"/>
    <p:sldId id="615" r:id="rId43"/>
    <p:sldId id="616" r:id="rId44"/>
    <p:sldId id="617" r:id="rId45"/>
    <p:sldId id="618" r:id="rId46"/>
    <p:sldId id="619" r:id="rId47"/>
    <p:sldId id="620" r:id="rId48"/>
    <p:sldId id="621" r:id="rId49"/>
    <p:sldId id="622" r:id="rId50"/>
    <p:sldId id="626" r:id="rId51"/>
    <p:sldId id="627" r:id="rId52"/>
    <p:sldId id="623" r:id="rId53"/>
    <p:sldId id="624" r:id="rId54"/>
    <p:sldId id="625" r:id="rId55"/>
    <p:sldId id="628" r:id="rId56"/>
    <p:sldId id="629" r:id="rId57"/>
    <p:sldId id="630" r:id="rId58"/>
    <p:sldId id="631" r:id="rId59"/>
    <p:sldId id="632" r:id="rId60"/>
    <p:sldId id="633" r:id="rId61"/>
    <p:sldId id="634" r:id="rId62"/>
    <p:sldId id="635" r:id="rId63"/>
    <p:sldId id="636" r:id="rId64"/>
    <p:sldId id="637" r:id="rId65"/>
    <p:sldId id="638" r:id="rId66"/>
    <p:sldId id="639" r:id="rId67"/>
    <p:sldId id="640" r:id="rId68"/>
    <p:sldId id="641" r:id="rId69"/>
    <p:sldId id="642"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273"/>
    <p:restoredTop sz="94670"/>
  </p:normalViewPr>
  <p:slideViewPr>
    <p:cSldViewPr snapToGrid="0">
      <p:cViewPr varScale="1">
        <p:scale>
          <a:sx n="113" d="100"/>
          <a:sy n="113" d="100"/>
        </p:scale>
        <p:origin x="1496"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8/22/26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6975F-0DCB-17BA-A1FE-6BE81D52F0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C173C9-17AC-284D-B21C-279DA88667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F29F80-910E-9417-507A-5D67D10FC79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91924A-2B03-D6B3-B9A4-09D8D994D8DA}"/>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33584935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619A1A-D3A9-839E-C1F2-A619902D5A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D47BDA-77AB-B18F-FF7C-43E9613A70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F506F4-0AA7-7816-CBFB-AA083CDD2E9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7AE652-1394-B978-0730-338E2D749654}"/>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17630155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82EDE-E0DD-76CE-9287-A322E9684C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D5E7B8-D5DB-314E-98C9-CC5D7EF7A8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AAB577-258A-A25B-FCB3-CA2EB065D0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E389B6-6FB6-E966-F14F-7FEDCEA7147D}"/>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13260941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CAD1A-197C-0A09-2261-40D4F35547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580CB1-C636-175C-06B3-1FD5E7B5F4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4314CE-F0A4-490A-2269-0079062DCF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647FAE-7208-4DAA-F9A2-1A19F0573AA0}"/>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16963576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17F02-9E9F-35A1-7F3F-1367817DDA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86621D-83D6-679E-C6C9-29574F1177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7EEB66-9A14-AF14-1AC1-5561BDE083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EF17BE-9612-2A81-3896-BC5064883B1F}"/>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35514313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52DF1-6CC1-AB5B-BFBB-9A5521A529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8A0BD6-90E1-A04B-12DA-E608921C16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2CC9B8-4EEF-4F12-3444-329FD3BE27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ECF59D5-ABE0-949C-B96E-04E21D25A527}"/>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22447006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B2165-EE0F-5349-4AE1-E344BBCBFC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E77ADA-E0D1-80DC-4097-F0CB712001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4C480C-4887-A899-FF90-AB77D19249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BEB9EB-1B44-EA4C-CDAA-4CEC9F8DEEEF}"/>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29674825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3AF0D-4CF3-1C31-4449-643B960A29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0B9150-A980-AE5A-99BC-AAE28790B8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26E197-7C7C-6DC7-938C-28E0B17C1B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20B126-BBD8-F4F1-3EBC-8342F062126C}"/>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15767332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70ECF-7058-0D04-B9D5-3741596710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77FF5B-5DE3-DD0B-85EE-A0E1DE57A4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24D0A1-894D-107B-10CF-18CF832217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86DB5F-F754-39FA-B696-56BBE75279DD}"/>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7584205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ED04C-AD20-5D71-AB5C-81A19A5CC7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DEFE04-EFE5-D78A-7E8F-A1D57F598B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2F5E00-4E84-E953-3DFB-FCE72035CC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7F30EF4-A125-F5C2-5899-0C535035652A}"/>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5470674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31040-3F08-1F55-AE4C-66EB2955C1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2A5B64-DCF5-F0F5-30B2-727018262A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074E40-E246-D895-F942-E1981F49A2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2DFC8C-72EB-21FB-1EE4-8DCC5DD77F0D}"/>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31891985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72297-1B7A-4DE6-94D5-AAE3C7F92E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E6DA41-D785-FB5F-D394-B24F2080B2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C00759-0502-D64B-B0A8-6E3097EA95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181116-D7CC-32EF-386B-B71775BA9DF2}"/>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15680232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62F7F-BF7D-F7AE-3393-E98C6AF424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21EDC0-D867-1175-4D40-6A9E4E2568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F2D32A-BB71-0522-6352-9D4DF32F1F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FE495A-5A67-88C5-04CA-DCC08E64C22E}"/>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23565674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A4E7D-59B0-3062-E0F4-5357950569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F3D47-EAD6-5837-F038-95A6DEC15B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8F5461-7807-8153-AFED-234E98775F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7F37FB-92EE-53B0-346D-D8ED7B926B9B}"/>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14437103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7E6BE-8611-6B3A-9FAF-5BD4BB9740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6A675-B656-C41B-D31F-402EA17C09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834ACA-1DBD-8CC4-57EA-8EE25270DF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00EFEAE-828E-F524-82BC-32668C74C9F4}"/>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26839966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63130-C207-4BD5-F39A-6583DEF17A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DA6728-1E0E-A556-E225-8A1032028E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C05216-70C1-C8BE-E2CA-2D808458C3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17E0DE-ABC7-253F-DC41-89103129FFB2}"/>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1938793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9558E-AA01-E06C-F93D-E402CD03FE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59760-142C-7DD8-B3C2-A8ADF9E6F7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CA186C-758B-9C09-E97B-9D32D0D2CE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DA0D5A-DA50-D633-919F-3B23A492A626}"/>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32365797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6F12A0-9343-76B3-BFF2-5E6EDD339E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1DDAB5-FBD1-F5DB-55F1-BEE30420B3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08D37A-6DC5-3C66-2E7C-3780E116DB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DA42B3-E604-43A7-CCFA-1A3B002ECD07}"/>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279407338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DB87E-5F75-7037-E82D-7817EE426B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9F69C7-9D0E-3E98-7D58-BCE977E819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EE4FB-F50A-B663-DE98-A0A524CC4C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80F8BF-D593-5624-0D67-99AB25B096AF}"/>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166420192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FF60F-14F6-9950-5DB4-FB469630BF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989A9D-1D8F-2CFF-70D4-7905E5A4C8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1C24F8-112D-69AB-8F3E-6142089BB62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CB76932-DAA0-8E17-210D-5A655272FA2F}"/>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29890391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A00B7-E73F-8407-6F1E-DDFF0BEEBF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52C80B-870C-5A13-54C7-B0459057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0C5782-E77D-E531-3113-921839E4DD2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CF9AFA-BE46-EAC4-2FD3-DB74DB2F0C7A}"/>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246069338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90805-CE23-E2A8-AE49-DD0E807C3D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DCC375-F4BC-B56A-01D9-C8115A657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CF39CE-7216-7B9C-10E4-C281BFAF97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3E67B8-E9D1-000B-175A-4FBB5D95E844}"/>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289385025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C4CF0-3741-6063-47EA-002C023C02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D3EBF6-9E36-E20B-451C-3DBD189B25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0C79C-6FDD-5A76-0F40-9FF67E1209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408AD1-2BA6-62BA-6172-CE98E04710DD}"/>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17049684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6E4452-F2A4-01CF-EB13-DD26072CD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B4C266-EDF0-F0FD-75C8-17BC75072D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5BB1AF-1B22-124E-E176-B0F9FDBC4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20E1DC-A581-0585-8DA0-F37E1CBA6B4A}"/>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31203423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5CD26C-045E-2421-172F-5D2CB6D7F3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4DBECE-5D37-E1CA-2373-92B092D1FA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630327-5631-BB84-19E4-977A9C1A8F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EAE2754-78C1-32C8-4404-9006AB7B81BD}"/>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254398523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152DB-0040-858A-065F-5552FCB4E6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D5EB04-1C64-6C20-2D33-D0F0596021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1ACFAC-930E-22E2-1EAC-3CAADEF77D5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946C4E-89CB-7EB9-0EAC-C3D42C153838}"/>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32328776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1BC468-4215-B88F-34A0-3123764B24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4B82D3-6947-78F3-D7A3-A354B12EA4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86842-06E4-86AB-1446-FDC0E7CA61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9E892C-6C37-3E82-FB24-C258646AB99A}"/>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26528950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899A6-55B6-C887-9817-2867F47740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DF8D62-B90A-C178-E48F-9DB15DC5B2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5EDF16-41D3-C1F3-2BDB-7CC7D44227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6AB51C-5987-DED5-0E33-70E75B20C4FF}"/>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230158217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627449-9624-2869-E42A-5AE02107BF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9F644E-FD04-91A3-5E5A-38C5700BCF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5F71CF-228F-3F3F-6259-CEA89F0CCA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F81B76-16F0-C398-07CE-33A7F443B750}"/>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296907641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F17A0-87DE-7748-7662-76B589D702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65571C-8615-D878-F3E3-CB98FFEAB0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B9E2A8-BC98-A9BD-F61B-F7293004AA1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B9B1799-0CCE-A143-3868-87744C9A9BFF}"/>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62233448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4CBF7-DEA9-5183-5679-EA0A9F34D5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F88AC1-0FA7-C125-3392-54CB66DD57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AC52B1-0740-A6B1-3284-5527CE55B3B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1EB6C2-6470-DA0B-31D6-2DC9FC1D8D5C}"/>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105455870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A471E8-289C-EAF8-7349-82BD184CE7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8C5E5E-37E8-4BF4-187E-59FD976FB5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2A4776-F5B9-A2BB-0CA9-DA50D824F3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27700C2-6471-08A7-B554-BFD9DD208727}"/>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522482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75D2F-5FD5-E214-D542-8480EF53A0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02B37C-A010-D27D-4786-4FBFE8E585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03C92F-DBFA-CCEF-652F-F52F3F12AA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808AC9-C174-8C56-64EB-B4C90740698C}"/>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5580115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81E25-A7C5-9F71-BE52-BCFFE72761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E207A2-5311-E318-3466-4429730E83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C28F5C-6AA5-33DA-2CA1-0C8C9E005E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92C1B0-D07C-D041-2B97-B1640FAB478C}"/>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1688273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92711-1CCF-2602-80F2-C49A25714D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601E67-55C4-9DEC-801D-1B642A0903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DE9005-5481-0B78-3372-01EBCEDADDC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B2DDAC-6408-298B-1982-4D765C7957D2}"/>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140453738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4494B-FA18-7F10-E1DE-3F514C1859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F6ED0E-0BBD-F6C5-DADA-1DD32405AB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7D3314-E995-55B7-A9C1-DE751BD202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29299F-8082-0FC0-4F58-2701AC48C58A}"/>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30719871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C1DCEC-4505-56CD-1AA4-6F1727BE60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CF4F-D341-BE53-C017-901D9B6D12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A3BA00-D47D-42B0-0A6B-37610BAF87B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E37CBF2-CB83-ECA9-1A1E-0FB9040EF3BC}"/>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28227451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1F234-787A-9F75-4323-0E57862FA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743A4-EBFC-6C05-2DF2-E12AF27113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444F-70BD-70CD-5153-D5090E9EB1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A9E987-0CE3-56F3-655A-21EF254227C0}"/>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32345461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AF600-A87D-E8EA-857D-F04E61EE79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02D371-9C55-9E48-227A-72F5A14B9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A8FC76-5C15-46D2-6F24-F4B6715D1E4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91B76E-413E-4848-49C1-0F0B81A803CE}"/>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48982035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01690-BF2A-4D00-6A08-0AF0EAAD96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024F63-76D2-5247-EBB3-B4A77DE653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3564CB-C61C-C437-5003-5B452466B6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F513C8-8C8F-C502-DD92-A58C70AD0F83}"/>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171257712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FF56B-7319-EE4F-DD49-DA5781D620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0BD53C-3730-FC84-F929-8C28D3AC9D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F6C665-2E7B-97D3-D925-AE76DD5B50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DD5616-D5DE-5B15-7461-7EA6776E3FDA}"/>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63769075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CDF0A-C476-DA22-52D0-F8289E182E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A8D29C-D9B7-F687-0589-C3FF3AAC71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F01516-B27B-3B92-B11D-523C3461FD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0154A93-7C34-590E-04DB-20BBB404DE3B}"/>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182838914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FC5CA7-6DA3-48C7-3B35-BC5446A61C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8CD3AC-3883-6DF3-4DDD-896D846927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B350F4-9302-7E69-B87B-DD4C671960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4E83BC-545A-41D5-19DD-410159FBAED9}"/>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263342513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80E3B-164B-E60A-C577-638FD38BB3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120065-8D1D-6AC5-602D-0F84CF7BB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8EAF3E-8DD9-CD9B-D2B8-DDD707062A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3F408B9-980F-2E5C-5553-CCB3572E0160}"/>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372739909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B2E94-349A-F34A-4A22-7D502FE123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BAC532-7F3D-01B4-A72F-27C628CDBC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883317-3702-1A4F-43C2-91BAA7C16B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7ECDCE-1473-63FB-71A5-3C43C0784D03}"/>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239485280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C4189B-1C9D-B121-E2DE-C93924E7BF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BF932A-AAD8-9321-013B-9616972D53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7FD97E-B01A-8ACB-BA55-4C2FF98708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445483-BB6A-F8D7-14EF-C02F6E3637E6}"/>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416053642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E8387-CAA3-7CC8-128D-41A55DC8AE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9B1AD9-50C6-A503-C215-5506244485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A6917D-7DD2-3FC0-A863-17689791FF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F5874F-2FFC-6CEE-9FDE-D2ED9F52805A}"/>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343170638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3A1084-ACC5-3A67-B420-A4C8E9C1BD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B7D244-08DC-1C11-61CA-048BD6F512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5DFDC7-22C2-307E-CB78-F83BF86EF8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6CCC99-D827-BCE3-1607-462863FAD661}"/>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22461208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621D3-7B53-5DCA-5548-9241860990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2AAAC-1043-8AA2-5929-6D9CD79850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40964E-B075-4F62-5668-5D0FA77D13B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FA2CD2-BCBA-A099-CE08-C120D38394C5}"/>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39039744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95959-B329-4B84-3297-690A9C2EBA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6AA03C-B6CA-CA0E-34E1-377C014BBB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FF9659-1CF7-2EBA-0AC6-132CB6B35D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4FA20C-A4DF-3F96-FD9A-1A86340D4A98}"/>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377383200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21679-7B46-6C23-D720-06FB94EEB1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E69B70-E09A-B886-6D62-ED6ADA402D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EEEA78-7208-0D2D-2CE7-DEAF04496D4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62024C-569B-B37C-D961-149AAFE3FDFF}"/>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384298354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0C558-1353-11E6-5F1C-741A4FDCF6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17C8F2-F5A9-B521-695A-3AC5596AF5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CC9FA5-50D0-7F21-DFC2-555C15D39C5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2F838F-01DB-CBEE-875E-E4FB62547F56}"/>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40549876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93965-9A40-23BD-28A3-6755FF612F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BF09D9-06AD-C158-E69A-F90C55E638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C2F44A-ADE2-1A97-3CF9-5DD620CC63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7C6AAC1-E711-8AE3-1FA0-6F2ECC5D9A36}"/>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177295833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8679A-4370-5357-6157-943F7343F6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B8771A-6626-8DC2-7594-A5A7250038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878E6F-138E-EB5A-5E00-BFF09B408D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9BDF9B-9A22-1D6B-6BB1-7D7A13EC76C3}"/>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381164778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CCE76-7B0E-6A67-741D-A52059FE86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0BE5CD-A13F-C6BB-BE7C-D641B3F600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BF4E8C-739D-5FF1-0EC9-EB3ED200F20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1FE5291-1A7B-5E82-4385-D889228652A8}"/>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101990764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11715-CD95-7F2B-8F1C-E20E135B60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6B68EC-B49D-1FD1-4AC9-BFC6772A39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20FDA7-A237-A474-8460-1A86B39815B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068A64-717D-332E-A094-AA4DE5C48801}"/>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130462653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9087C-0EB7-028A-2883-76A3AE01C9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14B7D0-D9E4-144D-86AD-50BF9A2823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68E603-DEFC-E1E9-5CF4-F258163638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340ADA-B5CD-1794-6126-71C9978B75C3}"/>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235381122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626E9-FAA4-8B83-56F5-B6396D5138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E8F7D5-9C60-0337-44DD-D71D296D57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8483D3-E492-7AEA-7D64-7621681241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9C988C2-9ED6-C402-B782-659676E7949F}"/>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160901387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24D0D-AB90-A851-D294-C2EFED938C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31EA1C-D926-1B31-E2AA-B92F0458FB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00558C-4A82-187E-A1E1-A0D96E101A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4DEA24-A4C5-96FD-831A-4443F4C82DF4}"/>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297814793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B820C-2E24-D7B0-02E0-1F0CB2AD19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E278A8-9E85-6FEB-BA00-E7B347762D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C3FE0A-CE3A-FB7C-3AC7-079AB16CA0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D8E1B2A-7AE3-4BDD-5212-BA833A6A1D9F}"/>
              </a:ext>
            </a:extLst>
          </p:cNvPr>
          <p:cNvSpPr>
            <a:spLocks noGrp="1"/>
          </p:cNvSpPr>
          <p:nvPr>
            <p:ph type="sldNum" sz="quarter" idx="5"/>
          </p:nvPr>
        </p:nvSpPr>
        <p:spPr/>
        <p:txBody>
          <a:bodyPr/>
          <a:lstStyle/>
          <a:p>
            <a:fld id="{C0E9560A-78B4-504A-9396-2AE516B1349B}" type="slidenum">
              <a:rPr lang="en-US" smtClean="0"/>
              <a:t>61</a:t>
            </a:fld>
            <a:endParaRPr lang="en-US"/>
          </a:p>
        </p:txBody>
      </p:sp>
    </p:spTree>
    <p:extLst>
      <p:ext uri="{BB962C8B-B14F-4D97-AF65-F5344CB8AC3E}">
        <p14:creationId xmlns:p14="http://schemas.microsoft.com/office/powerpoint/2010/main" val="6203786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68162E-A237-3CDB-510C-7A12988D23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F5CF1C-1278-D794-B435-5DD46D5EBE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7BFA33-EF80-ACF8-4CE5-94734A61E8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8A13BB-E21B-A266-2B59-7727D3B5541E}"/>
              </a:ext>
            </a:extLst>
          </p:cNvPr>
          <p:cNvSpPr>
            <a:spLocks noGrp="1"/>
          </p:cNvSpPr>
          <p:nvPr>
            <p:ph type="sldNum" sz="quarter" idx="5"/>
          </p:nvPr>
        </p:nvSpPr>
        <p:spPr/>
        <p:txBody>
          <a:bodyPr/>
          <a:lstStyle/>
          <a:p>
            <a:fld id="{C0E9560A-78B4-504A-9396-2AE516B1349B}" type="slidenum">
              <a:rPr lang="en-US" smtClean="0"/>
              <a:t>62</a:t>
            </a:fld>
            <a:endParaRPr lang="en-US"/>
          </a:p>
        </p:txBody>
      </p:sp>
    </p:spTree>
    <p:extLst>
      <p:ext uri="{BB962C8B-B14F-4D97-AF65-F5344CB8AC3E}">
        <p14:creationId xmlns:p14="http://schemas.microsoft.com/office/powerpoint/2010/main" val="85565846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EE967-8CF1-A42D-147C-BE4C4455D7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D1233D-AB43-7C26-A346-2F02E34EFA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625437-4CC3-4423-ADCC-8932FFE364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84742F-1502-09BA-4F94-AF9478385C74}"/>
              </a:ext>
            </a:extLst>
          </p:cNvPr>
          <p:cNvSpPr>
            <a:spLocks noGrp="1"/>
          </p:cNvSpPr>
          <p:nvPr>
            <p:ph type="sldNum" sz="quarter" idx="5"/>
          </p:nvPr>
        </p:nvSpPr>
        <p:spPr/>
        <p:txBody>
          <a:bodyPr/>
          <a:lstStyle/>
          <a:p>
            <a:fld id="{C0E9560A-78B4-504A-9396-2AE516B1349B}" type="slidenum">
              <a:rPr lang="en-US" smtClean="0"/>
              <a:t>63</a:t>
            </a:fld>
            <a:endParaRPr lang="en-US"/>
          </a:p>
        </p:txBody>
      </p:sp>
    </p:spTree>
    <p:extLst>
      <p:ext uri="{BB962C8B-B14F-4D97-AF65-F5344CB8AC3E}">
        <p14:creationId xmlns:p14="http://schemas.microsoft.com/office/powerpoint/2010/main" val="337969453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9BC52-1278-EEDF-F693-B983B191A5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9F8403-9A77-A956-D84B-E1532B9ABB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7B9779-4C3C-ED1F-D968-310BBA7057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F488E4-3B36-A02E-75BD-0538F8C490F6}"/>
              </a:ext>
            </a:extLst>
          </p:cNvPr>
          <p:cNvSpPr>
            <a:spLocks noGrp="1"/>
          </p:cNvSpPr>
          <p:nvPr>
            <p:ph type="sldNum" sz="quarter" idx="5"/>
          </p:nvPr>
        </p:nvSpPr>
        <p:spPr/>
        <p:txBody>
          <a:bodyPr/>
          <a:lstStyle/>
          <a:p>
            <a:fld id="{C0E9560A-78B4-504A-9396-2AE516B1349B}" type="slidenum">
              <a:rPr lang="en-US" smtClean="0"/>
              <a:t>64</a:t>
            </a:fld>
            <a:endParaRPr lang="en-US"/>
          </a:p>
        </p:txBody>
      </p:sp>
    </p:spTree>
    <p:extLst>
      <p:ext uri="{BB962C8B-B14F-4D97-AF65-F5344CB8AC3E}">
        <p14:creationId xmlns:p14="http://schemas.microsoft.com/office/powerpoint/2010/main" val="220803199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53B9A-7699-CA44-E145-E958DF93E9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D8AFDD-E809-4C67-DD0A-ED4F59DE3C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F19547-C8F8-8F14-A38C-4A9AA86BBA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207E25-D614-EAB7-B4DF-6B8AAAFBA190}"/>
              </a:ext>
            </a:extLst>
          </p:cNvPr>
          <p:cNvSpPr>
            <a:spLocks noGrp="1"/>
          </p:cNvSpPr>
          <p:nvPr>
            <p:ph type="sldNum" sz="quarter" idx="5"/>
          </p:nvPr>
        </p:nvSpPr>
        <p:spPr/>
        <p:txBody>
          <a:bodyPr/>
          <a:lstStyle/>
          <a:p>
            <a:fld id="{C0E9560A-78B4-504A-9396-2AE516B1349B}" type="slidenum">
              <a:rPr lang="en-US" smtClean="0"/>
              <a:t>65</a:t>
            </a:fld>
            <a:endParaRPr lang="en-US"/>
          </a:p>
        </p:txBody>
      </p:sp>
    </p:spTree>
    <p:extLst>
      <p:ext uri="{BB962C8B-B14F-4D97-AF65-F5344CB8AC3E}">
        <p14:creationId xmlns:p14="http://schemas.microsoft.com/office/powerpoint/2010/main" val="294594369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5FF90-210A-5BE8-9B60-3267CB6FD3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A6A8AB-D9FE-9DC8-92DD-D45A693AC5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DA8D4C-4F84-E4F6-FE76-3CB805C91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497095-6642-B687-B3CE-9579ACE3FFE6}"/>
              </a:ext>
            </a:extLst>
          </p:cNvPr>
          <p:cNvSpPr>
            <a:spLocks noGrp="1"/>
          </p:cNvSpPr>
          <p:nvPr>
            <p:ph type="sldNum" sz="quarter" idx="5"/>
          </p:nvPr>
        </p:nvSpPr>
        <p:spPr/>
        <p:txBody>
          <a:bodyPr/>
          <a:lstStyle/>
          <a:p>
            <a:fld id="{C0E9560A-78B4-504A-9396-2AE516B1349B}" type="slidenum">
              <a:rPr lang="en-US" smtClean="0"/>
              <a:t>66</a:t>
            </a:fld>
            <a:endParaRPr lang="en-US"/>
          </a:p>
        </p:txBody>
      </p:sp>
    </p:spTree>
    <p:extLst>
      <p:ext uri="{BB962C8B-B14F-4D97-AF65-F5344CB8AC3E}">
        <p14:creationId xmlns:p14="http://schemas.microsoft.com/office/powerpoint/2010/main" val="71442280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918B8-AAF7-605D-6781-FE6698DD9F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7D4A57-0E4D-366C-8095-61BCA58CE4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C76AE6-8049-0C12-DEBD-799ECDC033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8D5AD3-43B3-DF10-0BB9-4472DFF13F67}"/>
              </a:ext>
            </a:extLst>
          </p:cNvPr>
          <p:cNvSpPr>
            <a:spLocks noGrp="1"/>
          </p:cNvSpPr>
          <p:nvPr>
            <p:ph type="sldNum" sz="quarter" idx="5"/>
          </p:nvPr>
        </p:nvSpPr>
        <p:spPr/>
        <p:txBody>
          <a:bodyPr/>
          <a:lstStyle/>
          <a:p>
            <a:fld id="{C0E9560A-78B4-504A-9396-2AE516B1349B}" type="slidenum">
              <a:rPr lang="en-US" smtClean="0"/>
              <a:t>67</a:t>
            </a:fld>
            <a:endParaRPr lang="en-US"/>
          </a:p>
        </p:txBody>
      </p:sp>
    </p:spTree>
    <p:extLst>
      <p:ext uri="{BB962C8B-B14F-4D97-AF65-F5344CB8AC3E}">
        <p14:creationId xmlns:p14="http://schemas.microsoft.com/office/powerpoint/2010/main" val="231716978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734DF-3906-0109-949E-00FB365A6D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7EB98D-8914-005C-9C97-D59FC75787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01C79-37E1-34C0-868D-50900FA25C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547D16-F7D2-A768-B958-2DA70A43E0D4}"/>
              </a:ext>
            </a:extLst>
          </p:cNvPr>
          <p:cNvSpPr>
            <a:spLocks noGrp="1"/>
          </p:cNvSpPr>
          <p:nvPr>
            <p:ph type="sldNum" sz="quarter" idx="5"/>
          </p:nvPr>
        </p:nvSpPr>
        <p:spPr/>
        <p:txBody>
          <a:bodyPr/>
          <a:lstStyle/>
          <a:p>
            <a:fld id="{C0E9560A-78B4-504A-9396-2AE516B1349B}" type="slidenum">
              <a:rPr lang="en-US" smtClean="0"/>
              <a:t>68</a:t>
            </a:fld>
            <a:endParaRPr lang="en-US"/>
          </a:p>
        </p:txBody>
      </p:sp>
    </p:spTree>
    <p:extLst>
      <p:ext uri="{BB962C8B-B14F-4D97-AF65-F5344CB8AC3E}">
        <p14:creationId xmlns:p14="http://schemas.microsoft.com/office/powerpoint/2010/main" val="403946503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07AB9-BDA7-4E01-9E3D-D30BCEAB5B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963E01-582C-CF51-6649-54213DF4D8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90FDB1-25F2-1829-49E5-58543E05CE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969545-2272-ACC9-5CAE-F0BDEC9B01A2}"/>
              </a:ext>
            </a:extLst>
          </p:cNvPr>
          <p:cNvSpPr>
            <a:spLocks noGrp="1"/>
          </p:cNvSpPr>
          <p:nvPr>
            <p:ph type="sldNum" sz="quarter" idx="5"/>
          </p:nvPr>
        </p:nvSpPr>
        <p:spPr/>
        <p:txBody>
          <a:bodyPr/>
          <a:lstStyle/>
          <a:p>
            <a:fld id="{C0E9560A-78B4-504A-9396-2AE516B1349B}" type="slidenum">
              <a:rPr lang="en-US" smtClean="0"/>
              <a:t>69</a:t>
            </a:fld>
            <a:endParaRPr lang="en-US"/>
          </a:p>
        </p:txBody>
      </p:sp>
    </p:spTree>
    <p:extLst>
      <p:ext uri="{BB962C8B-B14F-4D97-AF65-F5344CB8AC3E}">
        <p14:creationId xmlns:p14="http://schemas.microsoft.com/office/powerpoint/2010/main" val="234284908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608419-76BB-718B-9C2B-FDAA599B6F6E}"/>
              </a:ext>
            </a:extLst>
          </p:cNvPr>
          <p:cNvPicPr>
            <a:picLocks noChangeAspect="1"/>
          </p:cNvPicPr>
          <p:nvPr userDrawn="1"/>
        </p:nvPicPr>
        <p:blipFill>
          <a:blip r:embed="rId2"/>
          <a:stretch>
            <a:fillRect/>
          </a:stretch>
        </p:blipFill>
        <p:spPr>
          <a:xfrm>
            <a:off x="3167569" y="-258332"/>
            <a:ext cx="4542406" cy="5556336"/>
          </a:xfrm>
          <a:prstGeom prst="rect">
            <a:avLst/>
          </a:prstGeom>
        </p:spPr>
      </p:pic>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8/22/26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8/22/26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8/22/26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8/22/26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8/22/26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8/22/26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8/22/26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8/22/26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8/22/26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8/22/26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8/22/26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8/22/26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BC746-C506-4DB3-2D4D-82AC1234D1B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EE30CB-4B91-F4BB-657B-1F1A5A749DF6}"/>
              </a:ext>
            </a:extLst>
          </p:cNvPr>
          <p:cNvSpPr>
            <a:spLocks noGrp="1"/>
          </p:cNvSpPr>
          <p:nvPr>
            <p:ph sz="half" idx="1"/>
          </p:nvPr>
        </p:nvSpPr>
        <p:spPr/>
        <p:txBody>
          <a:bodyPr/>
          <a:lstStyle/>
          <a:p>
            <a:r>
              <a:rPr lang="en-US" dirty="0"/>
              <a:t>The only single-digit square numbers are 1, 4, and 9.</a:t>
            </a:r>
          </a:p>
        </p:txBody>
      </p:sp>
      <p:pic>
        <p:nvPicPr>
          <p:cNvPr id="4" name="Picture 3" descr="A grid of sudoku puzzle&#10;&#10;Description automatically generated">
            <a:extLst>
              <a:ext uri="{FF2B5EF4-FFF2-40B4-BE49-F238E27FC236}">
                <a16:creationId xmlns:a16="http://schemas.microsoft.com/office/drawing/2014/main" id="{22B5BFBE-FB75-04B9-64D2-C078CBB3C14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882996A-A5A6-145D-E113-8FC83F61D75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4E9B78E-1688-3901-4E6A-18BE9F07AE3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E31B090-ADA3-DC54-36CD-7AC830A7B10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67DB276-C42A-421C-B518-E10FC017F921}"/>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8" name="TextBox 7">
            <a:extLst>
              <a:ext uri="{FF2B5EF4-FFF2-40B4-BE49-F238E27FC236}">
                <a16:creationId xmlns:a16="http://schemas.microsoft.com/office/drawing/2014/main" id="{03BCEA4B-9D20-1D6A-5C91-79D06F5E3518}"/>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Tree>
    <p:extLst>
      <p:ext uri="{BB962C8B-B14F-4D97-AF65-F5344CB8AC3E}">
        <p14:creationId xmlns:p14="http://schemas.microsoft.com/office/powerpoint/2010/main" val="22185331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5EEEF-99F9-13BC-1D37-42970546AF1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FD0683-9491-C004-BAC3-91079CF91483}"/>
              </a:ext>
            </a:extLst>
          </p:cNvPr>
          <p:cNvSpPr>
            <a:spLocks noGrp="1"/>
          </p:cNvSpPr>
          <p:nvPr>
            <p:ph sz="half" idx="1"/>
          </p:nvPr>
        </p:nvSpPr>
        <p:spPr/>
        <p:txBody>
          <a:bodyPr/>
          <a:lstStyle/>
          <a:p>
            <a:r>
              <a:rPr lang="en-US" dirty="0"/>
              <a:t>In the upper right block, the nine cells of this cage sum to 45. The only square number within 1 to 9 greater than 45 is 49.</a:t>
            </a:r>
          </a:p>
        </p:txBody>
      </p:sp>
      <p:pic>
        <p:nvPicPr>
          <p:cNvPr id="4" name="Picture 3" descr="A grid of sudoku puzzle&#10;&#10;Description automatically generated">
            <a:extLst>
              <a:ext uri="{FF2B5EF4-FFF2-40B4-BE49-F238E27FC236}">
                <a16:creationId xmlns:a16="http://schemas.microsoft.com/office/drawing/2014/main" id="{DAAF1400-6FE9-2981-C01E-F28D425C77C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8B1E17B-2E41-D0B0-70D7-2FB36505FBC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995FE6C-8B6B-D3C9-3611-16165899D4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9402734-AE22-D54F-148D-1AFB3FAECC2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0247959-4DE3-85BD-D13C-19F776A41FDC}"/>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9DCF0E11-228F-C519-1941-160353290767}"/>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9" name="TextBox 8">
            <a:extLst>
              <a:ext uri="{FF2B5EF4-FFF2-40B4-BE49-F238E27FC236}">
                <a16:creationId xmlns:a16="http://schemas.microsoft.com/office/drawing/2014/main" id="{388BA566-32BA-E37F-75FB-4AEEE8366706}"/>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Tree>
    <p:extLst>
      <p:ext uri="{BB962C8B-B14F-4D97-AF65-F5344CB8AC3E}">
        <p14:creationId xmlns:p14="http://schemas.microsoft.com/office/powerpoint/2010/main" val="3425009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C860D-CF62-95BD-2325-097D5145B17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42EF1F-34E9-0452-07F6-0E28E8591D0A}"/>
              </a:ext>
            </a:extLst>
          </p:cNvPr>
          <p:cNvSpPr>
            <a:spLocks noGrp="1"/>
          </p:cNvSpPr>
          <p:nvPr>
            <p:ph sz="half" idx="1"/>
          </p:nvPr>
        </p:nvSpPr>
        <p:spPr/>
        <p:txBody>
          <a:bodyPr>
            <a:normAutofit fontScale="92500"/>
          </a:bodyPr>
          <a:lstStyle/>
          <a:p>
            <a:r>
              <a:rPr lang="en-US" dirty="0"/>
              <a:t>In the lower left block, the nine cells of this cage sum to 45. There are six additional cells, one of which must be 3 and another of which must be 4. So, the cage is 52 plus four cells, which could be 1256 (14) to 6789 (30). The only square in the range 66–82 is 81, which means that the 4 cells sum to 29, which must be 5789.</a:t>
            </a:r>
          </a:p>
        </p:txBody>
      </p:sp>
      <p:pic>
        <p:nvPicPr>
          <p:cNvPr id="4" name="Picture 3" descr="A grid of sudoku puzzle&#10;&#10;Description automatically generated">
            <a:extLst>
              <a:ext uri="{FF2B5EF4-FFF2-40B4-BE49-F238E27FC236}">
                <a16:creationId xmlns:a16="http://schemas.microsoft.com/office/drawing/2014/main" id="{77FDDDF6-6C0D-B3ED-D0AC-3E3B500EE10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38D32CB-7090-CEE0-1C68-40EC2A86CBD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C7C56E4-0C1C-E3ED-2B65-F1706BE9D8C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8281A3E-0672-F078-730B-59EF2BEE0C7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66705A0-686B-4E89-F7CE-F4A03FB1E9F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D301CB6B-EBD8-B0FD-32D5-04A9F15D8874}"/>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342C98E6-2C3E-4E7E-A706-5F17DAF47B53}"/>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3D36EBEE-9615-63D6-CF2E-48FC00D56891}"/>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45789</a:t>
            </a:r>
          </a:p>
        </p:txBody>
      </p:sp>
      <p:sp>
        <p:nvSpPr>
          <p:cNvPr id="11" name="TextBox 10">
            <a:extLst>
              <a:ext uri="{FF2B5EF4-FFF2-40B4-BE49-F238E27FC236}">
                <a16:creationId xmlns:a16="http://schemas.microsoft.com/office/drawing/2014/main" id="{15F9BA0B-7702-1FBF-A664-2D0DCBD7CAF8}"/>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DE2B5A65-94B7-00FA-3E99-7C271CB93214}"/>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35FA8D51-8208-CB86-7153-BEA89692DF43}"/>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4" name="TextBox 13">
            <a:extLst>
              <a:ext uri="{FF2B5EF4-FFF2-40B4-BE49-F238E27FC236}">
                <a16:creationId xmlns:a16="http://schemas.microsoft.com/office/drawing/2014/main" id="{F5E002D0-A6C1-F089-2583-BF9E4F19BF4D}"/>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Tree>
    <p:extLst>
      <p:ext uri="{BB962C8B-B14F-4D97-AF65-F5344CB8AC3E}">
        <p14:creationId xmlns:p14="http://schemas.microsoft.com/office/powerpoint/2010/main" val="566114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4876E-EBBB-0BF7-8647-1A5F48B79EF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CF425DC-2E54-D317-5F9F-BB313FE63C6C}"/>
              </a:ext>
            </a:extLst>
          </p:cNvPr>
          <p:cNvSpPr>
            <a:spLocks noGrp="1"/>
          </p:cNvSpPr>
          <p:nvPr>
            <p:ph sz="half" idx="1"/>
          </p:nvPr>
        </p:nvSpPr>
        <p:spPr/>
        <p:txBody>
          <a:bodyPr>
            <a:normAutofit/>
          </a:bodyPr>
          <a:lstStyle/>
          <a:p>
            <a:r>
              <a:rPr lang="en-US" dirty="0"/>
              <a:t>Complete left center block.</a:t>
            </a:r>
          </a:p>
        </p:txBody>
      </p:sp>
      <p:pic>
        <p:nvPicPr>
          <p:cNvPr id="4" name="Picture 3" descr="A grid of sudoku puzzle&#10;&#10;Description automatically generated">
            <a:extLst>
              <a:ext uri="{FF2B5EF4-FFF2-40B4-BE49-F238E27FC236}">
                <a16:creationId xmlns:a16="http://schemas.microsoft.com/office/drawing/2014/main" id="{281CE79D-E747-F998-BB0A-1D221C9CEA5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288CC27-5D8F-FEF7-F371-750F95EB15C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C95A76A-7827-46C3-EB23-F5EC28A8CA7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E7B0679-4DAC-5120-9A20-0ECB73C33B8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A0651FE-47E3-964C-AB0C-34629DC1D63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A3182A0-FBBF-3C3A-67A5-75D80E7D1B99}"/>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C33C2FB0-7D8F-1244-F93E-7B7E49C068B4}"/>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3D352FB0-769B-61C9-29EB-7C926B8AA550}"/>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45789</a:t>
            </a:r>
          </a:p>
        </p:txBody>
      </p:sp>
      <p:sp>
        <p:nvSpPr>
          <p:cNvPr id="11" name="TextBox 10">
            <a:extLst>
              <a:ext uri="{FF2B5EF4-FFF2-40B4-BE49-F238E27FC236}">
                <a16:creationId xmlns:a16="http://schemas.microsoft.com/office/drawing/2014/main" id="{A0F83CF9-2E15-6407-CCED-5558C73E8D48}"/>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990CA7A6-ECFA-190C-929D-B348A506B53A}"/>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D9244B3C-66BF-BD89-1AF7-6A731DB8BE49}"/>
              </a:ext>
            </a:extLst>
          </p:cNvPr>
          <p:cNvSpPr txBox="1"/>
          <p:nvPr/>
        </p:nvSpPr>
        <p:spPr>
          <a:xfrm>
            <a:off x="3640666" y="2404765"/>
            <a:ext cx="570089" cy="230832"/>
          </a:xfrm>
          <a:prstGeom prst="rect">
            <a:avLst/>
          </a:prstGeom>
          <a:noFill/>
        </p:spPr>
        <p:txBody>
          <a:bodyPr wrap="square" rtlCol="0">
            <a:spAutoFit/>
          </a:bodyPr>
          <a:lstStyle/>
          <a:p>
            <a:pPr algn="ctr"/>
            <a:r>
              <a:rPr lang="en-US" sz="900" dirty="0"/>
              <a:t>126</a:t>
            </a:r>
          </a:p>
        </p:txBody>
      </p:sp>
      <p:sp>
        <p:nvSpPr>
          <p:cNvPr id="14" name="TextBox 13">
            <a:extLst>
              <a:ext uri="{FF2B5EF4-FFF2-40B4-BE49-F238E27FC236}">
                <a16:creationId xmlns:a16="http://schemas.microsoft.com/office/drawing/2014/main" id="{A1BC8564-FF16-1C97-54C3-2DCF838BC128}"/>
              </a:ext>
            </a:extLst>
          </p:cNvPr>
          <p:cNvSpPr txBox="1"/>
          <p:nvPr/>
        </p:nvSpPr>
        <p:spPr>
          <a:xfrm>
            <a:off x="4143022" y="2404765"/>
            <a:ext cx="570089" cy="230832"/>
          </a:xfrm>
          <a:prstGeom prst="rect">
            <a:avLst/>
          </a:prstGeom>
          <a:noFill/>
        </p:spPr>
        <p:txBody>
          <a:bodyPr wrap="square" rtlCol="0">
            <a:spAutoFit/>
          </a:bodyPr>
          <a:lstStyle/>
          <a:p>
            <a:pPr algn="ctr"/>
            <a:r>
              <a:rPr lang="en-US" sz="900" dirty="0"/>
              <a:t>126</a:t>
            </a:r>
          </a:p>
        </p:txBody>
      </p:sp>
      <p:sp>
        <p:nvSpPr>
          <p:cNvPr id="15" name="TextBox 14">
            <a:extLst>
              <a:ext uri="{FF2B5EF4-FFF2-40B4-BE49-F238E27FC236}">
                <a16:creationId xmlns:a16="http://schemas.microsoft.com/office/drawing/2014/main" id="{22DC608B-EF52-594C-3530-B02123130B20}"/>
              </a:ext>
            </a:extLst>
          </p:cNvPr>
          <p:cNvSpPr txBox="1"/>
          <p:nvPr/>
        </p:nvSpPr>
        <p:spPr>
          <a:xfrm>
            <a:off x="3138310" y="2544465"/>
            <a:ext cx="570089" cy="230832"/>
          </a:xfrm>
          <a:prstGeom prst="rect">
            <a:avLst/>
          </a:prstGeom>
          <a:noFill/>
        </p:spPr>
        <p:txBody>
          <a:bodyPr wrap="square" rtlCol="0">
            <a:spAutoFit/>
          </a:bodyPr>
          <a:lstStyle/>
          <a:p>
            <a:pPr algn="ctr"/>
            <a:r>
              <a:rPr lang="en-US" sz="900" dirty="0"/>
              <a:t>126</a:t>
            </a:r>
          </a:p>
        </p:txBody>
      </p:sp>
      <p:sp>
        <p:nvSpPr>
          <p:cNvPr id="16" name="TextBox 15">
            <a:extLst>
              <a:ext uri="{FF2B5EF4-FFF2-40B4-BE49-F238E27FC236}">
                <a16:creationId xmlns:a16="http://schemas.microsoft.com/office/drawing/2014/main" id="{152B3C6A-FB44-D23D-8E6B-ABD5739926DA}"/>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170548EA-D8C3-40CD-12A5-17C9BE2874D4}"/>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Tree>
    <p:extLst>
      <p:ext uri="{BB962C8B-B14F-4D97-AF65-F5344CB8AC3E}">
        <p14:creationId xmlns:p14="http://schemas.microsoft.com/office/powerpoint/2010/main" val="33995371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A7641-22B8-D1C8-8972-CE0EF9729FE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CBD9BF1-BD50-38E4-40F0-C0FCFF152F89}"/>
              </a:ext>
            </a:extLst>
          </p:cNvPr>
          <p:cNvSpPr>
            <a:spLocks noGrp="1"/>
          </p:cNvSpPr>
          <p:nvPr>
            <p:ph sz="half" idx="1"/>
          </p:nvPr>
        </p:nvSpPr>
        <p:spPr/>
        <p:txBody>
          <a:bodyPr>
            <a:normAutofit/>
          </a:bodyPr>
          <a:lstStyle/>
          <a:p>
            <a:r>
              <a:rPr lang="en-US" dirty="0"/>
              <a:t>There are four red lines that lie within a single row, column, or block. Their two digits must be different. When the two digits on a line must be different, the only valid combinations are 1×4 (2²), 1×9 (3²), 4×9 (6²), and 2×8 (4²).</a:t>
            </a:r>
          </a:p>
        </p:txBody>
      </p:sp>
      <p:pic>
        <p:nvPicPr>
          <p:cNvPr id="4" name="Picture 3" descr="A grid of sudoku puzzle&#10;&#10;Description automatically generated">
            <a:extLst>
              <a:ext uri="{FF2B5EF4-FFF2-40B4-BE49-F238E27FC236}">
                <a16:creationId xmlns:a16="http://schemas.microsoft.com/office/drawing/2014/main" id="{91FE0CFE-0C62-3832-4864-1D0671C943D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DF5406A-2EB1-CB45-693C-89CF267C236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3B50BC6-1C7E-C4E9-282A-3E71729D1E7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B581675-D0D2-A8BA-9F53-8F8ECE073B7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BC6C683-41C1-C105-DE7C-E13868FAFC5D}"/>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8C5FAE5-B358-CA8A-6C5F-283516D978DB}"/>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62A93570-711D-4305-A58B-C5350688B0E7}"/>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3AFE4642-31EC-86E4-6734-D6BC3832FE51}"/>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45789</a:t>
            </a:r>
          </a:p>
        </p:txBody>
      </p:sp>
      <p:sp>
        <p:nvSpPr>
          <p:cNvPr id="11" name="TextBox 10">
            <a:extLst>
              <a:ext uri="{FF2B5EF4-FFF2-40B4-BE49-F238E27FC236}">
                <a16:creationId xmlns:a16="http://schemas.microsoft.com/office/drawing/2014/main" id="{2D94E648-5217-0DF9-1006-482BD1ED8270}"/>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5969AB45-BACA-6501-BB68-F7500870CC23}"/>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A6BDEE89-0419-51CE-62E0-F3A68E252875}"/>
              </a:ext>
            </a:extLst>
          </p:cNvPr>
          <p:cNvSpPr txBox="1"/>
          <p:nvPr/>
        </p:nvSpPr>
        <p:spPr>
          <a:xfrm>
            <a:off x="3640666" y="2404765"/>
            <a:ext cx="570089" cy="230832"/>
          </a:xfrm>
          <a:prstGeom prst="rect">
            <a:avLst/>
          </a:prstGeom>
          <a:noFill/>
        </p:spPr>
        <p:txBody>
          <a:bodyPr wrap="square" rtlCol="0">
            <a:spAutoFit/>
          </a:bodyPr>
          <a:lstStyle/>
          <a:p>
            <a:pPr algn="ctr"/>
            <a:r>
              <a:rPr lang="en-US" sz="900" dirty="0"/>
              <a:t>126</a:t>
            </a:r>
          </a:p>
        </p:txBody>
      </p:sp>
      <p:sp>
        <p:nvSpPr>
          <p:cNvPr id="14" name="TextBox 13">
            <a:extLst>
              <a:ext uri="{FF2B5EF4-FFF2-40B4-BE49-F238E27FC236}">
                <a16:creationId xmlns:a16="http://schemas.microsoft.com/office/drawing/2014/main" id="{4AF6FE52-3889-15FB-57F8-2B51CEA9A885}"/>
              </a:ext>
            </a:extLst>
          </p:cNvPr>
          <p:cNvSpPr txBox="1"/>
          <p:nvPr/>
        </p:nvSpPr>
        <p:spPr>
          <a:xfrm>
            <a:off x="4143022" y="2404765"/>
            <a:ext cx="570089" cy="230832"/>
          </a:xfrm>
          <a:prstGeom prst="rect">
            <a:avLst/>
          </a:prstGeom>
          <a:noFill/>
        </p:spPr>
        <p:txBody>
          <a:bodyPr wrap="square" rtlCol="0">
            <a:spAutoFit/>
          </a:bodyPr>
          <a:lstStyle/>
          <a:p>
            <a:pPr algn="ctr"/>
            <a:r>
              <a:rPr lang="en-US" sz="900" dirty="0"/>
              <a:t>126</a:t>
            </a:r>
          </a:p>
        </p:txBody>
      </p:sp>
      <p:sp>
        <p:nvSpPr>
          <p:cNvPr id="15" name="TextBox 14">
            <a:extLst>
              <a:ext uri="{FF2B5EF4-FFF2-40B4-BE49-F238E27FC236}">
                <a16:creationId xmlns:a16="http://schemas.microsoft.com/office/drawing/2014/main" id="{E06B2546-AEFB-5F82-8123-BD182AA36D4A}"/>
              </a:ext>
            </a:extLst>
          </p:cNvPr>
          <p:cNvSpPr txBox="1"/>
          <p:nvPr/>
        </p:nvSpPr>
        <p:spPr>
          <a:xfrm>
            <a:off x="3138310" y="2544465"/>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67CFAFD1-0206-701C-7424-436F82EED170}"/>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E04F99F8-D3FD-1C4A-D215-A2683A83134E}"/>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
        <p:nvSpPr>
          <p:cNvPr id="19" name="TextBox 18">
            <a:extLst>
              <a:ext uri="{FF2B5EF4-FFF2-40B4-BE49-F238E27FC236}">
                <a16:creationId xmlns:a16="http://schemas.microsoft.com/office/drawing/2014/main" id="{4F57EEB1-8A87-DAC0-6027-D9B2007ADD76}"/>
              </a:ext>
            </a:extLst>
          </p:cNvPr>
          <p:cNvSpPr txBox="1"/>
          <p:nvPr/>
        </p:nvSpPr>
        <p:spPr>
          <a:xfrm>
            <a:off x="3138310" y="1776821"/>
            <a:ext cx="570089" cy="230832"/>
          </a:xfrm>
          <a:prstGeom prst="rect">
            <a:avLst/>
          </a:prstGeom>
          <a:noFill/>
        </p:spPr>
        <p:txBody>
          <a:bodyPr wrap="square" rtlCol="0">
            <a:spAutoFit/>
          </a:bodyPr>
          <a:lstStyle/>
          <a:p>
            <a:pPr algn="ctr"/>
            <a:r>
              <a:rPr lang="en-US" sz="900" dirty="0"/>
              <a:t>98</a:t>
            </a:r>
          </a:p>
        </p:txBody>
      </p:sp>
      <p:sp>
        <p:nvSpPr>
          <p:cNvPr id="20" name="TextBox 19">
            <a:extLst>
              <a:ext uri="{FF2B5EF4-FFF2-40B4-BE49-F238E27FC236}">
                <a16:creationId xmlns:a16="http://schemas.microsoft.com/office/drawing/2014/main" id="{17995840-1FC5-218C-E5F5-272FFD86D393}"/>
              </a:ext>
            </a:extLst>
          </p:cNvPr>
          <p:cNvSpPr txBox="1"/>
          <p:nvPr/>
        </p:nvSpPr>
        <p:spPr>
          <a:xfrm>
            <a:off x="6654802" y="1764121"/>
            <a:ext cx="570089" cy="230832"/>
          </a:xfrm>
          <a:prstGeom prst="rect">
            <a:avLst/>
          </a:prstGeom>
          <a:noFill/>
        </p:spPr>
        <p:txBody>
          <a:bodyPr wrap="square" rtlCol="0">
            <a:spAutoFit/>
          </a:bodyPr>
          <a:lstStyle/>
          <a:p>
            <a:pPr algn="ctr"/>
            <a:r>
              <a:rPr lang="en-US" sz="900" dirty="0"/>
              <a:t>12489</a:t>
            </a:r>
          </a:p>
        </p:txBody>
      </p:sp>
      <p:sp>
        <p:nvSpPr>
          <p:cNvPr id="21" name="TextBox 20">
            <a:extLst>
              <a:ext uri="{FF2B5EF4-FFF2-40B4-BE49-F238E27FC236}">
                <a16:creationId xmlns:a16="http://schemas.microsoft.com/office/drawing/2014/main" id="{54847B8D-CBDD-E78A-93E6-165C78D252EB}"/>
              </a:ext>
            </a:extLst>
          </p:cNvPr>
          <p:cNvSpPr txBox="1"/>
          <p:nvPr/>
        </p:nvSpPr>
        <p:spPr>
          <a:xfrm>
            <a:off x="7157158" y="1764121"/>
            <a:ext cx="570089" cy="230832"/>
          </a:xfrm>
          <a:prstGeom prst="rect">
            <a:avLst/>
          </a:prstGeom>
          <a:noFill/>
        </p:spPr>
        <p:txBody>
          <a:bodyPr wrap="square" rtlCol="0">
            <a:spAutoFit/>
          </a:bodyPr>
          <a:lstStyle/>
          <a:p>
            <a:pPr algn="ctr"/>
            <a:r>
              <a:rPr lang="en-US" sz="900" dirty="0"/>
              <a:t>1289</a:t>
            </a:r>
          </a:p>
        </p:txBody>
      </p:sp>
      <p:sp>
        <p:nvSpPr>
          <p:cNvPr id="22" name="TextBox 21">
            <a:extLst>
              <a:ext uri="{FF2B5EF4-FFF2-40B4-BE49-F238E27FC236}">
                <a16:creationId xmlns:a16="http://schemas.microsoft.com/office/drawing/2014/main" id="{7B784532-13BA-4ECE-0E14-8B736A416CFA}"/>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C59B0C38-FCBB-0F68-F095-99036E15EAE3}"/>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25192166-70EC-D064-2C04-62491CC3DF1B}"/>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B136425F-AAA4-A017-1AE0-B0E3C2B3825C}"/>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Tree>
    <p:extLst>
      <p:ext uri="{BB962C8B-B14F-4D97-AF65-F5344CB8AC3E}">
        <p14:creationId xmlns:p14="http://schemas.microsoft.com/office/powerpoint/2010/main" val="10465336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0A6D3-4CB9-5046-C521-E308EA62284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7A80DF-AB02-8328-C592-008BE12DFA21}"/>
              </a:ext>
            </a:extLst>
          </p:cNvPr>
          <p:cNvSpPr>
            <a:spLocks noGrp="1"/>
          </p:cNvSpPr>
          <p:nvPr>
            <p:ph sz="half" idx="1"/>
          </p:nvPr>
        </p:nvSpPr>
        <p:spPr/>
        <p:txBody>
          <a:bodyPr>
            <a:normAutofit/>
          </a:bodyPr>
          <a:lstStyle/>
          <a:p>
            <a:r>
              <a:rPr lang="en-US" dirty="0"/>
              <a:t>This line can’t be 19 because that would leave no possibilities for the 19 cell.</a:t>
            </a:r>
          </a:p>
        </p:txBody>
      </p:sp>
      <p:pic>
        <p:nvPicPr>
          <p:cNvPr id="4" name="Picture 3" descr="A grid of sudoku puzzle&#10;&#10;Description automatically generated">
            <a:extLst>
              <a:ext uri="{FF2B5EF4-FFF2-40B4-BE49-F238E27FC236}">
                <a16:creationId xmlns:a16="http://schemas.microsoft.com/office/drawing/2014/main" id="{068378B8-EEDD-5C7D-7551-C77E6F62B4E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F067D55-D14C-25EF-D1FA-1907209C007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8DF758B-5ED2-9C11-89A5-967BA35B872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B31AB15-92EA-2E05-3150-07424ACD726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0D29EFC-E99A-B45B-E84F-4BC715642B45}"/>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7FE6B70-EB79-9F61-971B-B16899CA6996}"/>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EC467547-B2C6-7687-DBED-0FC8CD2E176F}"/>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E744FCE4-4238-4CF1-689C-ABE7F170967A}"/>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45789</a:t>
            </a:r>
          </a:p>
        </p:txBody>
      </p:sp>
      <p:sp>
        <p:nvSpPr>
          <p:cNvPr id="11" name="TextBox 10">
            <a:extLst>
              <a:ext uri="{FF2B5EF4-FFF2-40B4-BE49-F238E27FC236}">
                <a16:creationId xmlns:a16="http://schemas.microsoft.com/office/drawing/2014/main" id="{9139D8AF-1AF6-2160-8D1D-B66DF4732A8A}"/>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5594270D-FBAD-03C3-644B-17E12F4583B5}"/>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4CE5C602-C248-F44A-AE01-AB5644C194F8}"/>
              </a:ext>
            </a:extLst>
          </p:cNvPr>
          <p:cNvSpPr txBox="1"/>
          <p:nvPr/>
        </p:nvSpPr>
        <p:spPr>
          <a:xfrm>
            <a:off x="3640666" y="2404765"/>
            <a:ext cx="570089" cy="230832"/>
          </a:xfrm>
          <a:prstGeom prst="rect">
            <a:avLst/>
          </a:prstGeom>
          <a:noFill/>
        </p:spPr>
        <p:txBody>
          <a:bodyPr wrap="square" rtlCol="0">
            <a:spAutoFit/>
          </a:bodyPr>
          <a:lstStyle/>
          <a:p>
            <a:pPr algn="ctr"/>
            <a:r>
              <a:rPr lang="en-US" sz="900" dirty="0"/>
              <a:t>126</a:t>
            </a:r>
          </a:p>
        </p:txBody>
      </p:sp>
      <p:sp>
        <p:nvSpPr>
          <p:cNvPr id="14" name="TextBox 13">
            <a:extLst>
              <a:ext uri="{FF2B5EF4-FFF2-40B4-BE49-F238E27FC236}">
                <a16:creationId xmlns:a16="http://schemas.microsoft.com/office/drawing/2014/main" id="{2BFE06EB-5D03-5038-4F7E-5849A12DCB1E}"/>
              </a:ext>
            </a:extLst>
          </p:cNvPr>
          <p:cNvSpPr txBox="1"/>
          <p:nvPr/>
        </p:nvSpPr>
        <p:spPr>
          <a:xfrm>
            <a:off x="4143022" y="2404765"/>
            <a:ext cx="570089" cy="230832"/>
          </a:xfrm>
          <a:prstGeom prst="rect">
            <a:avLst/>
          </a:prstGeom>
          <a:noFill/>
        </p:spPr>
        <p:txBody>
          <a:bodyPr wrap="square" rtlCol="0">
            <a:spAutoFit/>
          </a:bodyPr>
          <a:lstStyle/>
          <a:p>
            <a:pPr algn="ctr"/>
            <a:r>
              <a:rPr lang="en-US" sz="900" dirty="0"/>
              <a:t>126</a:t>
            </a:r>
          </a:p>
        </p:txBody>
      </p:sp>
      <p:sp>
        <p:nvSpPr>
          <p:cNvPr id="16" name="TextBox 15">
            <a:extLst>
              <a:ext uri="{FF2B5EF4-FFF2-40B4-BE49-F238E27FC236}">
                <a16:creationId xmlns:a16="http://schemas.microsoft.com/office/drawing/2014/main" id="{506F476E-3962-E7DF-DE7E-31F69B0E1E14}"/>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6A9DDBD4-8D0A-1506-4724-84BE4C07988F}"/>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
        <p:nvSpPr>
          <p:cNvPr id="20" name="TextBox 19">
            <a:extLst>
              <a:ext uri="{FF2B5EF4-FFF2-40B4-BE49-F238E27FC236}">
                <a16:creationId xmlns:a16="http://schemas.microsoft.com/office/drawing/2014/main" id="{D3107779-FEDA-0115-3D68-F7BEC7E72330}"/>
              </a:ext>
            </a:extLst>
          </p:cNvPr>
          <p:cNvSpPr txBox="1"/>
          <p:nvPr/>
        </p:nvSpPr>
        <p:spPr>
          <a:xfrm>
            <a:off x="6654802" y="1764121"/>
            <a:ext cx="570089" cy="230832"/>
          </a:xfrm>
          <a:prstGeom prst="rect">
            <a:avLst/>
          </a:prstGeom>
          <a:noFill/>
        </p:spPr>
        <p:txBody>
          <a:bodyPr wrap="square" rtlCol="0">
            <a:spAutoFit/>
          </a:bodyPr>
          <a:lstStyle/>
          <a:p>
            <a:pPr algn="ctr"/>
            <a:r>
              <a:rPr lang="en-US" sz="900" dirty="0"/>
              <a:t>12489</a:t>
            </a:r>
          </a:p>
        </p:txBody>
      </p:sp>
      <p:sp>
        <p:nvSpPr>
          <p:cNvPr id="21" name="TextBox 20">
            <a:extLst>
              <a:ext uri="{FF2B5EF4-FFF2-40B4-BE49-F238E27FC236}">
                <a16:creationId xmlns:a16="http://schemas.microsoft.com/office/drawing/2014/main" id="{ECDE0641-421C-E729-AE6C-39318D4929B8}"/>
              </a:ext>
            </a:extLst>
          </p:cNvPr>
          <p:cNvSpPr txBox="1"/>
          <p:nvPr/>
        </p:nvSpPr>
        <p:spPr>
          <a:xfrm>
            <a:off x="7157158" y="1764121"/>
            <a:ext cx="570089" cy="230832"/>
          </a:xfrm>
          <a:prstGeom prst="rect">
            <a:avLst/>
          </a:prstGeom>
          <a:noFill/>
        </p:spPr>
        <p:txBody>
          <a:bodyPr wrap="square" rtlCol="0">
            <a:spAutoFit/>
          </a:bodyPr>
          <a:lstStyle/>
          <a:p>
            <a:pPr algn="ctr"/>
            <a:r>
              <a:rPr lang="en-US" sz="900" dirty="0"/>
              <a:t>1289</a:t>
            </a:r>
          </a:p>
        </p:txBody>
      </p:sp>
      <p:sp>
        <p:nvSpPr>
          <p:cNvPr id="22" name="TextBox 21">
            <a:extLst>
              <a:ext uri="{FF2B5EF4-FFF2-40B4-BE49-F238E27FC236}">
                <a16:creationId xmlns:a16="http://schemas.microsoft.com/office/drawing/2014/main" id="{72DE98EF-10F7-CD63-9E3D-6715F36C691D}"/>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3F779D66-CCEE-394B-0D7D-EF10A0FE8429}"/>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46306F25-8190-31D1-6C33-9EC5B5FDE2A0}"/>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17B39089-A26A-B9DB-6A18-92B2CEF6FEBB}"/>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257C831F-E87C-8B48-8385-C4085973E0B1}"/>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9E1FEEC5-1DA6-EFAE-4851-A9E5E744A680}"/>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5262815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331D4-71F0-B0F1-D0D2-3242380D511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552BE1-FEBE-AED2-EC73-924CA2558F4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A1E3DE0-7DCD-0B31-B874-8DFF9340C09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D99E209-D4DD-D899-E91F-4B9817D0980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92AD324-7B7D-4B83-F020-EA39176EBED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9C30C62-9097-0C7D-9485-4C4E9A9E3D8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5C3047C-D113-6F60-B222-9CD9A97AE4D0}"/>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40C244C-447B-85AD-285A-E12A45A3B87F}"/>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F79F5D00-2D54-FE07-5C9B-FF65C7B98B7D}"/>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6ED2F541-91B3-DDE7-0E0E-D94F6138712F}"/>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11767424-FC9C-010E-DB65-96A5E7375FB5}"/>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52ACE604-709D-1CD9-6B0D-C5A5BE01AE01}"/>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C667408E-3619-DA70-CD96-FE88DB9D1CF1}"/>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C101B58C-4CA8-EDF2-6261-C668CFA5AAE7}"/>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431C58AC-C3B5-A79C-2C52-BE0DB9748A89}"/>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CA07D4A9-92CF-33C0-032E-0FBAF3A4A281}"/>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
        <p:nvSpPr>
          <p:cNvPr id="20" name="TextBox 19">
            <a:extLst>
              <a:ext uri="{FF2B5EF4-FFF2-40B4-BE49-F238E27FC236}">
                <a16:creationId xmlns:a16="http://schemas.microsoft.com/office/drawing/2014/main" id="{ACB710A5-281A-B959-6751-69804B960960}"/>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EF7706F3-AFB6-E9DE-EE5C-65D20582BD29}"/>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2" name="TextBox 21">
            <a:extLst>
              <a:ext uri="{FF2B5EF4-FFF2-40B4-BE49-F238E27FC236}">
                <a16:creationId xmlns:a16="http://schemas.microsoft.com/office/drawing/2014/main" id="{A09B5126-EAFA-C298-4B4B-549E87BB4ADF}"/>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30E89B9E-B2D9-B30B-562E-61B078F2A26A}"/>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2996E5C2-AAF5-6F26-F08D-174B536FE7CC}"/>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0470F975-CE76-1BF5-9471-F297DC9D1A52}"/>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EE6C2324-7E97-17BB-9682-9DE09C336742}"/>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CE363B9F-F86D-0D36-CE73-934719C92411}"/>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9262091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3A2EE-B771-21D8-EA93-244962D80B2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B8AE7E7-E110-89D2-7EB1-D97F75A639B0}"/>
              </a:ext>
            </a:extLst>
          </p:cNvPr>
          <p:cNvSpPr>
            <a:spLocks noGrp="1"/>
          </p:cNvSpPr>
          <p:nvPr>
            <p:ph sz="half" idx="1"/>
          </p:nvPr>
        </p:nvSpPr>
        <p:spPr/>
        <p:txBody>
          <a:bodyPr>
            <a:normAutofit/>
          </a:bodyPr>
          <a:lstStyle/>
          <a:p>
            <a:r>
              <a:rPr lang="en-US" dirty="0"/>
              <a:t>In Column 5, the only square number within 3 to 17 less than 45 is 36.</a:t>
            </a:r>
          </a:p>
          <a:p>
            <a:r>
              <a:rPr lang="en-US" dirty="0"/>
              <a:t>45–36 = 9. Initialize [9 in 2] with the constraint that one of those cells is a square.</a:t>
            </a:r>
          </a:p>
        </p:txBody>
      </p:sp>
      <p:pic>
        <p:nvPicPr>
          <p:cNvPr id="4" name="Picture 3" descr="A grid of sudoku puzzle&#10;&#10;Description automatically generated">
            <a:extLst>
              <a:ext uri="{FF2B5EF4-FFF2-40B4-BE49-F238E27FC236}">
                <a16:creationId xmlns:a16="http://schemas.microsoft.com/office/drawing/2014/main" id="{F0E040D4-6FB3-48BE-81A3-0B1C9C3AA4F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F6084AD-6E3E-72DF-017E-99D724B86F5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D978B04-99F7-D586-12CF-85BF85B86D2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31765EA-FDC6-F913-56B4-748FF3CF7C2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E7D7C05-FC27-91A8-D6CA-E9D58B082DDD}"/>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867FD87-0796-D707-BABA-A3F644615281}"/>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8F89B6DF-F6D6-9C84-6FA6-2A4B118A8EB7}"/>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6FD29300-DB52-43B0-2B61-8CDD4769BE37}"/>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37DE4AB9-6243-A824-0397-551DA6655627}"/>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B29E42A1-7F9E-4F51-7448-ECDE0982C11F}"/>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3E5917F7-7493-97D3-0B35-D33DB92C4244}"/>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6824168A-E828-ABAF-B723-36499487258B}"/>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9FD4C50A-B96D-AFFF-444B-9EE7972F6BFA}"/>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33F8EB40-78C7-DD0C-C461-4EC0A86E41E9}"/>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C878E40B-D1BB-A5D7-6B21-462ED38E8650}"/>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33E89985-6C74-40D7-6793-3B558B96439F}"/>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2" name="TextBox 21">
            <a:extLst>
              <a:ext uri="{FF2B5EF4-FFF2-40B4-BE49-F238E27FC236}">
                <a16:creationId xmlns:a16="http://schemas.microsoft.com/office/drawing/2014/main" id="{90FF070B-B9A1-FF56-3E9B-E0D2371DD143}"/>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41B1B022-5237-E7A0-3B4B-F33FB5E6A5E4}"/>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BBADB52A-3E53-F875-D3C2-2E4FC3CD70C6}"/>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1F98CBD7-7CC9-4E15-E943-437404C8B712}"/>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9B47972C-9FDD-B178-02CD-155E41EB8194}"/>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C851E209-5546-C4F7-393D-2BA13850FBEA}"/>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17750744-64E3-14C7-6974-54E87E004CEF}"/>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Tree>
    <p:extLst>
      <p:ext uri="{BB962C8B-B14F-4D97-AF65-F5344CB8AC3E}">
        <p14:creationId xmlns:p14="http://schemas.microsoft.com/office/powerpoint/2010/main" val="39390774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6FB25-8068-9D3E-01B0-E50E036B41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F37ED25-B878-400B-7928-E3C40A350DBE}"/>
              </a:ext>
            </a:extLst>
          </p:cNvPr>
          <p:cNvSpPr>
            <a:spLocks noGrp="1"/>
          </p:cNvSpPr>
          <p:nvPr>
            <p:ph sz="half" idx="1"/>
          </p:nvPr>
        </p:nvSpPr>
        <p:spPr/>
        <p:txBody>
          <a:bodyPr>
            <a:normAutofit/>
          </a:bodyPr>
          <a:lstStyle/>
          <a:p>
            <a:r>
              <a:rPr lang="en-US" dirty="0"/>
              <a:t>Complete Row 4.</a:t>
            </a:r>
          </a:p>
        </p:txBody>
      </p:sp>
      <p:pic>
        <p:nvPicPr>
          <p:cNvPr id="4" name="Picture 3" descr="A grid of sudoku puzzle&#10;&#10;Description automatically generated">
            <a:extLst>
              <a:ext uri="{FF2B5EF4-FFF2-40B4-BE49-F238E27FC236}">
                <a16:creationId xmlns:a16="http://schemas.microsoft.com/office/drawing/2014/main" id="{16061F85-D462-745C-9B52-9D93159DFD5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81E6227-BA74-83D4-B3B9-3199BDB211E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88D56D7-9565-52A8-B5DF-3903D5A01AB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E8FA8DA-1A0D-27D4-3A9C-9CE81134136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9CF3362-AD15-F0DD-2C7B-B1AB546786A7}"/>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682F4D4-82AE-2D7C-B3C6-BCE7A8EC7790}"/>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D81CCC0B-3653-6B58-42EC-A55227BC5457}"/>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EC5B46D5-72A8-0736-0FC2-94E9325D9BC0}"/>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E4F5B346-379E-9CED-E4B0-386DA32372AF}"/>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96D73A7C-A867-329D-105A-610B87F75236}"/>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58C05687-3DDD-D0EF-5242-F4B8E31110B5}"/>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513118EE-EC4D-CA63-E7E7-B35D2048D8F9}"/>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CDC1A550-798B-E7F8-51B0-7EA3CE53ADA5}"/>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7F5E21B6-DAF5-B707-B935-11BF82160EEF}"/>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319D5BC8-0863-A897-9411-7BDC1902A216}"/>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3AE3D79D-98B5-5D83-98A2-6BB17F1D7FC0}"/>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2" name="TextBox 21">
            <a:extLst>
              <a:ext uri="{FF2B5EF4-FFF2-40B4-BE49-F238E27FC236}">
                <a16:creationId xmlns:a16="http://schemas.microsoft.com/office/drawing/2014/main" id="{729908DC-A2FF-E48E-2F6B-5481E0EFCE8D}"/>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3AA45E0C-151C-65D2-6D9D-6FA2782F7792}"/>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760A165A-34B3-974C-66DA-7B13D8566FF8}"/>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1B7124E1-01D7-B1B0-FBDB-A5F1692E63D0}"/>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8D92A0CE-53F9-9B5E-3C13-08B349A3F239}"/>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EBA6AE96-FF61-A791-2E54-40894847D39B}"/>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90EE5E5B-70BC-2C3A-607D-6B1784BE35DF}"/>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7A4870E8-A8D3-61D8-8D35-53939B811D24}"/>
              </a:ext>
            </a:extLst>
          </p:cNvPr>
          <p:cNvSpPr txBox="1"/>
          <p:nvPr/>
        </p:nvSpPr>
        <p:spPr>
          <a:xfrm>
            <a:off x="4645378" y="2531765"/>
            <a:ext cx="570089" cy="230832"/>
          </a:xfrm>
          <a:prstGeom prst="rect">
            <a:avLst/>
          </a:prstGeom>
          <a:noFill/>
        </p:spPr>
        <p:txBody>
          <a:bodyPr wrap="square" rtlCol="0">
            <a:spAutoFit/>
          </a:bodyPr>
          <a:lstStyle/>
          <a:p>
            <a:pPr algn="ctr"/>
            <a:r>
              <a:rPr lang="en-US" sz="900" dirty="0"/>
              <a:t>35789</a:t>
            </a:r>
          </a:p>
        </p:txBody>
      </p:sp>
      <p:sp>
        <p:nvSpPr>
          <p:cNvPr id="27" name="TextBox 26">
            <a:extLst>
              <a:ext uri="{FF2B5EF4-FFF2-40B4-BE49-F238E27FC236}">
                <a16:creationId xmlns:a16="http://schemas.microsoft.com/office/drawing/2014/main" id="{A6AAF2A1-EDA0-DEDB-63AC-A39CBD5D841F}"/>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35789</a:t>
            </a:r>
          </a:p>
        </p:txBody>
      </p:sp>
      <p:sp>
        <p:nvSpPr>
          <p:cNvPr id="28" name="TextBox 27">
            <a:extLst>
              <a:ext uri="{FF2B5EF4-FFF2-40B4-BE49-F238E27FC236}">
                <a16:creationId xmlns:a16="http://schemas.microsoft.com/office/drawing/2014/main" id="{A794B374-4D4C-3342-A256-B3578D876048}"/>
              </a:ext>
            </a:extLst>
          </p:cNvPr>
          <p:cNvSpPr txBox="1"/>
          <p:nvPr/>
        </p:nvSpPr>
        <p:spPr>
          <a:xfrm>
            <a:off x="5650090" y="2277765"/>
            <a:ext cx="570089" cy="230832"/>
          </a:xfrm>
          <a:prstGeom prst="rect">
            <a:avLst/>
          </a:prstGeom>
          <a:noFill/>
        </p:spPr>
        <p:txBody>
          <a:bodyPr wrap="square" rtlCol="0">
            <a:spAutoFit/>
          </a:bodyPr>
          <a:lstStyle/>
          <a:p>
            <a:pPr algn="ctr"/>
            <a:r>
              <a:rPr lang="en-US" sz="900" dirty="0"/>
              <a:t>35789</a:t>
            </a:r>
          </a:p>
        </p:txBody>
      </p:sp>
      <p:sp>
        <p:nvSpPr>
          <p:cNvPr id="29" name="TextBox 28">
            <a:extLst>
              <a:ext uri="{FF2B5EF4-FFF2-40B4-BE49-F238E27FC236}">
                <a16:creationId xmlns:a16="http://schemas.microsoft.com/office/drawing/2014/main" id="{8726FB97-987F-252C-6340-F7EFA6244C70}"/>
              </a:ext>
            </a:extLst>
          </p:cNvPr>
          <p:cNvSpPr txBox="1"/>
          <p:nvPr/>
        </p:nvSpPr>
        <p:spPr>
          <a:xfrm>
            <a:off x="6654802" y="2404765"/>
            <a:ext cx="570089" cy="230832"/>
          </a:xfrm>
          <a:prstGeom prst="rect">
            <a:avLst/>
          </a:prstGeom>
          <a:noFill/>
        </p:spPr>
        <p:txBody>
          <a:bodyPr wrap="square" rtlCol="0">
            <a:spAutoFit/>
          </a:bodyPr>
          <a:lstStyle/>
          <a:p>
            <a:pPr algn="ctr"/>
            <a:r>
              <a:rPr lang="en-US" sz="900" dirty="0"/>
              <a:t>35789</a:t>
            </a:r>
          </a:p>
        </p:txBody>
      </p:sp>
    </p:spTree>
    <p:extLst>
      <p:ext uri="{BB962C8B-B14F-4D97-AF65-F5344CB8AC3E}">
        <p14:creationId xmlns:p14="http://schemas.microsoft.com/office/powerpoint/2010/main" val="22971543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446D6-B155-5833-0FCA-7006D12F24E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24E02D-592B-C44C-FF25-526A79424054}"/>
              </a:ext>
            </a:extLst>
          </p:cNvPr>
          <p:cNvSpPr>
            <a:spLocks noGrp="1"/>
          </p:cNvSpPr>
          <p:nvPr>
            <p:ph sz="half" idx="1"/>
          </p:nvPr>
        </p:nvSpPr>
        <p:spPr/>
        <p:txBody>
          <a:bodyPr>
            <a:normAutofit/>
          </a:bodyPr>
          <a:lstStyle/>
          <a:p>
            <a:r>
              <a:rPr lang="en-US" dirty="0"/>
              <a:t>Complete possibilities for this line.  They are the pairs 33, 55, 77, 88, and 99, and the additional possibilities of 91 and 82.</a:t>
            </a:r>
          </a:p>
        </p:txBody>
      </p:sp>
      <p:pic>
        <p:nvPicPr>
          <p:cNvPr id="4" name="Picture 3" descr="A grid of sudoku puzzle&#10;&#10;Description automatically generated">
            <a:extLst>
              <a:ext uri="{FF2B5EF4-FFF2-40B4-BE49-F238E27FC236}">
                <a16:creationId xmlns:a16="http://schemas.microsoft.com/office/drawing/2014/main" id="{F98C66EF-E369-E82E-B39E-6574219A44F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6B154C7-D494-5666-E1EA-C592C23CAB4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8757E2E-BF7D-E34B-BA7C-E8B4C0634F9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91B80BC-E286-113E-6B63-F5D4404EDCB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E5F1250-AF2D-175B-592D-929BB70313A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5B5FF2A-7C43-B7E2-36FA-FA5AE642B47A}"/>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D9B342FA-872C-A0E3-1791-4CC7178603D3}"/>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80BAA626-A390-8B91-C506-AC1086290D59}"/>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092EE3EA-CDF1-F4B4-99CB-C07A52BF5FD7}"/>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900D7911-D594-D0EA-94D1-F1EB55364F82}"/>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3DC652BC-42FE-9673-B6A8-87085E6DD814}"/>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3E2C68C3-DAE6-8D58-229A-D570DCE1AE83}"/>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947E3042-463C-AA7B-C240-4075943C7D72}"/>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39092324-DA50-A2C3-443E-B0C06457E854}"/>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92019E82-3B3C-9AA6-9BAA-57BCE5CDF5BB}"/>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33DC26E1-120C-3F5D-043C-038514575A22}"/>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2" name="TextBox 21">
            <a:extLst>
              <a:ext uri="{FF2B5EF4-FFF2-40B4-BE49-F238E27FC236}">
                <a16:creationId xmlns:a16="http://schemas.microsoft.com/office/drawing/2014/main" id="{511CD0C1-4188-42B1-C3F4-929BD3F2A747}"/>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52B7C281-9034-8721-D2AB-B88B2717B4FE}"/>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3D28121E-9288-3E8D-01BD-7C86183A5AEF}"/>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A7CC7CD5-4FEC-D4BB-96F0-CDB20566C43E}"/>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B2A202FE-23D0-B7E8-27DE-8375505DECBD}"/>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DEF7014-605F-B0FB-3810-F59FBA252C10}"/>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E58AC561-347F-E65E-3F80-1A5058CF0A6F}"/>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E1E8E1C7-2E54-B08D-AF6B-3E5351670C71}"/>
              </a:ext>
            </a:extLst>
          </p:cNvPr>
          <p:cNvSpPr txBox="1"/>
          <p:nvPr/>
        </p:nvSpPr>
        <p:spPr>
          <a:xfrm>
            <a:off x="4645378" y="2531765"/>
            <a:ext cx="570089" cy="230832"/>
          </a:xfrm>
          <a:prstGeom prst="rect">
            <a:avLst/>
          </a:prstGeom>
          <a:noFill/>
        </p:spPr>
        <p:txBody>
          <a:bodyPr wrap="square" rtlCol="0">
            <a:spAutoFit/>
          </a:bodyPr>
          <a:lstStyle/>
          <a:p>
            <a:pPr algn="ctr"/>
            <a:r>
              <a:rPr lang="en-US" sz="900" dirty="0"/>
              <a:t>35789</a:t>
            </a:r>
          </a:p>
        </p:txBody>
      </p:sp>
      <p:sp>
        <p:nvSpPr>
          <p:cNvPr id="27" name="TextBox 26">
            <a:extLst>
              <a:ext uri="{FF2B5EF4-FFF2-40B4-BE49-F238E27FC236}">
                <a16:creationId xmlns:a16="http://schemas.microsoft.com/office/drawing/2014/main" id="{F81C56A7-AF82-58B0-2CB7-7728E24E5EF9}"/>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35789</a:t>
            </a:r>
          </a:p>
        </p:txBody>
      </p:sp>
      <p:sp>
        <p:nvSpPr>
          <p:cNvPr id="28" name="TextBox 27">
            <a:extLst>
              <a:ext uri="{FF2B5EF4-FFF2-40B4-BE49-F238E27FC236}">
                <a16:creationId xmlns:a16="http://schemas.microsoft.com/office/drawing/2014/main" id="{046E27FB-35EF-0A95-7270-ABB131FA861C}"/>
              </a:ext>
            </a:extLst>
          </p:cNvPr>
          <p:cNvSpPr txBox="1"/>
          <p:nvPr/>
        </p:nvSpPr>
        <p:spPr>
          <a:xfrm>
            <a:off x="5650090" y="2277765"/>
            <a:ext cx="570089" cy="230832"/>
          </a:xfrm>
          <a:prstGeom prst="rect">
            <a:avLst/>
          </a:prstGeom>
          <a:noFill/>
        </p:spPr>
        <p:txBody>
          <a:bodyPr wrap="square" rtlCol="0">
            <a:spAutoFit/>
          </a:bodyPr>
          <a:lstStyle/>
          <a:p>
            <a:pPr algn="ctr"/>
            <a:r>
              <a:rPr lang="en-US" sz="900" dirty="0"/>
              <a:t>35798</a:t>
            </a:r>
          </a:p>
        </p:txBody>
      </p:sp>
      <p:sp>
        <p:nvSpPr>
          <p:cNvPr id="29" name="TextBox 28">
            <a:extLst>
              <a:ext uri="{FF2B5EF4-FFF2-40B4-BE49-F238E27FC236}">
                <a16:creationId xmlns:a16="http://schemas.microsoft.com/office/drawing/2014/main" id="{C663B313-8961-DE7D-4F44-B41B05654C11}"/>
              </a:ext>
            </a:extLst>
          </p:cNvPr>
          <p:cNvSpPr txBox="1"/>
          <p:nvPr/>
        </p:nvSpPr>
        <p:spPr>
          <a:xfrm>
            <a:off x="6654802" y="2404765"/>
            <a:ext cx="570089" cy="230832"/>
          </a:xfrm>
          <a:prstGeom prst="rect">
            <a:avLst/>
          </a:prstGeom>
          <a:noFill/>
        </p:spPr>
        <p:txBody>
          <a:bodyPr wrap="square" rtlCol="0">
            <a:spAutoFit/>
          </a:bodyPr>
          <a:lstStyle/>
          <a:p>
            <a:pPr algn="ctr"/>
            <a:r>
              <a:rPr lang="en-US" sz="900" dirty="0"/>
              <a:t>35789</a:t>
            </a:r>
          </a:p>
        </p:txBody>
      </p:sp>
      <p:sp>
        <p:nvSpPr>
          <p:cNvPr id="33" name="TextBox 32">
            <a:extLst>
              <a:ext uri="{FF2B5EF4-FFF2-40B4-BE49-F238E27FC236}">
                <a16:creationId xmlns:a16="http://schemas.microsoft.com/office/drawing/2014/main" id="{D87F4030-74B9-78F0-0150-DB28CB7F6132}"/>
              </a:ext>
            </a:extLst>
          </p:cNvPr>
          <p:cNvSpPr txBox="1"/>
          <p:nvPr/>
        </p:nvSpPr>
        <p:spPr>
          <a:xfrm>
            <a:off x="6152446" y="2905709"/>
            <a:ext cx="570089" cy="369332"/>
          </a:xfrm>
          <a:prstGeom prst="rect">
            <a:avLst/>
          </a:prstGeom>
          <a:noFill/>
        </p:spPr>
        <p:txBody>
          <a:bodyPr wrap="square" rtlCol="0">
            <a:spAutoFit/>
          </a:bodyPr>
          <a:lstStyle/>
          <a:p>
            <a:pPr algn="ctr"/>
            <a:r>
              <a:rPr lang="en-US" sz="900" dirty="0"/>
              <a:t>35798</a:t>
            </a:r>
            <a:br>
              <a:rPr lang="en-US" sz="900" dirty="0"/>
            </a:br>
            <a:r>
              <a:rPr lang="en-US" sz="900" dirty="0"/>
              <a:t>12</a:t>
            </a:r>
          </a:p>
        </p:txBody>
      </p:sp>
    </p:spTree>
    <p:extLst>
      <p:ext uri="{BB962C8B-B14F-4D97-AF65-F5344CB8AC3E}">
        <p14:creationId xmlns:p14="http://schemas.microsoft.com/office/powerpoint/2010/main" val="40175061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22528-B72C-79D8-EC3A-D5AC240650A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F6CC49B-1470-00F8-405D-A9529B8D5819}"/>
              </a:ext>
            </a:extLst>
          </p:cNvPr>
          <p:cNvSpPr>
            <a:spLocks noGrp="1"/>
          </p:cNvSpPr>
          <p:nvPr>
            <p:ph sz="half" idx="1"/>
          </p:nvPr>
        </p:nvSpPr>
        <p:spPr/>
        <p:txBody>
          <a:bodyPr>
            <a:normAutofit/>
          </a:bodyPr>
          <a:lstStyle/>
          <a:p>
            <a:r>
              <a:rPr lang="en-US" dirty="0"/>
              <a:t>Complete possibilities for this cage. {33 (6), 55 (10), 77 (14), 99 (18), 88 (16), 91 (10) or 82 (10)} +  {89} + {</a:t>
            </a:r>
            <a:r>
              <a:rPr lang="en-US" dirty="0">
                <a:solidFill>
                  <a:srgbClr val="FF0000"/>
                </a:solidFill>
              </a:rPr>
              <a:t>X</a:t>
            </a:r>
            <a:r>
              <a:rPr lang="en-US" dirty="0"/>
              <a:t>}. 16: 338</a:t>
            </a:r>
            <a:r>
              <a:rPr lang="en-US" dirty="0">
                <a:solidFill>
                  <a:srgbClr val="FF0000"/>
                </a:solidFill>
              </a:rPr>
              <a:t>2</a:t>
            </a:r>
            <a:r>
              <a:rPr lang="en-US" dirty="0"/>
              <a:t> (conflict), 339</a:t>
            </a:r>
            <a:r>
              <a:rPr lang="en-US" dirty="0">
                <a:solidFill>
                  <a:srgbClr val="FF0000"/>
                </a:solidFill>
              </a:rPr>
              <a:t>1</a:t>
            </a:r>
            <a:r>
              <a:rPr lang="en-US" dirty="0"/>
              <a:t> (conflict).  25: 558</a:t>
            </a:r>
            <a:r>
              <a:rPr lang="en-US" dirty="0">
                <a:solidFill>
                  <a:srgbClr val="FF0000"/>
                </a:solidFill>
              </a:rPr>
              <a:t>7</a:t>
            </a:r>
            <a:r>
              <a:rPr lang="en-US" dirty="0"/>
              <a:t>, 559</a:t>
            </a:r>
            <a:r>
              <a:rPr lang="en-US" dirty="0">
                <a:solidFill>
                  <a:srgbClr val="FF0000"/>
                </a:solidFill>
              </a:rPr>
              <a:t>6</a:t>
            </a:r>
            <a:r>
              <a:rPr lang="en-US" dirty="0"/>
              <a:t>, 918</a:t>
            </a:r>
            <a:r>
              <a:rPr lang="en-US" dirty="0">
                <a:solidFill>
                  <a:srgbClr val="FF0000"/>
                </a:solidFill>
              </a:rPr>
              <a:t>7</a:t>
            </a:r>
            <a:r>
              <a:rPr lang="en-US" dirty="0"/>
              <a:t>, 829</a:t>
            </a:r>
            <a:r>
              <a:rPr lang="en-US" dirty="0">
                <a:solidFill>
                  <a:srgbClr val="FF0000"/>
                </a:solidFill>
              </a:rPr>
              <a:t>6</a:t>
            </a:r>
            <a:r>
              <a:rPr lang="en-US" dirty="0"/>
              <a:t>, 778</a:t>
            </a:r>
            <a:r>
              <a:rPr lang="en-US" dirty="0">
                <a:solidFill>
                  <a:srgbClr val="FF0000"/>
                </a:solidFill>
              </a:rPr>
              <a:t>3,</a:t>
            </a:r>
            <a:r>
              <a:rPr lang="en-US" dirty="0"/>
              <a:t> 779</a:t>
            </a:r>
            <a:r>
              <a:rPr lang="en-US" dirty="0">
                <a:solidFill>
                  <a:srgbClr val="FF0000"/>
                </a:solidFill>
              </a:rPr>
              <a:t>2.</a:t>
            </a:r>
            <a:endParaRPr lang="en-US" dirty="0"/>
          </a:p>
        </p:txBody>
      </p:sp>
      <p:pic>
        <p:nvPicPr>
          <p:cNvPr id="4" name="Picture 3" descr="A grid of sudoku puzzle&#10;&#10;Description automatically generated">
            <a:extLst>
              <a:ext uri="{FF2B5EF4-FFF2-40B4-BE49-F238E27FC236}">
                <a16:creationId xmlns:a16="http://schemas.microsoft.com/office/drawing/2014/main" id="{BC9550D9-1B75-679C-6270-6B6389E67A7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516FAC8-1C81-8E84-4530-AD6AEE6DED3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4647277-736D-5BAD-982B-EF7A45CFC0D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1CE80F2-7058-B242-84A0-61982453BFE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4E689AA-7E3F-D74A-03D1-8E1504AE8AB5}"/>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B526CFC-3B6B-F68B-3E32-DEB43A81C073}"/>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96D6EF82-5530-5FE3-F79E-65D40FA83426}"/>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9FF21E93-A4FA-5A48-BE32-037BCFC1DD41}"/>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5FA346C1-9D0B-D312-8204-60A90C7C00F0}"/>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684AEA85-6B4E-E191-FE79-C0682CC80A0E}"/>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F8DFAEA8-1234-CF97-6CCF-94CE39463E0A}"/>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C1E4BA9F-95CC-CBBF-C40A-7A54FA9C8DD6}"/>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CC94A20D-0ED7-5147-E27B-A94E64F6492C}"/>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54E4A685-687F-FAE3-E9B0-330AE8DC6C49}"/>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A3F3F3C3-815A-FA24-B03C-3466A38F447B}"/>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F9EF0BDC-2FFC-E96B-AAC5-52B9CF250E6D}"/>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2" name="TextBox 21">
            <a:extLst>
              <a:ext uri="{FF2B5EF4-FFF2-40B4-BE49-F238E27FC236}">
                <a16:creationId xmlns:a16="http://schemas.microsoft.com/office/drawing/2014/main" id="{D6ED9A97-1DF1-38D9-D417-D52DC9CB723E}"/>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3D64E088-E759-0C56-87FC-5975B1C298DC}"/>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A289BFD4-1EEA-9176-3E6B-C0C7BBC2DF2B}"/>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15EE6E09-C90B-24AE-0556-127D7B5511BF}"/>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6AB799BE-9002-C8FB-8711-06955106BE64}"/>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AC7E7A5A-F9FA-8054-94B5-505D748AF0AC}"/>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757D839A-0153-3AC5-B10C-4455B9B3D601}"/>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76F468B0-CB6B-9213-BDA5-D18E5222FF1F}"/>
              </a:ext>
            </a:extLst>
          </p:cNvPr>
          <p:cNvSpPr txBox="1"/>
          <p:nvPr/>
        </p:nvSpPr>
        <p:spPr>
          <a:xfrm>
            <a:off x="4645378" y="2531765"/>
            <a:ext cx="570089" cy="230832"/>
          </a:xfrm>
          <a:prstGeom prst="rect">
            <a:avLst/>
          </a:prstGeom>
          <a:noFill/>
        </p:spPr>
        <p:txBody>
          <a:bodyPr wrap="square" rtlCol="0">
            <a:spAutoFit/>
          </a:bodyPr>
          <a:lstStyle/>
          <a:p>
            <a:pPr algn="ctr"/>
            <a:r>
              <a:rPr lang="en-US" sz="900" dirty="0"/>
              <a:t>35789</a:t>
            </a:r>
          </a:p>
        </p:txBody>
      </p:sp>
      <p:sp>
        <p:nvSpPr>
          <p:cNvPr id="27" name="TextBox 26">
            <a:extLst>
              <a:ext uri="{FF2B5EF4-FFF2-40B4-BE49-F238E27FC236}">
                <a16:creationId xmlns:a16="http://schemas.microsoft.com/office/drawing/2014/main" id="{81B82D8C-8A58-8489-7D0A-F24E08A3799B}"/>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35789</a:t>
            </a:r>
          </a:p>
        </p:txBody>
      </p:sp>
      <p:sp>
        <p:nvSpPr>
          <p:cNvPr id="28" name="TextBox 27">
            <a:extLst>
              <a:ext uri="{FF2B5EF4-FFF2-40B4-BE49-F238E27FC236}">
                <a16:creationId xmlns:a16="http://schemas.microsoft.com/office/drawing/2014/main" id="{DE35F81B-D812-D257-582A-EE578C7F0354}"/>
              </a:ext>
            </a:extLst>
          </p:cNvPr>
          <p:cNvSpPr txBox="1"/>
          <p:nvPr/>
        </p:nvSpPr>
        <p:spPr>
          <a:xfrm>
            <a:off x="5650090" y="2277765"/>
            <a:ext cx="570089" cy="230832"/>
          </a:xfrm>
          <a:prstGeom prst="rect">
            <a:avLst/>
          </a:prstGeom>
          <a:noFill/>
        </p:spPr>
        <p:txBody>
          <a:bodyPr wrap="square" rtlCol="0">
            <a:spAutoFit/>
          </a:bodyPr>
          <a:lstStyle/>
          <a:p>
            <a:pPr algn="ctr"/>
            <a:r>
              <a:rPr lang="en-US" sz="900" dirty="0"/>
              <a:t>5798</a:t>
            </a:r>
          </a:p>
        </p:txBody>
      </p:sp>
      <p:sp>
        <p:nvSpPr>
          <p:cNvPr id="29" name="TextBox 28">
            <a:extLst>
              <a:ext uri="{FF2B5EF4-FFF2-40B4-BE49-F238E27FC236}">
                <a16:creationId xmlns:a16="http://schemas.microsoft.com/office/drawing/2014/main" id="{B4A21B7E-7A8B-C542-AAF6-CCCFFB01405E}"/>
              </a:ext>
            </a:extLst>
          </p:cNvPr>
          <p:cNvSpPr txBox="1"/>
          <p:nvPr/>
        </p:nvSpPr>
        <p:spPr>
          <a:xfrm>
            <a:off x="6654802" y="2404765"/>
            <a:ext cx="570089" cy="230832"/>
          </a:xfrm>
          <a:prstGeom prst="rect">
            <a:avLst/>
          </a:prstGeom>
          <a:noFill/>
        </p:spPr>
        <p:txBody>
          <a:bodyPr wrap="square" rtlCol="0">
            <a:spAutoFit/>
          </a:bodyPr>
          <a:lstStyle/>
          <a:p>
            <a:pPr algn="ctr"/>
            <a:r>
              <a:rPr lang="en-US" sz="900" dirty="0"/>
              <a:t>35789</a:t>
            </a:r>
          </a:p>
        </p:txBody>
      </p:sp>
      <p:sp>
        <p:nvSpPr>
          <p:cNvPr id="33" name="TextBox 32">
            <a:extLst>
              <a:ext uri="{FF2B5EF4-FFF2-40B4-BE49-F238E27FC236}">
                <a16:creationId xmlns:a16="http://schemas.microsoft.com/office/drawing/2014/main" id="{FD5A49B1-AD60-8EA4-88D6-ADCE45244202}"/>
              </a:ext>
            </a:extLst>
          </p:cNvPr>
          <p:cNvSpPr txBox="1"/>
          <p:nvPr/>
        </p:nvSpPr>
        <p:spPr>
          <a:xfrm>
            <a:off x="6152446" y="3032709"/>
            <a:ext cx="570089" cy="230832"/>
          </a:xfrm>
          <a:prstGeom prst="rect">
            <a:avLst/>
          </a:prstGeom>
          <a:noFill/>
        </p:spPr>
        <p:txBody>
          <a:bodyPr wrap="square" rtlCol="0">
            <a:spAutoFit/>
          </a:bodyPr>
          <a:lstStyle/>
          <a:p>
            <a:pPr algn="ctr"/>
            <a:r>
              <a:rPr lang="en-US" sz="900" dirty="0"/>
              <a:t>5712</a:t>
            </a:r>
          </a:p>
        </p:txBody>
      </p:sp>
      <p:sp>
        <p:nvSpPr>
          <p:cNvPr id="32" name="TextBox 31">
            <a:extLst>
              <a:ext uri="{FF2B5EF4-FFF2-40B4-BE49-F238E27FC236}">
                <a16:creationId xmlns:a16="http://schemas.microsoft.com/office/drawing/2014/main" id="{BAC7E389-A698-E89C-A88C-6885A169E228}"/>
              </a:ext>
            </a:extLst>
          </p:cNvPr>
          <p:cNvSpPr txBox="1"/>
          <p:nvPr/>
        </p:nvSpPr>
        <p:spPr>
          <a:xfrm>
            <a:off x="5650090" y="2905709"/>
            <a:ext cx="570089" cy="230832"/>
          </a:xfrm>
          <a:prstGeom prst="rect">
            <a:avLst/>
          </a:prstGeom>
          <a:noFill/>
        </p:spPr>
        <p:txBody>
          <a:bodyPr wrap="square" rtlCol="0">
            <a:spAutoFit/>
          </a:bodyPr>
          <a:lstStyle/>
          <a:p>
            <a:pPr algn="ctr"/>
            <a:r>
              <a:rPr lang="en-US" sz="900" dirty="0"/>
              <a:t>2367</a:t>
            </a:r>
          </a:p>
        </p:txBody>
      </p:sp>
    </p:spTree>
    <p:extLst>
      <p:ext uri="{BB962C8B-B14F-4D97-AF65-F5344CB8AC3E}">
        <p14:creationId xmlns:p14="http://schemas.microsoft.com/office/powerpoint/2010/main" val="29602385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BBCB8-9311-C900-B357-BDFE31FB31A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B607FA-C9BC-F908-BA54-CACC9FDB48FE}"/>
              </a:ext>
            </a:extLst>
          </p:cNvPr>
          <p:cNvSpPr>
            <a:spLocks noGrp="1"/>
          </p:cNvSpPr>
          <p:nvPr>
            <p:ph sz="half" idx="1"/>
          </p:nvPr>
        </p:nvSpPr>
        <p:spPr/>
        <p:txBody>
          <a:bodyPr>
            <a:normAutofit lnSpcReduction="10000"/>
          </a:bodyPr>
          <a:lstStyle/>
          <a:p>
            <a:r>
              <a:rPr lang="en-US" dirty="0"/>
              <a:t>Columns 6–9 consist of five cages and an odd cell (35789) that sum to 180. The cages are {9, 16}, 49, 25, {9, 16, 25}, and {64, 81}. If the large cage is 64, the smaller cages must be 9 and 25, with 8 left over. If the large cage is 81, the smaller cages must be 9 and 9, with 7 left over. </a:t>
            </a:r>
          </a:p>
        </p:txBody>
      </p:sp>
      <p:pic>
        <p:nvPicPr>
          <p:cNvPr id="4" name="Picture 3" descr="A grid of sudoku puzzle&#10;&#10;Description automatically generated">
            <a:extLst>
              <a:ext uri="{FF2B5EF4-FFF2-40B4-BE49-F238E27FC236}">
                <a16:creationId xmlns:a16="http://schemas.microsoft.com/office/drawing/2014/main" id="{7F553329-089E-915B-29B3-85C7E156B4C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004ACAB-23B5-1F12-508A-D0ED4F24713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C736A53-3DA1-3388-BFBB-15FAEAD1589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EDD1B08-8445-9914-F1B4-3DF1125922E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522B8A4-FEF8-191B-EE9E-1DA714F969FA}"/>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507C08E-D860-09F9-1D94-10C0C27F2E1D}"/>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69710601-EDFC-4BF6-2F7C-71CDE1819EF2}"/>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A7364332-BF2E-BA12-60B8-5E74D7A712BD}"/>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F4C91A06-6AF4-7633-A0B4-180FB211FA93}"/>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34EBE0B8-BAB9-0F3F-71DF-7B8411729D4D}"/>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98C668B6-E59A-B358-4B9C-A7507ED1D57C}"/>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E4DAD9E8-E9B2-9587-E11F-53AB25284CCB}"/>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A1424842-4103-1BA3-7191-80D6C770520D}"/>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03ECB7A4-A0D0-5090-A1B1-022D199A67DB}"/>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F0B1FF60-5F4D-BCE4-EF1E-E095E34C7A67}"/>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030B37EF-8A7B-0C9A-DACC-88514C2072BD}"/>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2" name="TextBox 21">
            <a:extLst>
              <a:ext uri="{FF2B5EF4-FFF2-40B4-BE49-F238E27FC236}">
                <a16:creationId xmlns:a16="http://schemas.microsoft.com/office/drawing/2014/main" id="{390B86D2-BC3E-0E09-59F6-905712BF4719}"/>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A30EF3F9-94F2-6886-D4EA-62E2EE4B67BE}"/>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8C79A52E-E4B2-2B3B-E392-0102C93FF64A}"/>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FAAB8AD2-C35B-23D8-0B18-D930CAA2E49C}"/>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BF81B8CD-1293-7701-8284-333D2165C714}"/>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93C469EE-A51F-CCD4-2120-ABEB69A8703B}"/>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EDE12CCF-35F6-AC1A-BF92-EF64C58C8E63}"/>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4975F73A-95D6-6B28-B9A3-6B8D615C398A}"/>
              </a:ext>
            </a:extLst>
          </p:cNvPr>
          <p:cNvSpPr txBox="1"/>
          <p:nvPr/>
        </p:nvSpPr>
        <p:spPr>
          <a:xfrm>
            <a:off x="4645378" y="2531765"/>
            <a:ext cx="570089" cy="230832"/>
          </a:xfrm>
          <a:prstGeom prst="rect">
            <a:avLst/>
          </a:prstGeom>
          <a:noFill/>
        </p:spPr>
        <p:txBody>
          <a:bodyPr wrap="square" rtlCol="0">
            <a:spAutoFit/>
          </a:bodyPr>
          <a:lstStyle/>
          <a:p>
            <a:pPr algn="ctr"/>
            <a:r>
              <a:rPr lang="en-US" sz="900" dirty="0"/>
              <a:t>35789</a:t>
            </a:r>
          </a:p>
        </p:txBody>
      </p:sp>
      <p:sp>
        <p:nvSpPr>
          <p:cNvPr id="27" name="TextBox 26">
            <a:extLst>
              <a:ext uri="{FF2B5EF4-FFF2-40B4-BE49-F238E27FC236}">
                <a16:creationId xmlns:a16="http://schemas.microsoft.com/office/drawing/2014/main" id="{CFAC1464-D6DA-9117-F039-0FF2CE24B402}"/>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35789</a:t>
            </a:r>
          </a:p>
        </p:txBody>
      </p:sp>
      <p:sp>
        <p:nvSpPr>
          <p:cNvPr id="28" name="TextBox 27">
            <a:extLst>
              <a:ext uri="{FF2B5EF4-FFF2-40B4-BE49-F238E27FC236}">
                <a16:creationId xmlns:a16="http://schemas.microsoft.com/office/drawing/2014/main" id="{3A248BA6-775D-8E50-AAD3-22E40C413D69}"/>
              </a:ext>
            </a:extLst>
          </p:cNvPr>
          <p:cNvSpPr txBox="1"/>
          <p:nvPr/>
        </p:nvSpPr>
        <p:spPr>
          <a:xfrm>
            <a:off x="5650090" y="2277765"/>
            <a:ext cx="570089" cy="230832"/>
          </a:xfrm>
          <a:prstGeom prst="rect">
            <a:avLst/>
          </a:prstGeom>
          <a:noFill/>
        </p:spPr>
        <p:txBody>
          <a:bodyPr wrap="square" rtlCol="0">
            <a:spAutoFit/>
          </a:bodyPr>
          <a:lstStyle/>
          <a:p>
            <a:pPr algn="ctr"/>
            <a:r>
              <a:rPr lang="en-US" sz="900" dirty="0"/>
              <a:t>5798</a:t>
            </a:r>
          </a:p>
        </p:txBody>
      </p:sp>
      <p:sp>
        <p:nvSpPr>
          <p:cNvPr id="29" name="TextBox 28">
            <a:extLst>
              <a:ext uri="{FF2B5EF4-FFF2-40B4-BE49-F238E27FC236}">
                <a16:creationId xmlns:a16="http://schemas.microsoft.com/office/drawing/2014/main" id="{FFBEC95B-9D00-ECBE-E34A-6BFAB6947117}"/>
              </a:ext>
            </a:extLst>
          </p:cNvPr>
          <p:cNvSpPr txBox="1"/>
          <p:nvPr/>
        </p:nvSpPr>
        <p:spPr>
          <a:xfrm>
            <a:off x="6654802" y="2404765"/>
            <a:ext cx="570089" cy="230832"/>
          </a:xfrm>
          <a:prstGeom prst="rect">
            <a:avLst/>
          </a:prstGeom>
          <a:noFill/>
        </p:spPr>
        <p:txBody>
          <a:bodyPr wrap="square" rtlCol="0">
            <a:spAutoFit/>
          </a:bodyPr>
          <a:lstStyle/>
          <a:p>
            <a:pPr algn="ctr"/>
            <a:r>
              <a:rPr lang="en-US" sz="900" dirty="0"/>
              <a:t>78</a:t>
            </a:r>
          </a:p>
        </p:txBody>
      </p:sp>
      <p:sp>
        <p:nvSpPr>
          <p:cNvPr id="33" name="TextBox 32">
            <a:extLst>
              <a:ext uri="{FF2B5EF4-FFF2-40B4-BE49-F238E27FC236}">
                <a16:creationId xmlns:a16="http://schemas.microsoft.com/office/drawing/2014/main" id="{7AF727B0-1376-B5D5-98B1-8B92BC2732AE}"/>
              </a:ext>
            </a:extLst>
          </p:cNvPr>
          <p:cNvSpPr txBox="1"/>
          <p:nvPr/>
        </p:nvSpPr>
        <p:spPr>
          <a:xfrm>
            <a:off x="6152446" y="3032709"/>
            <a:ext cx="570089" cy="230832"/>
          </a:xfrm>
          <a:prstGeom prst="rect">
            <a:avLst/>
          </a:prstGeom>
          <a:noFill/>
        </p:spPr>
        <p:txBody>
          <a:bodyPr wrap="square" rtlCol="0">
            <a:spAutoFit/>
          </a:bodyPr>
          <a:lstStyle/>
          <a:p>
            <a:pPr algn="ctr"/>
            <a:r>
              <a:rPr lang="en-US" sz="900" dirty="0"/>
              <a:t>5712</a:t>
            </a:r>
          </a:p>
        </p:txBody>
      </p:sp>
      <p:sp>
        <p:nvSpPr>
          <p:cNvPr id="32" name="TextBox 31">
            <a:extLst>
              <a:ext uri="{FF2B5EF4-FFF2-40B4-BE49-F238E27FC236}">
                <a16:creationId xmlns:a16="http://schemas.microsoft.com/office/drawing/2014/main" id="{6BDD84D3-63A1-05EB-D80B-EBB2C8F83318}"/>
              </a:ext>
            </a:extLst>
          </p:cNvPr>
          <p:cNvSpPr txBox="1"/>
          <p:nvPr/>
        </p:nvSpPr>
        <p:spPr>
          <a:xfrm>
            <a:off x="5650090" y="2905709"/>
            <a:ext cx="570089" cy="230832"/>
          </a:xfrm>
          <a:prstGeom prst="rect">
            <a:avLst/>
          </a:prstGeom>
          <a:noFill/>
        </p:spPr>
        <p:txBody>
          <a:bodyPr wrap="square" rtlCol="0">
            <a:spAutoFit/>
          </a:bodyPr>
          <a:lstStyle/>
          <a:p>
            <a:pPr algn="ctr"/>
            <a:r>
              <a:rPr lang="en-US" sz="900" dirty="0"/>
              <a:t>2367</a:t>
            </a:r>
          </a:p>
        </p:txBody>
      </p:sp>
    </p:spTree>
    <p:extLst>
      <p:ext uri="{BB962C8B-B14F-4D97-AF65-F5344CB8AC3E}">
        <p14:creationId xmlns:p14="http://schemas.microsoft.com/office/powerpoint/2010/main" val="42625617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0F897-99C4-B2D2-F981-4568D2612CE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71A80F9-14F8-74CC-86E2-5850314F6031}"/>
              </a:ext>
            </a:extLst>
          </p:cNvPr>
          <p:cNvSpPr>
            <a:spLocks noGrp="1"/>
          </p:cNvSpPr>
          <p:nvPr>
            <p:ph sz="half" idx="1"/>
          </p:nvPr>
        </p:nvSpPr>
        <p:spPr/>
        <p:txBody>
          <a:bodyPr>
            <a:normAutofit/>
          </a:bodyPr>
          <a:lstStyle/>
          <a:p>
            <a:r>
              <a:rPr lang="en-US" dirty="0"/>
              <a:t>In the center block, 3 is in Row 4. 7783 for the cage is eliminated.</a:t>
            </a:r>
          </a:p>
        </p:txBody>
      </p:sp>
      <p:pic>
        <p:nvPicPr>
          <p:cNvPr id="4" name="Picture 3" descr="A grid of sudoku puzzle&#10;&#10;Description automatically generated">
            <a:extLst>
              <a:ext uri="{FF2B5EF4-FFF2-40B4-BE49-F238E27FC236}">
                <a16:creationId xmlns:a16="http://schemas.microsoft.com/office/drawing/2014/main" id="{872783C2-1F35-C8EC-E83E-8A7BD9BBDF2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EFB6B1D-0585-2CE1-6C99-C13FEE42C23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8C80F05-06A4-64D9-C6F2-9631682A0AE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6090440-CDB4-C293-B5F9-0C4FF4AFD2D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D188374-F446-6665-D525-0BADDE6C8E27}"/>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DED19924-04AB-234B-A2FC-31F17583D344}"/>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BDE90510-969E-E5AD-E862-B47379E0FCAC}"/>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10C3C65F-ADD0-9071-0217-F5A973130BE3}"/>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23709ED8-98D0-9FB6-3F11-7E0E42B07642}"/>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DC6EB586-4E30-EEAD-B31D-6FA7C0CAB117}"/>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4CE81C42-2D10-A96F-D9AE-6712D7E263AA}"/>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4477D197-0643-64D0-DDCF-422AFCE46384}"/>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F65B51F4-BA4C-148C-FBD5-BA4D67784B3B}"/>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07A12B05-8FA2-4FBE-3889-1EC42FAC1719}"/>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3F6F86F5-25F0-73A9-D5F1-6A6FAE39A8F6}"/>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343BEF8D-784F-282A-576A-6BEB61FB7CF0}"/>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2" name="TextBox 21">
            <a:extLst>
              <a:ext uri="{FF2B5EF4-FFF2-40B4-BE49-F238E27FC236}">
                <a16:creationId xmlns:a16="http://schemas.microsoft.com/office/drawing/2014/main" id="{D8ED94C5-EE29-75ED-B9EA-BEDC7C67D2BE}"/>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2C849CF8-C0AA-A009-42C8-664D5C43698A}"/>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F925E1D3-A9CD-59D5-9BD3-811061C4BDA7}"/>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EF6E8399-A22C-B945-912D-B7D6D6BB4AA5}"/>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74327E77-1DF0-7F26-7E79-4A090D9BFC9C}"/>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3EDC39D0-54DF-DF6D-5D0B-15A85BA85779}"/>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2762E7E7-B15F-E4DF-F90A-5EF98535F64C}"/>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3AB6FAD0-760A-D1BA-2679-390FC0694C9A}"/>
              </a:ext>
            </a:extLst>
          </p:cNvPr>
          <p:cNvSpPr txBox="1"/>
          <p:nvPr/>
        </p:nvSpPr>
        <p:spPr>
          <a:xfrm>
            <a:off x="4645378" y="2531765"/>
            <a:ext cx="570089" cy="230832"/>
          </a:xfrm>
          <a:prstGeom prst="rect">
            <a:avLst/>
          </a:prstGeom>
          <a:noFill/>
        </p:spPr>
        <p:txBody>
          <a:bodyPr wrap="square" rtlCol="0">
            <a:spAutoFit/>
          </a:bodyPr>
          <a:lstStyle/>
          <a:p>
            <a:pPr algn="ctr"/>
            <a:r>
              <a:rPr lang="en-US" sz="900" dirty="0"/>
              <a:t>35789</a:t>
            </a:r>
          </a:p>
        </p:txBody>
      </p:sp>
      <p:sp>
        <p:nvSpPr>
          <p:cNvPr id="27" name="TextBox 26">
            <a:extLst>
              <a:ext uri="{FF2B5EF4-FFF2-40B4-BE49-F238E27FC236}">
                <a16:creationId xmlns:a16="http://schemas.microsoft.com/office/drawing/2014/main" id="{FC2DF501-59C1-033D-D098-7BA18EE47752}"/>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35789</a:t>
            </a:r>
          </a:p>
        </p:txBody>
      </p:sp>
      <p:sp>
        <p:nvSpPr>
          <p:cNvPr id="28" name="TextBox 27">
            <a:extLst>
              <a:ext uri="{FF2B5EF4-FFF2-40B4-BE49-F238E27FC236}">
                <a16:creationId xmlns:a16="http://schemas.microsoft.com/office/drawing/2014/main" id="{6B17ED25-C731-ABB8-F939-25962D8A8BC3}"/>
              </a:ext>
            </a:extLst>
          </p:cNvPr>
          <p:cNvSpPr txBox="1"/>
          <p:nvPr/>
        </p:nvSpPr>
        <p:spPr>
          <a:xfrm>
            <a:off x="5650090" y="2277765"/>
            <a:ext cx="570089" cy="230832"/>
          </a:xfrm>
          <a:prstGeom prst="rect">
            <a:avLst/>
          </a:prstGeom>
          <a:noFill/>
        </p:spPr>
        <p:txBody>
          <a:bodyPr wrap="square" rtlCol="0">
            <a:spAutoFit/>
          </a:bodyPr>
          <a:lstStyle/>
          <a:p>
            <a:pPr algn="ctr"/>
            <a:r>
              <a:rPr lang="en-US" sz="900" dirty="0"/>
              <a:t>5798</a:t>
            </a:r>
          </a:p>
        </p:txBody>
      </p:sp>
      <p:sp>
        <p:nvSpPr>
          <p:cNvPr id="29" name="TextBox 28">
            <a:extLst>
              <a:ext uri="{FF2B5EF4-FFF2-40B4-BE49-F238E27FC236}">
                <a16:creationId xmlns:a16="http://schemas.microsoft.com/office/drawing/2014/main" id="{8FCCC1E0-7851-DAAB-374A-1AC02F5BB076}"/>
              </a:ext>
            </a:extLst>
          </p:cNvPr>
          <p:cNvSpPr txBox="1"/>
          <p:nvPr/>
        </p:nvSpPr>
        <p:spPr>
          <a:xfrm>
            <a:off x="6654802" y="2404765"/>
            <a:ext cx="570089" cy="230832"/>
          </a:xfrm>
          <a:prstGeom prst="rect">
            <a:avLst/>
          </a:prstGeom>
          <a:noFill/>
        </p:spPr>
        <p:txBody>
          <a:bodyPr wrap="square" rtlCol="0">
            <a:spAutoFit/>
          </a:bodyPr>
          <a:lstStyle/>
          <a:p>
            <a:pPr algn="ctr"/>
            <a:r>
              <a:rPr lang="en-US" sz="900" dirty="0"/>
              <a:t>78</a:t>
            </a:r>
          </a:p>
        </p:txBody>
      </p:sp>
      <p:sp>
        <p:nvSpPr>
          <p:cNvPr id="33" name="TextBox 32">
            <a:extLst>
              <a:ext uri="{FF2B5EF4-FFF2-40B4-BE49-F238E27FC236}">
                <a16:creationId xmlns:a16="http://schemas.microsoft.com/office/drawing/2014/main" id="{EDFC2155-B551-2C19-2E47-F39726FC10D0}"/>
              </a:ext>
            </a:extLst>
          </p:cNvPr>
          <p:cNvSpPr txBox="1"/>
          <p:nvPr/>
        </p:nvSpPr>
        <p:spPr>
          <a:xfrm>
            <a:off x="6152446" y="3032709"/>
            <a:ext cx="570089" cy="230832"/>
          </a:xfrm>
          <a:prstGeom prst="rect">
            <a:avLst/>
          </a:prstGeom>
          <a:noFill/>
        </p:spPr>
        <p:txBody>
          <a:bodyPr wrap="square" rtlCol="0">
            <a:spAutoFit/>
          </a:bodyPr>
          <a:lstStyle/>
          <a:p>
            <a:pPr algn="ctr"/>
            <a:r>
              <a:rPr lang="en-US" sz="900" dirty="0"/>
              <a:t>5712</a:t>
            </a:r>
          </a:p>
        </p:txBody>
      </p:sp>
      <p:sp>
        <p:nvSpPr>
          <p:cNvPr id="32" name="TextBox 31">
            <a:extLst>
              <a:ext uri="{FF2B5EF4-FFF2-40B4-BE49-F238E27FC236}">
                <a16:creationId xmlns:a16="http://schemas.microsoft.com/office/drawing/2014/main" id="{83E27969-2905-39C1-FDEE-4C2B6FD94590}"/>
              </a:ext>
            </a:extLst>
          </p:cNvPr>
          <p:cNvSpPr txBox="1"/>
          <p:nvPr/>
        </p:nvSpPr>
        <p:spPr>
          <a:xfrm>
            <a:off x="5650090" y="2905709"/>
            <a:ext cx="570089" cy="230832"/>
          </a:xfrm>
          <a:prstGeom prst="rect">
            <a:avLst/>
          </a:prstGeom>
          <a:noFill/>
        </p:spPr>
        <p:txBody>
          <a:bodyPr wrap="square" rtlCol="0">
            <a:spAutoFit/>
          </a:bodyPr>
          <a:lstStyle/>
          <a:p>
            <a:pPr algn="ctr"/>
            <a:r>
              <a:rPr lang="en-US" sz="900" dirty="0"/>
              <a:t>267</a:t>
            </a:r>
          </a:p>
        </p:txBody>
      </p:sp>
    </p:spTree>
    <p:extLst>
      <p:ext uri="{BB962C8B-B14F-4D97-AF65-F5344CB8AC3E}">
        <p14:creationId xmlns:p14="http://schemas.microsoft.com/office/powerpoint/2010/main" val="30561108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CD7EC-20E4-DE40-B94E-E217A90E5B2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5F6EF0A-9ED8-72C5-2B81-0B2341DFADAF}"/>
              </a:ext>
            </a:extLst>
          </p:cNvPr>
          <p:cNvSpPr>
            <a:spLocks noGrp="1"/>
          </p:cNvSpPr>
          <p:nvPr>
            <p:ph sz="half" idx="1"/>
          </p:nvPr>
        </p:nvSpPr>
        <p:spPr/>
        <p:txBody>
          <a:bodyPr>
            <a:normAutofit/>
          </a:bodyPr>
          <a:lstStyle/>
          <a:p>
            <a:r>
              <a:rPr lang="en-US" dirty="0"/>
              <a:t>Last possible 3 in Row 5.</a:t>
            </a:r>
          </a:p>
        </p:txBody>
      </p:sp>
      <p:pic>
        <p:nvPicPr>
          <p:cNvPr id="4" name="Picture 3" descr="A grid of sudoku puzzle&#10;&#10;Description automatically generated">
            <a:extLst>
              <a:ext uri="{FF2B5EF4-FFF2-40B4-BE49-F238E27FC236}">
                <a16:creationId xmlns:a16="http://schemas.microsoft.com/office/drawing/2014/main" id="{CE3D1817-ED2E-BE1C-4A31-9D1B4CB165A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56F5B95-6B3D-40D8-7FF0-5CA056D56C8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5A81444-D266-DC6D-0B6F-835816FC8AB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9419F61-BE85-DC1A-3692-5860D71F105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E1038A2-D47E-65C9-12F6-BFDD0326E4AF}"/>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F800860-A1E4-FB46-62B3-9AAE968CE7E3}"/>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74303BB6-154E-BF64-F02E-2F6A67001A8C}"/>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D28F5E61-DAC2-199B-9754-8DB0DD875262}"/>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9F32AB1B-5F61-1038-4A1D-0968E208F639}"/>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DF8033E5-DA3A-8E95-67D9-8533B1168897}"/>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E3AEA776-CCA9-B790-EC93-4B596DA626AE}"/>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19B6788B-C1EE-1C12-FCB5-B31A440A1E1D}"/>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B7B2E5CB-00ED-1F06-6685-75EF23FD8F43}"/>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07D3605C-AC0E-B4F6-3790-8682F5334498}"/>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24BB4144-B7B7-6756-FC4F-7BCBC544CEEB}"/>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F5B14CFF-ADE4-681D-E72F-2DF867ADC683}"/>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2" name="TextBox 21">
            <a:extLst>
              <a:ext uri="{FF2B5EF4-FFF2-40B4-BE49-F238E27FC236}">
                <a16:creationId xmlns:a16="http://schemas.microsoft.com/office/drawing/2014/main" id="{19D9A572-642F-E10A-6AD5-9C13331D14EB}"/>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E2001E0E-DFEB-E816-A670-72DB525C58C7}"/>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A404399A-50F3-C000-2FBC-0C02F52EC232}"/>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FDC0A484-3339-4D6E-67DF-6132FDDD3F0D}"/>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132F9672-0B4F-976E-DCA3-9B6360D3CD11}"/>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79CE1314-A06E-2295-99AE-ACDD2B1F925C}"/>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683F948B-70A0-EA17-C382-CFDB6717296D}"/>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6B761CF3-06AF-80D7-6569-A81DF7990C53}"/>
              </a:ext>
            </a:extLst>
          </p:cNvPr>
          <p:cNvSpPr txBox="1"/>
          <p:nvPr/>
        </p:nvSpPr>
        <p:spPr>
          <a:xfrm>
            <a:off x="4645378" y="2531765"/>
            <a:ext cx="570089" cy="230832"/>
          </a:xfrm>
          <a:prstGeom prst="rect">
            <a:avLst/>
          </a:prstGeom>
          <a:noFill/>
        </p:spPr>
        <p:txBody>
          <a:bodyPr wrap="square" rtlCol="0">
            <a:spAutoFit/>
          </a:bodyPr>
          <a:lstStyle/>
          <a:p>
            <a:pPr algn="ctr"/>
            <a:r>
              <a:rPr lang="en-US" sz="900" dirty="0"/>
              <a:t>35789</a:t>
            </a:r>
          </a:p>
        </p:txBody>
      </p:sp>
      <p:sp>
        <p:nvSpPr>
          <p:cNvPr id="27" name="TextBox 26">
            <a:extLst>
              <a:ext uri="{FF2B5EF4-FFF2-40B4-BE49-F238E27FC236}">
                <a16:creationId xmlns:a16="http://schemas.microsoft.com/office/drawing/2014/main" id="{877E2AA5-DBA8-978E-C9CC-1E40C352B448}"/>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35789</a:t>
            </a:r>
          </a:p>
        </p:txBody>
      </p:sp>
      <p:sp>
        <p:nvSpPr>
          <p:cNvPr id="28" name="TextBox 27">
            <a:extLst>
              <a:ext uri="{FF2B5EF4-FFF2-40B4-BE49-F238E27FC236}">
                <a16:creationId xmlns:a16="http://schemas.microsoft.com/office/drawing/2014/main" id="{A80D4EAF-7D78-AEF5-6D2C-6BD2A9BC046C}"/>
              </a:ext>
            </a:extLst>
          </p:cNvPr>
          <p:cNvSpPr txBox="1"/>
          <p:nvPr/>
        </p:nvSpPr>
        <p:spPr>
          <a:xfrm>
            <a:off x="5650090" y="2277765"/>
            <a:ext cx="570089" cy="230832"/>
          </a:xfrm>
          <a:prstGeom prst="rect">
            <a:avLst/>
          </a:prstGeom>
          <a:noFill/>
        </p:spPr>
        <p:txBody>
          <a:bodyPr wrap="square" rtlCol="0">
            <a:spAutoFit/>
          </a:bodyPr>
          <a:lstStyle/>
          <a:p>
            <a:pPr algn="ctr"/>
            <a:r>
              <a:rPr lang="en-US" sz="900" dirty="0"/>
              <a:t>5798</a:t>
            </a:r>
          </a:p>
        </p:txBody>
      </p:sp>
      <p:sp>
        <p:nvSpPr>
          <p:cNvPr id="29" name="TextBox 28">
            <a:extLst>
              <a:ext uri="{FF2B5EF4-FFF2-40B4-BE49-F238E27FC236}">
                <a16:creationId xmlns:a16="http://schemas.microsoft.com/office/drawing/2014/main" id="{DE04B7FD-0509-BB50-B918-6B3F12ADC422}"/>
              </a:ext>
            </a:extLst>
          </p:cNvPr>
          <p:cNvSpPr txBox="1"/>
          <p:nvPr/>
        </p:nvSpPr>
        <p:spPr>
          <a:xfrm>
            <a:off x="6654802" y="2404765"/>
            <a:ext cx="570089" cy="230832"/>
          </a:xfrm>
          <a:prstGeom prst="rect">
            <a:avLst/>
          </a:prstGeom>
          <a:noFill/>
        </p:spPr>
        <p:txBody>
          <a:bodyPr wrap="square" rtlCol="0">
            <a:spAutoFit/>
          </a:bodyPr>
          <a:lstStyle/>
          <a:p>
            <a:pPr algn="ctr"/>
            <a:r>
              <a:rPr lang="en-US" sz="900" dirty="0"/>
              <a:t>78</a:t>
            </a:r>
          </a:p>
        </p:txBody>
      </p:sp>
      <p:sp>
        <p:nvSpPr>
          <p:cNvPr id="33" name="TextBox 32">
            <a:extLst>
              <a:ext uri="{FF2B5EF4-FFF2-40B4-BE49-F238E27FC236}">
                <a16:creationId xmlns:a16="http://schemas.microsoft.com/office/drawing/2014/main" id="{5BBC3132-B818-4BFF-981E-09B555E2B315}"/>
              </a:ext>
            </a:extLst>
          </p:cNvPr>
          <p:cNvSpPr txBox="1"/>
          <p:nvPr/>
        </p:nvSpPr>
        <p:spPr>
          <a:xfrm>
            <a:off x="6152446" y="3032709"/>
            <a:ext cx="570089" cy="230832"/>
          </a:xfrm>
          <a:prstGeom prst="rect">
            <a:avLst/>
          </a:prstGeom>
          <a:noFill/>
        </p:spPr>
        <p:txBody>
          <a:bodyPr wrap="square" rtlCol="0">
            <a:spAutoFit/>
          </a:bodyPr>
          <a:lstStyle/>
          <a:p>
            <a:pPr algn="ctr"/>
            <a:r>
              <a:rPr lang="en-US" sz="900" dirty="0"/>
              <a:t>5712</a:t>
            </a:r>
          </a:p>
        </p:txBody>
      </p:sp>
      <p:sp>
        <p:nvSpPr>
          <p:cNvPr id="32" name="TextBox 31">
            <a:extLst>
              <a:ext uri="{FF2B5EF4-FFF2-40B4-BE49-F238E27FC236}">
                <a16:creationId xmlns:a16="http://schemas.microsoft.com/office/drawing/2014/main" id="{75E9F195-FE32-C669-7198-07877BCC8042}"/>
              </a:ext>
            </a:extLst>
          </p:cNvPr>
          <p:cNvSpPr txBox="1"/>
          <p:nvPr/>
        </p:nvSpPr>
        <p:spPr>
          <a:xfrm>
            <a:off x="5650090" y="2905709"/>
            <a:ext cx="570089" cy="230832"/>
          </a:xfrm>
          <a:prstGeom prst="rect">
            <a:avLst/>
          </a:prstGeom>
          <a:noFill/>
        </p:spPr>
        <p:txBody>
          <a:bodyPr wrap="square" rtlCol="0">
            <a:spAutoFit/>
          </a:bodyPr>
          <a:lstStyle/>
          <a:p>
            <a:pPr algn="ctr"/>
            <a:r>
              <a:rPr lang="en-US" sz="900" dirty="0"/>
              <a:t>267</a:t>
            </a:r>
          </a:p>
        </p:txBody>
      </p:sp>
      <p:sp>
        <p:nvSpPr>
          <p:cNvPr id="30" name="TextBox 29">
            <a:extLst>
              <a:ext uri="{FF2B5EF4-FFF2-40B4-BE49-F238E27FC236}">
                <a16:creationId xmlns:a16="http://schemas.microsoft.com/office/drawing/2014/main" id="{C9498DDF-8143-1E3D-87F1-579BEEDDD052}"/>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1806721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E77C3-20A0-4E2E-DE83-C521BD8E909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5B43789-24A6-4B99-D9B7-116523779F2E}"/>
              </a:ext>
            </a:extLst>
          </p:cNvPr>
          <p:cNvSpPr>
            <a:spLocks noGrp="1"/>
          </p:cNvSpPr>
          <p:nvPr>
            <p:ph sz="half" idx="1"/>
          </p:nvPr>
        </p:nvSpPr>
        <p:spPr/>
        <p:txBody>
          <a:bodyPr>
            <a:normAutofit/>
          </a:bodyPr>
          <a:lstStyle/>
          <a:p>
            <a:r>
              <a:rPr lang="en-US" dirty="0"/>
              <a:t>Since this cage sum can’t be 25, it must be 9, as 126, 135, or 234.</a:t>
            </a:r>
          </a:p>
        </p:txBody>
      </p:sp>
      <p:pic>
        <p:nvPicPr>
          <p:cNvPr id="4" name="Picture 3" descr="A grid of sudoku puzzle&#10;&#10;Description automatically generated">
            <a:extLst>
              <a:ext uri="{FF2B5EF4-FFF2-40B4-BE49-F238E27FC236}">
                <a16:creationId xmlns:a16="http://schemas.microsoft.com/office/drawing/2014/main" id="{EDC8D14C-EFB1-A385-505E-8A65869E5ED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85DC6AE-4B0F-9860-E7B9-F98BB119505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1001363-FBB7-881E-8C83-1F4D6AB9970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F12799E-42AC-EFFB-7A70-0BBBC8095D5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CA8BDC7-3E16-FBA4-123A-559FDCC70614}"/>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ED9D0CC-8D2C-453E-A8A0-9AEFCFD5C37E}"/>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D9C0BED9-C1F4-95C5-675D-2A1AB0A46CDE}"/>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7109CBDD-558A-775E-B620-F6C827C3FC27}"/>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712255CF-D4EB-1964-AEFC-C8BD2A827D53}"/>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F127C9D6-5DD9-40C9-7490-0D5A47659371}"/>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8A84CFB8-B97A-3E1C-36C7-420880736CF9}"/>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9AFA2A20-F713-F975-D0E5-706396DD4CE7}"/>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C2A8BED1-67E5-7C96-4BEF-074EB56936B7}"/>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F84CE202-9C3E-1B20-BB07-83AD7AA1B89C}"/>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B806B0EB-35D5-9F50-87E9-4D55082CB04E}"/>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FE22336F-D4BC-747B-B58B-7702FDE861F5}"/>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2" name="TextBox 21">
            <a:extLst>
              <a:ext uri="{FF2B5EF4-FFF2-40B4-BE49-F238E27FC236}">
                <a16:creationId xmlns:a16="http://schemas.microsoft.com/office/drawing/2014/main" id="{7A23FEE9-A9D1-2FF6-5865-1CA7A76F56F2}"/>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8A2D47DF-6F06-55C9-F583-2452E12EB931}"/>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379199E9-42C2-B103-1710-C005C0EC32AB}"/>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F2400071-2C70-8709-1CAB-D4A882C370B8}"/>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313B44C0-D354-CFEB-9BE9-FFD32C5AD245}"/>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56990F67-C315-8499-B66A-8F0867EAD655}"/>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F1B48B6F-7C68-3E78-817B-C06F34DEEDB6}"/>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4528FA18-64AF-66A9-63DE-76E68B2F3E9B}"/>
              </a:ext>
            </a:extLst>
          </p:cNvPr>
          <p:cNvSpPr txBox="1"/>
          <p:nvPr/>
        </p:nvSpPr>
        <p:spPr>
          <a:xfrm>
            <a:off x="4645378" y="2531765"/>
            <a:ext cx="570089" cy="230832"/>
          </a:xfrm>
          <a:prstGeom prst="rect">
            <a:avLst/>
          </a:prstGeom>
          <a:noFill/>
        </p:spPr>
        <p:txBody>
          <a:bodyPr wrap="square" rtlCol="0">
            <a:spAutoFit/>
          </a:bodyPr>
          <a:lstStyle/>
          <a:p>
            <a:pPr algn="ctr"/>
            <a:r>
              <a:rPr lang="en-US" sz="900" dirty="0"/>
              <a:t>35789</a:t>
            </a:r>
          </a:p>
        </p:txBody>
      </p:sp>
      <p:sp>
        <p:nvSpPr>
          <p:cNvPr id="27" name="TextBox 26">
            <a:extLst>
              <a:ext uri="{FF2B5EF4-FFF2-40B4-BE49-F238E27FC236}">
                <a16:creationId xmlns:a16="http://schemas.microsoft.com/office/drawing/2014/main" id="{F77CBACC-7855-87E5-D239-87295C3AE2FA}"/>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35789</a:t>
            </a:r>
          </a:p>
        </p:txBody>
      </p:sp>
      <p:sp>
        <p:nvSpPr>
          <p:cNvPr id="28" name="TextBox 27">
            <a:extLst>
              <a:ext uri="{FF2B5EF4-FFF2-40B4-BE49-F238E27FC236}">
                <a16:creationId xmlns:a16="http://schemas.microsoft.com/office/drawing/2014/main" id="{E315E177-C28C-F5E7-5F3F-B7AC9AD29324}"/>
              </a:ext>
            </a:extLst>
          </p:cNvPr>
          <p:cNvSpPr txBox="1"/>
          <p:nvPr/>
        </p:nvSpPr>
        <p:spPr>
          <a:xfrm>
            <a:off x="5650090" y="2277765"/>
            <a:ext cx="570089" cy="230832"/>
          </a:xfrm>
          <a:prstGeom prst="rect">
            <a:avLst/>
          </a:prstGeom>
          <a:noFill/>
        </p:spPr>
        <p:txBody>
          <a:bodyPr wrap="square" rtlCol="0">
            <a:spAutoFit/>
          </a:bodyPr>
          <a:lstStyle/>
          <a:p>
            <a:pPr algn="ctr"/>
            <a:r>
              <a:rPr lang="en-US" sz="900" dirty="0"/>
              <a:t>5798</a:t>
            </a:r>
          </a:p>
        </p:txBody>
      </p:sp>
      <p:sp>
        <p:nvSpPr>
          <p:cNvPr id="29" name="TextBox 28">
            <a:extLst>
              <a:ext uri="{FF2B5EF4-FFF2-40B4-BE49-F238E27FC236}">
                <a16:creationId xmlns:a16="http://schemas.microsoft.com/office/drawing/2014/main" id="{33CDB26F-8699-2093-A444-9066A24B4D68}"/>
              </a:ext>
            </a:extLst>
          </p:cNvPr>
          <p:cNvSpPr txBox="1"/>
          <p:nvPr/>
        </p:nvSpPr>
        <p:spPr>
          <a:xfrm>
            <a:off x="6654802" y="2404765"/>
            <a:ext cx="570089" cy="230832"/>
          </a:xfrm>
          <a:prstGeom prst="rect">
            <a:avLst/>
          </a:prstGeom>
          <a:noFill/>
        </p:spPr>
        <p:txBody>
          <a:bodyPr wrap="square" rtlCol="0">
            <a:spAutoFit/>
          </a:bodyPr>
          <a:lstStyle/>
          <a:p>
            <a:pPr algn="ctr"/>
            <a:r>
              <a:rPr lang="en-US" sz="900" dirty="0"/>
              <a:t>78</a:t>
            </a:r>
          </a:p>
        </p:txBody>
      </p:sp>
      <p:sp>
        <p:nvSpPr>
          <p:cNvPr id="33" name="TextBox 32">
            <a:extLst>
              <a:ext uri="{FF2B5EF4-FFF2-40B4-BE49-F238E27FC236}">
                <a16:creationId xmlns:a16="http://schemas.microsoft.com/office/drawing/2014/main" id="{95A7F259-5AD5-A027-377B-19581C775EFF}"/>
              </a:ext>
            </a:extLst>
          </p:cNvPr>
          <p:cNvSpPr txBox="1"/>
          <p:nvPr/>
        </p:nvSpPr>
        <p:spPr>
          <a:xfrm>
            <a:off x="6152446" y="3032709"/>
            <a:ext cx="570089" cy="230832"/>
          </a:xfrm>
          <a:prstGeom prst="rect">
            <a:avLst/>
          </a:prstGeom>
          <a:noFill/>
        </p:spPr>
        <p:txBody>
          <a:bodyPr wrap="square" rtlCol="0">
            <a:spAutoFit/>
          </a:bodyPr>
          <a:lstStyle/>
          <a:p>
            <a:pPr algn="ctr"/>
            <a:r>
              <a:rPr lang="en-US" sz="900" dirty="0"/>
              <a:t>5712</a:t>
            </a:r>
          </a:p>
        </p:txBody>
      </p:sp>
      <p:sp>
        <p:nvSpPr>
          <p:cNvPr id="32" name="TextBox 31">
            <a:extLst>
              <a:ext uri="{FF2B5EF4-FFF2-40B4-BE49-F238E27FC236}">
                <a16:creationId xmlns:a16="http://schemas.microsoft.com/office/drawing/2014/main" id="{2B6AAE17-E1F2-9B9E-847B-D4FF5568BD4C}"/>
              </a:ext>
            </a:extLst>
          </p:cNvPr>
          <p:cNvSpPr txBox="1"/>
          <p:nvPr/>
        </p:nvSpPr>
        <p:spPr>
          <a:xfrm>
            <a:off x="5650090" y="2905709"/>
            <a:ext cx="570089" cy="230832"/>
          </a:xfrm>
          <a:prstGeom prst="rect">
            <a:avLst/>
          </a:prstGeom>
          <a:noFill/>
        </p:spPr>
        <p:txBody>
          <a:bodyPr wrap="square" rtlCol="0">
            <a:spAutoFit/>
          </a:bodyPr>
          <a:lstStyle/>
          <a:p>
            <a:pPr algn="ctr"/>
            <a:r>
              <a:rPr lang="en-US" sz="900" dirty="0"/>
              <a:t>267</a:t>
            </a:r>
          </a:p>
        </p:txBody>
      </p:sp>
      <p:sp>
        <p:nvSpPr>
          <p:cNvPr id="34" name="TextBox 33">
            <a:extLst>
              <a:ext uri="{FF2B5EF4-FFF2-40B4-BE49-F238E27FC236}">
                <a16:creationId xmlns:a16="http://schemas.microsoft.com/office/drawing/2014/main" id="{56C46D5D-2BCA-9DF0-B6E5-EEF68AE2FCCB}"/>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123456</a:t>
            </a:r>
          </a:p>
        </p:txBody>
      </p:sp>
      <p:sp>
        <p:nvSpPr>
          <p:cNvPr id="35" name="TextBox 34">
            <a:extLst>
              <a:ext uri="{FF2B5EF4-FFF2-40B4-BE49-F238E27FC236}">
                <a16:creationId xmlns:a16="http://schemas.microsoft.com/office/drawing/2014/main" id="{7EDB34E5-EED1-DA31-7C4A-064FD8CD92BF}"/>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12356</a:t>
            </a:r>
          </a:p>
        </p:txBody>
      </p:sp>
      <p:sp>
        <p:nvSpPr>
          <p:cNvPr id="36" name="TextBox 35">
            <a:extLst>
              <a:ext uri="{FF2B5EF4-FFF2-40B4-BE49-F238E27FC236}">
                <a16:creationId xmlns:a16="http://schemas.microsoft.com/office/drawing/2014/main" id="{A69B245D-A0B9-3063-4AF4-20D5A6F91326}"/>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123456</a:t>
            </a:r>
          </a:p>
        </p:txBody>
      </p:sp>
      <p:sp>
        <p:nvSpPr>
          <p:cNvPr id="41" name="TextBox 40">
            <a:extLst>
              <a:ext uri="{FF2B5EF4-FFF2-40B4-BE49-F238E27FC236}">
                <a16:creationId xmlns:a16="http://schemas.microsoft.com/office/drawing/2014/main" id="{4D48FFF1-52B7-671D-E7B3-FD2A4CB533A8}"/>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2241463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92D050">
            <a:alpha val="25000"/>
          </a:srgbClr>
        </a:solidFill>
        <a:effectLst/>
      </p:bgPr>
    </p:bg>
    <p:spTree>
      <p:nvGrpSpPr>
        <p:cNvPr id="1" name="">
          <a:extLst>
            <a:ext uri="{FF2B5EF4-FFF2-40B4-BE49-F238E27FC236}">
              <a16:creationId xmlns:a16="http://schemas.microsoft.com/office/drawing/2014/main" id="{507F4DA5-7D3F-F78D-679B-A874540CC9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B910FF7-FF3E-9C09-3F0A-AE28AFDB5D7D}"/>
              </a:ext>
            </a:extLst>
          </p:cNvPr>
          <p:cNvSpPr>
            <a:spLocks noGrp="1"/>
          </p:cNvSpPr>
          <p:nvPr>
            <p:ph sz="half" idx="1"/>
          </p:nvPr>
        </p:nvSpPr>
        <p:spPr/>
        <p:txBody>
          <a:bodyPr>
            <a:normAutofit/>
          </a:bodyPr>
          <a:lstStyle/>
          <a:p>
            <a:r>
              <a:rPr lang="en-US" dirty="0"/>
              <a:t>We can also eliminate 7792 for the cage, but it takes a bit of work.</a:t>
            </a:r>
          </a:p>
        </p:txBody>
      </p:sp>
      <p:pic>
        <p:nvPicPr>
          <p:cNvPr id="4" name="Picture 3" descr="A grid of sudoku puzzle&#10;&#10;Description automatically generated">
            <a:extLst>
              <a:ext uri="{FF2B5EF4-FFF2-40B4-BE49-F238E27FC236}">
                <a16:creationId xmlns:a16="http://schemas.microsoft.com/office/drawing/2014/main" id="{278CAAE2-2793-F662-27F2-3F794579852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B82D803-C626-151B-6125-2699CAE6B8B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B601D24-5E89-E6AC-0425-CDA7C6A2DC1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E58EFEB-D85A-9DB6-1993-632E8679D64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EE59781-5ECC-BC34-D75B-B0ED82435D7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605E0967-E1F7-51C4-D7D0-EED8FDE73EC8}"/>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E0C09833-2CAC-4836-69A8-B935F5E080DE}"/>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951A482D-179F-63DF-0A4F-A599B2451374}"/>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127DD89F-F72B-C914-EF65-DD8C55B4310C}"/>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DE0D09D1-8B96-0E3E-2F94-788EB730865D}"/>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3CBA8BCA-EB27-91C4-F102-D8D8CFD5BA1E}"/>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C1E88B91-DFAF-64B0-A403-6880F8F8B722}"/>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2E27322F-A5A5-4EE3-0D9C-C610DE91039A}"/>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A4740BC3-1864-0757-25C9-151967DCC0C3}"/>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4E44C8E6-F526-64DD-6A30-D8FE48AA9CEC}"/>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5D2CFE26-4A39-A3C7-4456-EED17918C2C1}"/>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3" name="TextBox 22">
            <a:extLst>
              <a:ext uri="{FF2B5EF4-FFF2-40B4-BE49-F238E27FC236}">
                <a16:creationId xmlns:a16="http://schemas.microsoft.com/office/drawing/2014/main" id="{6C4EA2C4-90E2-436C-B203-FB07BF8DD03E}"/>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896C8D10-4D0A-BEDC-5BE3-8401C32056C1}"/>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113A534B-34CD-CB41-C528-F36D9FE28354}"/>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C28B1632-C0CD-B95F-6898-0D6A76894E2C}"/>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CAAD6AC1-3724-9CA3-708B-9F8A22C7F717}"/>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1AFB14F5-270C-B457-6D7C-0AB53C170A6A}"/>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F4572D3C-0777-B582-2D0E-128A720AC008}"/>
              </a:ext>
            </a:extLst>
          </p:cNvPr>
          <p:cNvSpPr txBox="1"/>
          <p:nvPr/>
        </p:nvSpPr>
        <p:spPr>
          <a:xfrm>
            <a:off x="4645378" y="2531765"/>
            <a:ext cx="570089" cy="230832"/>
          </a:xfrm>
          <a:prstGeom prst="rect">
            <a:avLst/>
          </a:prstGeom>
          <a:noFill/>
        </p:spPr>
        <p:txBody>
          <a:bodyPr wrap="square" rtlCol="0">
            <a:spAutoFit/>
          </a:bodyPr>
          <a:lstStyle/>
          <a:p>
            <a:pPr algn="ctr"/>
            <a:r>
              <a:rPr lang="en-US" sz="900" dirty="0"/>
              <a:t>35789</a:t>
            </a:r>
          </a:p>
        </p:txBody>
      </p:sp>
      <p:sp>
        <p:nvSpPr>
          <p:cNvPr id="27" name="TextBox 26">
            <a:extLst>
              <a:ext uri="{FF2B5EF4-FFF2-40B4-BE49-F238E27FC236}">
                <a16:creationId xmlns:a16="http://schemas.microsoft.com/office/drawing/2014/main" id="{04D37F11-E55B-F334-B700-BFCD10C12C5E}"/>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35789</a:t>
            </a:r>
          </a:p>
        </p:txBody>
      </p:sp>
      <p:sp>
        <p:nvSpPr>
          <p:cNvPr id="29" name="TextBox 28">
            <a:extLst>
              <a:ext uri="{FF2B5EF4-FFF2-40B4-BE49-F238E27FC236}">
                <a16:creationId xmlns:a16="http://schemas.microsoft.com/office/drawing/2014/main" id="{4F5DC9BB-D446-7088-9BD9-C4DD1EB2D846}"/>
              </a:ext>
            </a:extLst>
          </p:cNvPr>
          <p:cNvSpPr txBox="1"/>
          <p:nvPr/>
        </p:nvSpPr>
        <p:spPr>
          <a:xfrm>
            <a:off x="6654802" y="2404765"/>
            <a:ext cx="570089" cy="230832"/>
          </a:xfrm>
          <a:prstGeom prst="rect">
            <a:avLst/>
          </a:prstGeom>
          <a:noFill/>
        </p:spPr>
        <p:txBody>
          <a:bodyPr wrap="square" rtlCol="0">
            <a:spAutoFit/>
          </a:bodyPr>
          <a:lstStyle/>
          <a:p>
            <a:pPr algn="ctr"/>
            <a:r>
              <a:rPr lang="en-US" sz="900" dirty="0"/>
              <a:t>78</a:t>
            </a:r>
          </a:p>
        </p:txBody>
      </p:sp>
      <p:sp>
        <p:nvSpPr>
          <p:cNvPr id="34" name="TextBox 33">
            <a:extLst>
              <a:ext uri="{FF2B5EF4-FFF2-40B4-BE49-F238E27FC236}">
                <a16:creationId xmlns:a16="http://schemas.microsoft.com/office/drawing/2014/main" id="{D2CE9BAD-1219-0D95-8087-09DBFA560138}"/>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123456</a:t>
            </a:r>
          </a:p>
        </p:txBody>
      </p:sp>
      <p:sp>
        <p:nvSpPr>
          <p:cNvPr id="35" name="TextBox 34">
            <a:extLst>
              <a:ext uri="{FF2B5EF4-FFF2-40B4-BE49-F238E27FC236}">
                <a16:creationId xmlns:a16="http://schemas.microsoft.com/office/drawing/2014/main" id="{2C8FC4A5-851A-1FD3-9E8D-20A788EF5323}"/>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12356</a:t>
            </a:r>
          </a:p>
        </p:txBody>
      </p:sp>
      <p:sp>
        <p:nvSpPr>
          <p:cNvPr id="36" name="TextBox 35">
            <a:extLst>
              <a:ext uri="{FF2B5EF4-FFF2-40B4-BE49-F238E27FC236}">
                <a16:creationId xmlns:a16="http://schemas.microsoft.com/office/drawing/2014/main" id="{C3FD1618-63A3-D6AF-BE73-C00366BFCE0B}"/>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123456</a:t>
            </a:r>
          </a:p>
        </p:txBody>
      </p:sp>
      <p:sp>
        <p:nvSpPr>
          <p:cNvPr id="37" name="TextBox 36">
            <a:extLst>
              <a:ext uri="{FF2B5EF4-FFF2-40B4-BE49-F238E27FC236}">
                <a16:creationId xmlns:a16="http://schemas.microsoft.com/office/drawing/2014/main" id="{72349A58-1066-8D93-F8F1-8CBD08B0DB90}"/>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084CFD55-40F3-B372-C46F-66A4B8B5DAF0}"/>
              </a:ext>
            </a:extLst>
          </p:cNvPr>
          <p:cNvSpPr txBox="1"/>
          <p:nvPr/>
        </p:nvSpPr>
        <p:spPr>
          <a:xfrm>
            <a:off x="5715003" y="223122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69959795-78E3-37DF-3A22-248407CAC318}"/>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40" name="TextBox 39">
            <a:extLst>
              <a:ext uri="{FF2B5EF4-FFF2-40B4-BE49-F238E27FC236}">
                <a16:creationId xmlns:a16="http://schemas.microsoft.com/office/drawing/2014/main" id="{9C840E3E-63B0-7682-160C-9961AD27F915}"/>
              </a:ext>
            </a:extLst>
          </p:cNvPr>
          <p:cNvSpPr txBox="1"/>
          <p:nvPr/>
        </p:nvSpPr>
        <p:spPr>
          <a:xfrm>
            <a:off x="5715003" y="273455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F27B0A9A-F05B-A897-4354-24777DAB4D85}"/>
              </a:ext>
            </a:extLst>
          </p:cNvPr>
          <p:cNvSpPr txBox="1"/>
          <p:nvPr/>
        </p:nvSpPr>
        <p:spPr>
          <a:xfrm>
            <a:off x="6214537"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8345193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87DC6-E5ED-EF4D-2ABD-3D7C116846B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B4E1DBC-FC46-B567-0500-CD88A57150EC}"/>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C84E9A8-314F-EA0E-81CB-B0C14CE2C3A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00B692D-A397-D44E-B166-2A433287DDB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50A591D-CAD8-F3D8-B588-C445EF2AF77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32EB675-66EA-E9F0-A8C3-D2A36D1E061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BA8C3D7-40AF-A7BB-7435-32B2ECBAA974}"/>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6A84A79-7B73-0B1B-7F75-4E4AA4098F8B}"/>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ACD89D05-FE85-C8C7-6341-BC2BA8B074DC}"/>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AD13A42E-AE5B-A6AA-39A4-28B11605BFD4}"/>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1F845443-048A-F7B6-2719-DCACEC08482A}"/>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D97D1CEE-6FBC-EDC5-A9CD-540248711F46}"/>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52CADA30-1000-9D89-7767-2048505561E7}"/>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BBCF660E-A8A1-6526-B598-3652B3FCCE94}"/>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61DD1AF6-6406-2FA7-5300-FAA8B628F43B}"/>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72859A76-109F-CB4A-F06B-BB357273A9E3}"/>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0D25E1CA-030B-B8D2-D14B-26E0B07BE749}"/>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EBFC7948-6C1F-E25C-F696-37BD82DFD9AD}"/>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293DE956-5CF4-491D-6B99-0E2737B6B7CE}"/>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D12E06A9-90AB-B0C0-43A3-1A2E0A47D18D}"/>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32F58FD7-0997-4748-5199-5742EF412E26}"/>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97CEE09D-1D4F-7960-AF6D-C9C66589CDF2}"/>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02E189C4-24F4-F6F1-6EA0-D59C63510043}"/>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C86D4988-3BFD-14B0-9544-C6E618BA315C}"/>
              </a:ext>
            </a:extLst>
          </p:cNvPr>
          <p:cNvSpPr txBox="1"/>
          <p:nvPr/>
        </p:nvSpPr>
        <p:spPr>
          <a:xfrm>
            <a:off x="4645378" y="2531765"/>
            <a:ext cx="570089" cy="230832"/>
          </a:xfrm>
          <a:prstGeom prst="rect">
            <a:avLst/>
          </a:prstGeom>
          <a:noFill/>
        </p:spPr>
        <p:txBody>
          <a:bodyPr wrap="square" rtlCol="0">
            <a:spAutoFit/>
          </a:bodyPr>
          <a:lstStyle/>
          <a:p>
            <a:pPr algn="ctr"/>
            <a:r>
              <a:rPr lang="en-US" sz="900" dirty="0"/>
              <a:t>358</a:t>
            </a:r>
          </a:p>
        </p:txBody>
      </p:sp>
      <p:sp>
        <p:nvSpPr>
          <p:cNvPr id="27" name="TextBox 26">
            <a:extLst>
              <a:ext uri="{FF2B5EF4-FFF2-40B4-BE49-F238E27FC236}">
                <a16:creationId xmlns:a16="http://schemas.microsoft.com/office/drawing/2014/main" id="{7BC5A82D-0CBF-7B61-0D25-F7B0E47B18D8}"/>
              </a:ext>
            </a:extLst>
          </p:cNvPr>
          <p:cNvSpPr txBox="1"/>
          <p:nvPr/>
        </p:nvSpPr>
        <p:spPr>
          <a:xfrm>
            <a:off x="5147734" y="2404765"/>
            <a:ext cx="570089" cy="230832"/>
          </a:xfrm>
          <a:prstGeom prst="rect">
            <a:avLst/>
          </a:prstGeom>
          <a:noFill/>
        </p:spPr>
        <p:txBody>
          <a:bodyPr wrap="square" rtlCol="0">
            <a:spAutoFit/>
          </a:bodyPr>
          <a:lstStyle/>
          <a:p>
            <a:pPr algn="ctr"/>
            <a:r>
              <a:rPr lang="en-US" sz="900" dirty="0"/>
              <a:t>358</a:t>
            </a:r>
          </a:p>
        </p:txBody>
      </p:sp>
      <p:sp>
        <p:nvSpPr>
          <p:cNvPr id="34" name="TextBox 33">
            <a:extLst>
              <a:ext uri="{FF2B5EF4-FFF2-40B4-BE49-F238E27FC236}">
                <a16:creationId xmlns:a16="http://schemas.microsoft.com/office/drawing/2014/main" id="{F1CE6998-844B-4285-8E62-FA786D3AEA50}"/>
              </a:ext>
            </a:extLst>
          </p:cNvPr>
          <p:cNvSpPr txBox="1"/>
          <p:nvPr/>
        </p:nvSpPr>
        <p:spPr>
          <a:xfrm>
            <a:off x="5650090" y="901933"/>
            <a:ext cx="570089" cy="230832"/>
          </a:xfrm>
          <a:prstGeom prst="rect">
            <a:avLst/>
          </a:prstGeom>
          <a:noFill/>
        </p:spPr>
        <p:txBody>
          <a:bodyPr wrap="square" rtlCol="0">
            <a:spAutoFit/>
          </a:bodyPr>
          <a:lstStyle/>
          <a:p>
            <a:pPr algn="ctr"/>
            <a:r>
              <a:rPr lang="en-US" sz="900" dirty="0"/>
              <a:t>135</a:t>
            </a:r>
          </a:p>
        </p:txBody>
      </p:sp>
      <p:sp>
        <p:nvSpPr>
          <p:cNvPr id="35" name="TextBox 34">
            <a:extLst>
              <a:ext uri="{FF2B5EF4-FFF2-40B4-BE49-F238E27FC236}">
                <a16:creationId xmlns:a16="http://schemas.microsoft.com/office/drawing/2014/main" id="{18CD089D-7AF4-6BEE-A630-5441B3DC9CBC}"/>
              </a:ext>
            </a:extLst>
          </p:cNvPr>
          <p:cNvSpPr txBox="1"/>
          <p:nvPr/>
        </p:nvSpPr>
        <p:spPr>
          <a:xfrm>
            <a:off x="5650090" y="1402877"/>
            <a:ext cx="570089" cy="230832"/>
          </a:xfrm>
          <a:prstGeom prst="rect">
            <a:avLst/>
          </a:prstGeom>
          <a:noFill/>
        </p:spPr>
        <p:txBody>
          <a:bodyPr wrap="square" rtlCol="0">
            <a:spAutoFit/>
          </a:bodyPr>
          <a:lstStyle/>
          <a:p>
            <a:pPr algn="ctr"/>
            <a:r>
              <a:rPr lang="en-US" sz="900" dirty="0"/>
              <a:t>135</a:t>
            </a:r>
          </a:p>
        </p:txBody>
      </p:sp>
      <p:sp>
        <p:nvSpPr>
          <p:cNvPr id="36" name="TextBox 35">
            <a:extLst>
              <a:ext uri="{FF2B5EF4-FFF2-40B4-BE49-F238E27FC236}">
                <a16:creationId xmlns:a16="http://schemas.microsoft.com/office/drawing/2014/main" id="{104F1EF7-82B2-10E7-1E99-0D937E73D7F4}"/>
              </a:ext>
            </a:extLst>
          </p:cNvPr>
          <p:cNvSpPr txBox="1"/>
          <p:nvPr/>
        </p:nvSpPr>
        <p:spPr>
          <a:xfrm>
            <a:off x="5650090" y="1903821"/>
            <a:ext cx="570089" cy="230832"/>
          </a:xfrm>
          <a:prstGeom prst="rect">
            <a:avLst/>
          </a:prstGeom>
          <a:noFill/>
        </p:spPr>
        <p:txBody>
          <a:bodyPr wrap="square" rtlCol="0">
            <a:spAutoFit/>
          </a:bodyPr>
          <a:lstStyle/>
          <a:p>
            <a:pPr algn="ctr"/>
            <a:r>
              <a:rPr lang="en-US" sz="900" dirty="0"/>
              <a:t>135</a:t>
            </a:r>
          </a:p>
        </p:txBody>
      </p:sp>
      <p:sp>
        <p:nvSpPr>
          <p:cNvPr id="37" name="TextBox 36">
            <a:extLst>
              <a:ext uri="{FF2B5EF4-FFF2-40B4-BE49-F238E27FC236}">
                <a16:creationId xmlns:a16="http://schemas.microsoft.com/office/drawing/2014/main" id="{705B105D-8C44-22D6-A55B-99D8D780A36D}"/>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04843461-D91D-54F3-9386-12A03C4CA795}"/>
              </a:ext>
            </a:extLst>
          </p:cNvPr>
          <p:cNvSpPr txBox="1"/>
          <p:nvPr/>
        </p:nvSpPr>
        <p:spPr>
          <a:xfrm>
            <a:off x="5715003" y="223122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C996F55C-B8B9-A96D-2BFB-4C2D7DFF6866}"/>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40" name="TextBox 39">
            <a:extLst>
              <a:ext uri="{FF2B5EF4-FFF2-40B4-BE49-F238E27FC236}">
                <a16:creationId xmlns:a16="http://schemas.microsoft.com/office/drawing/2014/main" id="{5FFB2CBA-588C-6E56-66CC-2AE6FFB73553}"/>
              </a:ext>
            </a:extLst>
          </p:cNvPr>
          <p:cNvSpPr txBox="1"/>
          <p:nvPr/>
        </p:nvSpPr>
        <p:spPr>
          <a:xfrm>
            <a:off x="5715003" y="273455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D664F067-811A-18F1-0B9D-4E197D83AD37}"/>
              </a:ext>
            </a:extLst>
          </p:cNvPr>
          <p:cNvSpPr txBox="1"/>
          <p:nvPr/>
        </p:nvSpPr>
        <p:spPr>
          <a:xfrm>
            <a:off x="6214537" y="2734556"/>
            <a:ext cx="462845" cy="584775"/>
          </a:xfrm>
          <a:prstGeom prst="rect">
            <a:avLst/>
          </a:prstGeom>
          <a:noFill/>
        </p:spPr>
        <p:txBody>
          <a:bodyPr wrap="square" rtlCol="0">
            <a:spAutoFit/>
          </a:bodyPr>
          <a:lstStyle/>
          <a:p>
            <a:pPr algn="ctr"/>
            <a:r>
              <a:rPr lang="en-US" sz="3200" dirty="0"/>
              <a:t>7</a:t>
            </a:r>
          </a:p>
        </p:txBody>
      </p:sp>
      <p:sp>
        <p:nvSpPr>
          <p:cNvPr id="32" name="TextBox 31">
            <a:extLst>
              <a:ext uri="{FF2B5EF4-FFF2-40B4-BE49-F238E27FC236}">
                <a16:creationId xmlns:a16="http://schemas.microsoft.com/office/drawing/2014/main" id="{AFBA158E-793E-8A32-BA52-C8F676FA5334}"/>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ED57840D-3FE1-9FC6-14C1-BC8C7FFDA84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783929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FFE28-B43B-C24D-0A27-ED881360C1C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18C81AB-0F5C-C4EC-A7B0-F09CB98409AC}"/>
              </a:ext>
            </a:extLst>
          </p:cNvPr>
          <p:cNvSpPr>
            <a:spLocks noGrp="1"/>
          </p:cNvSpPr>
          <p:nvPr>
            <p:ph sz="half" idx="1"/>
          </p:nvPr>
        </p:nvSpPr>
        <p:spPr/>
        <p:txBody>
          <a:bodyPr>
            <a:normAutofit/>
          </a:bodyPr>
          <a:lstStyle/>
          <a:p>
            <a:r>
              <a:rPr lang="en-US" dirty="0"/>
              <a:t>Last possible 6 in Column 6.</a:t>
            </a:r>
          </a:p>
        </p:txBody>
      </p:sp>
      <p:pic>
        <p:nvPicPr>
          <p:cNvPr id="4" name="Picture 3" descr="A grid of sudoku puzzle&#10;&#10;Description automatically generated">
            <a:extLst>
              <a:ext uri="{FF2B5EF4-FFF2-40B4-BE49-F238E27FC236}">
                <a16:creationId xmlns:a16="http://schemas.microsoft.com/office/drawing/2014/main" id="{2675E17B-F881-45D5-68FA-DC13F210957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D0D3A26-5031-80DB-537B-7FE919F523C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1664BD4-0F09-D022-4471-46E487C81FC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4EBAFA3-12DC-1BE5-1FA6-5615BEFF390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B5A1500-63AF-6870-4912-F5C47E9F7F18}"/>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D27556C-85D2-AF42-CF13-EB85A91A35A1}"/>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A5B52A12-0439-FFBB-9499-BDEA13B310CB}"/>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BAC4C7F1-2604-1071-06FF-3476086433B1}"/>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45B982FD-708B-CB2B-BF9E-A0DA990AAB11}"/>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3B38B512-33FB-AC5E-14DF-1940DF988DA3}"/>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136B0209-AFF4-A5D3-F589-F453A8E81C3C}"/>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16BD3EE2-3120-A8CB-FA6B-B3C85BEE2043}"/>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513F86F6-FC1A-0245-2163-C2B4922A3EEF}"/>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6E36E0B9-D459-AFC5-5A22-D37C32C7B56C}"/>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D56015D1-E4DA-F473-2BDA-7E1769A4F305}"/>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34B04E2B-04BD-BBBB-998A-D1F923490771}"/>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F0FCE81B-7E5E-3DF9-E77F-8AD204F23403}"/>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95079AE1-E677-5875-278B-56B178F74E0B}"/>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DF1AF978-382C-8520-A56A-4872813E7010}"/>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504A84C1-3665-D195-D670-67BB53B7095E}"/>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B340B27A-F5AD-894E-3200-BBA039F96A66}"/>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1D5F5583-7E12-6804-5689-B6FB2278CE4D}"/>
              </a:ext>
            </a:extLst>
          </p:cNvPr>
          <p:cNvSpPr txBox="1"/>
          <p:nvPr/>
        </p:nvSpPr>
        <p:spPr>
          <a:xfrm>
            <a:off x="4645378" y="2531765"/>
            <a:ext cx="570089" cy="230832"/>
          </a:xfrm>
          <a:prstGeom prst="rect">
            <a:avLst/>
          </a:prstGeom>
          <a:noFill/>
        </p:spPr>
        <p:txBody>
          <a:bodyPr wrap="square" rtlCol="0">
            <a:spAutoFit/>
          </a:bodyPr>
          <a:lstStyle/>
          <a:p>
            <a:pPr algn="ctr"/>
            <a:r>
              <a:rPr lang="en-US" sz="900" dirty="0"/>
              <a:t>35</a:t>
            </a:r>
          </a:p>
        </p:txBody>
      </p:sp>
      <p:sp>
        <p:nvSpPr>
          <p:cNvPr id="27" name="TextBox 26">
            <a:extLst>
              <a:ext uri="{FF2B5EF4-FFF2-40B4-BE49-F238E27FC236}">
                <a16:creationId xmlns:a16="http://schemas.microsoft.com/office/drawing/2014/main" id="{1F85D97F-DB4C-3462-A7B3-6F59BCAEC7AB}"/>
              </a:ext>
            </a:extLst>
          </p:cNvPr>
          <p:cNvSpPr txBox="1"/>
          <p:nvPr/>
        </p:nvSpPr>
        <p:spPr>
          <a:xfrm>
            <a:off x="5147734" y="2404765"/>
            <a:ext cx="570089" cy="230832"/>
          </a:xfrm>
          <a:prstGeom prst="rect">
            <a:avLst/>
          </a:prstGeom>
          <a:noFill/>
        </p:spPr>
        <p:txBody>
          <a:bodyPr wrap="square" rtlCol="0">
            <a:spAutoFit/>
          </a:bodyPr>
          <a:lstStyle/>
          <a:p>
            <a:pPr algn="ctr"/>
            <a:r>
              <a:rPr lang="en-US" sz="900" dirty="0"/>
              <a:t>35</a:t>
            </a:r>
          </a:p>
        </p:txBody>
      </p:sp>
      <p:sp>
        <p:nvSpPr>
          <p:cNvPr id="34" name="TextBox 33">
            <a:extLst>
              <a:ext uri="{FF2B5EF4-FFF2-40B4-BE49-F238E27FC236}">
                <a16:creationId xmlns:a16="http://schemas.microsoft.com/office/drawing/2014/main" id="{5DA1B8FB-0EF5-46AF-DCB0-310B01B3821E}"/>
              </a:ext>
            </a:extLst>
          </p:cNvPr>
          <p:cNvSpPr txBox="1"/>
          <p:nvPr/>
        </p:nvSpPr>
        <p:spPr>
          <a:xfrm>
            <a:off x="5650090" y="901933"/>
            <a:ext cx="570089" cy="230832"/>
          </a:xfrm>
          <a:prstGeom prst="rect">
            <a:avLst/>
          </a:prstGeom>
          <a:noFill/>
        </p:spPr>
        <p:txBody>
          <a:bodyPr wrap="square" rtlCol="0">
            <a:spAutoFit/>
          </a:bodyPr>
          <a:lstStyle/>
          <a:p>
            <a:pPr algn="ctr"/>
            <a:r>
              <a:rPr lang="en-US" sz="900" dirty="0"/>
              <a:t>135</a:t>
            </a:r>
          </a:p>
        </p:txBody>
      </p:sp>
      <p:sp>
        <p:nvSpPr>
          <p:cNvPr id="35" name="TextBox 34">
            <a:extLst>
              <a:ext uri="{FF2B5EF4-FFF2-40B4-BE49-F238E27FC236}">
                <a16:creationId xmlns:a16="http://schemas.microsoft.com/office/drawing/2014/main" id="{5DC67F1D-00C9-4F33-5F03-8CBA228DE8A8}"/>
              </a:ext>
            </a:extLst>
          </p:cNvPr>
          <p:cNvSpPr txBox="1"/>
          <p:nvPr/>
        </p:nvSpPr>
        <p:spPr>
          <a:xfrm>
            <a:off x="5650090" y="1402877"/>
            <a:ext cx="570089" cy="230832"/>
          </a:xfrm>
          <a:prstGeom prst="rect">
            <a:avLst/>
          </a:prstGeom>
          <a:noFill/>
        </p:spPr>
        <p:txBody>
          <a:bodyPr wrap="square" rtlCol="0">
            <a:spAutoFit/>
          </a:bodyPr>
          <a:lstStyle/>
          <a:p>
            <a:pPr algn="ctr"/>
            <a:r>
              <a:rPr lang="en-US" sz="900" dirty="0"/>
              <a:t>135</a:t>
            </a:r>
          </a:p>
        </p:txBody>
      </p:sp>
      <p:sp>
        <p:nvSpPr>
          <p:cNvPr id="36" name="TextBox 35">
            <a:extLst>
              <a:ext uri="{FF2B5EF4-FFF2-40B4-BE49-F238E27FC236}">
                <a16:creationId xmlns:a16="http://schemas.microsoft.com/office/drawing/2014/main" id="{D3EA3CC0-8A01-7D27-A139-9A70B75144D6}"/>
              </a:ext>
            </a:extLst>
          </p:cNvPr>
          <p:cNvSpPr txBox="1"/>
          <p:nvPr/>
        </p:nvSpPr>
        <p:spPr>
          <a:xfrm>
            <a:off x="5650090" y="1903821"/>
            <a:ext cx="570089" cy="230832"/>
          </a:xfrm>
          <a:prstGeom prst="rect">
            <a:avLst/>
          </a:prstGeom>
          <a:noFill/>
        </p:spPr>
        <p:txBody>
          <a:bodyPr wrap="square" rtlCol="0">
            <a:spAutoFit/>
          </a:bodyPr>
          <a:lstStyle/>
          <a:p>
            <a:pPr algn="ctr"/>
            <a:r>
              <a:rPr lang="en-US" sz="900" dirty="0"/>
              <a:t>135</a:t>
            </a:r>
          </a:p>
        </p:txBody>
      </p:sp>
      <p:sp>
        <p:nvSpPr>
          <p:cNvPr id="37" name="TextBox 36">
            <a:extLst>
              <a:ext uri="{FF2B5EF4-FFF2-40B4-BE49-F238E27FC236}">
                <a16:creationId xmlns:a16="http://schemas.microsoft.com/office/drawing/2014/main" id="{EA696A7B-546A-F5EF-E43B-2C289E5B1615}"/>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1FE2CE30-AFE3-EBFC-A265-2BBBB2575D3F}"/>
              </a:ext>
            </a:extLst>
          </p:cNvPr>
          <p:cNvSpPr txBox="1"/>
          <p:nvPr/>
        </p:nvSpPr>
        <p:spPr>
          <a:xfrm>
            <a:off x="5715003" y="223122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CF05784A-6B56-39AE-B825-57DA8A97B0FB}"/>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40" name="TextBox 39">
            <a:extLst>
              <a:ext uri="{FF2B5EF4-FFF2-40B4-BE49-F238E27FC236}">
                <a16:creationId xmlns:a16="http://schemas.microsoft.com/office/drawing/2014/main" id="{248D7FAC-A1B5-C273-BE91-A76571A8C666}"/>
              </a:ext>
            </a:extLst>
          </p:cNvPr>
          <p:cNvSpPr txBox="1"/>
          <p:nvPr/>
        </p:nvSpPr>
        <p:spPr>
          <a:xfrm>
            <a:off x="5715003" y="273455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514CB142-E4FC-E828-08B5-9637B3619BB1}"/>
              </a:ext>
            </a:extLst>
          </p:cNvPr>
          <p:cNvSpPr txBox="1"/>
          <p:nvPr/>
        </p:nvSpPr>
        <p:spPr>
          <a:xfrm>
            <a:off x="6214537" y="273455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1B5E247C-01DC-DDA1-8F61-06D9B90F665C}"/>
              </a:ext>
            </a:extLst>
          </p:cNvPr>
          <p:cNvSpPr txBox="1"/>
          <p:nvPr/>
        </p:nvSpPr>
        <p:spPr>
          <a:xfrm>
            <a:off x="5715003" y="323789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A697D0F5-7730-293D-CF27-0E09C2FAE2E5}"/>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32" name="TextBox 31">
            <a:extLst>
              <a:ext uri="{FF2B5EF4-FFF2-40B4-BE49-F238E27FC236}">
                <a16:creationId xmlns:a16="http://schemas.microsoft.com/office/drawing/2014/main" id="{181F5DEB-2C39-9D4F-F3D0-B3167A7887BA}"/>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1658350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D473A-A208-72FC-0DA2-264E4887079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D9D221-89C0-DD19-709F-4E969758E944}"/>
              </a:ext>
            </a:extLst>
          </p:cNvPr>
          <p:cNvSpPr>
            <a:spLocks noGrp="1"/>
          </p:cNvSpPr>
          <p:nvPr>
            <p:ph sz="half" idx="1"/>
          </p:nvPr>
        </p:nvSpPr>
        <p:spPr/>
        <p:txBody>
          <a:bodyPr>
            <a:normAutofit/>
          </a:bodyPr>
          <a:lstStyle/>
          <a:p>
            <a:r>
              <a:rPr lang="en-US" dirty="0"/>
              <a:t>Complete Column 6.</a:t>
            </a:r>
          </a:p>
        </p:txBody>
      </p:sp>
      <p:pic>
        <p:nvPicPr>
          <p:cNvPr id="4" name="Picture 3" descr="A grid of sudoku puzzle&#10;&#10;Description automatically generated">
            <a:extLst>
              <a:ext uri="{FF2B5EF4-FFF2-40B4-BE49-F238E27FC236}">
                <a16:creationId xmlns:a16="http://schemas.microsoft.com/office/drawing/2014/main" id="{5C572ABF-622F-E103-D83D-7DCBB502AE3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8E82404-971A-0662-E1D6-D03DCFA0C7A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10C347C-0E45-2639-7F18-AE573331C13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4241A97-D837-4106-D129-0B9AE558D2D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239BAA2-60ED-E7C4-8C3E-EEBA9964816F}"/>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E344BA91-B754-AAE0-7D1D-8E7A4606728A}"/>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296E0005-E987-E812-F946-C25B5691D9CA}"/>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E69C0317-7492-5995-5804-21DDE2483636}"/>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31298DDB-ECBF-CBE1-96D8-77B1F5E94CB1}"/>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2A4C888D-5AB6-F1F8-C315-12355C24EBE7}"/>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B4D2DFC6-964E-9749-6D4A-69371B952077}"/>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7E0FAAB1-E7DD-C870-748A-7ED9ED450605}"/>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D3A1393C-00F9-B6EE-D6F9-3FB85CCA39CA}"/>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34C06EC6-625A-D2C5-C540-5CB279D6DAA9}"/>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B9920287-F459-9E1F-D5F2-8C37C0E0CBCA}"/>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8A3BEBF3-5F80-CBE4-E2D6-207FCFECC01B}"/>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0EAAF162-D050-5EEF-92A0-75AA609D203A}"/>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7C0DEDCA-1AE1-3C68-653A-AF597BC31B6A}"/>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6670EE76-AA2B-0AF9-FBE9-44220CD6F445}"/>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F6674EFB-048C-DBD3-A888-84008E0FAE17}"/>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A6C2D440-96AC-8A05-9E2D-5770AE1F52DA}"/>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5F33E8C8-5C46-2DEC-59FD-B8E4A0FEF5CF}"/>
              </a:ext>
            </a:extLst>
          </p:cNvPr>
          <p:cNvSpPr txBox="1"/>
          <p:nvPr/>
        </p:nvSpPr>
        <p:spPr>
          <a:xfrm>
            <a:off x="4645378" y="2531765"/>
            <a:ext cx="570089" cy="230832"/>
          </a:xfrm>
          <a:prstGeom prst="rect">
            <a:avLst/>
          </a:prstGeom>
          <a:noFill/>
        </p:spPr>
        <p:txBody>
          <a:bodyPr wrap="square" rtlCol="0">
            <a:spAutoFit/>
          </a:bodyPr>
          <a:lstStyle/>
          <a:p>
            <a:pPr algn="ctr"/>
            <a:r>
              <a:rPr lang="en-US" sz="900" dirty="0"/>
              <a:t>35</a:t>
            </a:r>
          </a:p>
        </p:txBody>
      </p:sp>
      <p:sp>
        <p:nvSpPr>
          <p:cNvPr id="27" name="TextBox 26">
            <a:extLst>
              <a:ext uri="{FF2B5EF4-FFF2-40B4-BE49-F238E27FC236}">
                <a16:creationId xmlns:a16="http://schemas.microsoft.com/office/drawing/2014/main" id="{E4E01B51-9A57-50BB-A305-478D1F07149E}"/>
              </a:ext>
            </a:extLst>
          </p:cNvPr>
          <p:cNvSpPr txBox="1"/>
          <p:nvPr/>
        </p:nvSpPr>
        <p:spPr>
          <a:xfrm>
            <a:off x="5147734" y="2404765"/>
            <a:ext cx="570089" cy="230832"/>
          </a:xfrm>
          <a:prstGeom prst="rect">
            <a:avLst/>
          </a:prstGeom>
          <a:noFill/>
        </p:spPr>
        <p:txBody>
          <a:bodyPr wrap="square" rtlCol="0">
            <a:spAutoFit/>
          </a:bodyPr>
          <a:lstStyle/>
          <a:p>
            <a:pPr algn="ctr"/>
            <a:r>
              <a:rPr lang="en-US" sz="900" dirty="0"/>
              <a:t>35</a:t>
            </a:r>
          </a:p>
        </p:txBody>
      </p:sp>
      <p:sp>
        <p:nvSpPr>
          <p:cNvPr id="34" name="TextBox 33">
            <a:extLst>
              <a:ext uri="{FF2B5EF4-FFF2-40B4-BE49-F238E27FC236}">
                <a16:creationId xmlns:a16="http://schemas.microsoft.com/office/drawing/2014/main" id="{A314974F-EE7E-ACF3-8F57-4F8475DCBE90}"/>
              </a:ext>
            </a:extLst>
          </p:cNvPr>
          <p:cNvSpPr txBox="1"/>
          <p:nvPr/>
        </p:nvSpPr>
        <p:spPr>
          <a:xfrm>
            <a:off x="5650090" y="901933"/>
            <a:ext cx="570089" cy="230832"/>
          </a:xfrm>
          <a:prstGeom prst="rect">
            <a:avLst/>
          </a:prstGeom>
          <a:noFill/>
        </p:spPr>
        <p:txBody>
          <a:bodyPr wrap="square" rtlCol="0">
            <a:spAutoFit/>
          </a:bodyPr>
          <a:lstStyle/>
          <a:p>
            <a:pPr algn="ctr"/>
            <a:r>
              <a:rPr lang="en-US" sz="900" dirty="0"/>
              <a:t>135</a:t>
            </a:r>
          </a:p>
        </p:txBody>
      </p:sp>
      <p:sp>
        <p:nvSpPr>
          <p:cNvPr id="35" name="TextBox 34">
            <a:extLst>
              <a:ext uri="{FF2B5EF4-FFF2-40B4-BE49-F238E27FC236}">
                <a16:creationId xmlns:a16="http://schemas.microsoft.com/office/drawing/2014/main" id="{D3522A51-A51F-53D1-F9EC-528C7528E5D2}"/>
              </a:ext>
            </a:extLst>
          </p:cNvPr>
          <p:cNvSpPr txBox="1"/>
          <p:nvPr/>
        </p:nvSpPr>
        <p:spPr>
          <a:xfrm>
            <a:off x="5650090" y="1402877"/>
            <a:ext cx="570089" cy="230832"/>
          </a:xfrm>
          <a:prstGeom prst="rect">
            <a:avLst/>
          </a:prstGeom>
          <a:noFill/>
        </p:spPr>
        <p:txBody>
          <a:bodyPr wrap="square" rtlCol="0">
            <a:spAutoFit/>
          </a:bodyPr>
          <a:lstStyle/>
          <a:p>
            <a:pPr algn="ctr"/>
            <a:r>
              <a:rPr lang="en-US" sz="900" dirty="0"/>
              <a:t>135</a:t>
            </a:r>
          </a:p>
        </p:txBody>
      </p:sp>
      <p:sp>
        <p:nvSpPr>
          <p:cNvPr id="36" name="TextBox 35">
            <a:extLst>
              <a:ext uri="{FF2B5EF4-FFF2-40B4-BE49-F238E27FC236}">
                <a16:creationId xmlns:a16="http://schemas.microsoft.com/office/drawing/2014/main" id="{DE12C794-6826-93C7-4473-D81B985C85E9}"/>
              </a:ext>
            </a:extLst>
          </p:cNvPr>
          <p:cNvSpPr txBox="1"/>
          <p:nvPr/>
        </p:nvSpPr>
        <p:spPr>
          <a:xfrm>
            <a:off x="5650090" y="1903821"/>
            <a:ext cx="570089" cy="230832"/>
          </a:xfrm>
          <a:prstGeom prst="rect">
            <a:avLst/>
          </a:prstGeom>
          <a:noFill/>
        </p:spPr>
        <p:txBody>
          <a:bodyPr wrap="square" rtlCol="0">
            <a:spAutoFit/>
          </a:bodyPr>
          <a:lstStyle/>
          <a:p>
            <a:pPr algn="ctr"/>
            <a:r>
              <a:rPr lang="en-US" sz="900" dirty="0"/>
              <a:t>135</a:t>
            </a:r>
          </a:p>
        </p:txBody>
      </p:sp>
      <p:sp>
        <p:nvSpPr>
          <p:cNvPr id="37" name="TextBox 36">
            <a:extLst>
              <a:ext uri="{FF2B5EF4-FFF2-40B4-BE49-F238E27FC236}">
                <a16:creationId xmlns:a16="http://schemas.microsoft.com/office/drawing/2014/main" id="{E5EFB742-907F-2DC0-B4C2-664DE6A17671}"/>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58D85E00-E505-24E2-E7FA-2ACB7A118FA3}"/>
              </a:ext>
            </a:extLst>
          </p:cNvPr>
          <p:cNvSpPr txBox="1"/>
          <p:nvPr/>
        </p:nvSpPr>
        <p:spPr>
          <a:xfrm>
            <a:off x="5715003" y="223122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0784018E-F200-C370-68C7-CEFBA389D58A}"/>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40" name="TextBox 39">
            <a:extLst>
              <a:ext uri="{FF2B5EF4-FFF2-40B4-BE49-F238E27FC236}">
                <a16:creationId xmlns:a16="http://schemas.microsoft.com/office/drawing/2014/main" id="{8B36E2BC-B222-2C85-E258-994BB22568BA}"/>
              </a:ext>
            </a:extLst>
          </p:cNvPr>
          <p:cNvSpPr txBox="1"/>
          <p:nvPr/>
        </p:nvSpPr>
        <p:spPr>
          <a:xfrm>
            <a:off x="5715003" y="273455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AD4314D0-D017-D0F7-BFC4-A0DDCB151958}"/>
              </a:ext>
            </a:extLst>
          </p:cNvPr>
          <p:cNvSpPr txBox="1"/>
          <p:nvPr/>
        </p:nvSpPr>
        <p:spPr>
          <a:xfrm>
            <a:off x="6214537" y="273455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FACB0A20-B99C-4369-387B-29204000C7FA}"/>
              </a:ext>
            </a:extLst>
          </p:cNvPr>
          <p:cNvSpPr txBox="1"/>
          <p:nvPr/>
        </p:nvSpPr>
        <p:spPr>
          <a:xfrm>
            <a:off x="5715003" y="323789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CACE2011-B1EA-88A9-676C-7801A9F9D86E}"/>
              </a:ext>
            </a:extLst>
          </p:cNvPr>
          <p:cNvSpPr txBox="1"/>
          <p:nvPr/>
        </p:nvSpPr>
        <p:spPr>
          <a:xfrm>
            <a:off x="5650090" y="3907597"/>
            <a:ext cx="570089" cy="230832"/>
          </a:xfrm>
          <a:prstGeom prst="rect">
            <a:avLst/>
          </a:prstGeom>
          <a:noFill/>
        </p:spPr>
        <p:txBody>
          <a:bodyPr wrap="square" rtlCol="0">
            <a:spAutoFit/>
          </a:bodyPr>
          <a:lstStyle/>
          <a:p>
            <a:pPr algn="ctr"/>
            <a:r>
              <a:rPr lang="en-US" sz="900" dirty="0"/>
              <a:t>489</a:t>
            </a:r>
          </a:p>
        </p:txBody>
      </p:sp>
      <p:sp>
        <p:nvSpPr>
          <p:cNvPr id="32" name="TextBox 31">
            <a:extLst>
              <a:ext uri="{FF2B5EF4-FFF2-40B4-BE49-F238E27FC236}">
                <a16:creationId xmlns:a16="http://schemas.microsoft.com/office/drawing/2014/main" id="{C7000A96-0D14-EBD2-4F19-1D90A5A711C0}"/>
              </a:ext>
            </a:extLst>
          </p:cNvPr>
          <p:cNvSpPr txBox="1"/>
          <p:nvPr/>
        </p:nvSpPr>
        <p:spPr>
          <a:xfrm>
            <a:off x="5650090" y="4408541"/>
            <a:ext cx="570089" cy="230832"/>
          </a:xfrm>
          <a:prstGeom prst="rect">
            <a:avLst/>
          </a:prstGeom>
          <a:noFill/>
        </p:spPr>
        <p:txBody>
          <a:bodyPr wrap="square" rtlCol="0">
            <a:spAutoFit/>
          </a:bodyPr>
          <a:lstStyle/>
          <a:p>
            <a:pPr algn="ctr"/>
            <a:r>
              <a:rPr lang="en-US" sz="900" dirty="0"/>
              <a:t>489</a:t>
            </a:r>
          </a:p>
        </p:txBody>
      </p:sp>
      <p:sp>
        <p:nvSpPr>
          <p:cNvPr id="33" name="TextBox 32">
            <a:extLst>
              <a:ext uri="{FF2B5EF4-FFF2-40B4-BE49-F238E27FC236}">
                <a16:creationId xmlns:a16="http://schemas.microsoft.com/office/drawing/2014/main" id="{28495D80-5B11-14A3-4E95-E510882E07A3}"/>
              </a:ext>
            </a:extLst>
          </p:cNvPr>
          <p:cNvSpPr txBox="1"/>
          <p:nvPr/>
        </p:nvSpPr>
        <p:spPr>
          <a:xfrm>
            <a:off x="5650090" y="4909484"/>
            <a:ext cx="570089" cy="230832"/>
          </a:xfrm>
          <a:prstGeom prst="rect">
            <a:avLst/>
          </a:prstGeom>
          <a:noFill/>
        </p:spPr>
        <p:txBody>
          <a:bodyPr wrap="square" rtlCol="0">
            <a:spAutoFit/>
          </a:bodyPr>
          <a:lstStyle/>
          <a:p>
            <a:pPr algn="ctr"/>
            <a:r>
              <a:rPr lang="en-US" sz="900" dirty="0"/>
              <a:t>489</a:t>
            </a:r>
          </a:p>
        </p:txBody>
      </p:sp>
      <p:sp>
        <p:nvSpPr>
          <p:cNvPr id="42" name="TextBox 41">
            <a:extLst>
              <a:ext uri="{FF2B5EF4-FFF2-40B4-BE49-F238E27FC236}">
                <a16:creationId xmlns:a16="http://schemas.microsoft.com/office/drawing/2014/main" id="{8FA9D4AA-FB86-9E74-24FE-C6EAA8654B36}"/>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8ABFF93F-27E8-D4CA-C10F-CDDD2F5FAF0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4344842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0000">
            <a:alpha val="25000"/>
          </a:srgbClr>
        </a:solidFill>
        <a:effectLst/>
      </p:bgPr>
    </p:bg>
    <p:spTree>
      <p:nvGrpSpPr>
        <p:cNvPr id="1" name="">
          <a:extLst>
            <a:ext uri="{FF2B5EF4-FFF2-40B4-BE49-F238E27FC236}">
              <a16:creationId xmlns:a16="http://schemas.microsoft.com/office/drawing/2014/main" id="{FC54A7C9-7C2C-0C78-7863-616233DD6F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D7C7771-705F-E415-D1CB-6C7058F66FC3}"/>
              </a:ext>
            </a:extLst>
          </p:cNvPr>
          <p:cNvSpPr>
            <a:spLocks noGrp="1"/>
          </p:cNvSpPr>
          <p:nvPr>
            <p:ph sz="half" idx="1"/>
          </p:nvPr>
        </p:nvSpPr>
        <p:spPr/>
        <p:txBody>
          <a:bodyPr>
            <a:normAutofit/>
          </a:bodyPr>
          <a:lstStyle/>
          <a:p>
            <a:r>
              <a:rPr lang="en-US" dirty="0"/>
              <a:t>FAIL. No solution when both 4 and 8 are precluded.</a:t>
            </a:r>
          </a:p>
        </p:txBody>
      </p:sp>
      <p:pic>
        <p:nvPicPr>
          <p:cNvPr id="4" name="Picture 3" descr="A grid of sudoku puzzle&#10;&#10;Description automatically generated">
            <a:extLst>
              <a:ext uri="{FF2B5EF4-FFF2-40B4-BE49-F238E27FC236}">
                <a16:creationId xmlns:a16="http://schemas.microsoft.com/office/drawing/2014/main" id="{7FAC9827-DC42-9E6A-19C5-5E69868F9E1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017657C-CD1C-9BDC-3DAD-C69A00822F8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8BC4035-8B4E-1253-3E29-DEB65D5913E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3215391-AC20-3082-4002-EB028169DC3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6B7D72B-7A4A-C7E6-8B28-24B9D2B15894}"/>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97AAE892-61D5-D29E-C419-8279232C9C79}"/>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AC618A4C-8D52-DC58-D04C-B7E77DC01F4C}"/>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F17EA2C4-8F25-0ACA-92DE-3980D01D1BE6}"/>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6B42F3DD-553E-4A1C-6846-6435F9601434}"/>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C0CCAEC7-2CBD-5996-1F13-BFB2B0D8C8DB}"/>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46722745-6BCE-16F7-45D7-CD5B0C5A33E6}"/>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AC5792E7-3822-2353-2919-AC0F8EA78D51}"/>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2B07E129-C8A6-032F-3939-62B48C19E91C}"/>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B39833E1-3A56-D5C2-30BE-4D1DE9BAED1C}"/>
              </a:ext>
            </a:extLst>
          </p:cNvPr>
          <p:cNvSpPr txBox="1"/>
          <p:nvPr/>
        </p:nvSpPr>
        <p:spPr>
          <a:xfrm>
            <a:off x="5147734" y="4909484"/>
            <a:ext cx="570089" cy="230832"/>
          </a:xfrm>
          <a:prstGeom prst="rect">
            <a:avLst/>
          </a:prstGeom>
          <a:solidFill>
            <a:srgbClr val="FF0000"/>
          </a:solid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AD4D5BD5-B698-32F7-F59C-1FA597FA3D4E}"/>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D3A9F5D6-A5B2-DF4F-67BD-B7D4E0D56BEF}"/>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A93BE3BC-01B7-E792-F561-80B3558B2260}"/>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1D095429-CA59-BB62-CC5C-322260E7C0AE}"/>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7DB7CF15-5686-7E29-81A5-9BD06BA6E8E3}"/>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3E627C15-9A4A-1A24-7C2B-310CCBEDFA6F}"/>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A1A422C9-99E4-7122-0536-DE95D422B314}"/>
              </a:ext>
            </a:extLst>
          </p:cNvPr>
          <p:cNvSpPr txBox="1"/>
          <p:nvPr/>
        </p:nvSpPr>
        <p:spPr>
          <a:xfrm>
            <a:off x="5147734" y="4408541"/>
            <a:ext cx="570089" cy="230832"/>
          </a:xfrm>
          <a:prstGeom prst="rect">
            <a:avLst/>
          </a:prstGeom>
          <a:solidFill>
            <a:srgbClr val="FF0000"/>
          </a:solid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2BE92715-0398-3B45-37C3-7A6919420373}"/>
              </a:ext>
            </a:extLst>
          </p:cNvPr>
          <p:cNvSpPr txBox="1"/>
          <p:nvPr/>
        </p:nvSpPr>
        <p:spPr>
          <a:xfrm>
            <a:off x="4645378" y="2531765"/>
            <a:ext cx="570089" cy="230832"/>
          </a:xfrm>
          <a:prstGeom prst="rect">
            <a:avLst/>
          </a:prstGeom>
          <a:noFill/>
        </p:spPr>
        <p:txBody>
          <a:bodyPr wrap="square" rtlCol="0">
            <a:spAutoFit/>
          </a:bodyPr>
          <a:lstStyle/>
          <a:p>
            <a:pPr algn="ctr"/>
            <a:r>
              <a:rPr lang="en-US" sz="900" dirty="0"/>
              <a:t>35</a:t>
            </a:r>
          </a:p>
        </p:txBody>
      </p:sp>
      <p:sp>
        <p:nvSpPr>
          <p:cNvPr id="27" name="TextBox 26">
            <a:extLst>
              <a:ext uri="{FF2B5EF4-FFF2-40B4-BE49-F238E27FC236}">
                <a16:creationId xmlns:a16="http://schemas.microsoft.com/office/drawing/2014/main" id="{33432B2C-36B9-3565-8CD8-1BBA1DDE616C}"/>
              </a:ext>
            </a:extLst>
          </p:cNvPr>
          <p:cNvSpPr txBox="1"/>
          <p:nvPr/>
        </p:nvSpPr>
        <p:spPr>
          <a:xfrm>
            <a:off x="5147734" y="2404765"/>
            <a:ext cx="570089" cy="230832"/>
          </a:xfrm>
          <a:prstGeom prst="rect">
            <a:avLst/>
          </a:prstGeom>
          <a:noFill/>
        </p:spPr>
        <p:txBody>
          <a:bodyPr wrap="square" rtlCol="0">
            <a:spAutoFit/>
          </a:bodyPr>
          <a:lstStyle/>
          <a:p>
            <a:pPr algn="ctr"/>
            <a:r>
              <a:rPr lang="en-US" sz="900" dirty="0"/>
              <a:t>35</a:t>
            </a:r>
          </a:p>
        </p:txBody>
      </p:sp>
      <p:sp>
        <p:nvSpPr>
          <p:cNvPr id="34" name="TextBox 33">
            <a:extLst>
              <a:ext uri="{FF2B5EF4-FFF2-40B4-BE49-F238E27FC236}">
                <a16:creationId xmlns:a16="http://schemas.microsoft.com/office/drawing/2014/main" id="{C0ABD233-BCAB-C6B3-54D1-7882C8034624}"/>
              </a:ext>
            </a:extLst>
          </p:cNvPr>
          <p:cNvSpPr txBox="1"/>
          <p:nvPr/>
        </p:nvSpPr>
        <p:spPr>
          <a:xfrm>
            <a:off x="5650090" y="901933"/>
            <a:ext cx="570089" cy="230832"/>
          </a:xfrm>
          <a:prstGeom prst="rect">
            <a:avLst/>
          </a:prstGeom>
          <a:noFill/>
        </p:spPr>
        <p:txBody>
          <a:bodyPr wrap="square" rtlCol="0">
            <a:spAutoFit/>
          </a:bodyPr>
          <a:lstStyle/>
          <a:p>
            <a:pPr algn="ctr"/>
            <a:r>
              <a:rPr lang="en-US" sz="900" dirty="0"/>
              <a:t>135</a:t>
            </a:r>
          </a:p>
        </p:txBody>
      </p:sp>
      <p:sp>
        <p:nvSpPr>
          <p:cNvPr id="35" name="TextBox 34">
            <a:extLst>
              <a:ext uri="{FF2B5EF4-FFF2-40B4-BE49-F238E27FC236}">
                <a16:creationId xmlns:a16="http://schemas.microsoft.com/office/drawing/2014/main" id="{96BA28ED-CC61-1DD3-019A-CE77DD2411EB}"/>
              </a:ext>
            </a:extLst>
          </p:cNvPr>
          <p:cNvSpPr txBox="1"/>
          <p:nvPr/>
        </p:nvSpPr>
        <p:spPr>
          <a:xfrm>
            <a:off x="5650090" y="1402877"/>
            <a:ext cx="570089" cy="230832"/>
          </a:xfrm>
          <a:prstGeom prst="rect">
            <a:avLst/>
          </a:prstGeom>
          <a:noFill/>
        </p:spPr>
        <p:txBody>
          <a:bodyPr wrap="square" rtlCol="0">
            <a:spAutoFit/>
          </a:bodyPr>
          <a:lstStyle/>
          <a:p>
            <a:pPr algn="ctr"/>
            <a:r>
              <a:rPr lang="en-US" sz="900" dirty="0"/>
              <a:t>135</a:t>
            </a:r>
          </a:p>
        </p:txBody>
      </p:sp>
      <p:sp>
        <p:nvSpPr>
          <p:cNvPr id="36" name="TextBox 35">
            <a:extLst>
              <a:ext uri="{FF2B5EF4-FFF2-40B4-BE49-F238E27FC236}">
                <a16:creationId xmlns:a16="http://schemas.microsoft.com/office/drawing/2014/main" id="{908B3E18-FC4C-53AC-4782-F358AE30D3C9}"/>
              </a:ext>
            </a:extLst>
          </p:cNvPr>
          <p:cNvSpPr txBox="1"/>
          <p:nvPr/>
        </p:nvSpPr>
        <p:spPr>
          <a:xfrm>
            <a:off x="5650090" y="1903821"/>
            <a:ext cx="570089" cy="230832"/>
          </a:xfrm>
          <a:prstGeom prst="rect">
            <a:avLst/>
          </a:prstGeom>
          <a:noFill/>
        </p:spPr>
        <p:txBody>
          <a:bodyPr wrap="square" rtlCol="0">
            <a:spAutoFit/>
          </a:bodyPr>
          <a:lstStyle/>
          <a:p>
            <a:pPr algn="ctr"/>
            <a:r>
              <a:rPr lang="en-US" sz="900" dirty="0"/>
              <a:t>135</a:t>
            </a:r>
          </a:p>
        </p:txBody>
      </p:sp>
      <p:sp>
        <p:nvSpPr>
          <p:cNvPr id="37" name="TextBox 36">
            <a:extLst>
              <a:ext uri="{FF2B5EF4-FFF2-40B4-BE49-F238E27FC236}">
                <a16:creationId xmlns:a16="http://schemas.microsoft.com/office/drawing/2014/main" id="{BE29FF11-58B3-2ABC-68B6-BE7882E696FE}"/>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F917C07A-E328-1423-2FDA-ADB2A529F6DE}"/>
              </a:ext>
            </a:extLst>
          </p:cNvPr>
          <p:cNvSpPr txBox="1"/>
          <p:nvPr/>
        </p:nvSpPr>
        <p:spPr>
          <a:xfrm>
            <a:off x="5715003" y="223122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845E870F-94CE-E930-A70C-F1547396E2CE}"/>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40" name="TextBox 39">
            <a:extLst>
              <a:ext uri="{FF2B5EF4-FFF2-40B4-BE49-F238E27FC236}">
                <a16:creationId xmlns:a16="http://schemas.microsoft.com/office/drawing/2014/main" id="{82D92260-1DB8-A930-B930-B9D2EAC19660}"/>
              </a:ext>
            </a:extLst>
          </p:cNvPr>
          <p:cNvSpPr txBox="1"/>
          <p:nvPr/>
        </p:nvSpPr>
        <p:spPr>
          <a:xfrm>
            <a:off x="5715003" y="273455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BDBECD07-7BD6-FE21-2689-A15918EB57B6}"/>
              </a:ext>
            </a:extLst>
          </p:cNvPr>
          <p:cNvSpPr txBox="1"/>
          <p:nvPr/>
        </p:nvSpPr>
        <p:spPr>
          <a:xfrm>
            <a:off x="6214537" y="273455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71A250B8-DE07-77AB-F8E3-3233E0368029}"/>
              </a:ext>
            </a:extLst>
          </p:cNvPr>
          <p:cNvSpPr txBox="1"/>
          <p:nvPr/>
        </p:nvSpPr>
        <p:spPr>
          <a:xfrm>
            <a:off x="5715003" y="323789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0C6730AC-95F9-BB10-63CC-F4A23E30C6CF}"/>
              </a:ext>
            </a:extLst>
          </p:cNvPr>
          <p:cNvSpPr txBox="1"/>
          <p:nvPr/>
        </p:nvSpPr>
        <p:spPr>
          <a:xfrm>
            <a:off x="5650090" y="3907597"/>
            <a:ext cx="570089" cy="230832"/>
          </a:xfrm>
          <a:prstGeom prst="rect">
            <a:avLst/>
          </a:prstGeom>
          <a:noFill/>
        </p:spPr>
        <p:txBody>
          <a:bodyPr wrap="square" rtlCol="0">
            <a:spAutoFit/>
          </a:bodyPr>
          <a:lstStyle/>
          <a:p>
            <a:pPr algn="ctr"/>
            <a:r>
              <a:rPr lang="en-US" sz="900" dirty="0"/>
              <a:t>489</a:t>
            </a:r>
          </a:p>
        </p:txBody>
      </p:sp>
      <p:sp>
        <p:nvSpPr>
          <p:cNvPr id="32" name="TextBox 31">
            <a:extLst>
              <a:ext uri="{FF2B5EF4-FFF2-40B4-BE49-F238E27FC236}">
                <a16:creationId xmlns:a16="http://schemas.microsoft.com/office/drawing/2014/main" id="{6496EB86-70AF-7739-22E6-CECF07899D4B}"/>
              </a:ext>
            </a:extLst>
          </p:cNvPr>
          <p:cNvSpPr txBox="1"/>
          <p:nvPr/>
        </p:nvSpPr>
        <p:spPr>
          <a:xfrm>
            <a:off x="5650090" y="4408541"/>
            <a:ext cx="570089" cy="230832"/>
          </a:xfrm>
          <a:prstGeom prst="rect">
            <a:avLst/>
          </a:prstGeom>
          <a:noFill/>
        </p:spPr>
        <p:txBody>
          <a:bodyPr wrap="square" rtlCol="0">
            <a:spAutoFit/>
          </a:bodyPr>
          <a:lstStyle/>
          <a:p>
            <a:pPr algn="ctr"/>
            <a:r>
              <a:rPr lang="en-US" sz="900" dirty="0"/>
              <a:t>489</a:t>
            </a:r>
          </a:p>
        </p:txBody>
      </p:sp>
      <p:sp>
        <p:nvSpPr>
          <p:cNvPr id="33" name="TextBox 32">
            <a:extLst>
              <a:ext uri="{FF2B5EF4-FFF2-40B4-BE49-F238E27FC236}">
                <a16:creationId xmlns:a16="http://schemas.microsoft.com/office/drawing/2014/main" id="{5BBEC95A-93FA-E0BF-AAB6-7CEF86E4B927}"/>
              </a:ext>
            </a:extLst>
          </p:cNvPr>
          <p:cNvSpPr txBox="1"/>
          <p:nvPr/>
        </p:nvSpPr>
        <p:spPr>
          <a:xfrm>
            <a:off x="5650090" y="4909484"/>
            <a:ext cx="570089" cy="230832"/>
          </a:xfrm>
          <a:prstGeom prst="rect">
            <a:avLst/>
          </a:prstGeom>
          <a:noFill/>
        </p:spPr>
        <p:txBody>
          <a:bodyPr wrap="square" rtlCol="0">
            <a:spAutoFit/>
          </a:bodyPr>
          <a:lstStyle/>
          <a:p>
            <a:pPr algn="ctr"/>
            <a:r>
              <a:rPr lang="en-US" sz="900" dirty="0"/>
              <a:t>489</a:t>
            </a:r>
          </a:p>
        </p:txBody>
      </p:sp>
      <p:sp>
        <p:nvSpPr>
          <p:cNvPr id="42" name="TextBox 41">
            <a:extLst>
              <a:ext uri="{FF2B5EF4-FFF2-40B4-BE49-F238E27FC236}">
                <a16:creationId xmlns:a16="http://schemas.microsoft.com/office/drawing/2014/main" id="{610CBFF1-C8E4-5FFE-C9B6-A0342CA1F788}"/>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597C112E-C5ED-FB3C-CDF9-CD33DB183A6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0730694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A7E40-21A9-800B-887F-E4E32FAACE7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18AEC12-7E35-B32F-7540-C0477D59B27A}"/>
              </a:ext>
            </a:extLst>
          </p:cNvPr>
          <p:cNvSpPr>
            <a:spLocks noGrp="1"/>
          </p:cNvSpPr>
          <p:nvPr>
            <p:ph sz="half" idx="1"/>
          </p:nvPr>
        </p:nvSpPr>
        <p:spPr/>
        <p:txBody>
          <a:bodyPr>
            <a:normAutofit/>
          </a:bodyPr>
          <a:lstStyle/>
          <a:p>
            <a:r>
              <a:rPr lang="en-US" dirty="0"/>
              <a:t>Continuing, with only possible solutions for cage as: 5587, 5596, 9187, and 8296.</a:t>
            </a:r>
          </a:p>
        </p:txBody>
      </p:sp>
      <p:pic>
        <p:nvPicPr>
          <p:cNvPr id="4" name="Picture 3" descr="A grid of sudoku puzzle&#10;&#10;Description automatically generated">
            <a:extLst>
              <a:ext uri="{FF2B5EF4-FFF2-40B4-BE49-F238E27FC236}">
                <a16:creationId xmlns:a16="http://schemas.microsoft.com/office/drawing/2014/main" id="{032A3665-481A-E6E6-6889-2BF56E10007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0C6922C-0CD2-567F-1249-9A7A82DE9B6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390D90F-FEAD-77FA-40E0-D308E44E0FF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096D6B5-7998-BD61-160E-C3E37C028E2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13AEB10-EDA7-06C0-573C-2E0FF878E2D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8509359-BB1C-CFE5-E48B-E0FDD94A81EB}"/>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E6F6CCF6-167F-6540-26BB-D27262172697}"/>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E3220D44-4644-97F9-38F8-FB58522D08EB}"/>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9401997F-D17E-8D6D-3F12-2C2B9CD4C1C1}"/>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A1BF1ADA-0634-9C96-5DDD-31BB76983ECC}"/>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DDE97DAD-348F-BA51-5722-970AD3E5C012}"/>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2381E5A1-72BE-E971-B05E-10A9987CD7C1}"/>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54710691-A3FC-CBCC-C1CD-E41578987C7A}"/>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0F530DBB-5278-DEFC-F5B3-DAD630847DCE}"/>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6DA7E28E-9437-74CE-1C52-29061D20518E}"/>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D54B7985-91CC-C388-41A4-529781F5E506}"/>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2" name="TextBox 21">
            <a:extLst>
              <a:ext uri="{FF2B5EF4-FFF2-40B4-BE49-F238E27FC236}">
                <a16:creationId xmlns:a16="http://schemas.microsoft.com/office/drawing/2014/main" id="{7A40EAF7-F91D-DC84-7889-CB533A2C8262}"/>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7C3CDF60-4496-48E9-3CC1-8B71ECE78457}"/>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A8C9AD36-B1AC-096A-189A-38DE5AFCED34}"/>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50AFEA3A-945B-FD50-4129-4C6564EFE39B}"/>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0CA56978-EA8C-890E-5672-56B63867B76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2D35B701-62A6-DD0C-C55B-DCA5FF67A2A1}"/>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94318147-0F08-220F-3312-248F8479006A}"/>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5E98CEFC-5E20-92BA-ED1A-4A25EA69F3F3}"/>
              </a:ext>
            </a:extLst>
          </p:cNvPr>
          <p:cNvSpPr txBox="1"/>
          <p:nvPr/>
        </p:nvSpPr>
        <p:spPr>
          <a:xfrm>
            <a:off x="4645378" y="2531765"/>
            <a:ext cx="570089" cy="230832"/>
          </a:xfrm>
          <a:prstGeom prst="rect">
            <a:avLst/>
          </a:prstGeom>
          <a:noFill/>
        </p:spPr>
        <p:txBody>
          <a:bodyPr wrap="square" rtlCol="0">
            <a:spAutoFit/>
          </a:bodyPr>
          <a:lstStyle/>
          <a:p>
            <a:pPr algn="ctr"/>
            <a:r>
              <a:rPr lang="en-US" sz="900" dirty="0"/>
              <a:t>35789</a:t>
            </a:r>
          </a:p>
        </p:txBody>
      </p:sp>
      <p:sp>
        <p:nvSpPr>
          <p:cNvPr id="27" name="TextBox 26">
            <a:extLst>
              <a:ext uri="{FF2B5EF4-FFF2-40B4-BE49-F238E27FC236}">
                <a16:creationId xmlns:a16="http://schemas.microsoft.com/office/drawing/2014/main" id="{8633E6A1-5527-526C-4660-A14DCBD231EB}"/>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35789</a:t>
            </a:r>
          </a:p>
        </p:txBody>
      </p:sp>
      <p:sp>
        <p:nvSpPr>
          <p:cNvPr id="28" name="TextBox 27">
            <a:extLst>
              <a:ext uri="{FF2B5EF4-FFF2-40B4-BE49-F238E27FC236}">
                <a16:creationId xmlns:a16="http://schemas.microsoft.com/office/drawing/2014/main" id="{CC68FD2E-6D7E-929F-BEE8-74B6ED9B344E}"/>
              </a:ext>
            </a:extLst>
          </p:cNvPr>
          <p:cNvSpPr txBox="1"/>
          <p:nvPr/>
        </p:nvSpPr>
        <p:spPr>
          <a:xfrm>
            <a:off x="5650090" y="2277765"/>
            <a:ext cx="570089" cy="230832"/>
          </a:xfrm>
          <a:prstGeom prst="rect">
            <a:avLst/>
          </a:prstGeom>
          <a:noFill/>
        </p:spPr>
        <p:txBody>
          <a:bodyPr wrap="square" rtlCol="0">
            <a:spAutoFit/>
          </a:bodyPr>
          <a:lstStyle/>
          <a:p>
            <a:pPr algn="ctr"/>
            <a:r>
              <a:rPr lang="en-US" sz="900" dirty="0"/>
              <a:t>598</a:t>
            </a:r>
          </a:p>
        </p:txBody>
      </p:sp>
      <p:sp>
        <p:nvSpPr>
          <p:cNvPr id="29" name="TextBox 28">
            <a:extLst>
              <a:ext uri="{FF2B5EF4-FFF2-40B4-BE49-F238E27FC236}">
                <a16:creationId xmlns:a16="http://schemas.microsoft.com/office/drawing/2014/main" id="{076632EA-A70A-1E52-9E52-096F84F25C84}"/>
              </a:ext>
            </a:extLst>
          </p:cNvPr>
          <p:cNvSpPr txBox="1"/>
          <p:nvPr/>
        </p:nvSpPr>
        <p:spPr>
          <a:xfrm>
            <a:off x="6654802" y="2404765"/>
            <a:ext cx="570089" cy="230832"/>
          </a:xfrm>
          <a:prstGeom prst="rect">
            <a:avLst/>
          </a:prstGeom>
          <a:noFill/>
        </p:spPr>
        <p:txBody>
          <a:bodyPr wrap="square" rtlCol="0">
            <a:spAutoFit/>
          </a:bodyPr>
          <a:lstStyle/>
          <a:p>
            <a:pPr algn="ctr"/>
            <a:r>
              <a:rPr lang="en-US" sz="900" dirty="0"/>
              <a:t>78</a:t>
            </a:r>
          </a:p>
        </p:txBody>
      </p:sp>
      <p:sp>
        <p:nvSpPr>
          <p:cNvPr id="33" name="TextBox 32">
            <a:extLst>
              <a:ext uri="{FF2B5EF4-FFF2-40B4-BE49-F238E27FC236}">
                <a16:creationId xmlns:a16="http://schemas.microsoft.com/office/drawing/2014/main" id="{BAF7A493-C4CD-B61F-8D76-9BC98017B125}"/>
              </a:ext>
            </a:extLst>
          </p:cNvPr>
          <p:cNvSpPr txBox="1"/>
          <p:nvPr/>
        </p:nvSpPr>
        <p:spPr>
          <a:xfrm>
            <a:off x="6152446" y="3032709"/>
            <a:ext cx="570089" cy="230832"/>
          </a:xfrm>
          <a:prstGeom prst="rect">
            <a:avLst/>
          </a:prstGeom>
          <a:noFill/>
        </p:spPr>
        <p:txBody>
          <a:bodyPr wrap="square" rtlCol="0">
            <a:spAutoFit/>
          </a:bodyPr>
          <a:lstStyle/>
          <a:p>
            <a:pPr algn="ctr"/>
            <a:r>
              <a:rPr lang="en-US" sz="900" dirty="0"/>
              <a:t>512</a:t>
            </a:r>
          </a:p>
        </p:txBody>
      </p:sp>
      <p:sp>
        <p:nvSpPr>
          <p:cNvPr id="32" name="TextBox 31">
            <a:extLst>
              <a:ext uri="{FF2B5EF4-FFF2-40B4-BE49-F238E27FC236}">
                <a16:creationId xmlns:a16="http://schemas.microsoft.com/office/drawing/2014/main" id="{8B3D6627-4D94-1DA5-3B0F-898EDAFA3FCD}"/>
              </a:ext>
            </a:extLst>
          </p:cNvPr>
          <p:cNvSpPr txBox="1"/>
          <p:nvPr/>
        </p:nvSpPr>
        <p:spPr>
          <a:xfrm>
            <a:off x="5650090" y="2905709"/>
            <a:ext cx="570089" cy="230832"/>
          </a:xfrm>
          <a:prstGeom prst="rect">
            <a:avLst/>
          </a:prstGeom>
          <a:noFill/>
        </p:spPr>
        <p:txBody>
          <a:bodyPr wrap="square" rtlCol="0">
            <a:spAutoFit/>
          </a:bodyPr>
          <a:lstStyle/>
          <a:p>
            <a:pPr algn="ctr"/>
            <a:r>
              <a:rPr lang="en-US" sz="900" dirty="0"/>
              <a:t>76</a:t>
            </a:r>
          </a:p>
        </p:txBody>
      </p:sp>
      <p:sp>
        <p:nvSpPr>
          <p:cNvPr id="34" name="TextBox 33">
            <a:extLst>
              <a:ext uri="{FF2B5EF4-FFF2-40B4-BE49-F238E27FC236}">
                <a16:creationId xmlns:a16="http://schemas.microsoft.com/office/drawing/2014/main" id="{643FF3BB-D318-5E5C-460B-1B7A898F4896}"/>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123456</a:t>
            </a:r>
          </a:p>
        </p:txBody>
      </p:sp>
      <p:sp>
        <p:nvSpPr>
          <p:cNvPr id="35" name="TextBox 34">
            <a:extLst>
              <a:ext uri="{FF2B5EF4-FFF2-40B4-BE49-F238E27FC236}">
                <a16:creationId xmlns:a16="http://schemas.microsoft.com/office/drawing/2014/main" id="{DAA49DAA-FD50-72F2-5D7E-3D1B00B4A063}"/>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12356</a:t>
            </a:r>
          </a:p>
        </p:txBody>
      </p:sp>
      <p:sp>
        <p:nvSpPr>
          <p:cNvPr id="36" name="TextBox 35">
            <a:extLst>
              <a:ext uri="{FF2B5EF4-FFF2-40B4-BE49-F238E27FC236}">
                <a16:creationId xmlns:a16="http://schemas.microsoft.com/office/drawing/2014/main" id="{51E1E37F-9FBE-741C-F1EE-23135D9EC1CE}"/>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123456</a:t>
            </a:r>
          </a:p>
        </p:txBody>
      </p:sp>
      <p:sp>
        <p:nvSpPr>
          <p:cNvPr id="37" name="TextBox 36">
            <a:extLst>
              <a:ext uri="{FF2B5EF4-FFF2-40B4-BE49-F238E27FC236}">
                <a16:creationId xmlns:a16="http://schemas.microsoft.com/office/drawing/2014/main" id="{48A22FE8-9221-5751-EE6F-FA5D5270B303}"/>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12023268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92D050">
            <a:alpha val="25000"/>
          </a:srgbClr>
        </a:solidFill>
        <a:effectLst/>
      </p:bgPr>
    </p:bg>
    <p:spTree>
      <p:nvGrpSpPr>
        <p:cNvPr id="1" name="">
          <a:extLst>
            <a:ext uri="{FF2B5EF4-FFF2-40B4-BE49-F238E27FC236}">
              <a16:creationId xmlns:a16="http://schemas.microsoft.com/office/drawing/2014/main" id="{7396E028-9636-8D13-CC8F-67C2F81B798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967CB2-0F4C-96D6-B3EA-FF493A686120}"/>
              </a:ext>
            </a:extLst>
          </p:cNvPr>
          <p:cNvSpPr>
            <a:spLocks noGrp="1"/>
          </p:cNvSpPr>
          <p:nvPr>
            <p:ph sz="half" idx="1"/>
          </p:nvPr>
        </p:nvSpPr>
        <p:spPr/>
        <p:txBody>
          <a:bodyPr>
            <a:normAutofit fontScale="92500"/>
          </a:bodyPr>
          <a:lstStyle/>
          <a:p>
            <a:r>
              <a:rPr lang="en-US" dirty="0"/>
              <a:t>Can the green cage be 9?</a:t>
            </a:r>
          </a:p>
          <a:p>
            <a:r>
              <a:rPr lang="en-US" dirty="0"/>
              <a:t>(In retrospect it should have been obvious that we couldn’t have two 81 cages and that a 64 cage was needed.  However, I wasn’t sure of the instructions at this point.)</a:t>
            </a:r>
          </a:p>
        </p:txBody>
      </p:sp>
      <p:pic>
        <p:nvPicPr>
          <p:cNvPr id="4" name="Picture 3" descr="A grid of sudoku puzzle&#10;&#10;Description automatically generated">
            <a:extLst>
              <a:ext uri="{FF2B5EF4-FFF2-40B4-BE49-F238E27FC236}">
                <a16:creationId xmlns:a16="http://schemas.microsoft.com/office/drawing/2014/main" id="{0D98C027-61F9-EC7B-3357-D0349542211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A6282F5-BE44-2D60-6898-0866BE510CB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8A7F7C0-1B88-4E5D-3F6A-A2D9809D6CB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C135F72-6962-AF32-9F66-D9BF26E0011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43AEDDC-C2AA-C2A6-744B-3E86ABA0CD4E}"/>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76E8648-CE9C-4C88-2CC9-21B6DCB55858}"/>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B165C5A6-18D8-8B93-9D5F-52BC79206A0E}"/>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989328BA-3ED2-DE3A-26F7-0FD07B163DC1}"/>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0F218EF9-6BCA-7D29-1802-FDBE1A1C0582}"/>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2229548E-AB60-E2B6-B055-D580FEB1D0CE}"/>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E38AF73B-7534-931A-D5B7-29FE1B2A164E}"/>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96CB552F-8540-A585-9276-A0F576DF789E}"/>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72B7CBAC-FD85-6FFF-4F8B-116B97868569}"/>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DE1C32BE-BF4A-2084-74F6-B13B20592E91}"/>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C793FFA4-CA9D-2B01-84E9-43D34EE27FCC}"/>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9367EA0B-E212-9497-85C8-0D3BB8DA665D}"/>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2" name="TextBox 21">
            <a:extLst>
              <a:ext uri="{FF2B5EF4-FFF2-40B4-BE49-F238E27FC236}">
                <a16:creationId xmlns:a16="http://schemas.microsoft.com/office/drawing/2014/main" id="{FC5308DF-4857-A270-FFEA-7D17694D06BD}"/>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17E1948C-3666-44C8-0F16-93228C7A80FD}"/>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3AD1E1EB-D9BF-951A-C376-5ACC8DB7972D}"/>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164C4B0C-61AC-B86D-A13C-1238E77C716C}"/>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BE73A87E-5759-B87A-1B04-BDBA6FA05D78}"/>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3C957C24-EB36-2D32-D887-093314B3B543}"/>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4A9B43A1-4FD6-8D5C-9C43-EA6627CBB3C0}"/>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42AA7D5D-BF6C-53F3-677E-B70E253B9B06}"/>
              </a:ext>
            </a:extLst>
          </p:cNvPr>
          <p:cNvSpPr txBox="1"/>
          <p:nvPr/>
        </p:nvSpPr>
        <p:spPr>
          <a:xfrm>
            <a:off x="4645378" y="2531765"/>
            <a:ext cx="570089" cy="230832"/>
          </a:xfrm>
          <a:prstGeom prst="rect">
            <a:avLst/>
          </a:prstGeom>
          <a:noFill/>
        </p:spPr>
        <p:txBody>
          <a:bodyPr wrap="square" rtlCol="0">
            <a:spAutoFit/>
          </a:bodyPr>
          <a:lstStyle/>
          <a:p>
            <a:pPr algn="ctr"/>
            <a:r>
              <a:rPr lang="en-US" sz="900" dirty="0"/>
              <a:t>35789</a:t>
            </a:r>
          </a:p>
        </p:txBody>
      </p:sp>
      <p:sp>
        <p:nvSpPr>
          <p:cNvPr id="27" name="TextBox 26">
            <a:extLst>
              <a:ext uri="{FF2B5EF4-FFF2-40B4-BE49-F238E27FC236}">
                <a16:creationId xmlns:a16="http://schemas.microsoft.com/office/drawing/2014/main" id="{04DD7C7E-B750-4730-B861-5107A99E03B7}"/>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35789</a:t>
            </a:r>
          </a:p>
        </p:txBody>
      </p:sp>
      <p:sp>
        <p:nvSpPr>
          <p:cNvPr id="28" name="TextBox 27">
            <a:extLst>
              <a:ext uri="{FF2B5EF4-FFF2-40B4-BE49-F238E27FC236}">
                <a16:creationId xmlns:a16="http://schemas.microsoft.com/office/drawing/2014/main" id="{C9DB7342-22A6-E168-1CE3-B1E2CE955BC0}"/>
              </a:ext>
            </a:extLst>
          </p:cNvPr>
          <p:cNvSpPr txBox="1"/>
          <p:nvPr/>
        </p:nvSpPr>
        <p:spPr>
          <a:xfrm>
            <a:off x="5650090" y="2277765"/>
            <a:ext cx="570089" cy="230832"/>
          </a:xfrm>
          <a:prstGeom prst="rect">
            <a:avLst/>
          </a:prstGeom>
          <a:noFill/>
        </p:spPr>
        <p:txBody>
          <a:bodyPr wrap="square" rtlCol="0">
            <a:spAutoFit/>
          </a:bodyPr>
          <a:lstStyle/>
          <a:p>
            <a:pPr algn="ctr"/>
            <a:r>
              <a:rPr lang="en-US" sz="900" dirty="0"/>
              <a:t>598</a:t>
            </a:r>
          </a:p>
        </p:txBody>
      </p:sp>
      <p:sp>
        <p:nvSpPr>
          <p:cNvPr id="33" name="TextBox 32">
            <a:extLst>
              <a:ext uri="{FF2B5EF4-FFF2-40B4-BE49-F238E27FC236}">
                <a16:creationId xmlns:a16="http://schemas.microsoft.com/office/drawing/2014/main" id="{F22F9D5E-CC78-7193-E417-05C0639BDE26}"/>
              </a:ext>
            </a:extLst>
          </p:cNvPr>
          <p:cNvSpPr txBox="1"/>
          <p:nvPr/>
        </p:nvSpPr>
        <p:spPr>
          <a:xfrm>
            <a:off x="6152446" y="3032709"/>
            <a:ext cx="570089" cy="230832"/>
          </a:xfrm>
          <a:prstGeom prst="rect">
            <a:avLst/>
          </a:prstGeom>
          <a:noFill/>
        </p:spPr>
        <p:txBody>
          <a:bodyPr wrap="square" rtlCol="0">
            <a:spAutoFit/>
          </a:bodyPr>
          <a:lstStyle/>
          <a:p>
            <a:pPr algn="ctr"/>
            <a:r>
              <a:rPr lang="en-US" sz="900" dirty="0"/>
              <a:t>512</a:t>
            </a:r>
          </a:p>
        </p:txBody>
      </p:sp>
      <p:sp>
        <p:nvSpPr>
          <p:cNvPr id="32" name="TextBox 31">
            <a:extLst>
              <a:ext uri="{FF2B5EF4-FFF2-40B4-BE49-F238E27FC236}">
                <a16:creationId xmlns:a16="http://schemas.microsoft.com/office/drawing/2014/main" id="{6217B0D7-DA84-11F4-BC47-9EFAA899EA04}"/>
              </a:ext>
            </a:extLst>
          </p:cNvPr>
          <p:cNvSpPr txBox="1"/>
          <p:nvPr/>
        </p:nvSpPr>
        <p:spPr>
          <a:xfrm>
            <a:off x="5650090" y="2905709"/>
            <a:ext cx="570089" cy="230832"/>
          </a:xfrm>
          <a:prstGeom prst="rect">
            <a:avLst/>
          </a:prstGeom>
          <a:noFill/>
        </p:spPr>
        <p:txBody>
          <a:bodyPr wrap="square" rtlCol="0">
            <a:spAutoFit/>
          </a:bodyPr>
          <a:lstStyle/>
          <a:p>
            <a:pPr algn="ctr"/>
            <a:r>
              <a:rPr lang="en-US" sz="900" dirty="0"/>
              <a:t>76</a:t>
            </a:r>
          </a:p>
        </p:txBody>
      </p:sp>
      <p:sp>
        <p:nvSpPr>
          <p:cNvPr id="34" name="TextBox 33">
            <a:extLst>
              <a:ext uri="{FF2B5EF4-FFF2-40B4-BE49-F238E27FC236}">
                <a16:creationId xmlns:a16="http://schemas.microsoft.com/office/drawing/2014/main" id="{40AF0257-EF40-40D1-E53E-F7BF21D9A0AC}"/>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123456</a:t>
            </a:r>
          </a:p>
        </p:txBody>
      </p:sp>
      <p:sp>
        <p:nvSpPr>
          <p:cNvPr id="35" name="TextBox 34">
            <a:extLst>
              <a:ext uri="{FF2B5EF4-FFF2-40B4-BE49-F238E27FC236}">
                <a16:creationId xmlns:a16="http://schemas.microsoft.com/office/drawing/2014/main" id="{0F1FF426-77BB-6773-A622-48C833315B6F}"/>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12356</a:t>
            </a:r>
          </a:p>
        </p:txBody>
      </p:sp>
      <p:sp>
        <p:nvSpPr>
          <p:cNvPr id="36" name="TextBox 35">
            <a:extLst>
              <a:ext uri="{FF2B5EF4-FFF2-40B4-BE49-F238E27FC236}">
                <a16:creationId xmlns:a16="http://schemas.microsoft.com/office/drawing/2014/main" id="{2629C074-299C-7991-C189-4FB72D669A69}"/>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123456</a:t>
            </a:r>
          </a:p>
        </p:txBody>
      </p:sp>
      <p:sp>
        <p:nvSpPr>
          <p:cNvPr id="37" name="TextBox 36">
            <a:extLst>
              <a:ext uri="{FF2B5EF4-FFF2-40B4-BE49-F238E27FC236}">
                <a16:creationId xmlns:a16="http://schemas.microsoft.com/office/drawing/2014/main" id="{85D16C44-80C4-1777-AF08-19FE053FAC5E}"/>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76B6A3AB-935E-64A6-1F08-DF6EF1A2C71C}"/>
              </a:ext>
            </a:extLst>
          </p:cNvPr>
          <p:cNvSpPr txBox="1"/>
          <p:nvPr/>
        </p:nvSpPr>
        <p:spPr>
          <a:xfrm>
            <a:off x="5650090"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1234</a:t>
            </a:r>
          </a:p>
        </p:txBody>
      </p:sp>
      <p:sp>
        <p:nvSpPr>
          <p:cNvPr id="39" name="TextBox 38">
            <a:extLst>
              <a:ext uri="{FF2B5EF4-FFF2-40B4-BE49-F238E27FC236}">
                <a16:creationId xmlns:a16="http://schemas.microsoft.com/office/drawing/2014/main" id="{7DB82849-996D-B02A-AD7A-8F1BFCB3918F}"/>
              </a:ext>
            </a:extLst>
          </p:cNvPr>
          <p:cNvSpPr txBox="1"/>
          <p:nvPr/>
        </p:nvSpPr>
        <p:spPr>
          <a:xfrm>
            <a:off x="6152446"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12345</a:t>
            </a:r>
          </a:p>
        </p:txBody>
      </p:sp>
      <p:sp>
        <p:nvSpPr>
          <p:cNvPr id="40" name="TextBox 39">
            <a:extLst>
              <a:ext uri="{FF2B5EF4-FFF2-40B4-BE49-F238E27FC236}">
                <a16:creationId xmlns:a16="http://schemas.microsoft.com/office/drawing/2014/main" id="{A1FE04AF-918F-0D34-6748-72E1A1A416A6}"/>
              </a:ext>
            </a:extLst>
          </p:cNvPr>
          <p:cNvSpPr txBox="1"/>
          <p:nvPr/>
        </p:nvSpPr>
        <p:spPr>
          <a:xfrm>
            <a:off x="5650090"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12345</a:t>
            </a:r>
          </a:p>
        </p:txBody>
      </p:sp>
      <p:sp>
        <p:nvSpPr>
          <p:cNvPr id="41" name="TextBox 40">
            <a:extLst>
              <a:ext uri="{FF2B5EF4-FFF2-40B4-BE49-F238E27FC236}">
                <a16:creationId xmlns:a16="http://schemas.microsoft.com/office/drawing/2014/main" id="{E475ED6F-17F9-3BB7-76D9-581352BF270E}"/>
              </a:ext>
            </a:extLst>
          </p:cNvPr>
          <p:cNvSpPr txBox="1"/>
          <p:nvPr/>
        </p:nvSpPr>
        <p:spPr>
          <a:xfrm>
            <a:off x="6152446"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1234</a:t>
            </a:r>
          </a:p>
        </p:txBody>
      </p:sp>
      <p:sp>
        <p:nvSpPr>
          <p:cNvPr id="42" name="TextBox 41">
            <a:extLst>
              <a:ext uri="{FF2B5EF4-FFF2-40B4-BE49-F238E27FC236}">
                <a16:creationId xmlns:a16="http://schemas.microsoft.com/office/drawing/2014/main" id="{34AEA719-1ECC-A199-3166-278E7E36CE00}"/>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9340384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2587F-6D3C-9A40-901F-09775278E7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DB7DA9-B3B6-3FE7-5407-E33F8A6BF49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06955DC-D600-B95C-B605-C4F83060E2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A0C1B80-E2DE-8DCD-5CA3-E2D82752E3D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A6D6790-EFE8-C283-8B41-0D7AC10F2AB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E2AE92D-438D-E1B9-A04F-9734BF7CB85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B32C4E1-9EFC-00E4-B80E-CBAD9EB8F7F2}"/>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9AB09B9-E199-D2BA-41E0-82D524316150}"/>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3660D1AF-1EA0-6F4D-E90D-1C5FAF8450A8}"/>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5AA83D16-E686-37CD-8590-5AAAEDE41CD6}"/>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2C9FE67F-5367-978A-33F3-C2F993CA9E31}"/>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4DC560F0-7F19-BDA2-849D-2433920A5A9B}"/>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1ED2F7D2-A26A-BC7C-729B-E9A75A48ACF3}"/>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0627BB99-7107-B48C-A56C-6E65FB1F4F9B}"/>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FB22C04F-A0C1-086C-252C-037E839C551B}"/>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BCC17CE7-944D-DB30-3F3E-FBC910AEA9D7}"/>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DD3A01D8-10F4-E9EF-EEFE-E29849E14937}"/>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9B76AF2E-7011-A333-A539-06D9E0A0F249}"/>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2" name="TextBox 21">
            <a:extLst>
              <a:ext uri="{FF2B5EF4-FFF2-40B4-BE49-F238E27FC236}">
                <a16:creationId xmlns:a16="http://schemas.microsoft.com/office/drawing/2014/main" id="{7F882C8F-7000-1923-A4A7-F2118AAC3E30}"/>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AD455489-CC5C-D57D-8045-255FDEA411C5}"/>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025C237E-D3DF-07BE-D299-627C72A2146C}"/>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DFB554A0-FFCC-CE18-2E7B-2BC2D563AC9B}"/>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F73FDF32-E4EF-E107-2F2B-CAA1EDE64EC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D726865C-F35D-45B8-A843-79E1AC5E58A2}"/>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4014D77E-35AF-3382-05B3-2A2292EFF421}"/>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B1FA2C4F-4E10-083E-1340-349B33C55179}"/>
              </a:ext>
            </a:extLst>
          </p:cNvPr>
          <p:cNvSpPr txBox="1"/>
          <p:nvPr/>
        </p:nvSpPr>
        <p:spPr>
          <a:xfrm>
            <a:off x="4645378" y="2531765"/>
            <a:ext cx="570089" cy="230832"/>
          </a:xfrm>
          <a:prstGeom prst="rect">
            <a:avLst/>
          </a:prstGeom>
          <a:noFill/>
        </p:spPr>
        <p:txBody>
          <a:bodyPr wrap="square" rtlCol="0">
            <a:spAutoFit/>
          </a:bodyPr>
          <a:lstStyle/>
          <a:p>
            <a:pPr algn="ctr"/>
            <a:r>
              <a:rPr lang="en-US" sz="900" dirty="0"/>
              <a:t>3589</a:t>
            </a:r>
          </a:p>
        </p:txBody>
      </p:sp>
      <p:sp>
        <p:nvSpPr>
          <p:cNvPr id="27" name="TextBox 26">
            <a:extLst>
              <a:ext uri="{FF2B5EF4-FFF2-40B4-BE49-F238E27FC236}">
                <a16:creationId xmlns:a16="http://schemas.microsoft.com/office/drawing/2014/main" id="{83A6C9E2-C009-40A2-1EDF-F6A49959407B}"/>
              </a:ext>
            </a:extLst>
          </p:cNvPr>
          <p:cNvSpPr txBox="1"/>
          <p:nvPr/>
        </p:nvSpPr>
        <p:spPr>
          <a:xfrm>
            <a:off x="5147734" y="2404765"/>
            <a:ext cx="570089" cy="230832"/>
          </a:xfrm>
          <a:prstGeom prst="rect">
            <a:avLst/>
          </a:prstGeom>
          <a:noFill/>
        </p:spPr>
        <p:txBody>
          <a:bodyPr wrap="square" rtlCol="0">
            <a:spAutoFit/>
          </a:bodyPr>
          <a:lstStyle/>
          <a:p>
            <a:pPr algn="ctr"/>
            <a:r>
              <a:rPr lang="en-US" sz="900" dirty="0"/>
              <a:t>3589</a:t>
            </a:r>
          </a:p>
        </p:txBody>
      </p:sp>
      <p:sp>
        <p:nvSpPr>
          <p:cNvPr id="28" name="TextBox 27">
            <a:extLst>
              <a:ext uri="{FF2B5EF4-FFF2-40B4-BE49-F238E27FC236}">
                <a16:creationId xmlns:a16="http://schemas.microsoft.com/office/drawing/2014/main" id="{A9EFC883-2858-4A4C-137C-8CD262DC633A}"/>
              </a:ext>
            </a:extLst>
          </p:cNvPr>
          <p:cNvSpPr txBox="1"/>
          <p:nvPr/>
        </p:nvSpPr>
        <p:spPr>
          <a:xfrm>
            <a:off x="5650090" y="2277765"/>
            <a:ext cx="570089" cy="230832"/>
          </a:xfrm>
          <a:prstGeom prst="rect">
            <a:avLst/>
          </a:prstGeom>
          <a:noFill/>
        </p:spPr>
        <p:txBody>
          <a:bodyPr wrap="square" rtlCol="0">
            <a:spAutoFit/>
          </a:bodyPr>
          <a:lstStyle/>
          <a:p>
            <a:pPr algn="ctr"/>
            <a:r>
              <a:rPr lang="en-US" sz="900" dirty="0"/>
              <a:t>598</a:t>
            </a:r>
          </a:p>
        </p:txBody>
      </p:sp>
      <p:sp>
        <p:nvSpPr>
          <p:cNvPr id="33" name="TextBox 32">
            <a:extLst>
              <a:ext uri="{FF2B5EF4-FFF2-40B4-BE49-F238E27FC236}">
                <a16:creationId xmlns:a16="http://schemas.microsoft.com/office/drawing/2014/main" id="{4371360F-3BAE-1060-7B59-A84B4D674F68}"/>
              </a:ext>
            </a:extLst>
          </p:cNvPr>
          <p:cNvSpPr txBox="1"/>
          <p:nvPr/>
        </p:nvSpPr>
        <p:spPr>
          <a:xfrm>
            <a:off x="6152446" y="3032709"/>
            <a:ext cx="570089" cy="230832"/>
          </a:xfrm>
          <a:prstGeom prst="rect">
            <a:avLst/>
          </a:prstGeom>
          <a:noFill/>
        </p:spPr>
        <p:txBody>
          <a:bodyPr wrap="square" rtlCol="0">
            <a:spAutoFit/>
          </a:bodyPr>
          <a:lstStyle/>
          <a:p>
            <a:pPr algn="ctr"/>
            <a:r>
              <a:rPr lang="en-US" sz="900" dirty="0"/>
              <a:t>512</a:t>
            </a:r>
          </a:p>
        </p:txBody>
      </p:sp>
      <p:sp>
        <p:nvSpPr>
          <p:cNvPr id="32" name="TextBox 31">
            <a:extLst>
              <a:ext uri="{FF2B5EF4-FFF2-40B4-BE49-F238E27FC236}">
                <a16:creationId xmlns:a16="http://schemas.microsoft.com/office/drawing/2014/main" id="{04AEB926-3F47-E0CE-59E7-D34C7956B82A}"/>
              </a:ext>
            </a:extLst>
          </p:cNvPr>
          <p:cNvSpPr txBox="1"/>
          <p:nvPr/>
        </p:nvSpPr>
        <p:spPr>
          <a:xfrm>
            <a:off x="5650090" y="2905709"/>
            <a:ext cx="570089" cy="230832"/>
          </a:xfrm>
          <a:prstGeom prst="rect">
            <a:avLst/>
          </a:prstGeom>
          <a:noFill/>
        </p:spPr>
        <p:txBody>
          <a:bodyPr wrap="square" rtlCol="0">
            <a:spAutoFit/>
          </a:bodyPr>
          <a:lstStyle/>
          <a:p>
            <a:pPr algn="ctr"/>
            <a:r>
              <a:rPr lang="en-US" sz="900" dirty="0"/>
              <a:t>76</a:t>
            </a:r>
          </a:p>
        </p:txBody>
      </p:sp>
      <p:sp>
        <p:nvSpPr>
          <p:cNvPr id="34" name="TextBox 33">
            <a:extLst>
              <a:ext uri="{FF2B5EF4-FFF2-40B4-BE49-F238E27FC236}">
                <a16:creationId xmlns:a16="http://schemas.microsoft.com/office/drawing/2014/main" id="{D0345204-E4FE-C8F7-DE4A-E50F0541B657}"/>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123456</a:t>
            </a:r>
          </a:p>
        </p:txBody>
      </p:sp>
      <p:sp>
        <p:nvSpPr>
          <p:cNvPr id="35" name="TextBox 34">
            <a:extLst>
              <a:ext uri="{FF2B5EF4-FFF2-40B4-BE49-F238E27FC236}">
                <a16:creationId xmlns:a16="http://schemas.microsoft.com/office/drawing/2014/main" id="{EC5A1E93-6B1D-8E96-BE96-C7897019DCED}"/>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12356</a:t>
            </a:r>
          </a:p>
        </p:txBody>
      </p:sp>
      <p:sp>
        <p:nvSpPr>
          <p:cNvPr id="36" name="TextBox 35">
            <a:extLst>
              <a:ext uri="{FF2B5EF4-FFF2-40B4-BE49-F238E27FC236}">
                <a16:creationId xmlns:a16="http://schemas.microsoft.com/office/drawing/2014/main" id="{7DF61D11-0122-B585-EE2A-CA389BFF7C79}"/>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123456</a:t>
            </a:r>
          </a:p>
        </p:txBody>
      </p:sp>
      <p:sp>
        <p:nvSpPr>
          <p:cNvPr id="37" name="TextBox 36">
            <a:extLst>
              <a:ext uri="{FF2B5EF4-FFF2-40B4-BE49-F238E27FC236}">
                <a16:creationId xmlns:a16="http://schemas.microsoft.com/office/drawing/2014/main" id="{FE52C7B3-D3C8-5FC3-85F9-F346BDA2CEDA}"/>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A6718317-4FE3-FA2E-B295-4EB9A51E4768}"/>
              </a:ext>
            </a:extLst>
          </p:cNvPr>
          <p:cNvSpPr txBox="1"/>
          <p:nvPr/>
        </p:nvSpPr>
        <p:spPr>
          <a:xfrm>
            <a:off x="5650090"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124</a:t>
            </a:r>
          </a:p>
        </p:txBody>
      </p:sp>
      <p:sp>
        <p:nvSpPr>
          <p:cNvPr id="39" name="TextBox 38">
            <a:extLst>
              <a:ext uri="{FF2B5EF4-FFF2-40B4-BE49-F238E27FC236}">
                <a16:creationId xmlns:a16="http://schemas.microsoft.com/office/drawing/2014/main" id="{A4CF181F-759E-03D5-882C-4F4519197BEB}"/>
              </a:ext>
            </a:extLst>
          </p:cNvPr>
          <p:cNvSpPr txBox="1"/>
          <p:nvPr/>
        </p:nvSpPr>
        <p:spPr>
          <a:xfrm>
            <a:off x="6152446"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125</a:t>
            </a:r>
          </a:p>
        </p:txBody>
      </p:sp>
      <p:sp>
        <p:nvSpPr>
          <p:cNvPr id="40" name="TextBox 39">
            <a:extLst>
              <a:ext uri="{FF2B5EF4-FFF2-40B4-BE49-F238E27FC236}">
                <a16:creationId xmlns:a16="http://schemas.microsoft.com/office/drawing/2014/main" id="{7D80206D-F7EB-EE15-42DC-31E5A2B0491E}"/>
              </a:ext>
            </a:extLst>
          </p:cNvPr>
          <p:cNvSpPr txBox="1"/>
          <p:nvPr/>
        </p:nvSpPr>
        <p:spPr>
          <a:xfrm>
            <a:off x="5650090"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1234</a:t>
            </a:r>
          </a:p>
        </p:txBody>
      </p:sp>
      <p:sp>
        <p:nvSpPr>
          <p:cNvPr id="41" name="TextBox 40">
            <a:extLst>
              <a:ext uri="{FF2B5EF4-FFF2-40B4-BE49-F238E27FC236}">
                <a16:creationId xmlns:a16="http://schemas.microsoft.com/office/drawing/2014/main" id="{103533CB-EF4F-97CA-C8A4-D7735BF8E2D7}"/>
              </a:ext>
            </a:extLst>
          </p:cNvPr>
          <p:cNvSpPr txBox="1"/>
          <p:nvPr/>
        </p:nvSpPr>
        <p:spPr>
          <a:xfrm>
            <a:off x="6152446"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124</a:t>
            </a:r>
          </a:p>
        </p:txBody>
      </p:sp>
      <p:sp>
        <p:nvSpPr>
          <p:cNvPr id="42" name="TextBox 41">
            <a:extLst>
              <a:ext uri="{FF2B5EF4-FFF2-40B4-BE49-F238E27FC236}">
                <a16:creationId xmlns:a16="http://schemas.microsoft.com/office/drawing/2014/main" id="{CC39F143-C4D5-DE8D-2D66-A4D46F10332D}"/>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7274369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CBA093-EE82-6E51-C7BF-A52028808B3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D7A290C-F2D5-466A-F919-D3ECFE8B7337}"/>
              </a:ext>
            </a:extLst>
          </p:cNvPr>
          <p:cNvSpPr>
            <a:spLocks noGrp="1"/>
          </p:cNvSpPr>
          <p:nvPr>
            <p:ph sz="half" idx="1"/>
          </p:nvPr>
        </p:nvSpPr>
        <p:spPr/>
        <p:txBody>
          <a:bodyPr>
            <a:normAutofit/>
          </a:bodyPr>
          <a:lstStyle/>
          <a:p>
            <a:r>
              <a:rPr lang="en-US" dirty="0"/>
              <a:t>The off-line 5 is precluded. It would leave 12 in Column 6, which conflicts with the [9 in 3], above.</a:t>
            </a:r>
          </a:p>
        </p:txBody>
      </p:sp>
      <p:pic>
        <p:nvPicPr>
          <p:cNvPr id="4" name="Picture 3" descr="A grid of sudoku puzzle&#10;&#10;Description automatically generated">
            <a:extLst>
              <a:ext uri="{FF2B5EF4-FFF2-40B4-BE49-F238E27FC236}">
                <a16:creationId xmlns:a16="http://schemas.microsoft.com/office/drawing/2014/main" id="{53822359-DFDC-A8BC-34C1-2E3685FB1A5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7A44FFF-84D3-7D66-8C2E-AC1C4D6E81B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D29D30E-3663-A930-0C3F-D764768076F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B19B75B-B73B-E941-D740-5B19934CBDA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B02AF31-66C0-5D03-DC0E-8D7BEF3104C1}"/>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3D3F871-FEF7-1668-95B0-EF3A6F174B08}"/>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A446EC56-4AB0-29ED-CAFB-FE556B9C5A47}"/>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92CB4369-DE09-4F8D-4381-30BC95173B32}"/>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B3B10C2D-3BF0-AA02-06F0-E5B79AA4C5CD}"/>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E79BC36D-B71B-1818-A1FC-EBF445F197F4}"/>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55BEA2DA-66DC-29C6-C95A-2ACA008384C2}"/>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37E2055C-44CA-3BAC-AA37-3C2893B75217}"/>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6FFCD712-D3AE-DD88-27B2-1BEA261C5AEA}"/>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86B6B1C5-F897-0820-C969-E1BB1BFC9CE6}"/>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8883EE2E-773A-7276-F18E-C5039665EE7B}"/>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4DE696D0-56B8-39C4-F3C9-B293504A279B}"/>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2" name="TextBox 21">
            <a:extLst>
              <a:ext uri="{FF2B5EF4-FFF2-40B4-BE49-F238E27FC236}">
                <a16:creationId xmlns:a16="http://schemas.microsoft.com/office/drawing/2014/main" id="{97CB29A4-455E-C30E-78F9-C4F42151416F}"/>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7659FECE-E90B-F089-7A83-CD026D147FBE}"/>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7050C695-AA4C-47D5-FB5F-ABAD8A6D5490}"/>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3CDE909E-C4DF-A333-D7BA-5AB42053E22C}"/>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1DDDD391-C4C4-408B-2F9E-15C6DE645440}"/>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3B322BDF-14E0-1449-327B-F7B44AECAEF9}"/>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556EDADE-199E-522D-D00A-1BA8D3F0A810}"/>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AC1C7822-BE35-D9AF-D2E7-D980322B6F84}"/>
              </a:ext>
            </a:extLst>
          </p:cNvPr>
          <p:cNvSpPr txBox="1"/>
          <p:nvPr/>
        </p:nvSpPr>
        <p:spPr>
          <a:xfrm>
            <a:off x="4645378" y="2531765"/>
            <a:ext cx="570089" cy="230832"/>
          </a:xfrm>
          <a:prstGeom prst="rect">
            <a:avLst/>
          </a:prstGeom>
          <a:noFill/>
        </p:spPr>
        <p:txBody>
          <a:bodyPr wrap="square" rtlCol="0">
            <a:spAutoFit/>
          </a:bodyPr>
          <a:lstStyle/>
          <a:p>
            <a:pPr algn="ctr"/>
            <a:r>
              <a:rPr lang="en-US" sz="900" dirty="0"/>
              <a:t>3589</a:t>
            </a:r>
          </a:p>
        </p:txBody>
      </p:sp>
      <p:sp>
        <p:nvSpPr>
          <p:cNvPr id="27" name="TextBox 26">
            <a:extLst>
              <a:ext uri="{FF2B5EF4-FFF2-40B4-BE49-F238E27FC236}">
                <a16:creationId xmlns:a16="http://schemas.microsoft.com/office/drawing/2014/main" id="{ED5860DE-88F5-8705-5A37-62DDC59EBA4E}"/>
              </a:ext>
            </a:extLst>
          </p:cNvPr>
          <p:cNvSpPr txBox="1"/>
          <p:nvPr/>
        </p:nvSpPr>
        <p:spPr>
          <a:xfrm>
            <a:off x="5147734" y="2404765"/>
            <a:ext cx="570089" cy="230832"/>
          </a:xfrm>
          <a:prstGeom prst="rect">
            <a:avLst/>
          </a:prstGeom>
          <a:noFill/>
        </p:spPr>
        <p:txBody>
          <a:bodyPr wrap="square" rtlCol="0">
            <a:spAutoFit/>
          </a:bodyPr>
          <a:lstStyle/>
          <a:p>
            <a:pPr algn="ctr"/>
            <a:r>
              <a:rPr lang="en-US" sz="900" dirty="0"/>
              <a:t>3589</a:t>
            </a:r>
          </a:p>
        </p:txBody>
      </p:sp>
      <p:sp>
        <p:nvSpPr>
          <p:cNvPr id="28" name="TextBox 27">
            <a:extLst>
              <a:ext uri="{FF2B5EF4-FFF2-40B4-BE49-F238E27FC236}">
                <a16:creationId xmlns:a16="http://schemas.microsoft.com/office/drawing/2014/main" id="{6C149454-1D04-77A8-770C-CDFE0E80BB15}"/>
              </a:ext>
            </a:extLst>
          </p:cNvPr>
          <p:cNvSpPr txBox="1"/>
          <p:nvPr/>
        </p:nvSpPr>
        <p:spPr>
          <a:xfrm>
            <a:off x="5650090" y="2277765"/>
            <a:ext cx="570089" cy="230832"/>
          </a:xfrm>
          <a:prstGeom prst="rect">
            <a:avLst/>
          </a:prstGeom>
          <a:noFill/>
        </p:spPr>
        <p:txBody>
          <a:bodyPr wrap="square" rtlCol="0">
            <a:spAutoFit/>
          </a:bodyPr>
          <a:lstStyle/>
          <a:p>
            <a:pPr algn="ctr"/>
            <a:r>
              <a:rPr lang="en-US" sz="900" dirty="0"/>
              <a:t>598</a:t>
            </a:r>
          </a:p>
        </p:txBody>
      </p:sp>
      <p:sp>
        <p:nvSpPr>
          <p:cNvPr id="33" name="TextBox 32">
            <a:extLst>
              <a:ext uri="{FF2B5EF4-FFF2-40B4-BE49-F238E27FC236}">
                <a16:creationId xmlns:a16="http://schemas.microsoft.com/office/drawing/2014/main" id="{6ABF48D6-ADC9-9700-5504-828FBD5EE740}"/>
              </a:ext>
            </a:extLst>
          </p:cNvPr>
          <p:cNvSpPr txBox="1"/>
          <p:nvPr/>
        </p:nvSpPr>
        <p:spPr>
          <a:xfrm>
            <a:off x="6152446" y="3032709"/>
            <a:ext cx="570089" cy="230832"/>
          </a:xfrm>
          <a:prstGeom prst="rect">
            <a:avLst/>
          </a:prstGeom>
          <a:noFill/>
        </p:spPr>
        <p:txBody>
          <a:bodyPr wrap="square" rtlCol="0">
            <a:spAutoFit/>
          </a:bodyPr>
          <a:lstStyle/>
          <a:p>
            <a:pPr algn="ctr"/>
            <a:r>
              <a:rPr lang="en-US" sz="900" dirty="0"/>
              <a:t>512</a:t>
            </a:r>
          </a:p>
        </p:txBody>
      </p:sp>
      <p:sp>
        <p:nvSpPr>
          <p:cNvPr id="32" name="TextBox 31">
            <a:extLst>
              <a:ext uri="{FF2B5EF4-FFF2-40B4-BE49-F238E27FC236}">
                <a16:creationId xmlns:a16="http://schemas.microsoft.com/office/drawing/2014/main" id="{237249B5-04DC-EA9C-1163-68685CC60C76}"/>
              </a:ext>
            </a:extLst>
          </p:cNvPr>
          <p:cNvSpPr txBox="1"/>
          <p:nvPr/>
        </p:nvSpPr>
        <p:spPr>
          <a:xfrm>
            <a:off x="5650090" y="2905709"/>
            <a:ext cx="570089" cy="230832"/>
          </a:xfrm>
          <a:prstGeom prst="rect">
            <a:avLst/>
          </a:prstGeom>
          <a:noFill/>
        </p:spPr>
        <p:txBody>
          <a:bodyPr wrap="square" rtlCol="0">
            <a:spAutoFit/>
          </a:bodyPr>
          <a:lstStyle/>
          <a:p>
            <a:pPr algn="ctr"/>
            <a:r>
              <a:rPr lang="en-US" sz="900" dirty="0"/>
              <a:t>76</a:t>
            </a:r>
          </a:p>
        </p:txBody>
      </p:sp>
      <p:sp>
        <p:nvSpPr>
          <p:cNvPr id="34" name="TextBox 33">
            <a:extLst>
              <a:ext uri="{FF2B5EF4-FFF2-40B4-BE49-F238E27FC236}">
                <a16:creationId xmlns:a16="http://schemas.microsoft.com/office/drawing/2014/main" id="{73CE20BD-6EA9-9DA3-521C-F9CCA4F7B721}"/>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123456</a:t>
            </a:r>
          </a:p>
        </p:txBody>
      </p:sp>
      <p:sp>
        <p:nvSpPr>
          <p:cNvPr id="35" name="TextBox 34">
            <a:extLst>
              <a:ext uri="{FF2B5EF4-FFF2-40B4-BE49-F238E27FC236}">
                <a16:creationId xmlns:a16="http://schemas.microsoft.com/office/drawing/2014/main" id="{352B7CD2-0FD6-3E4A-7045-54115641521D}"/>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12356</a:t>
            </a:r>
          </a:p>
        </p:txBody>
      </p:sp>
      <p:sp>
        <p:nvSpPr>
          <p:cNvPr id="36" name="TextBox 35">
            <a:extLst>
              <a:ext uri="{FF2B5EF4-FFF2-40B4-BE49-F238E27FC236}">
                <a16:creationId xmlns:a16="http://schemas.microsoft.com/office/drawing/2014/main" id="{86667529-F914-1C18-36D4-928BCE02011C}"/>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123456</a:t>
            </a:r>
          </a:p>
        </p:txBody>
      </p:sp>
      <p:sp>
        <p:nvSpPr>
          <p:cNvPr id="37" name="TextBox 36">
            <a:extLst>
              <a:ext uri="{FF2B5EF4-FFF2-40B4-BE49-F238E27FC236}">
                <a16:creationId xmlns:a16="http://schemas.microsoft.com/office/drawing/2014/main" id="{75B2EBF8-2EE5-692E-182C-55EAB4704373}"/>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81080175-2111-90CA-9117-435D2507196E}"/>
              </a:ext>
            </a:extLst>
          </p:cNvPr>
          <p:cNvSpPr txBox="1"/>
          <p:nvPr/>
        </p:nvSpPr>
        <p:spPr>
          <a:xfrm>
            <a:off x="5650090"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124</a:t>
            </a:r>
          </a:p>
        </p:txBody>
      </p:sp>
      <p:sp>
        <p:nvSpPr>
          <p:cNvPr id="39" name="TextBox 38">
            <a:extLst>
              <a:ext uri="{FF2B5EF4-FFF2-40B4-BE49-F238E27FC236}">
                <a16:creationId xmlns:a16="http://schemas.microsoft.com/office/drawing/2014/main" id="{CA72DE61-6A6F-5587-AC8E-21F1C5B4C6B6}"/>
              </a:ext>
            </a:extLst>
          </p:cNvPr>
          <p:cNvSpPr txBox="1"/>
          <p:nvPr/>
        </p:nvSpPr>
        <p:spPr>
          <a:xfrm>
            <a:off x="6152446"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33EEBDFB-1514-D215-5EBD-0D413D478DD2}"/>
              </a:ext>
            </a:extLst>
          </p:cNvPr>
          <p:cNvSpPr txBox="1"/>
          <p:nvPr/>
        </p:nvSpPr>
        <p:spPr>
          <a:xfrm>
            <a:off x="5650090"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1234</a:t>
            </a:r>
          </a:p>
        </p:txBody>
      </p:sp>
      <p:sp>
        <p:nvSpPr>
          <p:cNvPr id="41" name="TextBox 40">
            <a:extLst>
              <a:ext uri="{FF2B5EF4-FFF2-40B4-BE49-F238E27FC236}">
                <a16:creationId xmlns:a16="http://schemas.microsoft.com/office/drawing/2014/main" id="{982A751F-23E8-85F4-20F0-95AAE96A90A5}"/>
              </a:ext>
            </a:extLst>
          </p:cNvPr>
          <p:cNvSpPr txBox="1"/>
          <p:nvPr/>
        </p:nvSpPr>
        <p:spPr>
          <a:xfrm>
            <a:off x="6152446"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124</a:t>
            </a:r>
          </a:p>
        </p:txBody>
      </p:sp>
      <p:sp>
        <p:nvSpPr>
          <p:cNvPr id="42" name="TextBox 41">
            <a:extLst>
              <a:ext uri="{FF2B5EF4-FFF2-40B4-BE49-F238E27FC236}">
                <a16:creationId xmlns:a16="http://schemas.microsoft.com/office/drawing/2014/main" id="{99D001E5-CFE6-29DC-902F-EE4B3E3134EA}"/>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9120397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D4AF6C-9EA4-34BE-F9B7-CAB5BAB462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B63EA51-E91E-75F6-C51E-8A3F115DC82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0FFD302-EA48-7B9E-C25E-51A27205867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5E1625B-C0B1-773D-1FF1-52782114212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0B817F-DBE4-3E75-408C-70048CF8229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000ED8A-091F-43BD-7336-3DCDA29A291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2E74CBE-8460-67A1-3E00-7D7118980A3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721FCA3-A25D-37E9-F80C-81A684E5C4AC}"/>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6CB991A8-E7CE-DB2D-F18C-B9FB52873985}"/>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3BEA3014-A48C-90CB-6614-EC8F9B9B9DD5}"/>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D2AB0DCB-DE2E-924C-574D-B1F085D552B1}"/>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BC554E5C-FCA8-A22F-1CC4-DFD2BD1EB7AF}"/>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3DECA3DC-8858-6BA9-162D-D733AE884086}"/>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4C0FF8A5-84E9-5445-2A77-D23C07CEF6E0}"/>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D77C0ACF-8034-AB76-0321-E72562FFC884}"/>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D7E0FEF1-6C35-4DDE-8098-EE0F7423F87A}"/>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A457C923-BD54-C223-B7A2-9D1A5A9D4139}"/>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BDA8D1D0-FDF4-51C7-64A9-1455B2514FA8}"/>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2" name="TextBox 21">
            <a:extLst>
              <a:ext uri="{FF2B5EF4-FFF2-40B4-BE49-F238E27FC236}">
                <a16:creationId xmlns:a16="http://schemas.microsoft.com/office/drawing/2014/main" id="{3C05D3D4-65D9-4843-D190-5CD231E90CE6}"/>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12EE0FAF-FC12-F003-04DB-2A9C6DA6C0FE}"/>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2040771A-0A31-985A-5CE7-AC1A2C2650D6}"/>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060972A2-D811-54DF-7159-2FD60D30BD40}"/>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BBEE7A2A-39B4-F245-772F-4AEB7BD23F26}"/>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15778289-0953-C070-4716-F140B3074C8C}"/>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CC88F50B-C8D7-7E8A-6F8F-F88E9037001C}"/>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EEAEBFC8-7610-2292-BA18-12F6164470E1}"/>
              </a:ext>
            </a:extLst>
          </p:cNvPr>
          <p:cNvSpPr txBox="1"/>
          <p:nvPr/>
        </p:nvSpPr>
        <p:spPr>
          <a:xfrm>
            <a:off x="4645378" y="2531765"/>
            <a:ext cx="570089" cy="230832"/>
          </a:xfrm>
          <a:prstGeom prst="rect">
            <a:avLst/>
          </a:prstGeom>
          <a:noFill/>
        </p:spPr>
        <p:txBody>
          <a:bodyPr wrap="square" rtlCol="0">
            <a:spAutoFit/>
          </a:bodyPr>
          <a:lstStyle/>
          <a:p>
            <a:pPr algn="ctr"/>
            <a:r>
              <a:rPr lang="en-US" sz="900" dirty="0"/>
              <a:t>3589</a:t>
            </a:r>
          </a:p>
        </p:txBody>
      </p:sp>
      <p:sp>
        <p:nvSpPr>
          <p:cNvPr id="27" name="TextBox 26">
            <a:extLst>
              <a:ext uri="{FF2B5EF4-FFF2-40B4-BE49-F238E27FC236}">
                <a16:creationId xmlns:a16="http://schemas.microsoft.com/office/drawing/2014/main" id="{A7AC69AC-291D-909E-EC01-20416D301D58}"/>
              </a:ext>
            </a:extLst>
          </p:cNvPr>
          <p:cNvSpPr txBox="1"/>
          <p:nvPr/>
        </p:nvSpPr>
        <p:spPr>
          <a:xfrm>
            <a:off x="5147734" y="2404765"/>
            <a:ext cx="570089" cy="230832"/>
          </a:xfrm>
          <a:prstGeom prst="rect">
            <a:avLst/>
          </a:prstGeom>
          <a:noFill/>
        </p:spPr>
        <p:txBody>
          <a:bodyPr wrap="square" rtlCol="0">
            <a:spAutoFit/>
          </a:bodyPr>
          <a:lstStyle/>
          <a:p>
            <a:pPr algn="ctr"/>
            <a:r>
              <a:rPr lang="en-US" sz="900" dirty="0"/>
              <a:t>3589</a:t>
            </a:r>
          </a:p>
        </p:txBody>
      </p:sp>
      <p:sp>
        <p:nvSpPr>
          <p:cNvPr id="32" name="TextBox 31">
            <a:extLst>
              <a:ext uri="{FF2B5EF4-FFF2-40B4-BE49-F238E27FC236}">
                <a16:creationId xmlns:a16="http://schemas.microsoft.com/office/drawing/2014/main" id="{12B5A77F-D466-4C62-989A-3E7F2BBAE7CE}"/>
              </a:ext>
            </a:extLst>
          </p:cNvPr>
          <p:cNvSpPr txBox="1"/>
          <p:nvPr/>
        </p:nvSpPr>
        <p:spPr>
          <a:xfrm>
            <a:off x="5650090" y="2905709"/>
            <a:ext cx="570089" cy="230832"/>
          </a:xfrm>
          <a:prstGeom prst="rect">
            <a:avLst/>
          </a:prstGeom>
          <a:noFill/>
        </p:spPr>
        <p:txBody>
          <a:bodyPr wrap="square" rtlCol="0">
            <a:spAutoFit/>
          </a:bodyPr>
          <a:lstStyle/>
          <a:p>
            <a:pPr algn="ctr"/>
            <a:r>
              <a:rPr lang="en-US" sz="900" dirty="0"/>
              <a:t>76</a:t>
            </a:r>
          </a:p>
        </p:txBody>
      </p:sp>
      <p:sp>
        <p:nvSpPr>
          <p:cNvPr id="34" name="TextBox 33">
            <a:extLst>
              <a:ext uri="{FF2B5EF4-FFF2-40B4-BE49-F238E27FC236}">
                <a16:creationId xmlns:a16="http://schemas.microsoft.com/office/drawing/2014/main" id="{564AA350-4582-F906-37B9-DFB06161B04D}"/>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123456</a:t>
            </a:r>
          </a:p>
        </p:txBody>
      </p:sp>
      <p:sp>
        <p:nvSpPr>
          <p:cNvPr id="35" name="TextBox 34">
            <a:extLst>
              <a:ext uri="{FF2B5EF4-FFF2-40B4-BE49-F238E27FC236}">
                <a16:creationId xmlns:a16="http://schemas.microsoft.com/office/drawing/2014/main" id="{13390CA4-9778-9EB5-CFA7-7A670CB4BB62}"/>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12356</a:t>
            </a:r>
          </a:p>
        </p:txBody>
      </p:sp>
      <p:sp>
        <p:nvSpPr>
          <p:cNvPr id="36" name="TextBox 35">
            <a:extLst>
              <a:ext uri="{FF2B5EF4-FFF2-40B4-BE49-F238E27FC236}">
                <a16:creationId xmlns:a16="http://schemas.microsoft.com/office/drawing/2014/main" id="{4B456742-144C-C367-8CDC-4487C221827E}"/>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123456</a:t>
            </a:r>
          </a:p>
        </p:txBody>
      </p:sp>
      <p:sp>
        <p:nvSpPr>
          <p:cNvPr id="37" name="TextBox 36">
            <a:extLst>
              <a:ext uri="{FF2B5EF4-FFF2-40B4-BE49-F238E27FC236}">
                <a16:creationId xmlns:a16="http://schemas.microsoft.com/office/drawing/2014/main" id="{C6ACB350-A78F-DDAC-8819-F8AB870E9E0E}"/>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30175613-537F-4B2C-E045-772B896D9385}"/>
              </a:ext>
            </a:extLst>
          </p:cNvPr>
          <p:cNvSpPr txBox="1"/>
          <p:nvPr/>
        </p:nvSpPr>
        <p:spPr>
          <a:xfrm>
            <a:off x="5650090"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124</a:t>
            </a:r>
          </a:p>
        </p:txBody>
      </p:sp>
      <p:sp>
        <p:nvSpPr>
          <p:cNvPr id="39" name="TextBox 38">
            <a:extLst>
              <a:ext uri="{FF2B5EF4-FFF2-40B4-BE49-F238E27FC236}">
                <a16:creationId xmlns:a16="http://schemas.microsoft.com/office/drawing/2014/main" id="{249F17F2-8F8D-205C-1106-C681B105C087}"/>
              </a:ext>
            </a:extLst>
          </p:cNvPr>
          <p:cNvSpPr txBox="1"/>
          <p:nvPr/>
        </p:nvSpPr>
        <p:spPr>
          <a:xfrm>
            <a:off x="6152446"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839C7085-1715-5D82-3C60-7233E05D3BE9}"/>
              </a:ext>
            </a:extLst>
          </p:cNvPr>
          <p:cNvSpPr txBox="1"/>
          <p:nvPr/>
        </p:nvSpPr>
        <p:spPr>
          <a:xfrm>
            <a:off x="5650090"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1234</a:t>
            </a:r>
          </a:p>
        </p:txBody>
      </p:sp>
      <p:sp>
        <p:nvSpPr>
          <p:cNvPr id="41" name="TextBox 40">
            <a:extLst>
              <a:ext uri="{FF2B5EF4-FFF2-40B4-BE49-F238E27FC236}">
                <a16:creationId xmlns:a16="http://schemas.microsoft.com/office/drawing/2014/main" id="{42A99F07-D150-21BE-CD0D-07D1518AED2F}"/>
              </a:ext>
            </a:extLst>
          </p:cNvPr>
          <p:cNvSpPr txBox="1"/>
          <p:nvPr/>
        </p:nvSpPr>
        <p:spPr>
          <a:xfrm>
            <a:off x="6152446"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124</a:t>
            </a:r>
          </a:p>
        </p:txBody>
      </p:sp>
      <p:sp>
        <p:nvSpPr>
          <p:cNvPr id="42" name="TextBox 41">
            <a:extLst>
              <a:ext uri="{FF2B5EF4-FFF2-40B4-BE49-F238E27FC236}">
                <a16:creationId xmlns:a16="http://schemas.microsoft.com/office/drawing/2014/main" id="{55C1E7E9-D5E3-3A75-275D-D9845356FA29}"/>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43" name="TextBox 42">
            <a:extLst>
              <a:ext uri="{FF2B5EF4-FFF2-40B4-BE49-F238E27FC236}">
                <a16:creationId xmlns:a16="http://schemas.microsoft.com/office/drawing/2014/main" id="{5689A471-7124-7DDE-1789-23EBE61B1820}"/>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110BB0F0-A0FA-9B74-EE5C-8FCFD82A7435}"/>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4781311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12B77-6207-55CB-4EA2-77EC51632BB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9C423F-4896-AE57-C665-D351B4CD9590}"/>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8C6FAAB-B924-769C-09B2-6DC2A134A13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E0F32D6-4296-C4B2-09B2-6DC992D55C1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BB15CF9-CE1D-819B-5190-F8EC4157F56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E4E937B-1D22-6FA9-A7E9-F552B8CB7AE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91E84B7-E461-92A9-7327-FD7AA4E6BA96}"/>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97912957-368E-EAE1-3346-9E18FEBAD152}"/>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990173CF-DE92-665D-0DFB-95A28B3F72E9}"/>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D9B12BBF-6A97-8909-DDAE-7A0D9EE550B7}"/>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6FDEE5E4-438D-EB4C-B39D-8E1B810CC1D7}"/>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5915F985-30B7-7E66-C1E8-8037B8E70F95}"/>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4BAC860A-2C15-5605-17FC-F8F1D8DC633E}"/>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93943340-A126-0405-CF93-4E37844F2F7D}"/>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7B43BC59-58FD-6667-9048-E9EF5E9DFF9D}"/>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8B5D0302-2F72-4F57-DD4E-F192CCB42D5C}"/>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EEE934C7-2F3C-4E01-258C-385FDF534112}"/>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11D98B01-59F8-02DF-A494-990AFCB8CC38}"/>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2" name="TextBox 21">
            <a:extLst>
              <a:ext uri="{FF2B5EF4-FFF2-40B4-BE49-F238E27FC236}">
                <a16:creationId xmlns:a16="http://schemas.microsoft.com/office/drawing/2014/main" id="{65750A69-3A7C-3352-EF20-9FB46E43AC30}"/>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875EA9B9-DCEF-96CA-99AE-89B8A808681B}"/>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F3FD04E1-2DF3-1418-F105-A4A0EA9400F6}"/>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23B3166B-12D5-8E0A-CB8E-86774C817300}"/>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BA1C14AB-3D43-4F50-4F40-923F516E16EC}"/>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032C97CD-E9B8-D428-5AB2-7F3929BDEE74}"/>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B8AE1159-99FC-08D8-8538-9B6A4F747457}"/>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1211CA0E-731B-D298-0E64-0D1BCF1F1BFF}"/>
              </a:ext>
            </a:extLst>
          </p:cNvPr>
          <p:cNvSpPr txBox="1"/>
          <p:nvPr/>
        </p:nvSpPr>
        <p:spPr>
          <a:xfrm>
            <a:off x="4645378" y="2531765"/>
            <a:ext cx="570089" cy="230832"/>
          </a:xfrm>
          <a:prstGeom prst="rect">
            <a:avLst/>
          </a:prstGeom>
          <a:noFill/>
        </p:spPr>
        <p:txBody>
          <a:bodyPr wrap="square" rtlCol="0">
            <a:spAutoFit/>
          </a:bodyPr>
          <a:lstStyle/>
          <a:p>
            <a:pPr algn="ctr"/>
            <a:r>
              <a:rPr lang="en-US" sz="900" dirty="0"/>
              <a:t>389</a:t>
            </a:r>
          </a:p>
        </p:txBody>
      </p:sp>
      <p:sp>
        <p:nvSpPr>
          <p:cNvPr id="27" name="TextBox 26">
            <a:extLst>
              <a:ext uri="{FF2B5EF4-FFF2-40B4-BE49-F238E27FC236}">
                <a16:creationId xmlns:a16="http://schemas.microsoft.com/office/drawing/2014/main" id="{AEED25C2-1ACB-3FF1-480F-96CFEA594784}"/>
              </a:ext>
            </a:extLst>
          </p:cNvPr>
          <p:cNvSpPr txBox="1"/>
          <p:nvPr/>
        </p:nvSpPr>
        <p:spPr>
          <a:xfrm>
            <a:off x="5147734" y="2404765"/>
            <a:ext cx="570089" cy="230832"/>
          </a:xfrm>
          <a:prstGeom prst="rect">
            <a:avLst/>
          </a:prstGeom>
          <a:noFill/>
        </p:spPr>
        <p:txBody>
          <a:bodyPr wrap="square" rtlCol="0">
            <a:spAutoFit/>
          </a:bodyPr>
          <a:lstStyle/>
          <a:p>
            <a:pPr algn="ctr"/>
            <a:r>
              <a:rPr lang="en-US" sz="900" dirty="0"/>
              <a:t>389</a:t>
            </a:r>
          </a:p>
        </p:txBody>
      </p:sp>
      <p:sp>
        <p:nvSpPr>
          <p:cNvPr id="32" name="TextBox 31">
            <a:extLst>
              <a:ext uri="{FF2B5EF4-FFF2-40B4-BE49-F238E27FC236}">
                <a16:creationId xmlns:a16="http://schemas.microsoft.com/office/drawing/2014/main" id="{1363A82D-E98B-42AA-0546-ABC279C0116B}"/>
              </a:ext>
            </a:extLst>
          </p:cNvPr>
          <p:cNvSpPr txBox="1"/>
          <p:nvPr/>
        </p:nvSpPr>
        <p:spPr>
          <a:xfrm>
            <a:off x="5650090" y="2905709"/>
            <a:ext cx="570089" cy="230832"/>
          </a:xfrm>
          <a:prstGeom prst="rect">
            <a:avLst/>
          </a:prstGeom>
          <a:noFill/>
        </p:spPr>
        <p:txBody>
          <a:bodyPr wrap="square" rtlCol="0">
            <a:spAutoFit/>
          </a:bodyPr>
          <a:lstStyle/>
          <a:p>
            <a:pPr algn="ctr"/>
            <a:r>
              <a:rPr lang="en-US" sz="900" dirty="0"/>
              <a:t>76</a:t>
            </a:r>
          </a:p>
        </p:txBody>
      </p:sp>
      <p:sp>
        <p:nvSpPr>
          <p:cNvPr id="34" name="TextBox 33">
            <a:extLst>
              <a:ext uri="{FF2B5EF4-FFF2-40B4-BE49-F238E27FC236}">
                <a16:creationId xmlns:a16="http://schemas.microsoft.com/office/drawing/2014/main" id="{9FC8C2AB-D3CE-9F5D-93A0-34E99CDF9EA5}"/>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12346</a:t>
            </a:r>
          </a:p>
        </p:txBody>
      </p:sp>
      <p:sp>
        <p:nvSpPr>
          <p:cNvPr id="35" name="TextBox 34">
            <a:extLst>
              <a:ext uri="{FF2B5EF4-FFF2-40B4-BE49-F238E27FC236}">
                <a16:creationId xmlns:a16="http://schemas.microsoft.com/office/drawing/2014/main" id="{1D956AE8-BE35-D735-B8E8-9A2D60D4B101}"/>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1236</a:t>
            </a:r>
          </a:p>
        </p:txBody>
      </p:sp>
      <p:sp>
        <p:nvSpPr>
          <p:cNvPr id="36" name="TextBox 35">
            <a:extLst>
              <a:ext uri="{FF2B5EF4-FFF2-40B4-BE49-F238E27FC236}">
                <a16:creationId xmlns:a16="http://schemas.microsoft.com/office/drawing/2014/main" id="{BB0E45CD-9F0D-7FE7-CB05-303D1A28A7AD}"/>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12346</a:t>
            </a:r>
          </a:p>
        </p:txBody>
      </p:sp>
      <p:sp>
        <p:nvSpPr>
          <p:cNvPr id="37" name="TextBox 36">
            <a:extLst>
              <a:ext uri="{FF2B5EF4-FFF2-40B4-BE49-F238E27FC236}">
                <a16:creationId xmlns:a16="http://schemas.microsoft.com/office/drawing/2014/main" id="{AD40A13B-ABF8-F210-EFD7-2012AB9DBECF}"/>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E4A6771D-4689-91D9-8C99-565A896EEE2E}"/>
              </a:ext>
            </a:extLst>
          </p:cNvPr>
          <p:cNvSpPr txBox="1"/>
          <p:nvPr/>
        </p:nvSpPr>
        <p:spPr>
          <a:xfrm>
            <a:off x="5650090"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124</a:t>
            </a:r>
          </a:p>
        </p:txBody>
      </p:sp>
      <p:sp>
        <p:nvSpPr>
          <p:cNvPr id="39" name="TextBox 38">
            <a:extLst>
              <a:ext uri="{FF2B5EF4-FFF2-40B4-BE49-F238E27FC236}">
                <a16:creationId xmlns:a16="http://schemas.microsoft.com/office/drawing/2014/main" id="{CEA974F7-C977-4FC8-74EC-0EA6B01B4642}"/>
              </a:ext>
            </a:extLst>
          </p:cNvPr>
          <p:cNvSpPr txBox="1"/>
          <p:nvPr/>
        </p:nvSpPr>
        <p:spPr>
          <a:xfrm>
            <a:off x="6152446"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D2FAF08F-6248-D951-1FC2-58A6DB84F041}"/>
              </a:ext>
            </a:extLst>
          </p:cNvPr>
          <p:cNvSpPr txBox="1"/>
          <p:nvPr/>
        </p:nvSpPr>
        <p:spPr>
          <a:xfrm>
            <a:off x="5650090"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1234</a:t>
            </a:r>
          </a:p>
        </p:txBody>
      </p:sp>
      <p:sp>
        <p:nvSpPr>
          <p:cNvPr id="41" name="TextBox 40">
            <a:extLst>
              <a:ext uri="{FF2B5EF4-FFF2-40B4-BE49-F238E27FC236}">
                <a16:creationId xmlns:a16="http://schemas.microsoft.com/office/drawing/2014/main" id="{7AA19D3B-0422-D01A-69FA-CA3B0F6722CD}"/>
              </a:ext>
            </a:extLst>
          </p:cNvPr>
          <p:cNvSpPr txBox="1"/>
          <p:nvPr/>
        </p:nvSpPr>
        <p:spPr>
          <a:xfrm>
            <a:off x="6152446"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124</a:t>
            </a:r>
          </a:p>
        </p:txBody>
      </p:sp>
      <p:sp>
        <p:nvSpPr>
          <p:cNvPr id="42" name="TextBox 41">
            <a:extLst>
              <a:ext uri="{FF2B5EF4-FFF2-40B4-BE49-F238E27FC236}">
                <a16:creationId xmlns:a16="http://schemas.microsoft.com/office/drawing/2014/main" id="{B166E728-2D09-EDAE-A908-6453209E2797}"/>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43" name="TextBox 42">
            <a:extLst>
              <a:ext uri="{FF2B5EF4-FFF2-40B4-BE49-F238E27FC236}">
                <a16:creationId xmlns:a16="http://schemas.microsoft.com/office/drawing/2014/main" id="{DE57CB59-BAD9-0CD4-586B-BAA86B6A1F85}"/>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5FC66A80-EA66-401B-9A2F-A47FEE3E7F06}"/>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6043625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A9CEB-D840-5C61-7C1A-7777E5FEC77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39546F-A6EF-C15C-C51A-6264DCA25EFA}"/>
              </a:ext>
            </a:extLst>
          </p:cNvPr>
          <p:cNvSpPr>
            <a:spLocks noGrp="1"/>
          </p:cNvSpPr>
          <p:nvPr>
            <p:ph sz="half" idx="1"/>
          </p:nvPr>
        </p:nvSpPr>
        <p:spPr/>
        <p:txBody>
          <a:bodyPr>
            <a:normAutofit/>
          </a:bodyPr>
          <a:lstStyle/>
          <a:p>
            <a:r>
              <a:rPr lang="en-US" dirty="0"/>
              <a:t>The [9 in 3] must contain 2 (as 126 or 234).</a:t>
            </a:r>
          </a:p>
        </p:txBody>
      </p:sp>
      <p:pic>
        <p:nvPicPr>
          <p:cNvPr id="4" name="Picture 3" descr="A grid of sudoku puzzle&#10;&#10;Description automatically generated">
            <a:extLst>
              <a:ext uri="{FF2B5EF4-FFF2-40B4-BE49-F238E27FC236}">
                <a16:creationId xmlns:a16="http://schemas.microsoft.com/office/drawing/2014/main" id="{81E6B003-30D1-7B41-4EAD-608FD6F8ECC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A1D5330-B9DB-3247-6E3A-4D34D089194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12F686A-3D2D-887E-A270-3B8245E8EE8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4868FB3-DF97-5BEA-4462-8DEDAA2C68F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B051AFA-B0DB-AA13-C328-1951DD2F39A5}"/>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9CE8627-64D3-054B-B33A-4532D0642935}"/>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F8AE1896-B074-D0E1-DA29-9AD8AE1F9AEB}"/>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3544F882-9B77-FF8B-FA21-9160E0928719}"/>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A2FAC8FC-F1F7-A49A-86D7-0F36149B753E}"/>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D41A04F4-B5A9-BD37-D9E9-924B1620E85B}"/>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476EFB91-A443-B77C-3C4A-9262A3E82DC3}"/>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3CE6016C-D3B2-3F97-22B2-D2B1F80FBD79}"/>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BFE8EE34-D949-5841-9A6F-D512DA84DA18}"/>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C0D8F9D5-7074-4FD9-67E4-DCEBE823D46D}"/>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8A2D2452-A7EF-0822-550B-155C52D00BD0}"/>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27D327B8-7420-3D04-1364-B6DEAE490A82}"/>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2" name="TextBox 21">
            <a:extLst>
              <a:ext uri="{FF2B5EF4-FFF2-40B4-BE49-F238E27FC236}">
                <a16:creationId xmlns:a16="http://schemas.microsoft.com/office/drawing/2014/main" id="{FF10CD34-2EC1-84F1-93A4-8C3A1F19D69D}"/>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88845340-FBDD-EB1F-73AF-C760318E7647}"/>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A4DC6A26-202A-4AF4-9575-0D0B51865E47}"/>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6D52B154-C019-5B1F-46CC-75A48407EFA3}"/>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0A1CDA12-6F70-F615-6414-52776E830962}"/>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9A0D0CD-1FBA-7DC5-5B46-DEAEA93D955D}"/>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A6A4404D-1F64-499D-C5AF-B4F1989AA1DD}"/>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556C5E89-B90D-C3C1-A202-FF3D2B607A03}"/>
              </a:ext>
            </a:extLst>
          </p:cNvPr>
          <p:cNvSpPr txBox="1"/>
          <p:nvPr/>
        </p:nvSpPr>
        <p:spPr>
          <a:xfrm>
            <a:off x="4645378" y="2531765"/>
            <a:ext cx="570089" cy="230832"/>
          </a:xfrm>
          <a:prstGeom prst="rect">
            <a:avLst/>
          </a:prstGeom>
          <a:noFill/>
        </p:spPr>
        <p:txBody>
          <a:bodyPr wrap="square" rtlCol="0">
            <a:spAutoFit/>
          </a:bodyPr>
          <a:lstStyle/>
          <a:p>
            <a:pPr algn="ctr"/>
            <a:r>
              <a:rPr lang="en-US" sz="900" dirty="0"/>
              <a:t>389</a:t>
            </a:r>
          </a:p>
        </p:txBody>
      </p:sp>
      <p:sp>
        <p:nvSpPr>
          <p:cNvPr id="27" name="TextBox 26">
            <a:extLst>
              <a:ext uri="{FF2B5EF4-FFF2-40B4-BE49-F238E27FC236}">
                <a16:creationId xmlns:a16="http://schemas.microsoft.com/office/drawing/2014/main" id="{FFDB122E-94F6-8FC0-1382-34C4272F870B}"/>
              </a:ext>
            </a:extLst>
          </p:cNvPr>
          <p:cNvSpPr txBox="1"/>
          <p:nvPr/>
        </p:nvSpPr>
        <p:spPr>
          <a:xfrm>
            <a:off x="5147734" y="2404765"/>
            <a:ext cx="570089" cy="230832"/>
          </a:xfrm>
          <a:prstGeom prst="rect">
            <a:avLst/>
          </a:prstGeom>
          <a:noFill/>
        </p:spPr>
        <p:txBody>
          <a:bodyPr wrap="square" rtlCol="0">
            <a:spAutoFit/>
          </a:bodyPr>
          <a:lstStyle/>
          <a:p>
            <a:pPr algn="ctr"/>
            <a:r>
              <a:rPr lang="en-US" sz="900" dirty="0"/>
              <a:t>389</a:t>
            </a:r>
          </a:p>
        </p:txBody>
      </p:sp>
      <p:sp>
        <p:nvSpPr>
          <p:cNvPr id="32" name="TextBox 31">
            <a:extLst>
              <a:ext uri="{FF2B5EF4-FFF2-40B4-BE49-F238E27FC236}">
                <a16:creationId xmlns:a16="http://schemas.microsoft.com/office/drawing/2014/main" id="{67C163EE-8D5D-1E46-41A4-0A6AF852F4BE}"/>
              </a:ext>
            </a:extLst>
          </p:cNvPr>
          <p:cNvSpPr txBox="1"/>
          <p:nvPr/>
        </p:nvSpPr>
        <p:spPr>
          <a:xfrm>
            <a:off x="5650090" y="2905709"/>
            <a:ext cx="570089" cy="230832"/>
          </a:xfrm>
          <a:prstGeom prst="rect">
            <a:avLst/>
          </a:prstGeom>
          <a:noFill/>
        </p:spPr>
        <p:txBody>
          <a:bodyPr wrap="square" rtlCol="0">
            <a:spAutoFit/>
          </a:bodyPr>
          <a:lstStyle/>
          <a:p>
            <a:pPr algn="ctr"/>
            <a:r>
              <a:rPr lang="en-US" sz="900" dirty="0"/>
              <a:t>76</a:t>
            </a:r>
          </a:p>
        </p:txBody>
      </p:sp>
      <p:sp>
        <p:nvSpPr>
          <p:cNvPr id="34" name="TextBox 33">
            <a:extLst>
              <a:ext uri="{FF2B5EF4-FFF2-40B4-BE49-F238E27FC236}">
                <a16:creationId xmlns:a16="http://schemas.microsoft.com/office/drawing/2014/main" id="{298A1DFF-D305-C992-5E05-726EEE7B048A}"/>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12346</a:t>
            </a:r>
          </a:p>
        </p:txBody>
      </p:sp>
      <p:sp>
        <p:nvSpPr>
          <p:cNvPr id="35" name="TextBox 34">
            <a:extLst>
              <a:ext uri="{FF2B5EF4-FFF2-40B4-BE49-F238E27FC236}">
                <a16:creationId xmlns:a16="http://schemas.microsoft.com/office/drawing/2014/main" id="{3F3AC95C-66F6-021E-6575-610D3B9517EB}"/>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1236</a:t>
            </a:r>
          </a:p>
        </p:txBody>
      </p:sp>
      <p:sp>
        <p:nvSpPr>
          <p:cNvPr id="36" name="TextBox 35">
            <a:extLst>
              <a:ext uri="{FF2B5EF4-FFF2-40B4-BE49-F238E27FC236}">
                <a16:creationId xmlns:a16="http://schemas.microsoft.com/office/drawing/2014/main" id="{9CFB6C0D-4908-B6E2-72A5-D067B9D98F66}"/>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12346</a:t>
            </a:r>
          </a:p>
        </p:txBody>
      </p:sp>
      <p:sp>
        <p:nvSpPr>
          <p:cNvPr id="37" name="TextBox 36">
            <a:extLst>
              <a:ext uri="{FF2B5EF4-FFF2-40B4-BE49-F238E27FC236}">
                <a16:creationId xmlns:a16="http://schemas.microsoft.com/office/drawing/2014/main" id="{43841C06-C493-33A6-8DBC-8352DA57236A}"/>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7FECECE2-956A-99C9-0A3C-F9CA11F44C9D}"/>
              </a:ext>
            </a:extLst>
          </p:cNvPr>
          <p:cNvSpPr txBox="1"/>
          <p:nvPr/>
        </p:nvSpPr>
        <p:spPr>
          <a:xfrm>
            <a:off x="5650090"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14</a:t>
            </a:r>
          </a:p>
        </p:txBody>
      </p:sp>
      <p:sp>
        <p:nvSpPr>
          <p:cNvPr id="39" name="TextBox 38">
            <a:extLst>
              <a:ext uri="{FF2B5EF4-FFF2-40B4-BE49-F238E27FC236}">
                <a16:creationId xmlns:a16="http://schemas.microsoft.com/office/drawing/2014/main" id="{896C0E13-597B-A744-9364-CCBFC8FA3398}"/>
              </a:ext>
            </a:extLst>
          </p:cNvPr>
          <p:cNvSpPr txBox="1"/>
          <p:nvPr/>
        </p:nvSpPr>
        <p:spPr>
          <a:xfrm>
            <a:off x="6152446"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0BF958D5-967B-4025-4ED4-7ACFF39C2BC2}"/>
              </a:ext>
            </a:extLst>
          </p:cNvPr>
          <p:cNvSpPr txBox="1"/>
          <p:nvPr/>
        </p:nvSpPr>
        <p:spPr>
          <a:xfrm>
            <a:off x="5650090"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134</a:t>
            </a:r>
          </a:p>
        </p:txBody>
      </p:sp>
      <p:sp>
        <p:nvSpPr>
          <p:cNvPr id="41" name="TextBox 40">
            <a:extLst>
              <a:ext uri="{FF2B5EF4-FFF2-40B4-BE49-F238E27FC236}">
                <a16:creationId xmlns:a16="http://schemas.microsoft.com/office/drawing/2014/main" id="{8E0EA743-F649-34CA-9F78-69149888AB0A}"/>
              </a:ext>
            </a:extLst>
          </p:cNvPr>
          <p:cNvSpPr txBox="1"/>
          <p:nvPr/>
        </p:nvSpPr>
        <p:spPr>
          <a:xfrm>
            <a:off x="6152446"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14</a:t>
            </a:r>
          </a:p>
        </p:txBody>
      </p:sp>
      <p:sp>
        <p:nvSpPr>
          <p:cNvPr id="42" name="TextBox 41">
            <a:extLst>
              <a:ext uri="{FF2B5EF4-FFF2-40B4-BE49-F238E27FC236}">
                <a16:creationId xmlns:a16="http://schemas.microsoft.com/office/drawing/2014/main" id="{AF85680C-A55D-434C-2529-41D9A486CE5B}"/>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43" name="TextBox 42">
            <a:extLst>
              <a:ext uri="{FF2B5EF4-FFF2-40B4-BE49-F238E27FC236}">
                <a16:creationId xmlns:a16="http://schemas.microsoft.com/office/drawing/2014/main" id="{029A0122-F54A-2677-FA1F-744EE06E0055}"/>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43DFEC08-0CBD-997C-3D26-38B6912EA42F}"/>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6781283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0000">
            <a:alpha val="25000"/>
          </a:srgbClr>
        </a:solidFill>
        <a:effectLst/>
      </p:bgPr>
    </p:bg>
    <p:spTree>
      <p:nvGrpSpPr>
        <p:cNvPr id="1" name="">
          <a:extLst>
            <a:ext uri="{FF2B5EF4-FFF2-40B4-BE49-F238E27FC236}">
              <a16:creationId xmlns:a16="http://schemas.microsoft.com/office/drawing/2014/main" id="{D7A38FCE-5F80-D744-23F1-F0CFD142C42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C65450D-9604-FF26-F8AC-2337799C0644}"/>
              </a:ext>
            </a:extLst>
          </p:cNvPr>
          <p:cNvSpPr>
            <a:spLocks noGrp="1"/>
          </p:cNvSpPr>
          <p:nvPr>
            <p:ph sz="half" idx="1"/>
          </p:nvPr>
        </p:nvSpPr>
        <p:spPr/>
        <p:txBody>
          <a:bodyPr>
            <a:normAutofit/>
          </a:bodyPr>
          <a:lstStyle/>
          <a:p>
            <a:r>
              <a:rPr lang="en-US" dirty="0"/>
              <a:t>FAIL. 11 on the line is precluded because it would force 2 off-line, but 5 isn’t available to complete the cage.  14 on the line is precluded because 22 isn’t available off-line and 13 off-line would duplicate the 1 by Sudoku.</a:t>
            </a:r>
          </a:p>
        </p:txBody>
      </p:sp>
      <p:pic>
        <p:nvPicPr>
          <p:cNvPr id="4" name="Picture 3" descr="A grid of sudoku puzzle&#10;&#10;Description automatically generated">
            <a:extLst>
              <a:ext uri="{FF2B5EF4-FFF2-40B4-BE49-F238E27FC236}">
                <a16:creationId xmlns:a16="http://schemas.microsoft.com/office/drawing/2014/main" id="{E20222FB-B3AB-4641-1A3A-8061A30798B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15C57F0-3034-6D0E-B3B1-88AB4E1A73D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F5922EB-48A9-12D8-121C-59AC700CB64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88CDC27-585D-9B69-1471-6B7E98F7F95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3CCE786-BDD2-06B4-22D2-30B9CFD96ACB}"/>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5603D48A-5DC5-CBBD-4FCD-FA402FE56504}"/>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073C3ED8-5184-BDF0-A736-CBC680B43C6F}"/>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F18D31AC-BA41-948D-CA41-4F5BCFD66871}"/>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3FA11252-9463-F8D7-A9B6-8407E3591FCF}"/>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2A043E7E-5121-6D92-6119-69391017C70B}"/>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EA2D4D9B-73D7-2444-A37D-0966307B0313}"/>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A43C3C9D-8319-2229-F513-A9CBC6897105}"/>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D159C932-AE80-A793-7B4A-371801D0621A}"/>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82177A4F-C39C-A5D2-5AA4-B0BBAC93E6C4}"/>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65142C1B-02B4-E085-0392-416E195C7935}"/>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5CB00432-B53A-5A33-392D-E9444597043E}"/>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2" name="TextBox 21">
            <a:extLst>
              <a:ext uri="{FF2B5EF4-FFF2-40B4-BE49-F238E27FC236}">
                <a16:creationId xmlns:a16="http://schemas.microsoft.com/office/drawing/2014/main" id="{C8D3E19D-14C9-630A-027C-EC30ECAD660F}"/>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5FB40381-775A-F072-FFDB-6BA54EF985D7}"/>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CEF46CA9-5698-256C-1422-CA5F4740C6B8}"/>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6BE51834-187A-A691-1949-5C7EDF99EED8}"/>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713EF523-1935-D8E2-6951-C9480ECFAFD4}"/>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DC1FF3D-26F7-874D-A00B-D03EAAB2FFB2}"/>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77A396CD-5125-77D8-CE09-B05EA357C45F}"/>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3C379CB3-5661-0326-2359-F5B0C15682FF}"/>
              </a:ext>
            </a:extLst>
          </p:cNvPr>
          <p:cNvSpPr txBox="1"/>
          <p:nvPr/>
        </p:nvSpPr>
        <p:spPr>
          <a:xfrm>
            <a:off x="4645378" y="2531765"/>
            <a:ext cx="570089" cy="230832"/>
          </a:xfrm>
          <a:prstGeom prst="rect">
            <a:avLst/>
          </a:prstGeom>
          <a:noFill/>
        </p:spPr>
        <p:txBody>
          <a:bodyPr wrap="square" rtlCol="0">
            <a:spAutoFit/>
          </a:bodyPr>
          <a:lstStyle/>
          <a:p>
            <a:pPr algn="ctr"/>
            <a:r>
              <a:rPr lang="en-US" sz="900" dirty="0"/>
              <a:t>389</a:t>
            </a:r>
          </a:p>
        </p:txBody>
      </p:sp>
      <p:sp>
        <p:nvSpPr>
          <p:cNvPr id="27" name="TextBox 26">
            <a:extLst>
              <a:ext uri="{FF2B5EF4-FFF2-40B4-BE49-F238E27FC236}">
                <a16:creationId xmlns:a16="http://schemas.microsoft.com/office/drawing/2014/main" id="{B4406FBD-756D-75D6-B032-E025E6374F05}"/>
              </a:ext>
            </a:extLst>
          </p:cNvPr>
          <p:cNvSpPr txBox="1"/>
          <p:nvPr/>
        </p:nvSpPr>
        <p:spPr>
          <a:xfrm>
            <a:off x="5147734" y="2404765"/>
            <a:ext cx="570089" cy="230832"/>
          </a:xfrm>
          <a:prstGeom prst="rect">
            <a:avLst/>
          </a:prstGeom>
          <a:noFill/>
        </p:spPr>
        <p:txBody>
          <a:bodyPr wrap="square" rtlCol="0">
            <a:spAutoFit/>
          </a:bodyPr>
          <a:lstStyle/>
          <a:p>
            <a:pPr algn="ctr"/>
            <a:r>
              <a:rPr lang="en-US" sz="900" dirty="0"/>
              <a:t>389</a:t>
            </a:r>
          </a:p>
        </p:txBody>
      </p:sp>
      <p:sp>
        <p:nvSpPr>
          <p:cNvPr id="32" name="TextBox 31">
            <a:extLst>
              <a:ext uri="{FF2B5EF4-FFF2-40B4-BE49-F238E27FC236}">
                <a16:creationId xmlns:a16="http://schemas.microsoft.com/office/drawing/2014/main" id="{5D4B4573-A899-D1DD-D7B6-471E1A5BB39C}"/>
              </a:ext>
            </a:extLst>
          </p:cNvPr>
          <p:cNvSpPr txBox="1"/>
          <p:nvPr/>
        </p:nvSpPr>
        <p:spPr>
          <a:xfrm>
            <a:off x="5650090" y="2905709"/>
            <a:ext cx="570089" cy="230832"/>
          </a:xfrm>
          <a:prstGeom prst="rect">
            <a:avLst/>
          </a:prstGeom>
          <a:noFill/>
        </p:spPr>
        <p:txBody>
          <a:bodyPr wrap="square" rtlCol="0">
            <a:spAutoFit/>
          </a:bodyPr>
          <a:lstStyle/>
          <a:p>
            <a:pPr algn="ctr"/>
            <a:r>
              <a:rPr lang="en-US" sz="900" dirty="0"/>
              <a:t>76</a:t>
            </a:r>
          </a:p>
        </p:txBody>
      </p:sp>
      <p:sp>
        <p:nvSpPr>
          <p:cNvPr id="34" name="TextBox 33">
            <a:extLst>
              <a:ext uri="{FF2B5EF4-FFF2-40B4-BE49-F238E27FC236}">
                <a16:creationId xmlns:a16="http://schemas.microsoft.com/office/drawing/2014/main" id="{253B0819-B3F7-5C3E-714D-A1CFB13D977B}"/>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12346</a:t>
            </a:r>
          </a:p>
        </p:txBody>
      </p:sp>
      <p:sp>
        <p:nvSpPr>
          <p:cNvPr id="35" name="TextBox 34">
            <a:extLst>
              <a:ext uri="{FF2B5EF4-FFF2-40B4-BE49-F238E27FC236}">
                <a16:creationId xmlns:a16="http://schemas.microsoft.com/office/drawing/2014/main" id="{A064D2FA-3EBD-64D6-5D5E-59EB1E8611E6}"/>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1236</a:t>
            </a:r>
          </a:p>
        </p:txBody>
      </p:sp>
      <p:sp>
        <p:nvSpPr>
          <p:cNvPr id="36" name="TextBox 35">
            <a:extLst>
              <a:ext uri="{FF2B5EF4-FFF2-40B4-BE49-F238E27FC236}">
                <a16:creationId xmlns:a16="http://schemas.microsoft.com/office/drawing/2014/main" id="{B5030C44-1A2F-7857-9908-B56CD28DD2C2}"/>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12346</a:t>
            </a:r>
          </a:p>
        </p:txBody>
      </p:sp>
      <p:sp>
        <p:nvSpPr>
          <p:cNvPr id="37" name="TextBox 36">
            <a:extLst>
              <a:ext uri="{FF2B5EF4-FFF2-40B4-BE49-F238E27FC236}">
                <a16:creationId xmlns:a16="http://schemas.microsoft.com/office/drawing/2014/main" id="{75D99362-50E6-674B-BEE8-FF55318C750F}"/>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17DB7078-4618-5F6D-EC99-76E1BB5A9CBA}"/>
              </a:ext>
            </a:extLst>
          </p:cNvPr>
          <p:cNvSpPr txBox="1"/>
          <p:nvPr/>
        </p:nvSpPr>
        <p:spPr>
          <a:xfrm>
            <a:off x="5650090"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14</a:t>
            </a:r>
          </a:p>
        </p:txBody>
      </p:sp>
      <p:sp>
        <p:nvSpPr>
          <p:cNvPr id="39" name="TextBox 38">
            <a:extLst>
              <a:ext uri="{FF2B5EF4-FFF2-40B4-BE49-F238E27FC236}">
                <a16:creationId xmlns:a16="http://schemas.microsoft.com/office/drawing/2014/main" id="{D9986A81-E6CE-85AC-52D6-9850C46377C1}"/>
              </a:ext>
            </a:extLst>
          </p:cNvPr>
          <p:cNvSpPr txBox="1"/>
          <p:nvPr/>
        </p:nvSpPr>
        <p:spPr>
          <a:xfrm>
            <a:off x="6152446"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DE2A96BA-0E4A-09BA-BCBE-7F6D0BB4ADC7}"/>
              </a:ext>
            </a:extLst>
          </p:cNvPr>
          <p:cNvSpPr txBox="1"/>
          <p:nvPr/>
        </p:nvSpPr>
        <p:spPr>
          <a:xfrm>
            <a:off x="5650090"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134</a:t>
            </a:r>
          </a:p>
        </p:txBody>
      </p:sp>
      <p:sp>
        <p:nvSpPr>
          <p:cNvPr id="41" name="TextBox 40">
            <a:extLst>
              <a:ext uri="{FF2B5EF4-FFF2-40B4-BE49-F238E27FC236}">
                <a16:creationId xmlns:a16="http://schemas.microsoft.com/office/drawing/2014/main" id="{543C1493-5F66-0952-09C9-98BDFC04E312}"/>
              </a:ext>
            </a:extLst>
          </p:cNvPr>
          <p:cNvSpPr txBox="1"/>
          <p:nvPr/>
        </p:nvSpPr>
        <p:spPr>
          <a:xfrm>
            <a:off x="6152446"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14</a:t>
            </a:r>
          </a:p>
        </p:txBody>
      </p:sp>
      <p:sp>
        <p:nvSpPr>
          <p:cNvPr id="42" name="TextBox 41">
            <a:extLst>
              <a:ext uri="{FF2B5EF4-FFF2-40B4-BE49-F238E27FC236}">
                <a16:creationId xmlns:a16="http://schemas.microsoft.com/office/drawing/2014/main" id="{8D625D9D-3C4C-2FE3-4EB9-DD2339BC8708}"/>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43" name="TextBox 42">
            <a:extLst>
              <a:ext uri="{FF2B5EF4-FFF2-40B4-BE49-F238E27FC236}">
                <a16:creationId xmlns:a16="http://schemas.microsoft.com/office/drawing/2014/main" id="{95D6E450-DA06-3C51-61D6-A6D25C0AFBA8}"/>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C94CEBFA-F06E-BA26-6743-44A48DB4BDE0}"/>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6070666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4D4AE-929F-34E7-D93F-9FE69F2F0B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7781C4-AA01-815C-0E33-658BEC4F6B5E}"/>
              </a:ext>
            </a:extLst>
          </p:cNvPr>
          <p:cNvSpPr>
            <a:spLocks noGrp="1"/>
          </p:cNvSpPr>
          <p:nvPr>
            <p:ph sz="half" idx="1"/>
          </p:nvPr>
        </p:nvSpPr>
        <p:spPr/>
        <p:txBody>
          <a:bodyPr>
            <a:normAutofit/>
          </a:bodyPr>
          <a:lstStyle/>
          <a:p>
            <a:r>
              <a:rPr lang="en-US" dirty="0"/>
              <a:t>Continuing, knowing that the cages in the last four columns are 9, 49, 25, 25, and 64, with 8 left over (totaling 180).</a:t>
            </a:r>
          </a:p>
        </p:txBody>
      </p:sp>
      <p:pic>
        <p:nvPicPr>
          <p:cNvPr id="4" name="Picture 3" descr="A grid of sudoku puzzle&#10;&#10;Description automatically generated">
            <a:extLst>
              <a:ext uri="{FF2B5EF4-FFF2-40B4-BE49-F238E27FC236}">
                <a16:creationId xmlns:a16="http://schemas.microsoft.com/office/drawing/2014/main" id="{E62CA9C0-43C1-D93A-08D2-E9B58595709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5413593-420E-5E8B-4157-6B7207235B0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E48AD04-AFCB-D71A-8F7E-C9B82E8F4EB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00C83DB-C83B-70BF-C3FB-923CC14C4BE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C3C793F-8083-B7E7-6FB9-BC4AEEC87445}"/>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2836DFE-F2C9-7874-BEBE-5BD8991D764F}"/>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B1CD4759-F6E2-84C1-58BD-A383D9A3E852}"/>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563B5D14-8361-D3DF-441F-B523DD271025}"/>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C5BB9399-B6C5-D9DC-DCCB-8C0B3D37577B}"/>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23FC65F6-26BA-1A64-A2CA-0A8F6A3FE5E3}"/>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FF9925F3-7E52-2EF7-D9E0-C16D5F653B63}"/>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25B5ABB4-5B2C-890C-56D7-9691665A3758}"/>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6DA7CB19-7836-5CDE-648B-93B86B08E42E}"/>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20E23542-0BC5-5B33-A74A-AD7F7764048D}"/>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6893D14D-4B50-4964-3063-174A105809A5}"/>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8F04EBE5-45F3-FB49-4000-5C14D20808C9}"/>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2" name="TextBox 21">
            <a:extLst>
              <a:ext uri="{FF2B5EF4-FFF2-40B4-BE49-F238E27FC236}">
                <a16:creationId xmlns:a16="http://schemas.microsoft.com/office/drawing/2014/main" id="{89037868-A3AE-274C-A59F-645E54FACF49}"/>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77D47879-826C-6C75-91AD-908975ED8DEE}"/>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12CFE6C8-79AF-FE88-8055-D41CCA15A6C9}"/>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EB8127D1-B207-4693-E5CE-1384A5E5941E}"/>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AB5FAC4E-CCA4-1EBE-E160-A18DB5856AAB}"/>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D9774A1B-9257-5FB6-74C6-9100D35025DD}"/>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63F1CA2D-6AD3-78A6-FBA6-403140F1DC23}"/>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72419006-EEAA-1C50-6783-FC03033F97BF}"/>
              </a:ext>
            </a:extLst>
          </p:cNvPr>
          <p:cNvSpPr txBox="1"/>
          <p:nvPr/>
        </p:nvSpPr>
        <p:spPr>
          <a:xfrm>
            <a:off x="4645378" y="2531765"/>
            <a:ext cx="570089" cy="230832"/>
          </a:xfrm>
          <a:prstGeom prst="rect">
            <a:avLst/>
          </a:prstGeom>
          <a:noFill/>
        </p:spPr>
        <p:txBody>
          <a:bodyPr wrap="square" rtlCol="0">
            <a:spAutoFit/>
          </a:bodyPr>
          <a:lstStyle/>
          <a:p>
            <a:pPr algn="ctr"/>
            <a:r>
              <a:rPr lang="en-US" sz="900" dirty="0"/>
              <a:t>35789</a:t>
            </a:r>
          </a:p>
        </p:txBody>
      </p:sp>
      <p:sp>
        <p:nvSpPr>
          <p:cNvPr id="27" name="TextBox 26">
            <a:extLst>
              <a:ext uri="{FF2B5EF4-FFF2-40B4-BE49-F238E27FC236}">
                <a16:creationId xmlns:a16="http://schemas.microsoft.com/office/drawing/2014/main" id="{DF5C4B48-1FA0-F6FB-2153-75DE58D066A9}"/>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35789</a:t>
            </a:r>
          </a:p>
        </p:txBody>
      </p:sp>
      <p:sp>
        <p:nvSpPr>
          <p:cNvPr id="28" name="TextBox 27">
            <a:extLst>
              <a:ext uri="{FF2B5EF4-FFF2-40B4-BE49-F238E27FC236}">
                <a16:creationId xmlns:a16="http://schemas.microsoft.com/office/drawing/2014/main" id="{B9FF173D-DAD8-7AC7-8E28-FB7D64A93F40}"/>
              </a:ext>
            </a:extLst>
          </p:cNvPr>
          <p:cNvSpPr txBox="1"/>
          <p:nvPr/>
        </p:nvSpPr>
        <p:spPr>
          <a:xfrm>
            <a:off x="5650090" y="2277765"/>
            <a:ext cx="570089" cy="230832"/>
          </a:xfrm>
          <a:prstGeom prst="rect">
            <a:avLst/>
          </a:prstGeom>
          <a:noFill/>
        </p:spPr>
        <p:txBody>
          <a:bodyPr wrap="square" rtlCol="0">
            <a:spAutoFit/>
          </a:bodyPr>
          <a:lstStyle/>
          <a:p>
            <a:pPr algn="ctr"/>
            <a:r>
              <a:rPr lang="en-US" sz="900" dirty="0"/>
              <a:t>598</a:t>
            </a:r>
          </a:p>
        </p:txBody>
      </p:sp>
      <p:sp>
        <p:nvSpPr>
          <p:cNvPr id="33" name="TextBox 32">
            <a:extLst>
              <a:ext uri="{FF2B5EF4-FFF2-40B4-BE49-F238E27FC236}">
                <a16:creationId xmlns:a16="http://schemas.microsoft.com/office/drawing/2014/main" id="{63D7781B-2BDE-D00F-BB49-F26A0B3EA466}"/>
              </a:ext>
            </a:extLst>
          </p:cNvPr>
          <p:cNvSpPr txBox="1"/>
          <p:nvPr/>
        </p:nvSpPr>
        <p:spPr>
          <a:xfrm>
            <a:off x="6152446" y="3032709"/>
            <a:ext cx="570089" cy="230832"/>
          </a:xfrm>
          <a:prstGeom prst="rect">
            <a:avLst/>
          </a:prstGeom>
          <a:noFill/>
        </p:spPr>
        <p:txBody>
          <a:bodyPr wrap="square" rtlCol="0">
            <a:spAutoFit/>
          </a:bodyPr>
          <a:lstStyle/>
          <a:p>
            <a:pPr algn="ctr"/>
            <a:r>
              <a:rPr lang="en-US" sz="900" dirty="0"/>
              <a:t>512</a:t>
            </a:r>
          </a:p>
        </p:txBody>
      </p:sp>
      <p:sp>
        <p:nvSpPr>
          <p:cNvPr id="32" name="TextBox 31">
            <a:extLst>
              <a:ext uri="{FF2B5EF4-FFF2-40B4-BE49-F238E27FC236}">
                <a16:creationId xmlns:a16="http://schemas.microsoft.com/office/drawing/2014/main" id="{C0B8DCA6-3A65-21AE-D77F-1B8ECF481A7D}"/>
              </a:ext>
            </a:extLst>
          </p:cNvPr>
          <p:cNvSpPr txBox="1"/>
          <p:nvPr/>
        </p:nvSpPr>
        <p:spPr>
          <a:xfrm>
            <a:off x="5650090" y="2905709"/>
            <a:ext cx="570089" cy="230832"/>
          </a:xfrm>
          <a:prstGeom prst="rect">
            <a:avLst/>
          </a:prstGeom>
          <a:noFill/>
        </p:spPr>
        <p:txBody>
          <a:bodyPr wrap="square" rtlCol="0">
            <a:spAutoFit/>
          </a:bodyPr>
          <a:lstStyle/>
          <a:p>
            <a:pPr algn="ctr"/>
            <a:r>
              <a:rPr lang="en-US" sz="900" dirty="0"/>
              <a:t>76</a:t>
            </a:r>
          </a:p>
        </p:txBody>
      </p:sp>
      <p:sp>
        <p:nvSpPr>
          <p:cNvPr id="34" name="TextBox 33">
            <a:extLst>
              <a:ext uri="{FF2B5EF4-FFF2-40B4-BE49-F238E27FC236}">
                <a16:creationId xmlns:a16="http://schemas.microsoft.com/office/drawing/2014/main" id="{D19BD8B5-15D4-F950-C553-FABB998DF49B}"/>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123456</a:t>
            </a:r>
          </a:p>
        </p:txBody>
      </p:sp>
      <p:sp>
        <p:nvSpPr>
          <p:cNvPr id="35" name="TextBox 34">
            <a:extLst>
              <a:ext uri="{FF2B5EF4-FFF2-40B4-BE49-F238E27FC236}">
                <a16:creationId xmlns:a16="http://schemas.microsoft.com/office/drawing/2014/main" id="{C9CD70B7-DEB7-59C8-C7F7-6BC36F29F82B}"/>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12356</a:t>
            </a:r>
          </a:p>
        </p:txBody>
      </p:sp>
      <p:sp>
        <p:nvSpPr>
          <p:cNvPr id="36" name="TextBox 35">
            <a:extLst>
              <a:ext uri="{FF2B5EF4-FFF2-40B4-BE49-F238E27FC236}">
                <a16:creationId xmlns:a16="http://schemas.microsoft.com/office/drawing/2014/main" id="{E0E96679-1DA0-BB1B-C7AE-EEC6541F58AE}"/>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123456</a:t>
            </a:r>
          </a:p>
        </p:txBody>
      </p:sp>
      <p:sp>
        <p:nvSpPr>
          <p:cNvPr id="37" name="TextBox 36">
            <a:extLst>
              <a:ext uri="{FF2B5EF4-FFF2-40B4-BE49-F238E27FC236}">
                <a16:creationId xmlns:a16="http://schemas.microsoft.com/office/drawing/2014/main" id="{A1DAD07D-376F-71D3-8178-427304D73954}"/>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0B9FC6B2-180F-98C2-34B6-8306CAE6DE0C}"/>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914551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DB708-7A9F-F223-61D7-C5EE048A46B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1CB67B-23F7-5507-C7CF-8B68AB0BE49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30634A7-F319-9F57-B205-FE98C0269FE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F09B818-E525-A6FB-1E0D-55D8B47197B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EEEF9D0-48E3-CF48-0A57-BADB95DACBD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F0AD584-E48C-D1DC-4274-65618463BF2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DF47857-8891-FCB6-4EDD-D8C58944BE1C}"/>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7AB3342-6E5D-12C9-16B6-7DCCFFD1EDAF}"/>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4D916172-4B91-A378-7F96-F02325374007}"/>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7463B696-72F4-F799-3BA1-39C67D4852C1}"/>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7A4EA095-3880-FA2F-D5B0-C0986355289A}"/>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46694545-C370-3F1A-BB65-33D80294D89B}"/>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35DEF535-6844-9B5C-3E6B-5FB03C536D2F}"/>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D250F17B-AAD1-3743-15D7-0830CD8C833A}"/>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3265F849-1E6C-6713-1E07-C53A82DFAB4D}"/>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0774102A-C714-0BEF-0C45-F69F6B25E613}"/>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A2A24E88-9E74-D82A-D5A5-875C00107165}"/>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DBFDE029-DEF6-854D-6E65-C217E16E2502}"/>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94CA2719-25A9-9A69-A6EE-9CE05A97E252}"/>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164A1C97-B124-387D-9078-3C17574CFFC3}"/>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05CAB6C9-587A-469C-9757-9FA6F9CBB3C2}"/>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DFEBDF7B-2B3A-F581-4123-56694E7F5AD5}"/>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9956EDC9-53AA-5F91-B7C5-DC3C0E22228B}"/>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902AE8CC-03C1-8555-8D26-40787993D9D8}"/>
              </a:ext>
            </a:extLst>
          </p:cNvPr>
          <p:cNvSpPr txBox="1"/>
          <p:nvPr/>
        </p:nvSpPr>
        <p:spPr>
          <a:xfrm>
            <a:off x="4645378" y="2531765"/>
            <a:ext cx="570089" cy="230832"/>
          </a:xfrm>
          <a:prstGeom prst="rect">
            <a:avLst/>
          </a:prstGeom>
          <a:noFill/>
        </p:spPr>
        <p:txBody>
          <a:bodyPr wrap="square" rtlCol="0">
            <a:spAutoFit/>
          </a:bodyPr>
          <a:lstStyle/>
          <a:p>
            <a:pPr algn="ctr"/>
            <a:r>
              <a:rPr lang="en-US" sz="900" dirty="0"/>
              <a:t>3579</a:t>
            </a:r>
          </a:p>
        </p:txBody>
      </p:sp>
      <p:sp>
        <p:nvSpPr>
          <p:cNvPr id="27" name="TextBox 26">
            <a:extLst>
              <a:ext uri="{FF2B5EF4-FFF2-40B4-BE49-F238E27FC236}">
                <a16:creationId xmlns:a16="http://schemas.microsoft.com/office/drawing/2014/main" id="{F2CFC1F1-AB30-80EA-21D9-32E32420CFB8}"/>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3579</a:t>
            </a:r>
          </a:p>
        </p:txBody>
      </p:sp>
      <p:sp>
        <p:nvSpPr>
          <p:cNvPr id="28" name="TextBox 27">
            <a:extLst>
              <a:ext uri="{FF2B5EF4-FFF2-40B4-BE49-F238E27FC236}">
                <a16:creationId xmlns:a16="http://schemas.microsoft.com/office/drawing/2014/main" id="{ACA6620B-0C45-F240-3CA1-C595825BA0AC}"/>
              </a:ext>
            </a:extLst>
          </p:cNvPr>
          <p:cNvSpPr txBox="1"/>
          <p:nvPr/>
        </p:nvSpPr>
        <p:spPr>
          <a:xfrm>
            <a:off x="5650090" y="2277765"/>
            <a:ext cx="570089" cy="230832"/>
          </a:xfrm>
          <a:prstGeom prst="rect">
            <a:avLst/>
          </a:prstGeom>
          <a:noFill/>
        </p:spPr>
        <p:txBody>
          <a:bodyPr wrap="square" rtlCol="0">
            <a:spAutoFit/>
          </a:bodyPr>
          <a:lstStyle/>
          <a:p>
            <a:pPr algn="ctr"/>
            <a:r>
              <a:rPr lang="en-US" sz="900" dirty="0"/>
              <a:t>59</a:t>
            </a:r>
          </a:p>
        </p:txBody>
      </p:sp>
      <p:sp>
        <p:nvSpPr>
          <p:cNvPr id="33" name="TextBox 32">
            <a:extLst>
              <a:ext uri="{FF2B5EF4-FFF2-40B4-BE49-F238E27FC236}">
                <a16:creationId xmlns:a16="http://schemas.microsoft.com/office/drawing/2014/main" id="{7F1D21B3-57DF-CC5C-B6E5-7E62E7DCDDA0}"/>
              </a:ext>
            </a:extLst>
          </p:cNvPr>
          <p:cNvSpPr txBox="1"/>
          <p:nvPr/>
        </p:nvSpPr>
        <p:spPr>
          <a:xfrm>
            <a:off x="6152446" y="3032709"/>
            <a:ext cx="570089" cy="230832"/>
          </a:xfrm>
          <a:prstGeom prst="rect">
            <a:avLst/>
          </a:prstGeom>
          <a:noFill/>
        </p:spPr>
        <p:txBody>
          <a:bodyPr wrap="square" rtlCol="0">
            <a:spAutoFit/>
          </a:bodyPr>
          <a:lstStyle/>
          <a:p>
            <a:pPr algn="ctr"/>
            <a:r>
              <a:rPr lang="en-US" sz="900" dirty="0"/>
              <a:t>51</a:t>
            </a:r>
          </a:p>
        </p:txBody>
      </p:sp>
      <p:sp>
        <p:nvSpPr>
          <p:cNvPr id="34" name="TextBox 33">
            <a:extLst>
              <a:ext uri="{FF2B5EF4-FFF2-40B4-BE49-F238E27FC236}">
                <a16:creationId xmlns:a16="http://schemas.microsoft.com/office/drawing/2014/main" id="{3271B272-9008-B4E9-A5A5-73A82C93974F}"/>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123456</a:t>
            </a:r>
          </a:p>
        </p:txBody>
      </p:sp>
      <p:sp>
        <p:nvSpPr>
          <p:cNvPr id="35" name="TextBox 34">
            <a:extLst>
              <a:ext uri="{FF2B5EF4-FFF2-40B4-BE49-F238E27FC236}">
                <a16:creationId xmlns:a16="http://schemas.microsoft.com/office/drawing/2014/main" id="{5F3510C0-7360-386C-27BF-607489FE1665}"/>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12356</a:t>
            </a:r>
          </a:p>
        </p:txBody>
      </p:sp>
      <p:sp>
        <p:nvSpPr>
          <p:cNvPr id="36" name="TextBox 35">
            <a:extLst>
              <a:ext uri="{FF2B5EF4-FFF2-40B4-BE49-F238E27FC236}">
                <a16:creationId xmlns:a16="http://schemas.microsoft.com/office/drawing/2014/main" id="{A803EC8B-4913-A4CA-CBAE-F3E868C5C51D}"/>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123456</a:t>
            </a:r>
          </a:p>
        </p:txBody>
      </p:sp>
      <p:sp>
        <p:nvSpPr>
          <p:cNvPr id="37" name="TextBox 36">
            <a:extLst>
              <a:ext uri="{FF2B5EF4-FFF2-40B4-BE49-F238E27FC236}">
                <a16:creationId xmlns:a16="http://schemas.microsoft.com/office/drawing/2014/main" id="{D3A5B143-64B6-B83C-512A-9443296602D0}"/>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29391009-0274-FA04-C8D4-2623CA3EA778}"/>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106DC265-1457-6AFE-1910-A6436965949E}"/>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A5E5A1EC-8255-705A-66D6-73C48A17F82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83494456-6761-82A3-89B9-474C3F21FEA3}"/>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3875612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648B8-6FAB-8923-96E2-55FAE2FCCA7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BA0102C-665F-62B6-6F9A-77B0E891797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94C9730-1591-1B5F-392C-694B43255D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D26D404-4BE0-2141-D7CD-AB3038A73D9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28396F1-211A-9AC2-B7EC-4BE504E9202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4316D8F-3B35-7A66-BDB8-D966F5EF40F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07C1E2C-6DF4-9E2C-0E2B-16E56A9E9201}"/>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449C0B6-43FA-D5C6-C86D-58086EA1D35B}"/>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3FDEF5E8-24AB-9E42-96BB-5DDC788550EB}"/>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AD2EB8B4-2DC8-DA14-7093-C8A556AC3829}"/>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FE61BEE3-4D38-1D87-498E-14892F36C1FA}"/>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87C90AB0-422E-00EF-5DCC-0541BD5713A9}"/>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EC7FF8CD-1A84-AE93-F481-6EA50DD80B63}"/>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BA92B8A5-9546-3322-0B9A-E06CC91394D1}"/>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6FBF80BD-32D7-664A-B560-E5B2132E2803}"/>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447EED13-FB88-6185-F56B-96A71FACE7ED}"/>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41994A2B-6B09-1976-2A2F-1038BB1EE81C}"/>
              </a:ext>
            </a:extLst>
          </p:cNvPr>
          <p:cNvSpPr txBox="1"/>
          <p:nvPr/>
        </p:nvSpPr>
        <p:spPr>
          <a:xfrm>
            <a:off x="6654802" y="1764121"/>
            <a:ext cx="570089" cy="230832"/>
          </a:xfrm>
          <a:prstGeom prst="rect">
            <a:avLst/>
          </a:prstGeom>
          <a:noFill/>
        </p:spPr>
        <p:txBody>
          <a:bodyPr wrap="square" rtlCol="0">
            <a:spAutoFit/>
          </a:bodyPr>
          <a:lstStyle/>
          <a:p>
            <a:pPr algn="ctr"/>
            <a:r>
              <a:rPr lang="en-US" sz="900" dirty="0"/>
              <a:t>49</a:t>
            </a:r>
          </a:p>
        </p:txBody>
      </p:sp>
      <p:sp>
        <p:nvSpPr>
          <p:cNvPr id="24" name="TextBox 23">
            <a:extLst>
              <a:ext uri="{FF2B5EF4-FFF2-40B4-BE49-F238E27FC236}">
                <a16:creationId xmlns:a16="http://schemas.microsoft.com/office/drawing/2014/main" id="{A6E51151-76FA-4C67-5800-F82EE9D8D6D6}"/>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0C4BC41B-F39A-2DA2-4A9A-E9A99C6D52A4}"/>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41DFC4C4-921C-A583-8156-D5BAAC27D1FF}"/>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A020B4CC-91C1-9F70-650A-7EF5A2DFE0B1}"/>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62090B24-DC24-101C-07CF-DD31BAC10B3B}"/>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1FB22CB2-988C-141E-5C7C-B1019C41D154}"/>
              </a:ext>
            </a:extLst>
          </p:cNvPr>
          <p:cNvSpPr txBox="1"/>
          <p:nvPr/>
        </p:nvSpPr>
        <p:spPr>
          <a:xfrm>
            <a:off x="4645378" y="2531765"/>
            <a:ext cx="570089" cy="230832"/>
          </a:xfrm>
          <a:prstGeom prst="rect">
            <a:avLst/>
          </a:prstGeom>
          <a:noFill/>
        </p:spPr>
        <p:txBody>
          <a:bodyPr wrap="square" rtlCol="0">
            <a:spAutoFit/>
          </a:bodyPr>
          <a:lstStyle/>
          <a:p>
            <a:pPr algn="ctr"/>
            <a:r>
              <a:rPr lang="en-US" sz="900" dirty="0"/>
              <a:t>357</a:t>
            </a:r>
          </a:p>
        </p:txBody>
      </p:sp>
      <p:sp>
        <p:nvSpPr>
          <p:cNvPr id="27" name="TextBox 26">
            <a:extLst>
              <a:ext uri="{FF2B5EF4-FFF2-40B4-BE49-F238E27FC236}">
                <a16:creationId xmlns:a16="http://schemas.microsoft.com/office/drawing/2014/main" id="{DBD61400-70F2-37C9-25CD-26A2004DD0C3}"/>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a:t>
            </a:r>
          </a:p>
        </p:txBody>
      </p:sp>
      <p:sp>
        <p:nvSpPr>
          <p:cNvPr id="34" name="TextBox 33">
            <a:extLst>
              <a:ext uri="{FF2B5EF4-FFF2-40B4-BE49-F238E27FC236}">
                <a16:creationId xmlns:a16="http://schemas.microsoft.com/office/drawing/2014/main" id="{E71C63EF-1FBE-61F8-5070-21F03D02E6A8}"/>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12345</a:t>
            </a:r>
          </a:p>
        </p:txBody>
      </p:sp>
      <p:sp>
        <p:nvSpPr>
          <p:cNvPr id="35" name="TextBox 34">
            <a:extLst>
              <a:ext uri="{FF2B5EF4-FFF2-40B4-BE49-F238E27FC236}">
                <a16:creationId xmlns:a16="http://schemas.microsoft.com/office/drawing/2014/main" id="{06EF282B-C248-DA93-54A5-B7DDCED0F8D4}"/>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1235</a:t>
            </a:r>
          </a:p>
        </p:txBody>
      </p:sp>
      <p:sp>
        <p:nvSpPr>
          <p:cNvPr id="36" name="TextBox 35">
            <a:extLst>
              <a:ext uri="{FF2B5EF4-FFF2-40B4-BE49-F238E27FC236}">
                <a16:creationId xmlns:a16="http://schemas.microsoft.com/office/drawing/2014/main" id="{55325446-5AB8-6631-196D-90180BB0DF0B}"/>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2A901A31-3507-A27B-485F-F87993C3C495}"/>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93B5E836-F927-A229-5715-602EBA811D0B}"/>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5593F644-66DE-B308-EA96-651823EEDDD4}"/>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E5B5A0BD-376E-4C06-336E-F57DE95606D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5AF75039-C7FF-7180-2F8B-734FC391CD44}"/>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4FD9D397-80EE-EA04-B095-4C3F3B81341A}"/>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CA770D1D-2D89-A3BF-A383-0AA4D26D53EF}"/>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2B3B0EBC-1820-1ED3-723C-AA6C5F7DC84C}"/>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Tree>
    <p:extLst>
      <p:ext uri="{BB962C8B-B14F-4D97-AF65-F5344CB8AC3E}">
        <p14:creationId xmlns:p14="http://schemas.microsoft.com/office/powerpoint/2010/main" val="42195110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FAA64-7E2E-984C-6ED1-B8546E87E92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A422AB8-EBD0-E589-BB6C-2B1FF4CA9140}"/>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2129838-F776-FCB6-C38E-5E42446FE00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AA10876-1F99-634F-9125-9700B305A6B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8873983-976C-186C-3B7B-8A6D2A261C8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E46D689-2BAA-8508-6AAC-05410C8FB19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0B8D277-3722-960C-6AC6-02DFCD305A50}"/>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641F61D7-5FD0-340F-9A2F-1982AAEBFB00}"/>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C8A6AC79-4B30-AA7B-FF78-14FAC0A5F9B8}"/>
              </a:ext>
            </a:extLst>
          </p:cNvPr>
          <p:cNvSpPr txBox="1"/>
          <p:nvPr/>
        </p:nvSpPr>
        <p:spPr>
          <a:xfrm>
            <a:off x="4143022" y="2905709"/>
            <a:ext cx="570089" cy="230832"/>
          </a:xfrm>
          <a:prstGeom prst="rect">
            <a:avLst/>
          </a:prstGeom>
          <a:noFill/>
        </p:spPr>
        <p:txBody>
          <a:bodyPr wrap="square" rtlCol="0">
            <a:spAutoFit/>
          </a:bodyPr>
          <a:lstStyle/>
          <a:p>
            <a:pPr algn="ctr"/>
            <a:r>
              <a:rPr lang="en-US" sz="900" dirty="0"/>
              <a:t>4789</a:t>
            </a:r>
          </a:p>
        </p:txBody>
      </p:sp>
      <p:sp>
        <p:nvSpPr>
          <p:cNvPr id="10" name="TextBox 9">
            <a:extLst>
              <a:ext uri="{FF2B5EF4-FFF2-40B4-BE49-F238E27FC236}">
                <a16:creationId xmlns:a16="http://schemas.microsoft.com/office/drawing/2014/main" id="{9934B1F9-9257-5C20-3ACC-905115B5CA13}"/>
              </a:ext>
            </a:extLst>
          </p:cNvPr>
          <p:cNvSpPr txBox="1"/>
          <p:nvPr/>
        </p:nvSpPr>
        <p:spPr>
          <a:xfrm>
            <a:off x="3138310" y="2905709"/>
            <a:ext cx="570089" cy="230832"/>
          </a:xfrm>
          <a:prstGeom prst="rect">
            <a:avLst/>
          </a:prstGeom>
          <a:noFill/>
        </p:spPr>
        <p:txBody>
          <a:bodyPr wrap="square" rtlCol="0">
            <a:spAutoFit/>
          </a:bodyPr>
          <a:lstStyle/>
          <a:p>
            <a:pPr algn="ctr"/>
            <a:r>
              <a:rPr lang="en-US" sz="900" dirty="0"/>
              <a:t>479</a:t>
            </a:r>
          </a:p>
        </p:txBody>
      </p:sp>
      <p:sp>
        <p:nvSpPr>
          <p:cNvPr id="11" name="TextBox 10">
            <a:extLst>
              <a:ext uri="{FF2B5EF4-FFF2-40B4-BE49-F238E27FC236}">
                <a16:creationId xmlns:a16="http://schemas.microsoft.com/office/drawing/2014/main" id="{B4FACDB3-58AB-97BF-668B-16774F538DCC}"/>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9D27C98C-494A-6C4A-53D6-DE32219F63F7}"/>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4D87C763-CC55-67A6-00EF-BD9D9326A007}"/>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303699B0-32EB-85E7-719D-CC4C409FF308}"/>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8D48A2B6-ADC0-0C77-A607-B681FA79D437}"/>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E675C7BB-E77A-0477-2242-82EF43159547}"/>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756031C6-AE09-F235-D822-D45EEF137EA2}"/>
              </a:ext>
            </a:extLst>
          </p:cNvPr>
          <p:cNvSpPr txBox="1"/>
          <p:nvPr/>
        </p:nvSpPr>
        <p:spPr>
          <a:xfrm>
            <a:off x="6654802" y="1764121"/>
            <a:ext cx="570089" cy="230832"/>
          </a:xfrm>
          <a:prstGeom prst="rect">
            <a:avLst/>
          </a:prstGeom>
          <a:noFill/>
        </p:spPr>
        <p:txBody>
          <a:bodyPr wrap="square" rtlCol="0">
            <a:spAutoFit/>
          </a:bodyPr>
          <a:lstStyle/>
          <a:p>
            <a:pPr algn="ctr"/>
            <a:r>
              <a:rPr lang="en-US" sz="900" dirty="0"/>
              <a:t>49</a:t>
            </a:r>
          </a:p>
        </p:txBody>
      </p:sp>
      <p:sp>
        <p:nvSpPr>
          <p:cNvPr id="24" name="TextBox 23">
            <a:extLst>
              <a:ext uri="{FF2B5EF4-FFF2-40B4-BE49-F238E27FC236}">
                <a16:creationId xmlns:a16="http://schemas.microsoft.com/office/drawing/2014/main" id="{D2D20100-B0A8-FD0F-0F50-1A3727451C3A}"/>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A96DB6DB-0798-DA48-2246-31AD32AB0C7B}"/>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3F0818F7-7B9E-6C36-4CDF-CF5C6B27F01B}"/>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0CBA6F9E-2F3B-6FBA-7715-FAE75D4AF549}"/>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D73CE313-351B-1ADC-E868-D3089E897757}"/>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719E68D8-C83C-E726-8A1C-359ADB1D6A04}"/>
              </a:ext>
            </a:extLst>
          </p:cNvPr>
          <p:cNvSpPr txBox="1"/>
          <p:nvPr/>
        </p:nvSpPr>
        <p:spPr>
          <a:xfrm>
            <a:off x="4645378" y="2531765"/>
            <a:ext cx="570089" cy="230832"/>
          </a:xfrm>
          <a:prstGeom prst="rect">
            <a:avLst/>
          </a:prstGeom>
          <a:noFill/>
        </p:spPr>
        <p:txBody>
          <a:bodyPr wrap="square" rtlCol="0">
            <a:spAutoFit/>
          </a:bodyPr>
          <a:lstStyle/>
          <a:p>
            <a:pPr algn="ctr"/>
            <a:r>
              <a:rPr lang="en-US" sz="900" dirty="0"/>
              <a:t>73</a:t>
            </a:r>
          </a:p>
        </p:txBody>
      </p:sp>
      <p:sp>
        <p:nvSpPr>
          <p:cNvPr id="27" name="TextBox 26">
            <a:extLst>
              <a:ext uri="{FF2B5EF4-FFF2-40B4-BE49-F238E27FC236}">
                <a16:creationId xmlns:a16="http://schemas.microsoft.com/office/drawing/2014/main" id="{70CC0E6E-A3AF-9A8D-7C4E-A4AE0CA109A3}"/>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4" name="TextBox 33">
            <a:extLst>
              <a:ext uri="{FF2B5EF4-FFF2-40B4-BE49-F238E27FC236}">
                <a16:creationId xmlns:a16="http://schemas.microsoft.com/office/drawing/2014/main" id="{496743B8-914A-161C-A400-2E3823F678BF}"/>
              </a:ext>
            </a:extLst>
          </p:cNvPr>
          <p:cNvSpPr txBox="1"/>
          <p:nvPr/>
        </p:nvSpPr>
        <p:spPr>
          <a:xfrm>
            <a:off x="5650090" y="901933"/>
            <a:ext cx="570089" cy="230832"/>
          </a:xfrm>
          <a:prstGeom prst="rect">
            <a:avLst/>
          </a:prstGeom>
          <a:noFill/>
        </p:spPr>
        <p:txBody>
          <a:bodyPr wrap="square" rtlCol="0">
            <a:spAutoFit/>
          </a:bodyPr>
          <a:lstStyle/>
          <a:p>
            <a:pPr algn="ctr"/>
            <a:r>
              <a:rPr lang="en-US" sz="900" dirty="0"/>
              <a:t>234</a:t>
            </a:r>
          </a:p>
        </p:txBody>
      </p:sp>
      <p:sp>
        <p:nvSpPr>
          <p:cNvPr id="35" name="TextBox 34">
            <a:extLst>
              <a:ext uri="{FF2B5EF4-FFF2-40B4-BE49-F238E27FC236}">
                <a16:creationId xmlns:a16="http://schemas.microsoft.com/office/drawing/2014/main" id="{F8B5D852-E4F3-C614-9012-AE9B5841B537}"/>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0E6A6AAF-2B3B-477D-B397-2DB3FC70BCD5}"/>
              </a:ext>
            </a:extLst>
          </p:cNvPr>
          <p:cNvSpPr txBox="1"/>
          <p:nvPr/>
        </p:nvSpPr>
        <p:spPr>
          <a:xfrm>
            <a:off x="5650090" y="1903821"/>
            <a:ext cx="570089" cy="230832"/>
          </a:xfrm>
          <a:prstGeom prst="rect">
            <a:avLst/>
          </a:prstGeom>
          <a:noFill/>
        </p:spPr>
        <p:txBody>
          <a:bodyPr wrap="square" rtlCol="0">
            <a:spAutoFit/>
          </a:bodyPr>
          <a:lstStyle/>
          <a:p>
            <a:pPr algn="ctr"/>
            <a:r>
              <a:rPr lang="en-US" sz="900" dirty="0"/>
              <a:t>234</a:t>
            </a:r>
          </a:p>
        </p:txBody>
      </p:sp>
      <p:sp>
        <p:nvSpPr>
          <p:cNvPr id="37" name="TextBox 36">
            <a:extLst>
              <a:ext uri="{FF2B5EF4-FFF2-40B4-BE49-F238E27FC236}">
                <a16:creationId xmlns:a16="http://schemas.microsoft.com/office/drawing/2014/main" id="{5755D1E7-EAF7-A364-3D4F-5792C0A41CD1}"/>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F02CA25B-E680-C21D-389A-6C28423E6A37}"/>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57B910B-C219-2E2A-0571-1933605D6D77}"/>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F3EEEF61-1806-2FFD-F9CD-C517174F94E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060BA1BD-E281-C4FC-5D56-7AE8FFED9C22}"/>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FECA223A-934C-9643-787B-5867A63CE3DA}"/>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8C837461-FCDC-0B1D-EB63-128200B47FC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D34132C0-359D-5288-D7D9-C4B3C3DC2BAF}"/>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Tree>
    <p:extLst>
      <p:ext uri="{BB962C8B-B14F-4D97-AF65-F5344CB8AC3E}">
        <p14:creationId xmlns:p14="http://schemas.microsoft.com/office/powerpoint/2010/main" val="27053809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5C20D-727F-9A5D-4809-19377E0634E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53DEAFA-9842-B4E2-D55E-23F44268D71F}"/>
              </a:ext>
            </a:extLst>
          </p:cNvPr>
          <p:cNvSpPr>
            <a:spLocks noGrp="1"/>
          </p:cNvSpPr>
          <p:nvPr>
            <p:ph sz="half" idx="1"/>
          </p:nvPr>
        </p:nvSpPr>
        <p:spPr/>
        <p:txBody>
          <a:bodyPr>
            <a:normAutofit/>
          </a:bodyPr>
          <a:lstStyle/>
          <a:p>
            <a:r>
              <a:rPr lang="en-US" dirty="0"/>
              <a:t>Complete right center block.</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03726156-F95E-07CC-21E8-4FF630D3326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076DAD6-8C54-FF8C-F78E-46A1EC956C8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372BF47-2999-88A0-4EC6-ED525499DCD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9243460-9B27-68FB-FC4E-B4610389A86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C235575-E6B0-D9CF-FFC7-4630D87162CF}"/>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6E78B12-D15C-8489-8456-49CE5D359520}"/>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EADADAC3-832D-5F03-7041-E2A1776D93EB}"/>
              </a:ext>
            </a:extLst>
          </p:cNvPr>
          <p:cNvSpPr txBox="1"/>
          <p:nvPr/>
        </p:nvSpPr>
        <p:spPr>
          <a:xfrm>
            <a:off x="4143022" y="2905709"/>
            <a:ext cx="570089" cy="230832"/>
          </a:xfrm>
          <a:prstGeom prst="rect">
            <a:avLst/>
          </a:prstGeom>
          <a:noFill/>
        </p:spPr>
        <p:txBody>
          <a:bodyPr wrap="square" rtlCol="0">
            <a:spAutoFit/>
          </a:bodyPr>
          <a:lstStyle/>
          <a:p>
            <a:pPr algn="ctr"/>
            <a:r>
              <a:rPr lang="en-US" sz="900" dirty="0"/>
              <a:t>4789</a:t>
            </a:r>
          </a:p>
        </p:txBody>
      </p:sp>
      <p:sp>
        <p:nvSpPr>
          <p:cNvPr id="10" name="TextBox 9">
            <a:extLst>
              <a:ext uri="{FF2B5EF4-FFF2-40B4-BE49-F238E27FC236}">
                <a16:creationId xmlns:a16="http://schemas.microsoft.com/office/drawing/2014/main" id="{3607AD2A-C76E-8CE0-B55E-86240D6FFD13}"/>
              </a:ext>
            </a:extLst>
          </p:cNvPr>
          <p:cNvSpPr txBox="1"/>
          <p:nvPr/>
        </p:nvSpPr>
        <p:spPr>
          <a:xfrm>
            <a:off x="3138310" y="2905709"/>
            <a:ext cx="570089" cy="230832"/>
          </a:xfrm>
          <a:prstGeom prst="rect">
            <a:avLst/>
          </a:prstGeom>
          <a:noFill/>
        </p:spPr>
        <p:txBody>
          <a:bodyPr wrap="square" rtlCol="0">
            <a:spAutoFit/>
          </a:bodyPr>
          <a:lstStyle/>
          <a:p>
            <a:pPr algn="ctr"/>
            <a:r>
              <a:rPr lang="en-US" sz="900" dirty="0"/>
              <a:t>479</a:t>
            </a:r>
          </a:p>
        </p:txBody>
      </p:sp>
      <p:sp>
        <p:nvSpPr>
          <p:cNvPr id="11" name="TextBox 10">
            <a:extLst>
              <a:ext uri="{FF2B5EF4-FFF2-40B4-BE49-F238E27FC236}">
                <a16:creationId xmlns:a16="http://schemas.microsoft.com/office/drawing/2014/main" id="{21E9B4A0-308F-E626-DBA3-EFDFBE7A84C3}"/>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320BE281-5F89-882C-EE9E-00661B2EC4B6}"/>
              </a:ext>
            </a:extLst>
          </p:cNvPr>
          <p:cNvSpPr txBox="1"/>
          <p:nvPr/>
        </p:nvSpPr>
        <p:spPr>
          <a:xfrm>
            <a:off x="4143022" y="3406653"/>
            <a:ext cx="570089" cy="230832"/>
          </a:xfrm>
          <a:prstGeom prst="rect">
            <a:avLst/>
          </a:prstGeom>
          <a:noFill/>
        </p:spPr>
        <p:txBody>
          <a:bodyPr wrap="square" rtlCol="0">
            <a:spAutoFit/>
          </a:bodyPr>
          <a:lstStyle/>
          <a:p>
            <a:pPr algn="ctr"/>
            <a:r>
              <a:rPr lang="en-US" sz="900" dirty="0"/>
              <a:t>4589</a:t>
            </a:r>
          </a:p>
        </p:txBody>
      </p:sp>
      <p:sp>
        <p:nvSpPr>
          <p:cNvPr id="13" name="TextBox 12">
            <a:extLst>
              <a:ext uri="{FF2B5EF4-FFF2-40B4-BE49-F238E27FC236}">
                <a16:creationId xmlns:a16="http://schemas.microsoft.com/office/drawing/2014/main" id="{DE8FD8E9-6A4A-2CFB-BA83-21397C2900B9}"/>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9B136071-EA16-B1C8-45A4-2BC49775D98B}"/>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9B9EC90D-52B1-7A03-3828-04013361BB51}"/>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32313204-147D-1168-CD0E-F6640E40A82A}"/>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87094BBD-4E08-2EA8-0F9E-06D39530837B}"/>
              </a:ext>
            </a:extLst>
          </p:cNvPr>
          <p:cNvSpPr txBox="1"/>
          <p:nvPr/>
        </p:nvSpPr>
        <p:spPr>
          <a:xfrm>
            <a:off x="6654802" y="1764121"/>
            <a:ext cx="570089" cy="230832"/>
          </a:xfrm>
          <a:prstGeom prst="rect">
            <a:avLst/>
          </a:prstGeom>
          <a:noFill/>
        </p:spPr>
        <p:txBody>
          <a:bodyPr wrap="square" rtlCol="0">
            <a:spAutoFit/>
          </a:bodyPr>
          <a:lstStyle/>
          <a:p>
            <a:pPr algn="ctr"/>
            <a:r>
              <a:rPr lang="en-US" sz="900" dirty="0"/>
              <a:t>49</a:t>
            </a:r>
          </a:p>
        </p:txBody>
      </p:sp>
      <p:sp>
        <p:nvSpPr>
          <p:cNvPr id="24" name="TextBox 23">
            <a:extLst>
              <a:ext uri="{FF2B5EF4-FFF2-40B4-BE49-F238E27FC236}">
                <a16:creationId xmlns:a16="http://schemas.microsoft.com/office/drawing/2014/main" id="{9D4880EE-1162-7AA4-50EE-126BC69B784F}"/>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567881F0-9DE8-A431-BD4D-22B13AF9CFD4}"/>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1DED7735-1CF1-02E7-9889-A6C91CAF02D2}"/>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4CBA8993-C31B-DEA6-E1E5-97E37A2E665E}"/>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E2392A0B-8A57-7C11-E474-0CF57F4FA76B}"/>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13B19A3D-C7C8-99E2-085D-CAF424AE228A}"/>
              </a:ext>
            </a:extLst>
          </p:cNvPr>
          <p:cNvSpPr txBox="1"/>
          <p:nvPr/>
        </p:nvSpPr>
        <p:spPr>
          <a:xfrm>
            <a:off x="4645378" y="2531765"/>
            <a:ext cx="570089" cy="230832"/>
          </a:xfrm>
          <a:prstGeom prst="rect">
            <a:avLst/>
          </a:prstGeom>
          <a:noFill/>
        </p:spPr>
        <p:txBody>
          <a:bodyPr wrap="square" rtlCol="0">
            <a:spAutoFit/>
          </a:bodyPr>
          <a:lstStyle/>
          <a:p>
            <a:pPr algn="ctr"/>
            <a:r>
              <a:rPr lang="en-US" sz="900" dirty="0"/>
              <a:t>73</a:t>
            </a:r>
          </a:p>
        </p:txBody>
      </p:sp>
      <p:sp>
        <p:nvSpPr>
          <p:cNvPr id="27" name="TextBox 26">
            <a:extLst>
              <a:ext uri="{FF2B5EF4-FFF2-40B4-BE49-F238E27FC236}">
                <a16:creationId xmlns:a16="http://schemas.microsoft.com/office/drawing/2014/main" id="{70F046DA-8628-1153-0523-C4E104295824}"/>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4" name="TextBox 33">
            <a:extLst>
              <a:ext uri="{FF2B5EF4-FFF2-40B4-BE49-F238E27FC236}">
                <a16:creationId xmlns:a16="http://schemas.microsoft.com/office/drawing/2014/main" id="{0B854683-72F7-8F28-04B1-C3B65D63DD87}"/>
              </a:ext>
            </a:extLst>
          </p:cNvPr>
          <p:cNvSpPr txBox="1"/>
          <p:nvPr/>
        </p:nvSpPr>
        <p:spPr>
          <a:xfrm>
            <a:off x="5650090" y="901933"/>
            <a:ext cx="570089" cy="230832"/>
          </a:xfrm>
          <a:prstGeom prst="rect">
            <a:avLst/>
          </a:prstGeom>
          <a:noFill/>
        </p:spPr>
        <p:txBody>
          <a:bodyPr wrap="square" rtlCol="0">
            <a:spAutoFit/>
          </a:bodyPr>
          <a:lstStyle/>
          <a:p>
            <a:pPr algn="ctr"/>
            <a:r>
              <a:rPr lang="en-US" sz="900" dirty="0"/>
              <a:t>234</a:t>
            </a:r>
          </a:p>
        </p:txBody>
      </p:sp>
      <p:sp>
        <p:nvSpPr>
          <p:cNvPr id="35" name="TextBox 34">
            <a:extLst>
              <a:ext uri="{FF2B5EF4-FFF2-40B4-BE49-F238E27FC236}">
                <a16:creationId xmlns:a16="http://schemas.microsoft.com/office/drawing/2014/main" id="{737B1B60-73BB-3D28-93C0-5CA07FBDC92D}"/>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95300A78-0020-71FD-8855-DF8B5C93FDDD}"/>
              </a:ext>
            </a:extLst>
          </p:cNvPr>
          <p:cNvSpPr txBox="1"/>
          <p:nvPr/>
        </p:nvSpPr>
        <p:spPr>
          <a:xfrm>
            <a:off x="5650090" y="1903821"/>
            <a:ext cx="570089" cy="230832"/>
          </a:xfrm>
          <a:prstGeom prst="rect">
            <a:avLst/>
          </a:prstGeom>
          <a:noFill/>
        </p:spPr>
        <p:txBody>
          <a:bodyPr wrap="square" rtlCol="0">
            <a:spAutoFit/>
          </a:bodyPr>
          <a:lstStyle/>
          <a:p>
            <a:pPr algn="ctr"/>
            <a:r>
              <a:rPr lang="en-US" sz="900" dirty="0"/>
              <a:t>234</a:t>
            </a:r>
          </a:p>
        </p:txBody>
      </p:sp>
      <p:sp>
        <p:nvSpPr>
          <p:cNvPr id="37" name="TextBox 36">
            <a:extLst>
              <a:ext uri="{FF2B5EF4-FFF2-40B4-BE49-F238E27FC236}">
                <a16:creationId xmlns:a16="http://schemas.microsoft.com/office/drawing/2014/main" id="{9B3E3436-C896-E06C-2072-34A36595D28A}"/>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9276D99D-B9EB-2FB1-9B68-C33FB282B7F5}"/>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C681224C-A600-924B-1F52-D8C6E3ACD589}"/>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E5158BF-E0E6-C297-F47B-D662D575205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3FA81ABC-F47E-925B-7498-4A45E5BFDE1B}"/>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66C1AFA2-0CAE-A587-8984-BE0246EF4528}"/>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5306FCBB-28C9-90BF-F994-3F1FAF1C06E5}"/>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8DE15F27-DF6C-E64C-8E9C-2B3FF084B236}"/>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1" name="TextBox 20">
            <a:extLst>
              <a:ext uri="{FF2B5EF4-FFF2-40B4-BE49-F238E27FC236}">
                <a16:creationId xmlns:a16="http://schemas.microsoft.com/office/drawing/2014/main" id="{4419BC72-EEF8-ACFF-F0A6-0D029627FAB6}"/>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28" name="TextBox 27">
            <a:extLst>
              <a:ext uri="{FF2B5EF4-FFF2-40B4-BE49-F238E27FC236}">
                <a16:creationId xmlns:a16="http://schemas.microsoft.com/office/drawing/2014/main" id="{74832FB6-3F82-1EF7-6EF3-74E718C37E4E}"/>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30" name="TextBox 29">
            <a:extLst>
              <a:ext uri="{FF2B5EF4-FFF2-40B4-BE49-F238E27FC236}">
                <a16:creationId xmlns:a16="http://schemas.microsoft.com/office/drawing/2014/main" id="{092732E3-1DF2-1D66-E080-1855E967DEDF}"/>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Tree>
    <p:extLst>
      <p:ext uri="{BB962C8B-B14F-4D97-AF65-F5344CB8AC3E}">
        <p14:creationId xmlns:p14="http://schemas.microsoft.com/office/powerpoint/2010/main" val="14725631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A26FF-D2F3-A8FF-0ECE-A45B47E87A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D6F7AAB-5CC6-EFBE-6D80-851C67FC0F26}"/>
              </a:ext>
            </a:extLst>
          </p:cNvPr>
          <p:cNvSpPr>
            <a:spLocks noGrp="1"/>
          </p:cNvSpPr>
          <p:nvPr>
            <p:ph sz="half" idx="1"/>
          </p:nvPr>
        </p:nvSpPr>
        <p:spPr/>
        <p:txBody>
          <a:bodyPr>
            <a:normAutofit/>
          </a:bodyPr>
          <a:lstStyle/>
          <a:p>
            <a:r>
              <a:rPr lang="en-US" dirty="0"/>
              <a:t>Complete Column 6.</a:t>
            </a:r>
          </a:p>
        </p:txBody>
      </p:sp>
      <p:pic>
        <p:nvPicPr>
          <p:cNvPr id="4" name="Picture 3" descr="A grid of sudoku puzzle&#10;&#10;Description automatically generated">
            <a:extLst>
              <a:ext uri="{FF2B5EF4-FFF2-40B4-BE49-F238E27FC236}">
                <a16:creationId xmlns:a16="http://schemas.microsoft.com/office/drawing/2014/main" id="{13E57B01-D152-C787-DCA3-450DB16FD78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398882E-7BB9-004C-0556-036EB78B978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37ED6D7-BD4B-3192-100E-197E992CA6C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DF65778-7999-C4E0-5902-A77F287E0A9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0F0A892-89E2-4D8E-F862-ED069E255E76}"/>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7E3E202-4126-7E8D-BE73-EDA42B9F66EB}"/>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C26B4947-3EB5-423C-FBDC-EA6AE939BA81}"/>
              </a:ext>
            </a:extLst>
          </p:cNvPr>
          <p:cNvSpPr txBox="1"/>
          <p:nvPr/>
        </p:nvSpPr>
        <p:spPr>
          <a:xfrm>
            <a:off x="4143022" y="2905709"/>
            <a:ext cx="570089" cy="230832"/>
          </a:xfrm>
          <a:prstGeom prst="rect">
            <a:avLst/>
          </a:prstGeom>
          <a:noFill/>
        </p:spPr>
        <p:txBody>
          <a:bodyPr wrap="square" rtlCol="0">
            <a:spAutoFit/>
          </a:bodyPr>
          <a:lstStyle/>
          <a:p>
            <a:pPr algn="ctr"/>
            <a:r>
              <a:rPr lang="en-US" sz="900" dirty="0"/>
              <a:t>4789</a:t>
            </a:r>
          </a:p>
        </p:txBody>
      </p:sp>
      <p:sp>
        <p:nvSpPr>
          <p:cNvPr id="10" name="TextBox 9">
            <a:extLst>
              <a:ext uri="{FF2B5EF4-FFF2-40B4-BE49-F238E27FC236}">
                <a16:creationId xmlns:a16="http://schemas.microsoft.com/office/drawing/2014/main" id="{101D0831-C6C3-BDB4-BC6F-7658EF7AA7BE}"/>
              </a:ext>
            </a:extLst>
          </p:cNvPr>
          <p:cNvSpPr txBox="1"/>
          <p:nvPr/>
        </p:nvSpPr>
        <p:spPr>
          <a:xfrm>
            <a:off x="3138310" y="2905709"/>
            <a:ext cx="570089" cy="230832"/>
          </a:xfrm>
          <a:prstGeom prst="rect">
            <a:avLst/>
          </a:prstGeom>
          <a:noFill/>
        </p:spPr>
        <p:txBody>
          <a:bodyPr wrap="square" rtlCol="0">
            <a:spAutoFit/>
          </a:bodyPr>
          <a:lstStyle/>
          <a:p>
            <a:pPr algn="ctr"/>
            <a:r>
              <a:rPr lang="en-US" sz="900" dirty="0"/>
              <a:t>479</a:t>
            </a:r>
          </a:p>
        </p:txBody>
      </p:sp>
      <p:sp>
        <p:nvSpPr>
          <p:cNvPr id="11" name="TextBox 10">
            <a:extLst>
              <a:ext uri="{FF2B5EF4-FFF2-40B4-BE49-F238E27FC236}">
                <a16:creationId xmlns:a16="http://schemas.microsoft.com/office/drawing/2014/main" id="{7E6C9620-E84A-639C-F619-EA86A1413C31}"/>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E99A8BD7-5C90-9A2F-77AC-CA95521F50C6}"/>
              </a:ext>
            </a:extLst>
          </p:cNvPr>
          <p:cNvSpPr txBox="1"/>
          <p:nvPr/>
        </p:nvSpPr>
        <p:spPr>
          <a:xfrm>
            <a:off x="4143022" y="3406653"/>
            <a:ext cx="570089" cy="230832"/>
          </a:xfrm>
          <a:prstGeom prst="rect">
            <a:avLst/>
          </a:prstGeom>
          <a:noFill/>
        </p:spPr>
        <p:txBody>
          <a:bodyPr wrap="square" rtlCol="0">
            <a:spAutoFit/>
          </a:bodyPr>
          <a:lstStyle/>
          <a:p>
            <a:pPr algn="ctr"/>
            <a:r>
              <a:rPr lang="en-US" sz="900" dirty="0"/>
              <a:t>4589</a:t>
            </a:r>
          </a:p>
        </p:txBody>
      </p:sp>
      <p:sp>
        <p:nvSpPr>
          <p:cNvPr id="13" name="TextBox 12">
            <a:extLst>
              <a:ext uri="{FF2B5EF4-FFF2-40B4-BE49-F238E27FC236}">
                <a16:creationId xmlns:a16="http://schemas.microsoft.com/office/drawing/2014/main" id="{A6C2A156-FAEA-0C04-C6BF-39622834ABA2}"/>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A808B0DE-EA3B-1F71-6773-951AABD2ED7E}"/>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5D73D80C-5535-4013-9E1C-8AAE7323C6CE}"/>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CC62781B-F248-8024-576F-8F13F6D1CCE1}"/>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A9A9778E-2A64-E83A-7985-2BBA8303469A}"/>
              </a:ext>
            </a:extLst>
          </p:cNvPr>
          <p:cNvSpPr txBox="1"/>
          <p:nvPr/>
        </p:nvSpPr>
        <p:spPr>
          <a:xfrm>
            <a:off x="6654802" y="1764121"/>
            <a:ext cx="570089" cy="230832"/>
          </a:xfrm>
          <a:prstGeom prst="rect">
            <a:avLst/>
          </a:prstGeom>
          <a:noFill/>
        </p:spPr>
        <p:txBody>
          <a:bodyPr wrap="square" rtlCol="0">
            <a:spAutoFit/>
          </a:bodyPr>
          <a:lstStyle/>
          <a:p>
            <a:pPr algn="ctr"/>
            <a:r>
              <a:rPr lang="en-US" sz="900" dirty="0"/>
              <a:t>49</a:t>
            </a:r>
          </a:p>
        </p:txBody>
      </p:sp>
      <p:sp>
        <p:nvSpPr>
          <p:cNvPr id="24" name="TextBox 23">
            <a:extLst>
              <a:ext uri="{FF2B5EF4-FFF2-40B4-BE49-F238E27FC236}">
                <a16:creationId xmlns:a16="http://schemas.microsoft.com/office/drawing/2014/main" id="{CC80A218-C845-6353-4C16-40087AB93089}"/>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C797D101-4646-94A1-41F7-3129F7DBAC1E}"/>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38E2BA57-8FFD-C37B-F188-8AB1E73F773F}"/>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289E78D6-FB58-7911-7484-0939F4FD5846}"/>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13E60540-3369-D317-4686-14F1D1301C74}"/>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5A91371A-94EB-5B33-8923-C26291CE618C}"/>
              </a:ext>
            </a:extLst>
          </p:cNvPr>
          <p:cNvSpPr txBox="1"/>
          <p:nvPr/>
        </p:nvSpPr>
        <p:spPr>
          <a:xfrm>
            <a:off x="4645378" y="2531765"/>
            <a:ext cx="570089" cy="230832"/>
          </a:xfrm>
          <a:prstGeom prst="rect">
            <a:avLst/>
          </a:prstGeom>
          <a:noFill/>
        </p:spPr>
        <p:txBody>
          <a:bodyPr wrap="square" rtlCol="0">
            <a:spAutoFit/>
          </a:bodyPr>
          <a:lstStyle/>
          <a:p>
            <a:pPr algn="ctr"/>
            <a:r>
              <a:rPr lang="en-US" sz="900" dirty="0"/>
              <a:t>73</a:t>
            </a:r>
          </a:p>
        </p:txBody>
      </p:sp>
      <p:sp>
        <p:nvSpPr>
          <p:cNvPr id="27" name="TextBox 26">
            <a:extLst>
              <a:ext uri="{FF2B5EF4-FFF2-40B4-BE49-F238E27FC236}">
                <a16:creationId xmlns:a16="http://schemas.microsoft.com/office/drawing/2014/main" id="{2AFA84FB-534A-86B9-44D4-8EDB4345E412}"/>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4" name="TextBox 33">
            <a:extLst>
              <a:ext uri="{FF2B5EF4-FFF2-40B4-BE49-F238E27FC236}">
                <a16:creationId xmlns:a16="http://schemas.microsoft.com/office/drawing/2014/main" id="{F1BCFBC0-DE78-CF89-C205-60C07656C92B}"/>
              </a:ext>
            </a:extLst>
          </p:cNvPr>
          <p:cNvSpPr txBox="1"/>
          <p:nvPr/>
        </p:nvSpPr>
        <p:spPr>
          <a:xfrm>
            <a:off x="5650090" y="901933"/>
            <a:ext cx="570089" cy="230832"/>
          </a:xfrm>
          <a:prstGeom prst="rect">
            <a:avLst/>
          </a:prstGeom>
          <a:noFill/>
        </p:spPr>
        <p:txBody>
          <a:bodyPr wrap="square" rtlCol="0">
            <a:spAutoFit/>
          </a:bodyPr>
          <a:lstStyle/>
          <a:p>
            <a:pPr algn="ctr"/>
            <a:r>
              <a:rPr lang="en-US" sz="900" dirty="0"/>
              <a:t>234</a:t>
            </a:r>
          </a:p>
        </p:txBody>
      </p:sp>
      <p:sp>
        <p:nvSpPr>
          <p:cNvPr id="35" name="TextBox 34">
            <a:extLst>
              <a:ext uri="{FF2B5EF4-FFF2-40B4-BE49-F238E27FC236}">
                <a16:creationId xmlns:a16="http://schemas.microsoft.com/office/drawing/2014/main" id="{1E46A6E4-3508-B100-94E8-D5DCD2810CA4}"/>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59006EE6-CC53-377A-C0E7-4AB7B123622D}"/>
              </a:ext>
            </a:extLst>
          </p:cNvPr>
          <p:cNvSpPr txBox="1"/>
          <p:nvPr/>
        </p:nvSpPr>
        <p:spPr>
          <a:xfrm>
            <a:off x="5650090" y="1903821"/>
            <a:ext cx="570089" cy="230832"/>
          </a:xfrm>
          <a:prstGeom prst="rect">
            <a:avLst/>
          </a:prstGeom>
          <a:noFill/>
        </p:spPr>
        <p:txBody>
          <a:bodyPr wrap="square" rtlCol="0">
            <a:spAutoFit/>
          </a:bodyPr>
          <a:lstStyle/>
          <a:p>
            <a:pPr algn="ctr"/>
            <a:r>
              <a:rPr lang="en-US" sz="900" dirty="0"/>
              <a:t>234</a:t>
            </a:r>
          </a:p>
        </p:txBody>
      </p:sp>
      <p:sp>
        <p:nvSpPr>
          <p:cNvPr id="37" name="TextBox 36">
            <a:extLst>
              <a:ext uri="{FF2B5EF4-FFF2-40B4-BE49-F238E27FC236}">
                <a16:creationId xmlns:a16="http://schemas.microsoft.com/office/drawing/2014/main" id="{626779E0-0BF3-E56C-4B8D-D19930353C33}"/>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ACE7ABF8-00E7-F04A-FB07-ED6CA0882D9C}"/>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0136D86D-B9E1-9825-8864-AD35A443BD34}"/>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A46894E1-D90D-CCF3-8BB9-1A5F7216D94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66FA0B14-D9CC-2638-FB47-B1B52334A7A0}"/>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F3C62608-872C-EAFF-C212-ED6ADFB2B5F7}"/>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5D1231EB-298A-B689-5D04-53457224C703}"/>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D0134E33-7367-89E2-2F8F-874CEC30F7AB}"/>
              </a:ext>
            </a:extLst>
          </p:cNvPr>
          <p:cNvSpPr txBox="1"/>
          <p:nvPr/>
        </p:nvSpPr>
        <p:spPr>
          <a:xfrm>
            <a:off x="5650090" y="3293763"/>
            <a:ext cx="570089" cy="230832"/>
          </a:xfrm>
          <a:prstGeom prst="rect">
            <a:avLst/>
          </a:prstGeom>
          <a:noFill/>
        </p:spPr>
        <p:txBody>
          <a:bodyPr wrap="square" rtlCol="0">
            <a:spAutoFit/>
          </a:bodyPr>
          <a:lstStyle/>
          <a:p>
            <a:pPr algn="ctr"/>
            <a:r>
              <a:rPr lang="en-US" sz="900" dirty="0"/>
              <a:t>189</a:t>
            </a:r>
          </a:p>
        </p:txBody>
      </p:sp>
      <p:sp>
        <p:nvSpPr>
          <p:cNvPr id="32" name="TextBox 31">
            <a:extLst>
              <a:ext uri="{FF2B5EF4-FFF2-40B4-BE49-F238E27FC236}">
                <a16:creationId xmlns:a16="http://schemas.microsoft.com/office/drawing/2014/main" id="{FBDDFF49-031E-09B4-3D52-47D6071AEE51}"/>
              </a:ext>
            </a:extLst>
          </p:cNvPr>
          <p:cNvSpPr txBox="1"/>
          <p:nvPr/>
        </p:nvSpPr>
        <p:spPr>
          <a:xfrm>
            <a:off x="5638801" y="3907597"/>
            <a:ext cx="570089" cy="230832"/>
          </a:xfrm>
          <a:prstGeom prst="rect">
            <a:avLst/>
          </a:prstGeom>
          <a:noFill/>
        </p:spPr>
        <p:txBody>
          <a:bodyPr wrap="square" rtlCol="0">
            <a:spAutoFit/>
          </a:bodyPr>
          <a:lstStyle/>
          <a:p>
            <a:pPr algn="ctr"/>
            <a:r>
              <a:rPr lang="en-US" sz="900" dirty="0"/>
              <a:t>1789</a:t>
            </a:r>
          </a:p>
        </p:txBody>
      </p:sp>
      <p:sp>
        <p:nvSpPr>
          <p:cNvPr id="33" name="TextBox 32">
            <a:extLst>
              <a:ext uri="{FF2B5EF4-FFF2-40B4-BE49-F238E27FC236}">
                <a16:creationId xmlns:a16="http://schemas.microsoft.com/office/drawing/2014/main" id="{9DB28D3F-A670-4E68-F77D-BD4089F45A63}"/>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AF69332F-CEC8-B37C-DD94-C99A3E61AE21}"/>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42837982-9DF0-C0E5-27D9-4E7129A7A60B}"/>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43" name="TextBox 42">
            <a:extLst>
              <a:ext uri="{FF2B5EF4-FFF2-40B4-BE49-F238E27FC236}">
                <a16:creationId xmlns:a16="http://schemas.microsoft.com/office/drawing/2014/main" id="{F271C70A-DEEF-3E13-885B-4B6CDF08F996}"/>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F8B8F111-8913-939E-D723-6F2765FC3DD6}"/>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589B9BAF-3999-4AA6-436A-72DCBB0990E4}"/>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Tree>
    <p:extLst>
      <p:ext uri="{BB962C8B-B14F-4D97-AF65-F5344CB8AC3E}">
        <p14:creationId xmlns:p14="http://schemas.microsoft.com/office/powerpoint/2010/main" val="26512246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83B41-283D-0339-506F-0B0302AD8F5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C0B72C5-61E2-E2FA-24F8-D734709C23FB}"/>
              </a:ext>
            </a:extLst>
          </p:cNvPr>
          <p:cNvSpPr>
            <a:spLocks noGrp="1"/>
          </p:cNvSpPr>
          <p:nvPr>
            <p:ph sz="half" idx="1"/>
          </p:nvPr>
        </p:nvSpPr>
        <p:spPr/>
        <p:txBody>
          <a:bodyPr>
            <a:normAutofit/>
          </a:bodyPr>
          <a:lstStyle/>
          <a:p>
            <a:r>
              <a:rPr lang="en-US" dirty="0"/>
              <a:t>The completion of this red line can only be 1824:  11 or 88 for opposing, also 14, 82, 91, and 94.</a:t>
            </a:r>
          </a:p>
        </p:txBody>
      </p:sp>
      <p:pic>
        <p:nvPicPr>
          <p:cNvPr id="4" name="Picture 3" descr="A grid of sudoku puzzle&#10;&#10;Description automatically generated">
            <a:extLst>
              <a:ext uri="{FF2B5EF4-FFF2-40B4-BE49-F238E27FC236}">
                <a16:creationId xmlns:a16="http://schemas.microsoft.com/office/drawing/2014/main" id="{EF2C1B48-55E9-7E3A-5A6A-4E83AFAAD9E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4AEC87A-D1C2-5CE3-BD55-44C08A81286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5A7DE01-8EEC-F68F-4B07-DEA8744D6D7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F310202-22F9-B4F3-DB21-AE62ABBD477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6C7212F-F8AD-FA24-8424-D4DB54C591EB}"/>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9DCDA6F0-64AF-DAAE-DFB9-E9CDC84DCFFC}"/>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6456CE8A-0518-93F3-F95A-1FB7B1564E8E}"/>
              </a:ext>
            </a:extLst>
          </p:cNvPr>
          <p:cNvSpPr txBox="1"/>
          <p:nvPr/>
        </p:nvSpPr>
        <p:spPr>
          <a:xfrm>
            <a:off x="4143022" y="2905709"/>
            <a:ext cx="570089" cy="230832"/>
          </a:xfrm>
          <a:prstGeom prst="rect">
            <a:avLst/>
          </a:prstGeom>
          <a:noFill/>
        </p:spPr>
        <p:txBody>
          <a:bodyPr wrap="square" rtlCol="0">
            <a:spAutoFit/>
          </a:bodyPr>
          <a:lstStyle/>
          <a:p>
            <a:pPr algn="ctr"/>
            <a:r>
              <a:rPr lang="en-US" sz="900" dirty="0"/>
              <a:t>4789</a:t>
            </a:r>
          </a:p>
        </p:txBody>
      </p:sp>
      <p:sp>
        <p:nvSpPr>
          <p:cNvPr id="10" name="TextBox 9">
            <a:extLst>
              <a:ext uri="{FF2B5EF4-FFF2-40B4-BE49-F238E27FC236}">
                <a16:creationId xmlns:a16="http://schemas.microsoft.com/office/drawing/2014/main" id="{B531A3FE-85EE-2BFA-6F82-8A31AFEC2983}"/>
              </a:ext>
            </a:extLst>
          </p:cNvPr>
          <p:cNvSpPr txBox="1"/>
          <p:nvPr/>
        </p:nvSpPr>
        <p:spPr>
          <a:xfrm>
            <a:off x="3138310" y="2905709"/>
            <a:ext cx="570089" cy="230832"/>
          </a:xfrm>
          <a:prstGeom prst="rect">
            <a:avLst/>
          </a:prstGeom>
          <a:noFill/>
        </p:spPr>
        <p:txBody>
          <a:bodyPr wrap="square" rtlCol="0">
            <a:spAutoFit/>
          </a:bodyPr>
          <a:lstStyle/>
          <a:p>
            <a:pPr algn="ctr"/>
            <a:r>
              <a:rPr lang="en-US" sz="900" dirty="0"/>
              <a:t>479</a:t>
            </a:r>
          </a:p>
        </p:txBody>
      </p:sp>
      <p:sp>
        <p:nvSpPr>
          <p:cNvPr id="11" name="TextBox 10">
            <a:extLst>
              <a:ext uri="{FF2B5EF4-FFF2-40B4-BE49-F238E27FC236}">
                <a16:creationId xmlns:a16="http://schemas.microsoft.com/office/drawing/2014/main" id="{394E5323-0AC6-963D-ECE2-B471C20DDD55}"/>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935E71F6-CA3D-F164-C7A8-82A8C3808962}"/>
              </a:ext>
            </a:extLst>
          </p:cNvPr>
          <p:cNvSpPr txBox="1"/>
          <p:nvPr/>
        </p:nvSpPr>
        <p:spPr>
          <a:xfrm>
            <a:off x="4143022" y="3406653"/>
            <a:ext cx="570089" cy="230832"/>
          </a:xfrm>
          <a:prstGeom prst="rect">
            <a:avLst/>
          </a:prstGeom>
          <a:noFill/>
        </p:spPr>
        <p:txBody>
          <a:bodyPr wrap="square" rtlCol="0">
            <a:spAutoFit/>
          </a:bodyPr>
          <a:lstStyle/>
          <a:p>
            <a:pPr algn="ctr"/>
            <a:r>
              <a:rPr lang="en-US" sz="900" dirty="0"/>
              <a:t>4589</a:t>
            </a:r>
          </a:p>
        </p:txBody>
      </p:sp>
      <p:sp>
        <p:nvSpPr>
          <p:cNvPr id="13" name="TextBox 12">
            <a:extLst>
              <a:ext uri="{FF2B5EF4-FFF2-40B4-BE49-F238E27FC236}">
                <a16:creationId xmlns:a16="http://schemas.microsoft.com/office/drawing/2014/main" id="{74D0B4A6-3809-527C-DA9E-FF0B682708FF}"/>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3CE89942-02A1-9EC8-E9DE-66676FD6B567}"/>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4299359C-5DA9-68F2-1E6B-DB104AFF999C}"/>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8C30F83D-5B34-8CAF-7D27-5BD6FA9D678B}"/>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DD29D609-C37F-6353-5C7F-311E93B59E7D}"/>
              </a:ext>
            </a:extLst>
          </p:cNvPr>
          <p:cNvSpPr txBox="1"/>
          <p:nvPr/>
        </p:nvSpPr>
        <p:spPr>
          <a:xfrm>
            <a:off x="6654802" y="1764121"/>
            <a:ext cx="570089" cy="230832"/>
          </a:xfrm>
          <a:prstGeom prst="rect">
            <a:avLst/>
          </a:prstGeom>
          <a:noFill/>
        </p:spPr>
        <p:txBody>
          <a:bodyPr wrap="square" rtlCol="0">
            <a:spAutoFit/>
          </a:bodyPr>
          <a:lstStyle/>
          <a:p>
            <a:pPr algn="ctr"/>
            <a:r>
              <a:rPr lang="en-US" sz="900" dirty="0"/>
              <a:t>49</a:t>
            </a:r>
          </a:p>
        </p:txBody>
      </p:sp>
      <p:sp>
        <p:nvSpPr>
          <p:cNvPr id="24" name="TextBox 23">
            <a:extLst>
              <a:ext uri="{FF2B5EF4-FFF2-40B4-BE49-F238E27FC236}">
                <a16:creationId xmlns:a16="http://schemas.microsoft.com/office/drawing/2014/main" id="{28BE4793-15AD-C3C4-1662-9C46324EF908}"/>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25CA39E4-BB56-E751-0005-3030980D411E}"/>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55375E3A-0CBC-71E5-EE1C-99CAC779F512}"/>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9B6AD8D9-4702-77F1-58AD-DFD6025A1474}"/>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9585677D-F189-D7C7-09AE-0DE232EBEF4A}"/>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86A2086D-D7AF-DE4D-7B3D-0FA5416F3D8A}"/>
              </a:ext>
            </a:extLst>
          </p:cNvPr>
          <p:cNvSpPr txBox="1"/>
          <p:nvPr/>
        </p:nvSpPr>
        <p:spPr>
          <a:xfrm>
            <a:off x="4645378" y="2531765"/>
            <a:ext cx="570089" cy="230832"/>
          </a:xfrm>
          <a:prstGeom prst="rect">
            <a:avLst/>
          </a:prstGeom>
          <a:noFill/>
        </p:spPr>
        <p:txBody>
          <a:bodyPr wrap="square" rtlCol="0">
            <a:spAutoFit/>
          </a:bodyPr>
          <a:lstStyle/>
          <a:p>
            <a:pPr algn="ctr"/>
            <a:r>
              <a:rPr lang="en-US" sz="900" dirty="0"/>
              <a:t>73</a:t>
            </a:r>
          </a:p>
        </p:txBody>
      </p:sp>
      <p:sp>
        <p:nvSpPr>
          <p:cNvPr id="27" name="TextBox 26">
            <a:extLst>
              <a:ext uri="{FF2B5EF4-FFF2-40B4-BE49-F238E27FC236}">
                <a16:creationId xmlns:a16="http://schemas.microsoft.com/office/drawing/2014/main" id="{57DC7EAD-27ED-5ED2-B988-63A163600DC8}"/>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4" name="TextBox 33">
            <a:extLst>
              <a:ext uri="{FF2B5EF4-FFF2-40B4-BE49-F238E27FC236}">
                <a16:creationId xmlns:a16="http://schemas.microsoft.com/office/drawing/2014/main" id="{42BA716B-554E-1449-FD20-F9B9EF752077}"/>
              </a:ext>
            </a:extLst>
          </p:cNvPr>
          <p:cNvSpPr txBox="1"/>
          <p:nvPr/>
        </p:nvSpPr>
        <p:spPr>
          <a:xfrm>
            <a:off x="5650090" y="901933"/>
            <a:ext cx="570089" cy="230832"/>
          </a:xfrm>
          <a:prstGeom prst="rect">
            <a:avLst/>
          </a:prstGeom>
          <a:noFill/>
        </p:spPr>
        <p:txBody>
          <a:bodyPr wrap="square" rtlCol="0">
            <a:spAutoFit/>
          </a:bodyPr>
          <a:lstStyle/>
          <a:p>
            <a:pPr algn="ctr"/>
            <a:r>
              <a:rPr lang="en-US" sz="900" dirty="0"/>
              <a:t>234</a:t>
            </a:r>
          </a:p>
        </p:txBody>
      </p:sp>
      <p:sp>
        <p:nvSpPr>
          <p:cNvPr id="35" name="TextBox 34">
            <a:extLst>
              <a:ext uri="{FF2B5EF4-FFF2-40B4-BE49-F238E27FC236}">
                <a16:creationId xmlns:a16="http://schemas.microsoft.com/office/drawing/2014/main" id="{DAF70BFC-070A-D3AD-FE23-34C2B8F25FD2}"/>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85049362-7A4F-8385-DE3F-D7C82CAE11F1}"/>
              </a:ext>
            </a:extLst>
          </p:cNvPr>
          <p:cNvSpPr txBox="1"/>
          <p:nvPr/>
        </p:nvSpPr>
        <p:spPr>
          <a:xfrm>
            <a:off x="5650090" y="1903821"/>
            <a:ext cx="570089" cy="230832"/>
          </a:xfrm>
          <a:prstGeom prst="rect">
            <a:avLst/>
          </a:prstGeom>
          <a:noFill/>
        </p:spPr>
        <p:txBody>
          <a:bodyPr wrap="square" rtlCol="0">
            <a:spAutoFit/>
          </a:bodyPr>
          <a:lstStyle/>
          <a:p>
            <a:pPr algn="ctr"/>
            <a:r>
              <a:rPr lang="en-US" sz="900" dirty="0"/>
              <a:t>234</a:t>
            </a:r>
          </a:p>
        </p:txBody>
      </p:sp>
      <p:sp>
        <p:nvSpPr>
          <p:cNvPr id="37" name="TextBox 36">
            <a:extLst>
              <a:ext uri="{FF2B5EF4-FFF2-40B4-BE49-F238E27FC236}">
                <a16:creationId xmlns:a16="http://schemas.microsoft.com/office/drawing/2014/main" id="{EC2E69C4-C947-82D2-DDC6-2182A48B3047}"/>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2F2303EC-A26A-0E93-954A-E8463BE41E74}"/>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6D18F296-538F-3FDD-F28F-B49EE12D2E26}"/>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D4FF7DE0-21BA-FE78-3B11-9A742F8DC94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4C429D38-174B-6B3D-519B-B142F0C1FADE}"/>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17C4DC08-DD13-5389-455A-076FDA71779E}"/>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E4B6076C-2042-54C6-A9E8-E23B8DC738E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8242D8B1-3A15-58F0-A2C2-B05B1F010DD0}"/>
              </a:ext>
            </a:extLst>
          </p:cNvPr>
          <p:cNvSpPr txBox="1"/>
          <p:nvPr/>
        </p:nvSpPr>
        <p:spPr>
          <a:xfrm>
            <a:off x="5650090" y="3293763"/>
            <a:ext cx="570089" cy="230832"/>
          </a:xfrm>
          <a:prstGeom prst="rect">
            <a:avLst/>
          </a:prstGeom>
          <a:noFill/>
        </p:spPr>
        <p:txBody>
          <a:bodyPr wrap="square" rtlCol="0">
            <a:spAutoFit/>
          </a:bodyPr>
          <a:lstStyle/>
          <a:p>
            <a:pPr algn="ctr"/>
            <a:r>
              <a:rPr lang="en-US" sz="900" dirty="0"/>
              <a:t>189</a:t>
            </a:r>
          </a:p>
        </p:txBody>
      </p:sp>
      <p:sp>
        <p:nvSpPr>
          <p:cNvPr id="32" name="TextBox 31">
            <a:extLst>
              <a:ext uri="{FF2B5EF4-FFF2-40B4-BE49-F238E27FC236}">
                <a16:creationId xmlns:a16="http://schemas.microsoft.com/office/drawing/2014/main" id="{11DE27B0-1AE6-44B2-988A-06911437830C}"/>
              </a:ext>
            </a:extLst>
          </p:cNvPr>
          <p:cNvSpPr txBox="1"/>
          <p:nvPr/>
        </p:nvSpPr>
        <p:spPr>
          <a:xfrm>
            <a:off x="5638801" y="3907597"/>
            <a:ext cx="570089" cy="230832"/>
          </a:xfrm>
          <a:prstGeom prst="rect">
            <a:avLst/>
          </a:prstGeom>
          <a:noFill/>
        </p:spPr>
        <p:txBody>
          <a:bodyPr wrap="square" rtlCol="0">
            <a:spAutoFit/>
          </a:bodyPr>
          <a:lstStyle/>
          <a:p>
            <a:pPr algn="ctr"/>
            <a:r>
              <a:rPr lang="en-US" sz="900" dirty="0"/>
              <a:t>1789</a:t>
            </a:r>
          </a:p>
        </p:txBody>
      </p:sp>
      <p:sp>
        <p:nvSpPr>
          <p:cNvPr id="33" name="TextBox 32">
            <a:extLst>
              <a:ext uri="{FF2B5EF4-FFF2-40B4-BE49-F238E27FC236}">
                <a16:creationId xmlns:a16="http://schemas.microsoft.com/office/drawing/2014/main" id="{716859E7-01D2-995A-D3E5-FBF8CEC80590}"/>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2063EB76-6BF7-EBB1-AF46-EF4B7740E202}"/>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5C3688B6-E0FB-147F-83C3-5D8A8E0AB019}"/>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33AA2930-AF6C-458F-448D-1E5A783E17B3}"/>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A878472C-6611-5BFE-770B-1A8C69E20EA3}"/>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4E97CF94-9A71-D81D-238E-A6151CBFFCD8}"/>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1824</a:t>
            </a:r>
          </a:p>
        </p:txBody>
      </p:sp>
      <p:sp>
        <p:nvSpPr>
          <p:cNvPr id="46" name="TextBox 45">
            <a:extLst>
              <a:ext uri="{FF2B5EF4-FFF2-40B4-BE49-F238E27FC236}">
                <a16:creationId xmlns:a16="http://schemas.microsoft.com/office/drawing/2014/main" id="{24374FD8-5E45-1971-486E-F81140AEAEF0}"/>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Tree>
    <p:extLst>
      <p:ext uri="{BB962C8B-B14F-4D97-AF65-F5344CB8AC3E}">
        <p14:creationId xmlns:p14="http://schemas.microsoft.com/office/powerpoint/2010/main" val="16457756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5072B-6541-0B27-6975-52F89A57382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5F5E6FF-A9BC-D0C5-0475-2168B51438E3}"/>
              </a:ext>
            </a:extLst>
          </p:cNvPr>
          <p:cNvSpPr>
            <a:spLocks noGrp="1"/>
          </p:cNvSpPr>
          <p:nvPr>
            <p:ph sz="half" idx="1"/>
          </p:nvPr>
        </p:nvSpPr>
        <p:spPr/>
        <p:txBody>
          <a:bodyPr>
            <a:normAutofit lnSpcReduction="10000"/>
          </a:bodyPr>
          <a:lstStyle/>
          <a:p>
            <a:r>
              <a:rPr lang="en-US" dirty="0"/>
              <a:t>Since we know that this cage must be 25, and since the off-line diagonal is at most 79 (16), the on-line diagonal must be at least 9. 11 and 14 do not fit. If 88, the off-line diagonal must sum to 9. 27 is the only possibility. If 19 or 28, the off-line diagonal must sum to 15. 69 and 78 are possibilities.</a:t>
            </a:r>
          </a:p>
        </p:txBody>
      </p:sp>
      <p:pic>
        <p:nvPicPr>
          <p:cNvPr id="4" name="Picture 3" descr="A grid of sudoku puzzle&#10;&#10;Description automatically generated">
            <a:extLst>
              <a:ext uri="{FF2B5EF4-FFF2-40B4-BE49-F238E27FC236}">
                <a16:creationId xmlns:a16="http://schemas.microsoft.com/office/drawing/2014/main" id="{26F9D61E-CE8A-C1E1-4E88-AF065A7FD71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32C2944-0EB8-316F-1350-CC4B6A6F222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421C772-308E-96D3-F836-FBD2E14848D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3848507-90A2-5CCF-6D83-DAC041F5A9C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C606C71-7D3C-95EE-522A-DCF72C761990}"/>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DDE8C60-7CB6-3E3C-56D9-D9138FD06A64}"/>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A456A444-96FE-9280-99EE-276F74B3CA97}"/>
              </a:ext>
            </a:extLst>
          </p:cNvPr>
          <p:cNvSpPr txBox="1"/>
          <p:nvPr/>
        </p:nvSpPr>
        <p:spPr>
          <a:xfrm>
            <a:off x="4143022" y="2905709"/>
            <a:ext cx="570089" cy="230832"/>
          </a:xfrm>
          <a:prstGeom prst="rect">
            <a:avLst/>
          </a:prstGeom>
          <a:noFill/>
        </p:spPr>
        <p:txBody>
          <a:bodyPr wrap="square" rtlCol="0">
            <a:spAutoFit/>
          </a:bodyPr>
          <a:lstStyle/>
          <a:p>
            <a:pPr algn="ctr"/>
            <a:r>
              <a:rPr lang="en-US" sz="900" dirty="0"/>
              <a:t>4789</a:t>
            </a:r>
          </a:p>
        </p:txBody>
      </p:sp>
      <p:sp>
        <p:nvSpPr>
          <p:cNvPr id="10" name="TextBox 9">
            <a:extLst>
              <a:ext uri="{FF2B5EF4-FFF2-40B4-BE49-F238E27FC236}">
                <a16:creationId xmlns:a16="http://schemas.microsoft.com/office/drawing/2014/main" id="{791D23EC-9589-C4C3-87CB-29DDF1EB7ACB}"/>
              </a:ext>
            </a:extLst>
          </p:cNvPr>
          <p:cNvSpPr txBox="1"/>
          <p:nvPr/>
        </p:nvSpPr>
        <p:spPr>
          <a:xfrm>
            <a:off x="3138310" y="2905709"/>
            <a:ext cx="570089" cy="230832"/>
          </a:xfrm>
          <a:prstGeom prst="rect">
            <a:avLst/>
          </a:prstGeom>
          <a:noFill/>
        </p:spPr>
        <p:txBody>
          <a:bodyPr wrap="square" rtlCol="0">
            <a:spAutoFit/>
          </a:bodyPr>
          <a:lstStyle/>
          <a:p>
            <a:pPr algn="ctr"/>
            <a:r>
              <a:rPr lang="en-US" sz="900" dirty="0"/>
              <a:t>479</a:t>
            </a:r>
          </a:p>
        </p:txBody>
      </p:sp>
      <p:sp>
        <p:nvSpPr>
          <p:cNvPr id="11" name="TextBox 10">
            <a:extLst>
              <a:ext uri="{FF2B5EF4-FFF2-40B4-BE49-F238E27FC236}">
                <a16:creationId xmlns:a16="http://schemas.microsoft.com/office/drawing/2014/main" id="{FECDCFE6-33E5-9F06-27CE-5F22A0BD6794}"/>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C03E2EB6-E413-0D8F-5B25-1149D6AD8F6E}"/>
              </a:ext>
            </a:extLst>
          </p:cNvPr>
          <p:cNvSpPr txBox="1"/>
          <p:nvPr/>
        </p:nvSpPr>
        <p:spPr>
          <a:xfrm>
            <a:off x="4143022" y="3406653"/>
            <a:ext cx="570089" cy="230832"/>
          </a:xfrm>
          <a:prstGeom prst="rect">
            <a:avLst/>
          </a:prstGeom>
          <a:noFill/>
        </p:spPr>
        <p:txBody>
          <a:bodyPr wrap="square" rtlCol="0">
            <a:spAutoFit/>
          </a:bodyPr>
          <a:lstStyle/>
          <a:p>
            <a:pPr algn="ctr"/>
            <a:r>
              <a:rPr lang="en-US" sz="900" dirty="0"/>
              <a:t>4589</a:t>
            </a:r>
          </a:p>
        </p:txBody>
      </p:sp>
      <p:sp>
        <p:nvSpPr>
          <p:cNvPr id="13" name="TextBox 12">
            <a:extLst>
              <a:ext uri="{FF2B5EF4-FFF2-40B4-BE49-F238E27FC236}">
                <a16:creationId xmlns:a16="http://schemas.microsoft.com/office/drawing/2014/main" id="{A3FA84FD-FB3B-E6A2-566A-DA6FF6958328}"/>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FE0F3580-0ACB-DEB6-CBDA-C1C2E56386B1}"/>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05EF6EA7-D79A-5FDD-6245-29A719DD9B2C}"/>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F5C0EFFB-9902-83C3-2A63-FD1726BBB140}"/>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0" name="TextBox 19">
            <a:extLst>
              <a:ext uri="{FF2B5EF4-FFF2-40B4-BE49-F238E27FC236}">
                <a16:creationId xmlns:a16="http://schemas.microsoft.com/office/drawing/2014/main" id="{32FDB75A-468E-7680-0FD1-4C37CD82A4B8}"/>
              </a:ext>
            </a:extLst>
          </p:cNvPr>
          <p:cNvSpPr txBox="1"/>
          <p:nvPr/>
        </p:nvSpPr>
        <p:spPr>
          <a:xfrm>
            <a:off x="6654802" y="1764121"/>
            <a:ext cx="570089" cy="230832"/>
          </a:xfrm>
          <a:prstGeom prst="rect">
            <a:avLst/>
          </a:prstGeom>
          <a:noFill/>
        </p:spPr>
        <p:txBody>
          <a:bodyPr wrap="square" rtlCol="0">
            <a:spAutoFit/>
          </a:bodyPr>
          <a:lstStyle/>
          <a:p>
            <a:pPr algn="ctr"/>
            <a:r>
              <a:rPr lang="en-US" sz="900" dirty="0"/>
              <a:t>49</a:t>
            </a:r>
          </a:p>
        </p:txBody>
      </p:sp>
      <p:sp>
        <p:nvSpPr>
          <p:cNvPr id="24" name="TextBox 23">
            <a:extLst>
              <a:ext uri="{FF2B5EF4-FFF2-40B4-BE49-F238E27FC236}">
                <a16:creationId xmlns:a16="http://schemas.microsoft.com/office/drawing/2014/main" id="{7F4AF1D3-1408-BA1D-CCEF-B23485F22710}"/>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0A72D3A4-6907-62DC-87BB-16A764904B9D}"/>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3E0A1D17-FB35-A3EC-ADEC-DD59C67F8F93}"/>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0CDC8DA4-E60C-103D-B006-4E5F5FEC7F87}"/>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875D764A-DB8A-2C99-715A-8170FCA648AA}"/>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19" name="TextBox 18">
            <a:extLst>
              <a:ext uri="{FF2B5EF4-FFF2-40B4-BE49-F238E27FC236}">
                <a16:creationId xmlns:a16="http://schemas.microsoft.com/office/drawing/2014/main" id="{B1C28429-C17B-5398-489B-456242E7D750}"/>
              </a:ext>
            </a:extLst>
          </p:cNvPr>
          <p:cNvSpPr txBox="1"/>
          <p:nvPr/>
        </p:nvSpPr>
        <p:spPr>
          <a:xfrm>
            <a:off x="4645378" y="2531765"/>
            <a:ext cx="570089" cy="230832"/>
          </a:xfrm>
          <a:prstGeom prst="rect">
            <a:avLst/>
          </a:prstGeom>
          <a:noFill/>
        </p:spPr>
        <p:txBody>
          <a:bodyPr wrap="square" rtlCol="0">
            <a:spAutoFit/>
          </a:bodyPr>
          <a:lstStyle/>
          <a:p>
            <a:pPr algn="ctr"/>
            <a:r>
              <a:rPr lang="en-US" sz="900" dirty="0"/>
              <a:t>73</a:t>
            </a:r>
          </a:p>
        </p:txBody>
      </p:sp>
      <p:sp>
        <p:nvSpPr>
          <p:cNvPr id="27" name="TextBox 26">
            <a:extLst>
              <a:ext uri="{FF2B5EF4-FFF2-40B4-BE49-F238E27FC236}">
                <a16:creationId xmlns:a16="http://schemas.microsoft.com/office/drawing/2014/main" id="{56E98A67-BF84-1596-1028-F285468DE654}"/>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4" name="TextBox 33">
            <a:extLst>
              <a:ext uri="{FF2B5EF4-FFF2-40B4-BE49-F238E27FC236}">
                <a16:creationId xmlns:a16="http://schemas.microsoft.com/office/drawing/2014/main" id="{21B5C0A4-7256-2E8A-0F52-61329A920E75}"/>
              </a:ext>
            </a:extLst>
          </p:cNvPr>
          <p:cNvSpPr txBox="1"/>
          <p:nvPr/>
        </p:nvSpPr>
        <p:spPr>
          <a:xfrm>
            <a:off x="5650090" y="901933"/>
            <a:ext cx="570089" cy="230832"/>
          </a:xfrm>
          <a:prstGeom prst="rect">
            <a:avLst/>
          </a:prstGeom>
          <a:noFill/>
        </p:spPr>
        <p:txBody>
          <a:bodyPr wrap="square" rtlCol="0">
            <a:spAutoFit/>
          </a:bodyPr>
          <a:lstStyle/>
          <a:p>
            <a:pPr algn="ctr"/>
            <a:r>
              <a:rPr lang="en-US" sz="900" dirty="0"/>
              <a:t>234</a:t>
            </a:r>
          </a:p>
        </p:txBody>
      </p:sp>
      <p:sp>
        <p:nvSpPr>
          <p:cNvPr id="35" name="TextBox 34">
            <a:extLst>
              <a:ext uri="{FF2B5EF4-FFF2-40B4-BE49-F238E27FC236}">
                <a16:creationId xmlns:a16="http://schemas.microsoft.com/office/drawing/2014/main" id="{6AA0590F-FB1E-F6D8-307E-E52004ED7BAF}"/>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EA0B4913-A663-5FD0-FC36-7115D8728262}"/>
              </a:ext>
            </a:extLst>
          </p:cNvPr>
          <p:cNvSpPr txBox="1"/>
          <p:nvPr/>
        </p:nvSpPr>
        <p:spPr>
          <a:xfrm>
            <a:off x="5650090" y="1903821"/>
            <a:ext cx="570089" cy="230832"/>
          </a:xfrm>
          <a:prstGeom prst="rect">
            <a:avLst/>
          </a:prstGeom>
          <a:noFill/>
        </p:spPr>
        <p:txBody>
          <a:bodyPr wrap="square" rtlCol="0">
            <a:spAutoFit/>
          </a:bodyPr>
          <a:lstStyle/>
          <a:p>
            <a:pPr algn="ctr"/>
            <a:r>
              <a:rPr lang="en-US" sz="900" dirty="0"/>
              <a:t>234</a:t>
            </a:r>
          </a:p>
        </p:txBody>
      </p:sp>
      <p:sp>
        <p:nvSpPr>
          <p:cNvPr id="37" name="TextBox 36">
            <a:extLst>
              <a:ext uri="{FF2B5EF4-FFF2-40B4-BE49-F238E27FC236}">
                <a16:creationId xmlns:a16="http://schemas.microsoft.com/office/drawing/2014/main" id="{393FE3DF-E870-B9B6-9B3C-CE422C3DD323}"/>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A087E84D-BE58-E9A0-6D4A-E41AB9B018CD}"/>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67DD615A-A417-590B-0568-68D1F564B395}"/>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45C2221-164A-A0B8-9821-D8FF2B2F32D8}"/>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0FD51610-C04F-16F8-D6B7-3D85345B957D}"/>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13C2734F-F2BA-126F-68ED-0950E4668F4B}"/>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0C4606CE-3F49-EEF0-A520-556BF0D50F30}"/>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0A0A5E8D-EA12-096B-F8DE-32EB375710A7}"/>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5BBEEDCF-AC03-84E6-4AEC-57A8CA9C90E1}"/>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3E737950-F637-636B-166A-73781FDF9104}"/>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96CA0459-D4C1-54AF-24B0-096D327D4386}"/>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22436BED-3D55-5CFE-9C68-C987EDD5D87D}"/>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E149357C-D564-98E6-9A9D-DE506D926047}"/>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280E7742-8FDA-6E3D-B5CC-BCB1BA4CDE0E}"/>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59972D01-43E5-812A-6355-212C6674412B}"/>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86115DD8-589C-A8FA-9C94-ABB8B228BBCF}"/>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Tree>
    <p:extLst>
      <p:ext uri="{BB962C8B-B14F-4D97-AF65-F5344CB8AC3E}">
        <p14:creationId xmlns:p14="http://schemas.microsoft.com/office/powerpoint/2010/main" val="23444840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A9ADBA-92B8-BCAE-AE08-B1393180982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5AAE69-11D4-A904-82A7-E4D3A6BB8636}"/>
              </a:ext>
            </a:extLst>
          </p:cNvPr>
          <p:cNvSpPr>
            <a:spLocks noGrp="1"/>
          </p:cNvSpPr>
          <p:nvPr>
            <p:ph sz="half" idx="1"/>
          </p:nvPr>
        </p:nvSpPr>
        <p:spPr/>
        <p:txBody>
          <a:bodyPr>
            <a:normAutofit/>
          </a:bodyPr>
          <a:lstStyle/>
          <a:p>
            <a:r>
              <a:rPr lang="en-US" dirty="0"/>
              <a:t>In the lower center block, 1 is in Column 6.</a:t>
            </a:r>
          </a:p>
        </p:txBody>
      </p:sp>
      <p:pic>
        <p:nvPicPr>
          <p:cNvPr id="4" name="Picture 3" descr="A grid of sudoku puzzle&#10;&#10;Description automatically generated">
            <a:extLst>
              <a:ext uri="{FF2B5EF4-FFF2-40B4-BE49-F238E27FC236}">
                <a16:creationId xmlns:a16="http://schemas.microsoft.com/office/drawing/2014/main" id="{D01C165D-E884-12B1-6B7C-9F8F00FA98B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73A7120-AEF9-84C3-6899-BEA7E901343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3DDA5A1-C4CB-8910-2ED6-FF22109161D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566BC5B-48D9-6EC7-5EB2-19B93D04C5B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5C4AC73-A6C6-DCF9-637E-DC16906A8EFF}"/>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30E7BF8-1AE5-E089-E715-780E910AA68F}"/>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C1CB18D0-E862-49E2-183F-3D26C7BEEB08}"/>
              </a:ext>
            </a:extLst>
          </p:cNvPr>
          <p:cNvSpPr txBox="1"/>
          <p:nvPr/>
        </p:nvSpPr>
        <p:spPr>
          <a:xfrm>
            <a:off x="4143022" y="2905709"/>
            <a:ext cx="570089" cy="230832"/>
          </a:xfrm>
          <a:prstGeom prst="rect">
            <a:avLst/>
          </a:prstGeom>
          <a:noFill/>
        </p:spPr>
        <p:txBody>
          <a:bodyPr wrap="square" rtlCol="0">
            <a:spAutoFit/>
          </a:bodyPr>
          <a:lstStyle/>
          <a:p>
            <a:pPr algn="ctr"/>
            <a:r>
              <a:rPr lang="en-US" sz="900" dirty="0"/>
              <a:t>4789</a:t>
            </a:r>
          </a:p>
        </p:txBody>
      </p:sp>
      <p:sp>
        <p:nvSpPr>
          <p:cNvPr id="10" name="TextBox 9">
            <a:extLst>
              <a:ext uri="{FF2B5EF4-FFF2-40B4-BE49-F238E27FC236}">
                <a16:creationId xmlns:a16="http://schemas.microsoft.com/office/drawing/2014/main" id="{14AFBB6C-344C-6985-5C8C-2EE75EB65E60}"/>
              </a:ext>
            </a:extLst>
          </p:cNvPr>
          <p:cNvSpPr txBox="1"/>
          <p:nvPr/>
        </p:nvSpPr>
        <p:spPr>
          <a:xfrm>
            <a:off x="3138310" y="2905709"/>
            <a:ext cx="570089" cy="230832"/>
          </a:xfrm>
          <a:prstGeom prst="rect">
            <a:avLst/>
          </a:prstGeom>
          <a:noFill/>
        </p:spPr>
        <p:txBody>
          <a:bodyPr wrap="square" rtlCol="0">
            <a:spAutoFit/>
          </a:bodyPr>
          <a:lstStyle/>
          <a:p>
            <a:pPr algn="ctr"/>
            <a:r>
              <a:rPr lang="en-US" sz="900" dirty="0"/>
              <a:t>479</a:t>
            </a:r>
          </a:p>
        </p:txBody>
      </p:sp>
      <p:sp>
        <p:nvSpPr>
          <p:cNvPr id="11" name="TextBox 10">
            <a:extLst>
              <a:ext uri="{FF2B5EF4-FFF2-40B4-BE49-F238E27FC236}">
                <a16:creationId xmlns:a16="http://schemas.microsoft.com/office/drawing/2014/main" id="{CB351929-3727-2CD5-3C73-CD28141BE997}"/>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2BCB4130-6DA5-49DE-7DDE-2669B49CDBE8}"/>
              </a:ext>
            </a:extLst>
          </p:cNvPr>
          <p:cNvSpPr txBox="1"/>
          <p:nvPr/>
        </p:nvSpPr>
        <p:spPr>
          <a:xfrm>
            <a:off x="4143022" y="3406653"/>
            <a:ext cx="570089" cy="230832"/>
          </a:xfrm>
          <a:prstGeom prst="rect">
            <a:avLst/>
          </a:prstGeom>
          <a:noFill/>
        </p:spPr>
        <p:txBody>
          <a:bodyPr wrap="square" rtlCol="0">
            <a:spAutoFit/>
          </a:bodyPr>
          <a:lstStyle/>
          <a:p>
            <a:pPr algn="ctr"/>
            <a:r>
              <a:rPr lang="en-US" sz="900" dirty="0"/>
              <a:t>4589</a:t>
            </a:r>
          </a:p>
        </p:txBody>
      </p:sp>
      <p:sp>
        <p:nvSpPr>
          <p:cNvPr id="13" name="TextBox 12">
            <a:extLst>
              <a:ext uri="{FF2B5EF4-FFF2-40B4-BE49-F238E27FC236}">
                <a16:creationId xmlns:a16="http://schemas.microsoft.com/office/drawing/2014/main" id="{8C31331E-8632-899C-D6EB-14E928667DE1}"/>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0D9CBED3-06F7-BEEA-9CC5-A584B8AEB54C}"/>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E916963F-C1C8-131B-2D2A-9EC5CAD44899}"/>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20" name="TextBox 19">
            <a:extLst>
              <a:ext uri="{FF2B5EF4-FFF2-40B4-BE49-F238E27FC236}">
                <a16:creationId xmlns:a16="http://schemas.microsoft.com/office/drawing/2014/main" id="{492291E2-26BA-23D9-0713-DE414CEE9FE4}"/>
              </a:ext>
            </a:extLst>
          </p:cNvPr>
          <p:cNvSpPr txBox="1"/>
          <p:nvPr/>
        </p:nvSpPr>
        <p:spPr>
          <a:xfrm>
            <a:off x="6654802" y="1764121"/>
            <a:ext cx="570089" cy="230832"/>
          </a:xfrm>
          <a:prstGeom prst="rect">
            <a:avLst/>
          </a:prstGeom>
          <a:noFill/>
        </p:spPr>
        <p:txBody>
          <a:bodyPr wrap="square" rtlCol="0">
            <a:spAutoFit/>
          </a:bodyPr>
          <a:lstStyle/>
          <a:p>
            <a:pPr algn="ctr"/>
            <a:r>
              <a:rPr lang="en-US" sz="900" dirty="0"/>
              <a:t>49</a:t>
            </a:r>
          </a:p>
        </p:txBody>
      </p:sp>
      <p:sp>
        <p:nvSpPr>
          <p:cNvPr id="24" name="TextBox 23">
            <a:extLst>
              <a:ext uri="{FF2B5EF4-FFF2-40B4-BE49-F238E27FC236}">
                <a16:creationId xmlns:a16="http://schemas.microsoft.com/office/drawing/2014/main" id="{C2A6169F-ADEC-23AE-32AE-8CCB438730E6}"/>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C074DBF6-2FFA-40BD-41BB-95F6A1AB67D7}"/>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E2FC0C95-35E7-F11F-07C1-5BF704C5634F}"/>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5521552B-7D22-5712-C9AF-1DE5B8593650}"/>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781FE431-B309-9FA3-C936-FE3EBA5EFEEA}"/>
              </a:ext>
            </a:extLst>
          </p:cNvPr>
          <p:cNvSpPr txBox="1"/>
          <p:nvPr/>
        </p:nvSpPr>
        <p:spPr>
          <a:xfrm>
            <a:off x="4645378" y="2531765"/>
            <a:ext cx="570089" cy="230832"/>
          </a:xfrm>
          <a:prstGeom prst="rect">
            <a:avLst/>
          </a:prstGeom>
          <a:noFill/>
        </p:spPr>
        <p:txBody>
          <a:bodyPr wrap="square" rtlCol="0">
            <a:spAutoFit/>
          </a:bodyPr>
          <a:lstStyle/>
          <a:p>
            <a:pPr algn="ctr"/>
            <a:r>
              <a:rPr lang="en-US" sz="900" dirty="0"/>
              <a:t>73</a:t>
            </a:r>
          </a:p>
        </p:txBody>
      </p:sp>
      <p:sp>
        <p:nvSpPr>
          <p:cNvPr id="27" name="TextBox 26">
            <a:extLst>
              <a:ext uri="{FF2B5EF4-FFF2-40B4-BE49-F238E27FC236}">
                <a16:creationId xmlns:a16="http://schemas.microsoft.com/office/drawing/2014/main" id="{85A16F8D-D9B2-A531-D960-08B096AC64BD}"/>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4" name="TextBox 33">
            <a:extLst>
              <a:ext uri="{FF2B5EF4-FFF2-40B4-BE49-F238E27FC236}">
                <a16:creationId xmlns:a16="http://schemas.microsoft.com/office/drawing/2014/main" id="{A23C1AE1-1607-52AE-C5AA-942A711EDCB5}"/>
              </a:ext>
            </a:extLst>
          </p:cNvPr>
          <p:cNvSpPr txBox="1"/>
          <p:nvPr/>
        </p:nvSpPr>
        <p:spPr>
          <a:xfrm>
            <a:off x="5650090" y="901933"/>
            <a:ext cx="570089" cy="230832"/>
          </a:xfrm>
          <a:prstGeom prst="rect">
            <a:avLst/>
          </a:prstGeom>
          <a:noFill/>
        </p:spPr>
        <p:txBody>
          <a:bodyPr wrap="square" rtlCol="0">
            <a:spAutoFit/>
          </a:bodyPr>
          <a:lstStyle/>
          <a:p>
            <a:pPr algn="ctr"/>
            <a:r>
              <a:rPr lang="en-US" sz="900" dirty="0"/>
              <a:t>234</a:t>
            </a:r>
          </a:p>
        </p:txBody>
      </p:sp>
      <p:sp>
        <p:nvSpPr>
          <p:cNvPr id="35" name="TextBox 34">
            <a:extLst>
              <a:ext uri="{FF2B5EF4-FFF2-40B4-BE49-F238E27FC236}">
                <a16:creationId xmlns:a16="http://schemas.microsoft.com/office/drawing/2014/main" id="{DA2B0895-1657-376A-587B-99E23939B96F}"/>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0CE3090A-4F94-930B-C4C8-B40DABFE5FBD}"/>
              </a:ext>
            </a:extLst>
          </p:cNvPr>
          <p:cNvSpPr txBox="1"/>
          <p:nvPr/>
        </p:nvSpPr>
        <p:spPr>
          <a:xfrm>
            <a:off x="5650090" y="1903821"/>
            <a:ext cx="570089" cy="230832"/>
          </a:xfrm>
          <a:prstGeom prst="rect">
            <a:avLst/>
          </a:prstGeom>
          <a:noFill/>
        </p:spPr>
        <p:txBody>
          <a:bodyPr wrap="square" rtlCol="0">
            <a:spAutoFit/>
          </a:bodyPr>
          <a:lstStyle/>
          <a:p>
            <a:pPr algn="ctr"/>
            <a:r>
              <a:rPr lang="en-US" sz="900" dirty="0"/>
              <a:t>234</a:t>
            </a:r>
          </a:p>
        </p:txBody>
      </p:sp>
      <p:sp>
        <p:nvSpPr>
          <p:cNvPr id="37" name="TextBox 36">
            <a:extLst>
              <a:ext uri="{FF2B5EF4-FFF2-40B4-BE49-F238E27FC236}">
                <a16:creationId xmlns:a16="http://schemas.microsoft.com/office/drawing/2014/main" id="{E31CE6B2-5109-8960-2BA0-0AF4494373D5}"/>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17DCDF94-A0A5-6DEB-DF79-3EB6C2671DBB}"/>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766F3682-4C3A-2816-8A17-3B5837F7747F}"/>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12BB057-D0C4-F992-41B0-E03683E57944}"/>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61E35066-8596-BBC1-4530-6DECF4C81C8F}"/>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6E9D92B1-3A2E-A979-A0DC-A37EAEEEA51B}"/>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8B7E9EDE-D07F-0E90-3F6B-E3B756A6043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44447AD6-E8BF-1EB7-7035-C3A6BA429A9D}"/>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AB2B4D64-A0D9-C453-B0E8-A0D5C08111BE}"/>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CC5E1D05-49D2-6228-B272-AF1D056A8D14}"/>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94B19A94-E589-93BF-C8B9-56AEDBC7A265}"/>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9F7EFE2C-140A-9F5E-6454-F132BAB37991}"/>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FF5605B4-D307-34F0-D405-2D2DB44DFABC}"/>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04A6302E-F31E-A2F7-A5D8-B72340C31CCA}"/>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344CC99B-8C38-E9E7-8CAB-14834D93009C}"/>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225D6B13-8381-CEC8-CE34-BAC84DDD0178}"/>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76DC136B-BF8E-8C40-B2CF-920A4D8FB904}"/>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0E51F524-53DC-1DE2-004A-1E614B516587}"/>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9359933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C6696-FF10-0781-BD76-72CAF2A55A1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20E4A3-5301-AB8A-F3A8-8A215B03763A}"/>
              </a:ext>
            </a:extLst>
          </p:cNvPr>
          <p:cNvSpPr>
            <a:spLocks noGrp="1"/>
          </p:cNvSpPr>
          <p:nvPr>
            <p:ph sz="half" idx="1"/>
          </p:nvPr>
        </p:nvSpPr>
        <p:spPr/>
        <p:txBody>
          <a:bodyPr>
            <a:normAutofit/>
          </a:bodyPr>
          <a:lstStyle/>
          <a:p>
            <a:r>
              <a:rPr lang="en-US" dirty="0"/>
              <a:t>Complete Column 5 ([36 in 7]).</a:t>
            </a:r>
          </a:p>
        </p:txBody>
      </p:sp>
      <p:pic>
        <p:nvPicPr>
          <p:cNvPr id="4" name="Picture 3" descr="A grid of sudoku puzzle&#10;&#10;Description automatically generated">
            <a:extLst>
              <a:ext uri="{FF2B5EF4-FFF2-40B4-BE49-F238E27FC236}">
                <a16:creationId xmlns:a16="http://schemas.microsoft.com/office/drawing/2014/main" id="{CF79BF20-66BA-2940-E0D9-05E93EE86DA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3C16B86-8C6A-53C3-A3E4-D70E13962C3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3A03B8F-0C28-5D95-6583-7A3EF05093C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CD0683E-6031-E5B4-8476-BEDFD11BB4B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938410D-73C7-5DD5-DE52-B8CF781FEE60}"/>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E640AFAE-38BC-FCEE-9464-D99C2B3FD506}"/>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0D158EB5-8138-2D05-8221-368B9E9E6534}"/>
              </a:ext>
            </a:extLst>
          </p:cNvPr>
          <p:cNvSpPr txBox="1"/>
          <p:nvPr/>
        </p:nvSpPr>
        <p:spPr>
          <a:xfrm>
            <a:off x="4143022" y="2905709"/>
            <a:ext cx="570089" cy="230832"/>
          </a:xfrm>
          <a:prstGeom prst="rect">
            <a:avLst/>
          </a:prstGeom>
          <a:noFill/>
        </p:spPr>
        <p:txBody>
          <a:bodyPr wrap="square" rtlCol="0">
            <a:spAutoFit/>
          </a:bodyPr>
          <a:lstStyle/>
          <a:p>
            <a:pPr algn="ctr"/>
            <a:r>
              <a:rPr lang="en-US" sz="900" dirty="0"/>
              <a:t>4789</a:t>
            </a:r>
          </a:p>
        </p:txBody>
      </p:sp>
      <p:sp>
        <p:nvSpPr>
          <p:cNvPr id="10" name="TextBox 9">
            <a:extLst>
              <a:ext uri="{FF2B5EF4-FFF2-40B4-BE49-F238E27FC236}">
                <a16:creationId xmlns:a16="http://schemas.microsoft.com/office/drawing/2014/main" id="{6AD365D2-FA55-63B4-1166-DADFE853DE5C}"/>
              </a:ext>
            </a:extLst>
          </p:cNvPr>
          <p:cNvSpPr txBox="1"/>
          <p:nvPr/>
        </p:nvSpPr>
        <p:spPr>
          <a:xfrm>
            <a:off x="3138310" y="2905709"/>
            <a:ext cx="570089" cy="230832"/>
          </a:xfrm>
          <a:prstGeom prst="rect">
            <a:avLst/>
          </a:prstGeom>
          <a:noFill/>
        </p:spPr>
        <p:txBody>
          <a:bodyPr wrap="square" rtlCol="0">
            <a:spAutoFit/>
          </a:bodyPr>
          <a:lstStyle/>
          <a:p>
            <a:pPr algn="ctr"/>
            <a:r>
              <a:rPr lang="en-US" sz="900" dirty="0"/>
              <a:t>479</a:t>
            </a:r>
          </a:p>
        </p:txBody>
      </p:sp>
      <p:sp>
        <p:nvSpPr>
          <p:cNvPr id="11" name="TextBox 10">
            <a:extLst>
              <a:ext uri="{FF2B5EF4-FFF2-40B4-BE49-F238E27FC236}">
                <a16:creationId xmlns:a16="http://schemas.microsoft.com/office/drawing/2014/main" id="{451992AE-C356-F3EC-FA94-14892A2FB94B}"/>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0BB3A00C-6665-C2EC-FC1B-7A3C3E19EBB9}"/>
              </a:ext>
            </a:extLst>
          </p:cNvPr>
          <p:cNvSpPr txBox="1"/>
          <p:nvPr/>
        </p:nvSpPr>
        <p:spPr>
          <a:xfrm>
            <a:off x="4143022" y="3406653"/>
            <a:ext cx="570089" cy="230832"/>
          </a:xfrm>
          <a:prstGeom prst="rect">
            <a:avLst/>
          </a:prstGeom>
          <a:noFill/>
        </p:spPr>
        <p:txBody>
          <a:bodyPr wrap="square" rtlCol="0">
            <a:spAutoFit/>
          </a:bodyPr>
          <a:lstStyle/>
          <a:p>
            <a:pPr algn="ctr"/>
            <a:r>
              <a:rPr lang="en-US" sz="900" dirty="0"/>
              <a:t>4589</a:t>
            </a:r>
          </a:p>
        </p:txBody>
      </p:sp>
      <p:sp>
        <p:nvSpPr>
          <p:cNvPr id="13" name="TextBox 12">
            <a:extLst>
              <a:ext uri="{FF2B5EF4-FFF2-40B4-BE49-F238E27FC236}">
                <a16:creationId xmlns:a16="http://schemas.microsoft.com/office/drawing/2014/main" id="{AA7CF06D-032A-0A03-DF7A-543792940C77}"/>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B6AC4843-5C51-2239-0D8C-C6B9067CB19A}"/>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FE66D148-37CF-3C86-1C87-1D06DE3FBEB8}"/>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20" name="TextBox 19">
            <a:extLst>
              <a:ext uri="{FF2B5EF4-FFF2-40B4-BE49-F238E27FC236}">
                <a16:creationId xmlns:a16="http://schemas.microsoft.com/office/drawing/2014/main" id="{28CD53BD-46B2-6537-98A3-8F705B4A8F86}"/>
              </a:ext>
            </a:extLst>
          </p:cNvPr>
          <p:cNvSpPr txBox="1"/>
          <p:nvPr/>
        </p:nvSpPr>
        <p:spPr>
          <a:xfrm>
            <a:off x="6654802" y="1764121"/>
            <a:ext cx="570089" cy="230832"/>
          </a:xfrm>
          <a:prstGeom prst="rect">
            <a:avLst/>
          </a:prstGeom>
          <a:noFill/>
        </p:spPr>
        <p:txBody>
          <a:bodyPr wrap="square" rtlCol="0">
            <a:spAutoFit/>
          </a:bodyPr>
          <a:lstStyle/>
          <a:p>
            <a:pPr algn="ctr"/>
            <a:r>
              <a:rPr lang="en-US" sz="900" dirty="0"/>
              <a:t>49</a:t>
            </a:r>
          </a:p>
        </p:txBody>
      </p:sp>
      <p:sp>
        <p:nvSpPr>
          <p:cNvPr id="24" name="TextBox 23">
            <a:extLst>
              <a:ext uri="{FF2B5EF4-FFF2-40B4-BE49-F238E27FC236}">
                <a16:creationId xmlns:a16="http://schemas.microsoft.com/office/drawing/2014/main" id="{96B37F69-97C3-DD6C-5C4E-57047C8755B6}"/>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629E5385-D93E-9580-98FC-09E5C2547C92}"/>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7DEFE240-5FCD-A54D-4979-F2A706CD08AB}"/>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09AE4E0-9FC0-17F6-28EB-DA49D9657337}"/>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D5C3004F-0A9A-81C7-35AE-E334F09BADE2}"/>
              </a:ext>
            </a:extLst>
          </p:cNvPr>
          <p:cNvSpPr txBox="1"/>
          <p:nvPr/>
        </p:nvSpPr>
        <p:spPr>
          <a:xfrm>
            <a:off x="4645378" y="2531765"/>
            <a:ext cx="570089" cy="230832"/>
          </a:xfrm>
          <a:prstGeom prst="rect">
            <a:avLst/>
          </a:prstGeom>
          <a:noFill/>
        </p:spPr>
        <p:txBody>
          <a:bodyPr wrap="square" rtlCol="0">
            <a:spAutoFit/>
          </a:bodyPr>
          <a:lstStyle/>
          <a:p>
            <a:pPr algn="ctr"/>
            <a:r>
              <a:rPr lang="en-US" sz="900" dirty="0"/>
              <a:t>73</a:t>
            </a:r>
          </a:p>
        </p:txBody>
      </p:sp>
      <p:sp>
        <p:nvSpPr>
          <p:cNvPr id="27" name="TextBox 26">
            <a:extLst>
              <a:ext uri="{FF2B5EF4-FFF2-40B4-BE49-F238E27FC236}">
                <a16:creationId xmlns:a16="http://schemas.microsoft.com/office/drawing/2014/main" id="{EF9A5A39-A205-F40E-8304-C90E1F6EE986}"/>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4" name="TextBox 33">
            <a:extLst>
              <a:ext uri="{FF2B5EF4-FFF2-40B4-BE49-F238E27FC236}">
                <a16:creationId xmlns:a16="http://schemas.microsoft.com/office/drawing/2014/main" id="{D130AE09-1D67-0E98-C31B-9EB0CFEC9809}"/>
              </a:ext>
            </a:extLst>
          </p:cNvPr>
          <p:cNvSpPr txBox="1"/>
          <p:nvPr/>
        </p:nvSpPr>
        <p:spPr>
          <a:xfrm>
            <a:off x="5650090" y="901933"/>
            <a:ext cx="570089" cy="230832"/>
          </a:xfrm>
          <a:prstGeom prst="rect">
            <a:avLst/>
          </a:prstGeom>
          <a:noFill/>
        </p:spPr>
        <p:txBody>
          <a:bodyPr wrap="square" rtlCol="0">
            <a:spAutoFit/>
          </a:bodyPr>
          <a:lstStyle/>
          <a:p>
            <a:pPr algn="ctr"/>
            <a:r>
              <a:rPr lang="en-US" sz="900" dirty="0"/>
              <a:t>234</a:t>
            </a:r>
          </a:p>
        </p:txBody>
      </p:sp>
      <p:sp>
        <p:nvSpPr>
          <p:cNvPr id="35" name="TextBox 34">
            <a:extLst>
              <a:ext uri="{FF2B5EF4-FFF2-40B4-BE49-F238E27FC236}">
                <a16:creationId xmlns:a16="http://schemas.microsoft.com/office/drawing/2014/main" id="{EF259E2F-A25D-6C66-D026-96130682ECB3}"/>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C62F00F5-6AC3-A4FF-CB64-417E8F2EAC73}"/>
              </a:ext>
            </a:extLst>
          </p:cNvPr>
          <p:cNvSpPr txBox="1"/>
          <p:nvPr/>
        </p:nvSpPr>
        <p:spPr>
          <a:xfrm>
            <a:off x="5650090" y="1903821"/>
            <a:ext cx="570089" cy="230832"/>
          </a:xfrm>
          <a:prstGeom prst="rect">
            <a:avLst/>
          </a:prstGeom>
          <a:noFill/>
        </p:spPr>
        <p:txBody>
          <a:bodyPr wrap="square" rtlCol="0">
            <a:spAutoFit/>
          </a:bodyPr>
          <a:lstStyle/>
          <a:p>
            <a:pPr algn="ctr"/>
            <a:r>
              <a:rPr lang="en-US" sz="900" dirty="0"/>
              <a:t>234</a:t>
            </a:r>
          </a:p>
        </p:txBody>
      </p:sp>
      <p:sp>
        <p:nvSpPr>
          <p:cNvPr id="37" name="TextBox 36">
            <a:extLst>
              <a:ext uri="{FF2B5EF4-FFF2-40B4-BE49-F238E27FC236}">
                <a16:creationId xmlns:a16="http://schemas.microsoft.com/office/drawing/2014/main" id="{A8C069AF-9193-F22D-6714-48B52E62B076}"/>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9CA82ACE-BD72-3C01-D707-F599A9721AC2}"/>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9CAE5388-BB75-BBF6-46B5-84CFF90CDEEC}"/>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618F9FFB-4069-2FAA-5012-F0D5EE084DEA}"/>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E809F12D-1F88-8FF8-E63E-F26D570D5942}"/>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12C46365-909C-200C-9828-F60CE48CA29F}"/>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15C529DD-A112-CC3B-94C0-4F0CA5026CF1}"/>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22B54491-012F-2249-6DDD-EFF29E0E4F0C}"/>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1F74446B-BD71-7538-6F3D-C3D41C0B33D2}"/>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845002E7-9FE3-581A-BB88-89A8ACF034EC}"/>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8AF62705-67AA-805B-B452-CC46C69BF35A}"/>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D81B106B-5B6C-1C3D-6941-0EBB85DCC495}"/>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B4B6A8AA-39F6-9EF3-9AC7-F0481B1D714C}"/>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1B4C5BD6-4888-00AE-976D-7E12624523CF}"/>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6183025B-D837-0671-A94E-1044CDB1BB36}"/>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69C2A5E0-C803-437C-7B2E-BA921BBAEBEA}"/>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0954C539-AB78-401C-5885-1260D68F8D0D}"/>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9ADBC81A-B6F0-A05F-7C6A-5978CCEA918C}"/>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2591A101-8634-DCA3-999B-33F4135A1A0E}"/>
              </a:ext>
            </a:extLst>
          </p:cNvPr>
          <p:cNvSpPr txBox="1"/>
          <p:nvPr/>
        </p:nvSpPr>
        <p:spPr>
          <a:xfrm>
            <a:off x="5147734" y="901933"/>
            <a:ext cx="570089" cy="230832"/>
          </a:xfrm>
          <a:prstGeom prst="rect">
            <a:avLst/>
          </a:prstGeom>
          <a:noFill/>
        </p:spPr>
        <p:txBody>
          <a:bodyPr wrap="square" rtlCol="0">
            <a:spAutoFit/>
          </a:bodyPr>
          <a:lstStyle/>
          <a:p>
            <a:pPr algn="ctr"/>
            <a:r>
              <a:rPr lang="en-US" sz="900" dirty="0"/>
              <a:t>16789</a:t>
            </a:r>
          </a:p>
        </p:txBody>
      </p:sp>
      <p:sp>
        <p:nvSpPr>
          <p:cNvPr id="17" name="TextBox 16">
            <a:extLst>
              <a:ext uri="{FF2B5EF4-FFF2-40B4-BE49-F238E27FC236}">
                <a16:creationId xmlns:a16="http://schemas.microsoft.com/office/drawing/2014/main" id="{0DEA836B-CF2B-833F-B669-5950630DF4F8}"/>
              </a:ext>
            </a:extLst>
          </p:cNvPr>
          <p:cNvSpPr txBox="1"/>
          <p:nvPr/>
        </p:nvSpPr>
        <p:spPr>
          <a:xfrm>
            <a:off x="5147734" y="1402877"/>
            <a:ext cx="570089" cy="230832"/>
          </a:xfrm>
          <a:prstGeom prst="rect">
            <a:avLst/>
          </a:prstGeom>
          <a:noFill/>
        </p:spPr>
        <p:txBody>
          <a:bodyPr wrap="square" rtlCol="0">
            <a:spAutoFit/>
          </a:bodyPr>
          <a:lstStyle/>
          <a:p>
            <a:pPr algn="ctr"/>
            <a:r>
              <a:rPr lang="en-US" sz="900" dirty="0"/>
              <a:t>16789</a:t>
            </a:r>
          </a:p>
        </p:txBody>
      </p:sp>
      <p:sp>
        <p:nvSpPr>
          <p:cNvPr id="31" name="TextBox 30">
            <a:extLst>
              <a:ext uri="{FF2B5EF4-FFF2-40B4-BE49-F238E27FC236}">
                <a16:creationId xmlns:a16="http://schemas.microsoft.com/office/drawing/2014/main" id="{3285E201-2004-01DE-5D3E-1400418C43B2}"/>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47" name="TextBox 46">
            <a:extLst>
              <a:ext uri="{FF2B5EF4-FFF2-40B4-BE49-F238E27FC236}">
                <a16:creationId xmlns:a16="http://schemas.microsoft.com/office/drawing/2014/main" id="{D28A3EC7-806E-8B55-3C57-37230E9DC7BA}"/>
              </a:ext>
            </a:extLst>
          </p:cNvPr>
          <p:cNvSpPr txBox="1"/>
          <p:nvPr/>
        </p:nvSpPr>
        <p:spPr>
          <a:xfrm>
            <a:off x="5147734" y="2905709"/>
            <a:ext cx="570089" cy="230832"/>
          </a:xfrm>
          <a:prstGeom prst="rect">
            <a:avLst/>
          </a:prstGeom>
          <a:noFill/>
        </p:spPr>
        <p:txBody>
          <a:bodyPr wrap="square" rtlCol="0">
            <a:spAutoFit/>
          </a:bodyPr>
          <a:lstStyle/>
          <a:p>
            <a:pPr algn="ctr"/>
            <a:r>
              <a:rPr lang="en-US" sz="900" dirty="0"/>
              <a:t>289</a:t>
            </a:r>
          </a:p>
        </p:txBody>
      </p:sp>
      <p:sp>
        <p:nvSpPr>
          <p:cNvPr id="48" name="TextBox 47">
            <a:extLst>
              <a:ext uri="{FF2B5EF4-FFF2-40B4-BE49-F238E27FC236}">
                <a16:creationId xmlns:a16="http://schemas.microsoft.com/office/drawing/2014/main" id="{E977B12A-41A0-81CE-1B78-DF6D5BC7FE2B}"/>
              </a:ext>
            </a:extLst>
          </p:cNvPr>
          <p:cNvSpPr txBox="1"/>
          <p:nvPr/>
        </p:nvSpPr>
        <p:spPr>
          <a:xfrm>
            <a:off x="5147734" y="3406653"/>
            <a:ext cx="570089" cy="230832"/>
          </a:xfrm>
          <a:prstGeom prst="rect">
            <a:avLst/>
          </a:prstGeom>
          <a:noFill/>
        </p:spPr>
        <p:txBody>
          <a:bodyPr wrap="square" rtlCol="0">
            <a:spAutoFit/>
          </a:bodyPr>
          <a:lstStyle/>
          <a:p>
            <a:pPr algn="ctr"/>
            <a:r>
              <a:rPr lang="en-US" sz="900" dirty="0"/>
              <a:t>189</a:t>
            </a:r>
          </a:p>
        </p:txBody>
      </p:sp>
      <p:sp>
        <p:nvSpPr>
          <p:cNvPr id="49" name="TextBox 48">
            <a:extLst>
              <a:ext uri="{FF2B5EF4-FFF2-40B4-BE49-F238E27FC236}">
                <a16:creationId xmlns:a16="http://schemas.microsoft.com/office/drawing/2014/main" id="{B349D209-700A-FCAD-2E20-0EEB181D8204}"/>
              </a:ext>
            </a:extLst>
          </p:cNvPr>
          <p:cNvSpPr txBox="1"/>
          <p:nvPr/>
        </p:nvSpPr>
        <p:spPr>
          <a:xfrm>
            <a:off x="5147734" y="3907597"/>
            <a:ext cx="570089" cy="230832"/>
          </a:xfrm>
          <a:prstGeom prst="rect">
            <a:avLst/>
          </a:prstGeom>
          <a:noFill/>
        </p:spPr>
        <p:txBody>
          <a:bodyPr wrap="square" rtlCol="0">
            <a:spAutoFit/>
          </a:bodyPr>
          <a:lstStyle/>
          <a:p>
            <a:pPr algn="ctr"/>
            <a:r>
              <a:rPr lang="en-US" sz="900" dirty="0"/>
              <a:t>123789</a:t>
            </a:r>
          </a:p>
        </p:txBody>
      </p:sp>
    </p:spTree>
    <p:extLst>
      <p:ext uri="{BB962C8B-B14F-4D97-AF65-F5344CB8AC3E}">
        <p14:creationId xmlns:p14="http://schemas.microsoft.com/office/powerpoint/2010/main" val="2426139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FB08F-4667-A366-6D19-A17F142B29E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3C00CD-7AC4-B04B-7075-4DF5CF757A53}"/>
              </a:ext>
            </a:extLst>
          </p:cNvPr>
          <p:cNvSpPr>
            <a:spLocks noGrp="1"/>
          </p:cNvSpPr>
          <p:nvPr>
            <p:ph sz="half" idx="1"/>
          </p:nvPr>
        </p:nvSpPr>
        <p:spPr/>
        <p:txBody>
          <a:bodyPr>
            <a:normAutofit/>
          </a:bodyPr>
          <a:lstStyle/>
          <a:p>
            <a:r>
              <a:rPr lang="en-US" dirty="0"/>
              <a:t>Complete center blocks. Note that in the bottom center block, 1 and 7 are in Column 6.</a:t>
            </a:r>
          </a:p>
        </p:txBody>
      </p:sp>
      <p:pic>
        <p:nvPicPr>
          <p:cNvPr id="4" name="Picture 3" descr="A grid of sudoku puzzle&#10;&#10;Description automatically generated">
            <a:extLst>
              <a:ext uri="{FF2B5EF4-FFF2-40B4-BE49-F238E27FC236}">
                <a16:creationId xmlns:a16="http://schemas.microsoft.com/office/drawing/2014/main" id="{6BF0943B-E053-89FC-F709-6916BDF0B24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948CFEF-5D8C-C0A1-D673-87EDD8D87EF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5D9DD58-400B-6B51-F551-14DC3A9556B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7EC8EB8-3E86-63B5-596D-532300AA0D8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648991A-EBCA-07F3-B643-B6E92D69C00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E5B03A50-5C11-E1ED-9144-7232685E3E47}"/>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5B1C4231-C282-2018-4E96-00C966A94F00}"/>
              </a:ext>
            </a:extLst>
          </p:cNvPr>
          <p:cNvSpPr txBox="1"/>
          <p:nvPr/>
        </p:nvSpPr>
        <p:spPr>
          <a:xfrm>
            <a:off x="4143022" y="2905709"/>
            <a:ext cx="570089" cy="230832"/>
          </a:xfrm>
          <a:prstGeom prst="rect">
            <a:avLst/>
          </a:prstGeom>
          <a:noFill/>
        </p:spPr>
        <p:txBody>
          <a:bodyPr wrap="square" rtlCol="0">
            <a:spAutoFit/>
          </a:bodyPr>
          <a:lstStyle/>
          <a:p>
            <a:pPr algn="ctr"/>
            <a:r>
              <a:rPr lang="en-US" sz="900" dirty="0"/>
              <a:t>4789</a:t>
            </a:r>
          </a:p>
        </p:txBody>
      </p:sp>
      <p:sp>
        <p:nvSpPr>
          <p:cNvPr id="10" name="TextBox 9">
            <a:extLst>
              <a:ext uri="{FF2B5EF4-FFF2-40B4-BE49-F238E27FC236}">
                <a16:creationId xmlns:a16="http://schemas.microsoft.com/office/drawing/2014/main" id="{D3CE803E-32C9-492B-920F-9F17FA9F9307}"/>
              </a:ext>
            </a:extLst>
          </p:cNvPr>
          <p:cNvSpPr txBox="1"/>
          <p:nvPr/>
        </p:nvSpPr>
        <p:spPr>
          <a:xfrm>
            <a:off x="3138310" y="2905709"/>
            <a:ext cx="570089" cy="230832"/>
          </a:xfrm>
          <a:prstGeom prst="rect">
            <a:avLst/>
          </a:prstGeom>
          <a:noFill/>
        </p:spPr>
        <p:txBody>
          <a:bodyPr wrap="square" rtlCol="0">
            <a:spAutoFit/>
          </a:bodyPr>
          <a:lstStyle/>
          <a:p>
            <a:pPr algn="ctr"/>
            <a:r>
              <a:rPr lang="en-US" sz="900" dirty="0"/>
              <a:t>479</a:t>
            </a:r>
          </a:p>
        </p:txBody>
      </p:sp>
      <p:sp>
        <p:nvSpPr>
          <p:cNvPr id="11" name="TextBox 10">
            <a:extLst>
              <a:ext uri="{FF2B5EF4-FFF2-40B4-BE49-F238E27FC236}">
                <a16:creationId xmlns:a16="http://schemas.microsoft.com/office/drawing/2014/main" id="{5CF1244E-D03C-DD71-C285-E1C336F88B9D}"/>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D7461D70-767C-142A-F866-8A6EF1222089}"/>
              </a:ext>
            </a:extLst>
          </p:cNvPr>
          <p:cNvSpPr txBox="1"/>
          <p:nvPr/>
        </p:nvSpPr>
        <p:spPr>
          <a:xfrm>
            <a:off x="4143022" y="3406653"/>
            <a:ext cx="570089" cy="230832"/>
          </a:xfrm>
          <a:prstGeom prst="rect">
            <a:avLst/>
          </a:prstGeom>
          <a:noFill/>
        </p:spPr>
        <p:txBody>
          <a:bodyPr wrap="square" rtlCol="0">
            <a:spAutoFit/>
          </a:bodyPr>
          <a:lstStyle/>
          <a:p>
            <a:pPr algn="ctr"/>
            <a:r>
              <a:rPr lang="en-US" sz="900" dirty="0"/>
              <a:t>4589</a:t>
            </a:r>
          </a:p>
        </p:txBody>
      </p:sp>
      <p:sp>
        <p:nvSpPr>
          <p:cNvPr id="13" name="TextBox 12">
            <a:extLst>
              <a:ext uri="{FF2B5EF4-FFF2-40B4-BE49-F238E27FC236}">
                <a16:creationId xmlns:a16="http://schemas.microsoft.com/office/drawing/2014/main" id="{221FCB50-27E8-FF68-2DE1-4C2286EF980B}"/>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9E2E1778-C600-1819-5ECC-916121458ED0}"/>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2F136281-8F49-88B6-4C23-89F44165D357}"/>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20" name="TextBox 19">
            <a:extLst>
              <a:ext uri="{FF2B5EF4-FFF2-40B4-BE49-F238E27FC236}">
                <a16:creationId xmlns:a16="http://schemas.microsoft.com/office/drawing/2014/main" id="{71BD06D0-7A23-CA49-D9BB-1DBFF32751A6}"/>
              </a:ext>
            </a:extLst>
          </p:cNvPr>
          <p:cNvSpPr txBox="1"/>
          <p:nvPr/>
        </p:nvSpPr>
        <p:spPr>
          <a:xfrm>
            <a:off x="6654802" y="1764121"/>
            <a:ext cx="570089" cy="230832"/>
          </a:xfrm>
          <a:prstGeom prst="rect">
            <a:avLst/>
          </a:prstGeom>
          <a:noFill/>
        </p:spPr>
        <p:txBody>
          <a:bodyPr wrap="square" rtlCol="0">
            <a:spAutoFit/>
          </a:bodyPr>
          <a:lstStyle/>
          <a:p>
            <a:pPr algn="ctr"/>
            <a:r>
              <a:rPr lang="en-US" sz="900" dirty="0"/>
              <a:t>49</a:t>
            </a:r>
          </a:p>
        </p:txBody>
      </p:sp>
      <p:sp>
        <p:nvSpPr>
          <p:cNvPr id="24" name="TextBox 23">
            <a:extLst>
              <a:ext uri="{FF2B5EF4-FFF2-40B4-BE49-F238E27FC236}">
                <a16:creationId xmlns:a16="http://schemas.microsoft.com/office/drawing/2014/main" id="{BBE61941-5609-1DE7-506A-E3A86D0C9D00}"/>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B7DEE375-6733-28B9-EAB1-F5F1616414AC}"/>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D5D1D197-41F4-1105-CA29-987FC349A2F9}"/>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E418856E-DF23-4208-8F25-36B391131725}"/>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7D0481E3-DD01-F564-7A1D-A1EBE73BC83E}"/>
              </a:ext>
            </a:extLst>
          </p:cNvPr>
          <p:cNvSpPr txBox="1"/>
          <p:nvPr/>
        </p:nvSpPr>
        <p:spPr>
          <a:xfrm>
            <a:off x="4645378" y="2531765"/>
            <a:ext cx="570089" cy="230832"/>
          </a:xfrm>
          <a:prstGeom prst="rect">
            <a:avLst/>
          </a:prstGeom>
          <a:noFill/>
        </p:spPr>
        <p:txBody>
          <a:bodyPr wrap="square" rtlCol="0">
            <a:spAutoFit/>
          </a:bodyPr>
          <a:lstStyle/>
          <a:p>
            <a:pPr algn="ctr"/>
            <a:r>
              <a:rPr lang="en-US" sz="900" dirty="0"/>
              <a:t>73</a:t>
            </a:r>
          </a:p>
        </p:txBody>
      </p:sp>
      <p:sp>
        <p:nvSpPr>
          <p:cNvPr id="27" name="TextBox 26">
            <a:extLst>
              <a:ext uri="{FF2B5EF4-FFF2-40B4-BE49-F238E27FC236}">
                <a16:creationId xmlns:a16="http://schemas.microsoft.com/office/drawing/2014/main" id="{D710D0EA-654C-0476-1223-80A66A9F34C2}"/>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4" name="TextBox 33">
            <a:extLst>
              <a:ext uri="{FF2B5EF4-FFF2-40B4-BE49-F238E27FC236}">
                <a16:creationId xmlns:a16="http://schemas.microsoft.com/office/drawing/2014/main" id="{3BB9BCF2-4485-B3AE-AFC1-3ED73A303A5B}"/>
              </a:ext>
            </a:extLst>
          </p:cNvPr>
          <p:cNvSpPr txBox="1"/>
          <p:nvPr/>
        </p:nvSpPr>
        <p:spPr>
          <a:xfrm>
            <a:off x="5650090" y="901933"/>
            <a:ext cx="570089" cy="230832"/>
          </a:xfrm>
          <a:prstGeom prst="rect">
            <a:avLst/>
          </a:prstGeom>
          <a:noFill/>
        </p:spPr>
        <p:txBody>
          <a:bodyPr wrap="square" rtlCol="0">
            <a:spAutoFit/>
          </a:bodyPr>
          <a:lstStyle/>
          <a:p>
            <a:pPr algn="ctr"/>
            <a:r>
              <a:rPr lang="en-US" sz="900" dirty="0"/>
              <a:t>234</a:t>
            </a:r>
          </a:p>
        </p:txBody>
      </p:sp>
      <p:sp>
        <p:nvSpPr>
          <p:cNvPr id="35" name="TextBox 34">
            <a:extLst>
              <a:ext uri="{FF2B5EF4-FFF2-40B4-BE49-F238E27FC236}">
                <a16:creationId xmlns:a16="http://schemas.microsoft.com/office/drawing/2014/main" id="{6F3A2019-46C1-D11C-5BC7-F4D69D868D7D}"/>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0F89357B-67C9-9F4E-970F-F7AC5B212F4B}"/>
              </a:ext>
            </a:extLst>
          </p:cNvPr>
          <p:cNvSpPr txBox="1"/>
          <p:nvPr/>
        </p:nvSpPr>
        <p:spPr>
          <a:xfrm>
            <a:off x="5650090" y="1903821"/>
            <a:ext cx="570089" cy="230832"/>
          </a:xfrm>
          <a:prstGeom prst="rect">
            <a:avLst/>
          </a:prstGeom>
          <a:noFill/>
        </p:spPr>
        <p:txBody>
          <a:bodyPr wrap="square" rtlCol="0">
            <a:spAutoFit/>
          </a:bodyPr>
          <a:lstStyle/>
          <a:p>
            <a:pPr algn="ctr"/>
            <a:r>
              <a:rPr lang="en-US" sz="900" dirty="0"/>
              <a:t>234</a:t>
            </a:r>
          </a:p>
        </p:txBody>
      </p:sp>
      <p:sp>
        <p:nvSpPr>
          <p:cNvPr id="37" name="TextBox 36">
            <a:extLst>
              <a:ext uri="{FF2B5EF4-FFF2-40B4-BE49-F238E27FC236}">
                <a16:creationId xmlns:a16="http://schemas.microsoft.com/office/drawing/2014/main" id="{F786B168-D0C9-08D5-F386-40AF89841B2A}"/>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829EAA04-1BC0-7981-67A3-D1E3A958FD81}"/>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7B728516-C0A1-764B-DEAA-0A05C4D9210C}"/>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936994B-CA5B-04D6-C132-E7B1B6A5BDE4}"/>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42636D35-D4E6-FBAA-8020-8724173B50BC}"/>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57776F47-651B-6EBB-5881-F7EE2967435B}"/>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65A0D9A8-AC05-1DB0-731C-9E907A8DA4B3}"/>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A20A1D1B-3D78-F94E-FF4C-7AF759C25539}"/>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DC3F3B7A-1957-AE48-327A-3C87FBE831BC}"/>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AA99FA5D-7162-9126-EDFB-F4A6B75E00D5}"/>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A88764D9-3138-336D-3F98-152F32853E10}"/>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2524A672-CD02-D28E-AB47-5DB64C076878}"/>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3DF408D3-8C36-02D0-6E21-BCC160972D44}"/>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E1EC09FF-9FA7-63CE-B94A-DD99B581C263}"/>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67D90630-D369-C0FA-C00B-68B1FA15F9D8}"/>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ABBBCEF7-A364-FC45-34F2-223771A27C07}"/>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63A71B52-1464-38CD-C8BF-3D359B26D3CD}"/>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04523C1C-70B7-76D9-9C48-40526FAB079C}"/>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79C6BC4C-7BA3-71E1-3F5C-9B32FED1C16A}"/>
              </a:ext>
            </a:extLst>
          </p:cNvPr>
          <p:cNvSpPr txBox="1"/>
          <p:nvPr/>
        </p:nvSpPr>
        <p:spPr>
          <a:xfrm>
            <a:off x="5147734" y="901933"/>
            <a:ext cx="570089" cy="230832"/>
          </a:xfrm>
          <a:prstGeom prst="rect">
            <a:avLst/>
          </a:prstGeom>
          <a:noFill/>
        </p:spPr>
        <p:txBody>
          <a:bodyPr wrap="square" rtlCol="0">
            <a:spAutoFit/>
          </a:bodyPr>
          <a:lstStyle/>
          <a:p>
            <a:pPr algn="ctr"/>
            <a:r>
              <a:rPr lang="en-US" sz="900" dirty="0"/>
              <a:t>16789</a:t>
            </a:r>
          </a:p>
        </p:txBody>
      </p:sp>
      <p:sp>
        <p:nvSpPr>
          <p:cNvPr id="17" name="TextBox 16">
            <a:extLst>
              <a:ext uri="{FF2B5EF4-FFF2-40B4-BE49-F238E27FC236}">
                <a16:creationId xmlns:a16="http://schemas.microsoft.com/office/drawing/2014/main" id="{302877F0-F6F6-EE12-2E7C-858A8D72C6F2}"/>
              </a:ext>
            </a:extLst>
          </p:cNvPr>
          <p:cNvSpPr txBox="1"/>
          <p:nvPr/>
        </p:nvSpPr>
        <p:spPr>
          <a:xfrm>
            <a:off x="5147734" y="1402877"/>
            <a:ext cx="570089" cy="230832"/>
          </a:xfrm>
          <a:prstGeom prst="rect">
            <a:avLst/>
          </a:prstGeom>
          <a:noFill/>
        </p:spPr>
        <p:txBody>
          <a:bodyPr wrap="square" rtlCol="0">
            <a:spAutoFit/>
          </a:bodyPr>
          <a:lstStyle/>
          <a:p>
            <a:pPr algn="ctr"/>
            <a:r>
              <a:rPr lang="en-US" sz="900" dirty="0"/>
              <a:t>16789</a:t>
            </a:r>
          </a:p>
        </p:txBody>
      </p:sp>
      <p:sp>
        <p:nvSpPr>
          <p:cNvPr id="31" name="TextBox 30">
            <a:extLst>
              <a:ext uri="{FF2B5EF4-FFF2-40B4-BE49-F238E27FC236}">
                <a16:creationId xmlns:a16="http://schemas.microsoft.com/office/drawing/2014/main" id="{FC0BC8E9-2566-2709-212F-64FD2A15BA2E}"/>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47" name="TextBox 46">
            <a:extLst>
              <a:ext uri="{FF2B5EF4-FFF2-40B4-BE49-F238E27FC236}">
                <a16:creationId xmlns:a16="http://schemas.microsoft.com/office/drawing/2014/main" id="{FC0AC03D-3DAC-B8E6-BAE2-52D17BC67CB0}"/>
              </a:ext>
            </a:extLst>
          </p:cNvPr>
          <p:cNvSpPr txBox="1"/>
          <p:nvPr/>
        </p:nvSpPr>
        <p:spPr>
          <a:xfrm>
            <a:off x="5147734" y="2905709"/>
            <a:ext cx="570089" cy="230832"/>
          </a:xfrm>
          <a:prstGeom prst="rect">
            <a:avLst/>
          </a:prstGeom>
          <a:noFill/>
        </p:spPr>
        <p:txBody>
          <a:bodyPr wrap="square" rtlCol="0">
            <a:spAutoFit/>
          </a:bodyPr>
          <a:lstStyle/>
          <a:p>
            <a:pPr algn="ctr"/>
            <a:r>
              <a:rPr lang="en-US" sz="900" dirty="0"/>
              <a:t>289</a:t>
            </a:r>
          </a:p>
        </p:txBody>
      </p:sp>
      <p:sp>
        <p:nvSpPr>
          <p:cNvPr id="48" name="TextBox 47">
            <a:extLst>
              <a:ext uri="{FF2B5EF4-FFF2-40B4-BE49-F238E27FC236}">
                <a16:creationId xmlns:a16="http://schemas.microsoft.com/office/drawing/2014/main" id="{7B7443FC-A23F-FC3D-5EED-1F02F206284F}"/>
              </a:ext>
            </a:extLst>
          </p:cNvPr>
          <p:cNvSpPr txBox="1"/>
          <p:nvPr/>
        </p:nvSpPr>
        <p:spPr>
          <a:xfrm>
            <a:off x="5147734" y="3406653"/>
            <a:ext cx="570089" cy="230832"/>
          </a:xfrm>
          <a:prstGeom prst="rect">
            <a:avLst/>
          </a:prstGeom>
          <a:noFill/>
        </p:spPr>
        <p:txBody>
          <a:bodyPr wrap="square" rtlCol="0">
            <a:spAutoFit/>
          </a:bodyPr>
          <a:lstStyle/>
          <a:p>
            <a:pPr algn="ctr"/>
            <a:r>
              <a:rPr lang="en-US" sz="900" dirty="0"/>
              <a:t>189</a:t>
            </a:r>
          </a:p>
        </p:txBody>
      </p:sp>
      <p:sp>
        <p:nvSpPr>
          <p:cNvPr id="49" name="TextBox 48">
            <a:extLst>
              <a:ext uri="{FF2B5EF4-FFF2-40B4-BE49-F238E27FC236}">
                <a16:creationId xmlns:a16="http://schemas.microsoft.com/office/drawing/2014/main" id="{E396C2C7-0DE5-4C58-9D3E-B88D0AEB3722}"/>
              </a:ext>
            </a:extLst>
          </p:cNvPr>
          <p:cNvSpPr txBox="1"/>
          <p:nvPr/>
        </p:nvSpPr>
        <p:spPr>
          <a:xfrm>
            <a:off x="5147734" y="3907597"/>
            <a:ext cx="570089" cy="230832"/>
          </a:xfrm>
          <a:prstGeom prst="rect">
            <a:avLst/>
          </a:prstGeom>
          <a:noFill/>
        </p:spPr>
        <p:txBody>
          <a:bodyPr wrap="square" rtlCol="0">
            <a:spAutoFit/>
          </a:bodyPr>
          <a:lstStyle/>
          <a:p>
            <a:pPr algn="ctr"/>
            <a:r>
              <a:rPr lang="en-US" sz="900" dirty="0"/>
              <a:t>2389</a:t>
            </a:r>
          </a:p>
        </p:txBody>
      </p:sp>
      <p:sp>
        <p:nvSpPr>
          <p:cNvPr id="50" name="TextBox 49">
            <a:extLst>
              <a:ext uri="{FF2B5EF4-FFF2-40B4-BE49-F238E27FC236}">
                <a16:creationId xmlns:a16="http://schemas.microsoft.com/office/drawing/2014/main" id="{EDB71EF8-8DA7-22A4-B3D7-92B9192612DD}"/>
              </a:ext>
            </a:extLst>
          </p:cNvPr>
          <p:cNvSpPr txBox="1"/>
          <p:nvPr/>
        </p:nvSpPr>
        <p:spPr>
          <a:xfrm>
            <a:off x="4645378" y="901933"/>
            <a:ext cx="570089" cy="230832"/>
          </a:xfrm>
          <a:prstGeom prst="rect">
            <a:avLst/>
          </a:prstGeom>
          <a:noFill/>
        </p:spPr>
        <p:txBody>
          <a:bodyPr wrap="square" rtlCol="0">
            <a:spAutoFit/>
          </a:bodyPr>
          <a:lstStyle/>
          <a:p>
            <a:pPr algn="ctr"/>
            <a:r>
              <a:rPr lang="en-US" sz="900" dirty="0"/>
              <a:t>15789</a:t>
            </a:r>
          </a:p>
        </p:txBody>
      </p:sp>
      <p:sp>
        <p:nvSpPr>
          <p:cNvPr id="51" name="TextBox 50">
            <a:extLst>
              <a:ext uri="{FF2B5EF4-FFF2-40B4-BE49-F238E27FC236}">
                <a16:creationId xmlns:a16="http://schemas.microsoft.com/office/drawing/2014/main" id="{D2745DED-C614-7A3C-30D6-5DBBEF867DC4}"/>
              </a:ext>
            </a:extLst>
          </p:cNvPr>
          <p:cNvSpPr txBox="1"/>
          <p:nvPr/>
        </p:nvSpPr>
        <p:spPr>
          <a:xfrm>
            <a:off x="4645378" y="1518627"/>
            <a:ext cx="570089" cy="230832"/>
          </a:xfrm>
          <a:prstGeom prst="rect">
            <a:avLst/>
          </a:prstGeom>
          <a:noFill/>
        </p:spPr>
        <p:txBody>
          <a:bodyPr wrap="square" rtlCol="0">
            <a:spAutoFit/>
          </a:bodyPr>
          <a:lstStyle/>
          <a:p>
            <a:pPr algn="ctr"/>
            <a:r>
              <a:rPr lang="en-US" sz="900" dirty="0"/>
              <a:t>15789</a:t>
            </a:r>
          </a:p>
        </p:txBody>
      </p:sp>
      <p:sp>
        <p:nvSpPr>
          <p:cNvPr id="52" name="TextBox 51">
            <a:extLst>
              <a:ext uri="{FF2B5EF4-FFF2-40B4-BE49-F238E27FC236}">
                <a16:creationId xmlns:a16="http://schemas.microsoft.com/office/drawing/2014/main" id="{ED1DE4A9-9B5C-5B34-B88C-D1690B0F5B29}"/>
              </a:ext>
            </a:extLst>
          </p:cNvPr>
          <p:cNvSpPr txBox="1"/>
          <p:nvPr/>
        </p:nvSpPr>
        <p:spPr>
          <a:xfrm>
            <a:off x="4645378" y="1903821"/>
            <a:ext cx="570089" cy="230832"/>
          </a:xfrm>
          <a:prstGeom prst="rect">
            <a:avLst/>
          </a:prstGeom>
          <a:noFill/>
        </p:spPr>
        <p:txBody>
          <a:bodyPr wrap="square" rtlCol="0">
            <a:spAutoFit/>
          </a:bodyPr>
          <a:lstStyle/>
          <a:p>
            <a:pPr algn="ctr"/>
            <a:r>
              <a:rPr lang="en-US" sz="900" dirty="0"/>
              <a:t>1579</a:t>
            </a:r>
          </a:p>
        </p:txBody>
      </p:sp>
      <p:sp>
        <p:nvSpPr>
          <p:cNvPr id="53" name="TextBox 52">
            <a:extLst>
              <a:ext uri="{FF2B5EF4-FFF2-40B4-BE49-F238E27FC236}">
                <a16:creationId xmlns:a16="http://schemas.microsoft.com/office/drawing/2014/main" id="{753B7F74-A152-8D7A-445A-975FB8D8AEFF}"/>
              </a:ext>
            </a:extLst>
          </p:cNvPr>
          <p:cNvSpPr txBox="1"/>
          <p:nvPr/>
        </p:nvSpPr>
        <p:spPr>
          <a:xfrm>
            <a:off x="4645378" y="2905709"/>
            <a:ext cx="570089" cy="230832"/>
          </a:xfrm>
          <a:prstGeom prst="rect">
            <a:avLst/>
          </a:prstGeom>
          <a:noFill/>
        </p:spPr>
        <p:txBody>
          <a:bodyPr wrap="square" rtlCol="0">
            <a:spAutoFit/>
          </a:bodyPr>
          <a:lstStyle/>
          <a:p>
            <a:pPr algn="ctr"/>
            <a:r>
              <a:rPr lang="en-US" sz="900" dirty="0"/>
              <a:t>2489</a:t>
            </a:r>
          </a:p>
        </p:txBody>
      </p:sp>
      <p:sp>
        <p:nvSpPr>
          <p:cNvPr id="54" name="TextBox 53">
            <a:extLst>
              <a:ext uri="{FF2B5EF4-FFF2-40B4-BE49-F238E27FC236}">
                <a16:creationId xmlns:a16="http://schemas.microsoft.com/office/drawing/2014/main" id="{43F82FDC-56E7-76CD-2D39-845DDB1F4991}"/>
              </a:ext>
            </a:extLst>
          </p:cNvPr>
          <p:cNvSpPr txBox="1"/>
          <p:nvPr/>
        </p:nvSpPr>
        <p:spPr>
          <a:xfrm>
            <a:off x="4645378" y="3406653"/>
            <a:ext cx="570089" cy="230832"/>
          </a:xfrm>
          <a:prstGeom prst="rect">
            <a:avLst/>
          </a:prstGeom>
          <a:noFill/>
        </p:spPr>
        <p:txBody>
          <a:bodyPr wrap="square" rtlCol="0">
            <a:spAutoFit/>
          </a:bodyPr>
          <a:lstStyle/>
          <a:p>
            <a:pPr algn="ctr"/>
            <a:r>
              <a:rPr lang="en-US" sz="900" dirty="0"/>
              <a:t>1489</a:t>
            </a:r>
          </a:p>
        </p:txBody>
      </p:sp>
      <p:sp>
        <p:nvSpPr>
          <p:cNvPr id="55" name="TextBox 54">
            <a:extLst>
              <a:ext uri="{FF2B5EF4-FFF2-40B4-BE49-F238E27FC236}">
                <a16:creationId xmlns:a16="http://schemas.microsoft.com/office/drawing/2014/main" id="{A806FBF0-F923-05BB-7DF6-611BAD78D1C0}"/>
              </a:ext>
            </a:extLst>
          </p:cNvPr>
          <p:cNvSpPr txBox="1"/>
          <p:nvPr/>
        </p:nvSpPr>
        <p:spPr>
          <a:xfrm>
            <a:off x="4645378" y="3907597"/>
            <a:ext cx="570089" cy="230832"/>
          </a:xfrm>
          <a:prstGeom prst="rect">
            <a:avLst/>
          </a:prstGeom>
          <a:noFill/>
        </p:spPr>
        <p:txBody>
          <a:bodyPr wrap="square" rtlCol="0">
            <a:spAutoFit/>
          </a:bodyPr>
          <a:lstStyle/>
          <a:p>
            <a:pPr algn="ctr"/>
            <a:r>
              <a:rPr lang="en-US" sz="900" dirty="0"/>
              <a:t>2389</a:t>
            </a:r>
          </a:p>
        </p:txBody>
      </p:sp>
      <p:sp>
        <p:nvSpPr>
          <p:cNvPr id="56" name="TextBox 55">
            <a:extLst>
              <a:ext uri="{FF2B5EF4-FFF2-40B4-BE49-F238E27FC236}">
                <a16:creationId xmlns:a16="http://schemas.microsoft.com/office/drawing/2014/main" id="{D6CDE88B-BA0A-C22E-E57F-E5C5AD21F6B3}"/>
              </a:ext>
            </a:extLst>
          </p:cNvPr>
          <p:cNvSpPr txBox="1"/>
          <p:nvPr/>
        </p:nvSpPr>
        <p:spPr>
          <a:xfrm>
            <a:off x="4645378" y="4909484"/>
            <a:ext cx="570089" cy="230832"/>
          </a:xfrm>
          <a:prstGeom prst="rect">
            <a:avLst/>
          </a:prstGeom>
          <a:noFill/>
        </p:spPr>
        <p:txBody>
          <a:bodyPr wrap="square" rtlCol="0">
            <a:spAutoFit/>
          </a:bodyPr>
          <a:lstStyle/>
          <a:p>
            <a:pPr algn="ctr"/>
            <a:r>
              <a:rPr lang="en-US" sz="900" dirty="0"/>
              <a:t>2389</a:t>
            </a:r>
          </a:p>
        </p:txBody>
      </p:sp>
    </p:spTree>
    <p:extLst>
      <p:ext uri="{BB962C8B-B14F-4D97-AF65-F5344CB8AC3E}">
        <p14:creationId xmlns:p14="http://schemas.microsoft.com/office/powerpoint/2010/main" val="19504496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43301-8BB0-CBE9-C6EA-E7EB0D3E357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2FC9BFC-98A3-D750-F55A-B03F7815DC91}"/>
              </a:ext>
            </a:extLst>
          </p:cNvPr>
          <p:cNvSpPr>
            <a:spLocks noGrp="1"/>
          </p:cNvSpPr>
          <p:nvPr>
            <p:ph sz="half" idx="1"/>
          </p:nvPr>
        </p:nvSpPr>
        <p:spPr/>
        <p:txBody>
          <a:bodyPr>
            <a:normAutofit/>
          </a:bodyPr>
          <a:lstStyle/>
          <a:p>
            <a:r>
              <a:rPr lang="en-US" dirty="0"/>
              <a:t>In Row 7, the red line can’t be 28. If it were, the 2389 pair would be become a 39 pair, leaving 7 1 in the cage.  However, that 7 requires an 8 to fit (not a 1).</a:t>
            </a:r>
          </a:p>
        </p:txBody>
      </p:sp>
      <p:pic>
        <p:nvPicPr>
          <p:cNvPr id="4" name="Picture 3" descr="A grid of sudoku puzzle&#10;&#10;Description automatically generated">
            <a:extLst>
              <a:ext uri="{FF2B5EF4-FFF2-40B4-BE49-F238E27FC236}">
                <a16:creationId xmlns:a16="http://schemas.microsoft.com/office/drawing/2014/main" id="{C46F26C2-531F-2E0F-4C5A-DC0585C556C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17A2C6A-9A77-6DE6-C097-A3B8F8FA8BD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EA3583A-A5FE-C2E4-35E4-49362230797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9BB0D67-D326-86C7-F250-79CAD043EB2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396C76B-B603-8721-2773-CF8B8F83504F}"/>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2B08862-8867-CB66-594D-D81711A47E46}"/>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5826E5F9-A91D-D79B-4644-CDD701931EBC}"/>
              </a:ext>
            </a:extLst>
          </p:cNvPr>
          <p:cNvSpPr txBox="1"/>
          <p:nvPr/>
        </p:nvSpPr>
        <p:spPr>
          <a:xfrm>
            <a:off x="4143022" y="2905709"/>
            <a:ext cx="570089" cy="230832"/>
          </a:xfrm>
          <a:prstGeom prst="rect">
            <a:avLst/>
          </a:prstGeom>
          <a:noFill/>
        </p:spPr>
        <p:txBody>
          <a:bodyPr wrap="square" rtlCol="0">
            <a:spAutoFit/>
          </a:bodyPr>
          <a:lstStyle/>
          <a:p>
            <a:pPr algn="ctr"/>
            <a:r>
              <a:rPr lang="en-US" sz="900" dirty="0"/>
              <a:t>4789</a:t>
            </a:r>
          </a:p>
        </p:txBody>
      </p:sp>
      <p:sp>
        <p:nvSpPr>
          <p:cNvPr id="10" name="TextBox 9">
            <a:extLst>
              <a:ext uri="{FF2B5EF4-FFF2-40B4-BE49-F238E27FC236}">
                <a16:creationId xmlns:a16="http://schemas.microsoft.com/office/drawing/2014/main" id="{48CEC87B-0A3B-AB3B-1F13-7F5B11F839F7}"/>
              </a:ext>
            </a:extLst>
          </p:cNvPr>
          <p:cNvSpPr txBox="1"/>
          <p:nvPr/>
        </p:nvSpPr>
        <p:spPr>
          <a:xfrm>
            <a:off x="3138310" y="2905709"/>
            <a:ext cx="570089" cy="230832"/>
          </a:xfrm>
          <a:prstGeom prst="rect">
            <a:avLst/>
          </a:prstGeom>
          <a:noFill/>
        </p:spPr>
        <p:txBody>
          <a:bodyPr wrap="square" rtlCol="0">
            <a:spAutoFit/>
          </a:bodyPr>
          <a:lstStyle/>
          <a:p>
            <a:pPr algn="ctr"/>
            <a:r>
              <a:rPr lang="en-US" sz="900" dirty="0"/>
              <a:t>479</a:t>
            </a:r>
          </a:p>
        </p:txBody>
      </p:sp>
      <p:sp>
        <p:nvSpPr>
          <p:cNvPr id="11" name="TextBox 10">
            <a:extLst>
              <a:ext uri="{FF2B5EF4-FFF2-40B4-BE49-F238E27FC236}">
                <a16:creationId xmlns:a16="http://schemas.microsoft.com/office/drawing/2014/main" id="{5F7AF970-A1A6-A9D5-D6B1-BFBF6AA46142}"/>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F8E3AC17-1454-D08A-993C-E70411EEDBD2}"/>
              </a:ext>
            </a:extLst>
          </p:cNvPr>
          <p:cNvSpPr txBox="1"/>
          <p:nvPr/>
        </p:nvSpPr>
        <p:spPr>
          <a:xfrm>
            <a:off x="4143022" y="3406653"/>
            <a:ext cx="570089" cy="230832"/>
          </a:xfrm>
          <a:prstGeom prst="rect">
            <a:avLst/>
          </a:prstGeom>
          <a:noFill/>
        </p:spPr>
        <p:txBody>
          <a:bodyPr wrap="square" rtlCol="0">
            <a:spAutoFit/>
          </a:bodyPr>
          <a:lstStyle/>
          <a:p>
            <a:pPr algn="ctr"/>
            <a:r>
              <a:rPr lang="en-US" sz="900" dirty="0"/>
              <a:t>4589</a:t>
            </a:r>
          </a:p>
        </p:txBody>
      </p:sp>
      <p:sp>
        <p:nvSpPr>
          <p:cNvPr id="13" name="TextBox 12">
            <a:extLst>
              <a:ext uri="{FF2B5EF4-FFF2-40B4-BE49-F238E27FC236}">
                <a16:creationId xmlns:a16="http://schemas.microsoft.com/office/drawing/2014/main" id="{E45E2F92-C27D-67CE-83BA-FF6BDCD00372}"/>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98E6CADD-0790-C19F-4C2E-864205F965D2}"/>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AE313E74-5AE0-DDFE-2CDF-455BBCA1ED33}"/>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20" name="TextBox 19">
            <a:extLst>
              <a:ext uri="{FF2B5EF4-FFF2-40B4-BE49-F238E27FC236}">
                <a16:creationId xmlns:a16="http://schemas.microsoft.com/office/drawing/2014/main" id="{D3C72179-D92C-680A-0A46-61C68B5A8EC3}"/>
              </a:ext>
            </a:extLst>
          </p:cNvPr>
          <p:cNvSpPr txBox="1"/>
          <p:nvPr/>
        </p:nvSpPr>
        <p:spPr>
          <a:xfrm>
            <a:off x="6654802" y="1764121"/>
            <a:ext cx="570089" cy="230832"/>
          </a:xfrm>
          <a:prstGeom prst="rect">
            <a:avLst/>
          </a:prstGeom>
          <a:noFill/>
        </p:spPr>
        <p:txBody>
          <a:bodyPr wrap="square" rtlCol="0">
            <a:spAutoFit/>
          </a:bodyPr>
          <a:lstStyle/>
          <a:p>
            <a:pPr algn="ctr"/>
            <a:r>
              <a:rPr lang="en-US" sz="900" dirty="0"/>
              <a:t>49</a:t>
            </a:r>
          </a:p>
        </p:txBody>
      </p:sp>
      <p:sp>
        <p:nvSpPr>
          <p:cNvPr id="24" name="TextBox 23">
            <a:extLst>
              <a:ext uri="{FF2B5EF4-FFF2-40B4-BE49-F238E27FC236}">
                <a16:creationId xmlns:a16="http://schemas.microsoft.com/office/drawing/2014/main" id="{D443CA7C-7DAB-87B4-2614-EE17F998DE74}"/>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25" name="TextBox 24">
            <a:extLst>
              <a:ext uri="{FF2B5EF4-FFF2-40B4-BE49-F238E27FC236}">
                <a16:creationId xmlns:a16="http://schemas.microsoft.com/office/drawing/2014/main" id="{B9FD7B0A-69F1-BA0D-6795-E97110D9D45D}"/>
              </a:ext>
            </a:extLst>
          </p:cNvPr>
          <p:cNvSpPr txBox="1"/>
          <p:nvPr/>
        </p:nvSpPr>
        <p:spPr>
          <a:xfrm>
            <a:off x="4143022" y="4059997"/>
            <a:ext cx="570089" cy="230832"/>
          </a:xfrm>
          <a:prstGeom prst="rect">
            <a:avLst/>
          </a:prstGeom>
          <a:noFill/>
        </p:spPr>
        <p:txBody>
          <a:bodyPr wrap="square" rtlCol="0">
            <a:spAutoFit/>
          </a:bodyPr>
          <a:lstStyle/>
          <a:p>
            <a:pPr algn="ctr"/>
            <a:r>
              <a:rPr lang="en-US" sz="900" dirty="0"/>
              <a:t>149</a:t>
            </a:r>
          </a:p>
        </p:txBody>
      </p:sp>
      <p:sp>
        <p:nvSpPr>
          <p:cNvPr id="18" name="TextBox 17">
            <a:extLst>
              <a:ext uri="{FF2B5EF4-FFF2-40B4-BE49-F238E27FC236}">
                <a16:creationId xmlns:a16="http://schemas.microsoft.com/office/drawing/2014/main" id="{67F13212-3432-E669-A4DF-037FA14ADDD3}"/>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486B663A-6EBB-9A1A-D090-A9CA69554E2C}"/>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2CA1E9C6-D875-3214-C2D5-83ECD0FF2EC6}"/>
              </a:ext>
            </a:extLst>
          </p:cNvPr>
          <p:cNvSpPr txBox="1"/>
          <p:nvPr/>
        </p:nvSpPr>
        <p:spPr>
          <a:xfrm>
            <a:off x="4645378" y="2531765"/>
            <a:ext cx="570089" cy="230832"/>
          </a:xfrm>
          <a:prstGeom prst="rect">
            <a:avLst/>
          </a:prstGeom>
          <a:noFill/>
        </p:spPr>
        <p:txBody>
          <a:bodyPr wrap="square" rtlCol="0">
            <a:spAutoFit/>
          </a:bodyPr>
          <a:lstStyle/>
          <a:p>
            <a:pPr algn="ctr"/>
            <a:r>
              <a:rPr lang="en-US" sz="900" dirty="0"/>
              <a:t>73</a:t>
            </a:r>
          </a:p>
        </p:txBody>
      </p:sp>
      <p:sp>
        <p:nvSpPr>
          <p:cNvPr id="27" name="TextBox 26">
            <a:extLst>
              <a:ext uri="{FF2B5EF4-FFF2-40B4-BE49-F238E27FC236}">
                <a16:creationId xmlns:a16="http://schemas.microsoft.com/office/drawing/2014/main" id="{5EB36CC7-57A1-13E3-5AA0-A13D0AAB0480}"/>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4" name="TextBox 33">
            <a:extLst>
              <a:ext uri="{FF2B5EF4-FFF2-40B4-BE49-F238E27FC236}">
                <a16:creationId xmlns:a16="http://schemas.microsoft.com/office/drawing/2014/main" id="{B62F757F-682A-CF89-7B17-3F6545177203}"/>
              </a:ext>
            </a:extLst>
          </p:cNvPr>
          <p:cNvSpPr txBox="1"/>
          <p:nvPr/>
        </p:nvSpPr>
        <p:spPr>
          <a:xfrm>
            <a:off x="5650090" y="901933"/>
            <a:ext cx="570089" cy="230832"/>
          </a:xfrm>
          <a:prstGeom prst="rect">
            <a:avLst/>
          </a:prstGeom>
          <a:noFill/>
        </p:spPr>
        <p:txBody>
          <a:bodyPr wrap="square" rtlCol="0">
            <a:spAutoFit/>
          </a:bodyPr>
          <a:lstStyle/>
          <a:p>
            <a:pPr algn="ctr"/>
            <a:r>
              <a:rPr lang="en-US" sz="900" dirty="0"/>
              <a:t>234</a:t>
            </a:r>
          </a:p>
        </p:txBody>
      </p:sp>
      <p:sp>
        <p:nvSpPr>
          <p:cNvPr id="35" name="TextBox 34">
            <a:extLst>
              <a:ext uri="{FF2B5EF4-FFF2-40B4-BE49-F238E27FC236}">
                <a16:creationId xmlns:a16="http://schemas.microsoft.com/office/drawing/2014/main" id="{DA128297-8E9B-0A83-B5D3-AA8D1819AA4D}"/>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C76EE51D-2567-7A9D-6563-32F18CF8FC46}"/>
              </a:ext>
            </a:extLst>
          </p:cNvPr>
          <p:cNvSpPr txBox="1"/>
          <p:nvPr/>
        </p:nvSpPr>
        <p:spPr>
          <a:xfrm>
            <a:off x="5650090" y="1903821"/>
            <a:ext cx="570089" cy="230832"/>
          </a:xfrm>
          <a:prstGeom prst="rect">
            <a:avLst/>
          </a:prstGeom>
          <a:noFill/>
        </p:spPr>
        <p:txBody>
          <a:bodyPr wrap="square" rtlCol="0">
            <a:spAutoFit/>
          </a:bodyPr>
          <a:lstStyle/>
          <a:p>
            <a:pPr algn="ctr"/>
            <a:r>
              <a:rPr lang="en-US" sz="900" dirty="0"/>
              <a:t>234</a:t>
            </a:r>
          </a:p>
        </p:txBody>
      </p:sp>
      <p:sp>
        <p:nvSpPr>
          <p:cNvPr id="37" name="TextBox 36">
            <a:extLst>
              <a:ext uri="{FF2B5EF4-FFF2-40B4-BE49-F238E27FC236}">
                <a16:creationId xmlns:a16="http://schemas.microsoft.com/office/drawing/2014/main" id="{9B769B34-610D-94E2-D7D4-16646EE2220E}"/>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CBA35C00-17A8-032E-2941-EBAAEEC92C52}"/>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59444F61-6371-0FF2-07BB-DC16D2F9DCC3}"/>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A00F7598-7EC4-65A9-B7CE-83A959DE2C9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0E4EDE6F-5445-B41A-0F96-B5F5664ADBC4}"/>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E77AF06F-A07B-6222-7297-D40800E99DFD}"/>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48CF8D9F-18AD-2A9C-D7F7-A783341D9EC8}"/>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22402A8C-D7C8-2B44-01EA-95112B726793}"/>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BDB7FA53-89BA-262B-0E6D-09FE8DB28232}"/>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C53981AD-632F-770F-11C9-D5CC0C6194DA}"/>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2D78782A-FF02-3739-C389-F7772E5CCD54}"/>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E1346350-0944-E0E6-E31E-3B23E23C54D7}"/>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164FC43A-1A6A-D88D-DAC9-A0E1B5C8135D}"/>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462F49E2-1BAA-3EEA-D218-FDDAF1923C48}"/>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B8D02D0A-26D7-31FC-CBA5-60011F041CED}"/>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0CA493AA-8D36-DB06-D3B8-45BBBAD5CE3A}"/>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31B483C1-E7BB-2438-8EE6-46669A7F23E7}"/>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A038D364-2323-F071-5C3E-C2BFF2EBF645}"/>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E4C635E6-0302-ABAA-9B67-56FD2B510DBD}"/>
              </a:ext>
            </a:extLst>
          </p:cNvPr>
          <p:cNvSpPr txBox="1"/>
          <p:nvPr/>
        </p:nvSpPr>
        <p:spPr>
          <a:xfrm>
            <a:off x="5147734" y="901933"/>
            <a:ext cx="570089" cy="230832"/>
          </a:xfrm>
          <a:prstGeom prst="rect">
            <a:avLst/>
          </a:prstGeom>
          <a:noFill/>
        </p:spPr>
        <p:txBody>
          <a:bodyPr wrap="square" rtlCol="0">
            <a:spAutoFit/>
          </a:bodyPr>
          <a:lstStyle/>
          <a:p>
            <a:pPr algn="ctr"/>
            <a:r>
              <a:rPr lang="en-US" sz="900" dirty="0"/>
              <a:t>16789</a:t>
            </a:r>
          </a:p>
        </p:txBody>
      </p:sp>
      <p:sp>
        <p:nvSpPr>
          <p:cNvPr id="17" name="TextBox 16">
            <a:extLst>
              <a:ext uri="{FF2B5EF4-FFF2-40B4-BE49-F238E27FC236}">
                <a16:creationId xmlns:a16="http://schemas.microsoft.com/office/drawing/2014/main" id="{DD8E6D8E-744B-CDF6-C4FD-1DECAE6B8BEB}"/>
              </a:ext>
            </a:extLst>
          </p:cNvPr>
          <p:cNvSpPr txBox="1"/>
          <p:nvPr/>
        </p:nvSpPr>
        <p:spPr>
          <a:xfrm>
            <a:off x="5147734" y="1402877"/>
            <a:ext cx="570089" cy="230832"/>
          </a:xfrm>
          <a:prstGeom prst="rect">
            <a:avLst/>
          </a:prstGeom>
          <a:noFill/>
        </p:spPr>
        <p:txBody>
          <a:bodyPr wrap="square" rtlCol="0">
            <a:spAutoFit/>
          </a:bodyPr>
          <a:lstStyle/>
          <a:p>
            <a:pPr algn="ctr"/>
            <a:r>
              <a:rPr lang="en-US" sz="900" dirty="0"/>
              <a:t>16789</a:t>
            </a:r>
          </a:p>
        </p:txBody>
      </p:sp>
      <p:sp>
        <p:nvSpPr>
          <p:cNvPr id="31" name="TextBox 30">
            <a:extLst>
              <a:ext uri="{FF2B5EF4-FFF2-40B4-BE49-F238E27FC236}">
                <a16:creationId xmlns:a16="http://schemas.microsoft.com/office/drawing/2014/main" id="{0220A8E8-E5A3-27A6-43B6-27C1D6F69FF4}"/>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47" name="TextBox 46">
            <a:extLst>
              <a:ext uri="{FF2B5EF4-FFF2-40B4-BE49-F238E27FC236}">
                <a16:creationId xmlns:a16="http://schemas.microsoft.com/office/drawing/2014/main" id="{99CE6273-42BD-EDBA-68F8-40BBD64795A3}"/>
              </a:ext>
            </a:extLst>
          </p:cNvPr>
          <p:cNvSpPr txBox="1"/>
          <p:nvPr/>
        </p:nvSpPr>
        <p:spPr>
          <a:xfrm>
            <a:off x="5147734" y="2905709"/>
            <a:ext cx="570089" cy="230832"/>
          </a:xfrm>
          <a:prstGeom prst="rect">
            <a:avLst/>
          </a:prstGeom>
          <a:noFill/>
        </p:spPr>
        <p:txBody>
          <a:bodyPr wrap="square" rtlCol="0">
            <a:spAutoFit/>
          </a:bodyPr>
          <a:lstStyle/>
          <a:p>
            <a:pPr algn="ctr"/>
            <a:r>
              <a:rPr lang="en-US" sz="900" dirty="0"/>
              <a:t>289</a:t>
            </a:r>
          </a:p>
        </p:txBody>
      </p:sp>
      <p:sp>
        <p:nvSpPr>
          <p:cNvPr id="48" name="TextBox 47">
            <a:extLst>
              <a:ext uri="{FF2B5EF4-FFF2-40B4-BE49-F238E27FC236}">
                <a16:creationId xmlns:a16="http://schemas.microsoft.com/office/drawing/2014/main" id="{F55F047C-8DA5-82FE-A3D5-D880387972D8}"/>
              </a:ext>
            </a:extLst>
          </p:cNvPr>
          <p:cNvSpPr txBox="1"/>
          <p:nvPr/>
        </p:nvSpPr>
        <p:spPr>
          <a:xfrm>
            <a:off x="5147734" y="3406653"/>
            <a:ext cx="570089" cy="230832"/>
          </a:xfrm>
          <a:prstGeom prst="rect">
            <a:avLst/>
          </a:prstGeom>
          <a:noFill/>
        </p:spPr>
        <p:txBody>
          <a:bodyPr wrap="square" rtlCol="0">
            <a:spAutoFit/>
          </a:bodyPr>
          <a:lstStyle/>
          <a:p>
            <a:pPr algn="ctr"/>
            <a:r>
              <a:rPr lang="en-US" sz="900" dirty="0"/>
              <a:t>189</a:t>
            </a:r>
          </a:p>
        </p:txBody>
      </p:sp>
      <p:sp>
        <p:nvSpPr>
          <p:cNvPr id="49" name="TextBox 48">
            <a:extLst>
              <a:ext uri="{FF2B5EF4-FFF2-40B4-BE49-F238E27FC236}">
                <a16:creationId xmlns:a16="http://schemas.microsoft.com/office/drawing/2014/main" id="{4B7899D0-7376-01C8-0F75-8097FC176116}"/>
              </a:ext>
            </a:extLst>
          </p:cNvPr>
          <p:cNvSpPr txBox="1"/>
          <p:nvPr/>
        </p:nvSpPr>
        <p:spPr>
          <a:xfrm>
            <a:off x="5147734" y="3907597"/>
            <a:ext cx="570089" cy="230832"/>
          </a:xfrm>
          <a:prstGeom prst="rect">
            <a:avLst/>
          </a:prstGeom>
          <a:noFill/>
        </p:spPr>
        <p:txBody>
          <a:bodyPr wrap="square" rtlCol="0">
            <a:spAutoFit/>
          </a:bodyPr>
          <a:lstStyle/>
          <a:p>
            <a:pPr algn="ctr"/>
            <a:r>
              <a:rPr lang="en-US" sz="900" dirty="0"/>
              <a:t>2389</a:t>
            </a:r>
          </a:p>
        </p:txBody>
      </p:sp>
      <p:sp>
        <p:nvSpPr>
          <p:cNvPr id="50" name="TextBox 49">
            <a:extLst>
              <a:ext uri="{FF2B5EF4-FFF2-40B4-BE49-F238E27FC236}">
                <a16:creationId xmlns:a16="http://schemas.microsoft.com/office/drawing/2014/main" id="{216F0BF4-D8DA-6C7B-A2DB-6B1E16EF89B2}"/>
              </a:ext>
            </a:extLst>
          </p:cNvPr>
          <p:cNvSpPr txBox="1"/>
          <p:nvPr/>
        </p:nvSpPr>
        <p:spPr>
          <a:xfrm>
            <a:off x="4645378" y="901933"/>
            <a:ext cx="570089" cy="230832"/>
          </a:xfrm>
          <a:prstGeom prst="rect">
            <a:avLst/>
          </a:prstGeom>
          <a:noFill/>
        </p:spPr>
        <p:txBody>
          <a:bodyPr wrap="square" rtlCol="0">
            <a:spAutoFit/>
          </a:bodyPr>
          <a:lstStyle/>
          <a:p>
            <a:pPr algn="ctr"/>
            <a:r>
              <a:rPr lang="en-US" sz="900" dirty="0"/>
              <a:t>15789</a:t>
            </a:r>
          </a:p>
        </p:txBody>
      </p:sp>
      <p:sp>
        <p:nvSpPr>
          <p:cNvPr id="51" name="TextBox 50">
            <a:extLst>
              <a:ext uri="{FF2B5EF4-FFF2-40B4-BE49-F238E27FC236}">
                <a16:creationId xmlns:a16="http://schemas.microsoft.com/office/drawing/2014/main" id="{AD022B05-2BBD-C2DB-58E7-17E0FAA1C7E9}"/>
              </a:ext>
            </a:extLst>
          </p:cNvPr>
          <p:cNvSpPr txBox="1"/>
          <p:nvPr/>
        </p:nvSpPr>
        <p:spPr>
          <a:xfrm>
            <a:off x="4645378" y="1518627"/>
            <a:ext cx="570089" cy="230832"/>
          </a:xfrm>
          <a:prstGeom prst="rect">
            <a:avLst/>
          </a:prstGeom>
          <a:noFill/>
        </p:spPr>
        <p:txBody>
          <a:bodyPr wrap="square" rtlCol="0">
            <a:spAutoFit/>
          </a:bodyPr>
          <a:lstStyle/>
          <a:p>
            <a:pPr algn="ctr"/>
            <a:r>
              <a:rPr lang="en-US" sz="900" dirty="0"/>
              <a:t>15789</a:t>
            </a:r>
          </a:p>
        </p:txBody>
      </p:sp>
      <p:sp>
        <p:nvSpPr>
          <p:cNvPr id="52" name="TextBox 51">
            <a:extLst>
              <a:ext uri="{FF2B5EF4-FFF2-40B4-BE49-F238E27FC236}">
                <a16:creationId xmlns:a16="http://schemas.microsoft.com/office/drawing/2014/main" id="{2EDCDC1F-6AD0-8A23-88DE-36896D805AA0}"/>
              </a:ext>
            </a:extLst>
          </p:cNvPr>
          <p:cNvSpPr txBox="1"/>
          <p:nvPr/>
        </p:nvSpPr>
        <p:spPr>
          <a:xfrm>
            <a:off x="4645378" y="1903821"/>
            <a:ext cx="570089" cy="230832"/>
          </a:xfrm>
          <a:prstGeom prst="rect">
            <a:avLst/>
          </a:prstGeom>
          <a:noFill/>
        </p:spPr>
        <p:txBody>
          <a:bodyPr wrap="square" rtlCol="0">
            <a:spAutoFit/>
          </a:bodyPr>
          <a:lstStyle/>
          <a:p>
            <a:pPr algn="ctr"/>
            <a:r>
              <a:rPr lang="en-US" sz="900" dirty="0"/>
              <a:t>1579</a:t>
            </a:r>
          </a:p>
        </p:txBody>
      </p:sp>
      <p:sp>
        <p:nvSpPr>
          <p:cNvPr id="53" name="TextBox 52">
            <a:extLst>
              <a:ext uri="{FF2B5EF4-FFF2-40B4-BE49-F238E27FC236}">
                <a16:creationId xmlns:a16="http://schemas.microsoft.com/office/drawing/2014/main" id="{AFFE9AF6-E7EF-47B6-BCEA-F21A5C4375FA}"/>
              </a:ext>
            </a:extLst>
          </p:cNvPr>
          <p:cNvSpPr txBox="1"/>
          <p:nvPr/>
        </p:nvSpPr>
        <p:spPr>
          <a:xfrm>
            <a:off x="4645378" y="2905709"/>
            <a:ext cx="570089" cy="230832"/>
          </a:xfrm>
          <a:prstGeom prst="rect">
            <a:avLst/>
          </a:prstGeom>
          <a:noFill/>
        </p:spPr>
        <p:txBody>
          <a:bodyPr wrap="square" rtlCol="0">
            <a:spAutoFit/>
          </a:bodyPr>
          <a:lstStyle/>
          <a:p>
            <a:pPr algn="ctr"/>
            <a:r>
              <a:rPr lang="en-US" sz="900" dirty="0"/>
              <a:t>2489</a:t>
            </a:r>
          </a:p>
        </p:txBody>
      </p:sp>
      <p:sp>
        <p:nvSpPr>
          <p:cNvPr id="54" name="TextBox 53">
            <a:extLst>
              <a:ext uri="{FF2B5EF4-FFF2-40B4-BE49-F238E27FC236}">
                <a16:creationId xmlns:a16="http://schemas.microsoft.com/office/drawing/2014/main" id="{037498FD-86CD-935D-8F3E-F402F6C09F31}"/>
              </a:ext>
            </a:extLst>
          </p:cNvPr>
          <p:cNvSpPr txBox="1"/>
          <p:nvPr/>
        </p:nvSpPr>
        <p:spPr>
          <a:xfrm>
            <a:off x="4645378" y="3406653"/>
            <a:ext cx="570089" cy="230832"/>
          </a:xfrm>
          <a:prstGeom prst="rect">
            <a:avLst/>
          </a:prstGeom>
          <a:noFill/>
        </p:spPr>
        <p:txBody>
          <a:bodyPr wrap="square" rtlCol="0">
            <a:spAutoFit/>
          </a:bodyPr>
          <a:lstStyle/>
          <a:p>
            <a:pPr algn="ctr"/>
            <a:r>
              <a:rPr lang="en-US" sz="900" dirty="0"/>
              <a:t>1489</a:t>
            </a:r>
          </a:p>
        </p:txBody>
      </p:sp>
      <p:sp>
        <p:nvSpPr>
          <p:cNvPr id="55" name="TextBox 54">
            <a:extLst>
              <a:ext uri="{FF2B5EF4-FFF2-40B4-BE49-F238E27FC236}">
                <a16:creationId xmlns:a16="http://schemas.microsoft.com/office/drawing/2014/main" id="{9B11A9C2-CA2B-FFED-1781-1CF26A0473EC}"/>
              </a:ext>
            </a:extLst>
          </p:cNvPr>
          <p:cNvSpPr txBox="1"/>
          <p:nvPr/>
        </p:nvSpPr>
        <p:spPr>
          <a:xfrm>
            <a:off x="4645378" y="3907597"/>
            <a:ext cx="570089" cy="230832"/>
          </a:xfrm>
          <a:prstGeom prst="rect">
            <a:avLst/>
          </a:prstGeom>
          <a:noFill/>
        </p:spPr>
        <p:txBody>
          <a:bodyPr wrap="square" rtlCol="0">
            <a:spAutoFit/>
          </a:bodyPr>
          <a:lstStyle/>
          <a:p>
            <a:pPr algn="ctr"/>
            <a:r>
              <a:rPr lang="en-US" sz="900" dirty="0"/>
              <a:t>2389</a:t>
            </a:r>
          </a:p>
        </p:txBody>
      </p:sp>
      <p:sp>
        <p:nvSpPr>
          <p:cNvPr id="56" name="TextBox 55">
            <a:extLst>
              <a:ext uri="{FF2B5EF4-FFF2-40B4-BE49-F238E27FC236}">
                <a16:creationId xmlns:a16="http://schemas.microsoft.com/office/drawing/2014/main" id="{712EFC98-402D-6FD9-0054-061F5D43177D}"/>
              </a:ext>
            </a:extLst>
          </p:cNvPr>
          <p:cNvSpPr txBox="1"/>
          <p:nvPr/>
        </p:nvSpPr>
        <p:spPr>
          <a:xfrm>
            <a:off x="4645378" y="4909484"/>
            <a:ext cx="570089" cy="230832"/>
          </a:xfrm>
          <a:prstGeom prst="rect">
            <a:avLst/>
          </a:prstGeom>
          <a:noFill/>
        </p:spPr>
        <p:txBody>
          <a:bodyPr wrap="square" rtlCol="0">
            <a:spAutoFit/>
          </a:bodyPr>
          <a:lstStyle/>
          <a:p>
            <a:pPr algn="ctr"/>
            <a:r>
              <a:rPr lang="en-US" sz="900" dirty="0"/>
              <a:t>2389</a:t>
            </a:r>
          </a:p>
        </p:txBody>
      </p:sp>
    </p:spTree>
    <p:extLst>
      <p:ext uri="{BB962C8B-B14F-4D97-AF65-F5344CB8AC3E}">
        <p14:creationId xmlns:p14="http://schemas.microsoft.com/office/powerpoint/2010/main" val="36038443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4B0B8F-9454-774E-48F5-63D2E500C3F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98AA548-A115-9705-167C-15AA8F3913D4}"/>
              </a:ext>
            </a:extLst>
          </p:cNvPr>
          <p:cNvSpPr>
            <a:spLocks noGrp="1"/>
          </p:cNvSpPr>
          <p:nvPr>
            <p:ph sz="half" idx="1"/>
          </p:nvPr>
        </p:nvSpPr>
        <p:spPr/>
        <p:txBody>
          <a:bodyPr>
            <a:normAutofit/>
          </a:bodyPr>
          <a:lstStyle/>
          <a:p>
            <a:r>
              <a:rPr lang="en-US" dirty="0"/>
              <a:t>Complete the red line.</a:t>
            </a:r>
          </a:p>
        </p:txBody>
      </p:sp>
      <p:pic>
        <p:nvPicPr>
          <p:cNvPr id="4" name="Picture 3" descr="A grid of sudoku puzzle&#10;&#10;Description automatically generated">
            <a:extLst>
              <a:ext uri="{FF2B5EF4-FFF2-40B4-BE49-F238E27FC236}">
                <a16:creationId xmlns:a16="http://schemas.microsoft.com/office/drawing/2014/main" id="{8B58254D-FE4E-E04B-A18B-44CDDC4FC03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08257AD-25EA-105B-5E73-490D7B4E9F3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608C7F7-2FB7-EFDC-F2EB-F3E24707502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CBE97B5-C6EE-01B1-56A1-A1656DA45AB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4A8459F-755F-3411-C499-5B7BCCAB8245}"/>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D51BD9AF-0055-A5D2-7C90-15DD120033AB}"/>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EB702C56-8BA7-2BC9-B172-0683BFF8AD3C}"/>
              </a:ext>
            </a:extLst>
          </p:cNvPr>
          <p:cNvSpPr txBox="1"/>
          <p:nvPr/>
        </p:nvSpPr>
        <p:spPr>
          <a:xfrm>
            <a:off x="4143022" y="2905709"/>
            <a:ext cx="570089" cy="230832"/>
          </a:xfrm>
          <a:prstGeom prst="rect">
            <a:avLst/>
          </a:prstGeom>
          <a:noFill/>
        </p:spPr>
        <p:txBody>
          <a:bodyPr wrap="square" rtlCol="0">
            <a:spAutoFit/>
          </a:bodyPr>
          <a:lstStyle/>
          <a:p>
            <a:pPr algn="ctr"/>
            <a:r>
              <a:rPr lang="en-US" sz="900" dirty="0"/>
              <a:t>4789</a:t>
            </a:r>
          </a:p>
        </p:txBody>
      </p:sp>
      <p:sp>
        <p:nvSpPr>
          <p:cNvPr id="10" name="TextBox 9">
            <a:extLst>
              <a:ext uri="{FF2B5EF4-FFF2-40B4-BE49-F238E27FC236}">
                <a16:creationId xmlns:a16="http://schemas.microsoft.com/office/drawing/2014/main" id="{230264BA-A726-F1B4-152C-5C45C3B6328C}"/>
              </a:ext>
            </a:extLst>
          </p:cNvPr>
          <p:cNvSpPr txBox="1"/>
          <p:nvPr/>
        </p:nvSpPr>
        <p:spPr>
          <a:xfrm>
            <a:off x="3138310" y="2905709"/>
            <a:ext cx="570089" cy="230832"/>
          </a:xfrm>
          <a:prstGeom prst="rect">
            <a:avLst/>
          </a:prstGeom>
          <a:noFill/>
        </p:spPr>
        <p:txBody>
          <a:bodyPr wrap="square" rtlCol="0">
            <a:spAutoFit/>
          </a:bodyPr>
          <a:lstStyle/>
          <a:p>
            <a:pPr algn="ctr"/>
            <a:r>
              <a:rPr lang="en-US" sz="900" dirty="0"/>
              <a:t>479</a:t>
            </a:r>
          </a:p>
        </p:txBody>
      </p:sp>
      <p:sp>
        <p:nvSpPr>
          <p:cNvPr id="11" name="TextBox 10">
            <a:extLst>
              <a:ext uri="{FF2B5EF4-FFF2-40B4-BE49-F238E27FC236}">
                <a16:creationId xmlns:a16="http://schemas.microsoft.com/office/drawing/2014/main" id="{640487C6-B308-42C0-B262-19350FE41DB5}"/>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DEEFB793-EF6E-40FD-EFE8-261555AFE474}"/>
              </a:ext>
            </a:extLst>
          </p:cNvPr>
          <p:cNvSpPr txBox="1"/>
          <p:nvPr/>
        </p:nvSpPr>
        <p:spPr>
          <a:xfrm>
            <a:off x="4143022" y="3406653"/>
            <a:ext cx="570089" cy="230832"/>
          </a:xfrm>
          <a:prstGeom prst="rect">
            <a:avLst/>
          </a:prstGeom>
          <a:noFill/>
        </p:spPr>
        <p:txBody>
          <a:bodyPr wrap="square" rtlCol="0">
            <a:spAutoFit/>
          </a:bodyPr>
          <a:lstStyle/>
          <a:p>
            <a:pPr algn="ctr"/>
            <a:r>
              <a:rPr lang="en-US" sz="900" dirty="0"/>
              <a:t>4589</a:t>
            </a:r>
          </a:p>
        </p:txBody>
      </p:sp>
      <p:sp>
        <p:nvSpPr>
          <p:cNvPr id="13" name="TextBox 12">
            <a:extLst>
              <a:ext uri="{FF2B5EF4-FFF2-40B4-BE49-F238E27FC236}">
                <a16:creationId xmlns:a16="http://schemas.microsoft.com/office/drawing/2014/main" id="{D7EEF329-FECA-7DC3-7EB8-8565611FCD6C}"/>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75321E82-003B-44B8-4CD0-8FC4AD280286}"/>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853845EE-35B8-9217-50A9-A0EB3F74D44D}"/>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20" name="TextBox 19">
            <a:extLst>
              <a:ext uri="{FF2B5EF4-FFF2-40B4-BE49-F238E27FC236}">
                <a16:creationId xmlns:a16="http://schemas.microsoft.com/office/drawing/2014/main" id="{5FF079CE-60F5-EF54-6FED-DC39E1BBDB35}"/>
              </a:ext>
            </a:extLst>
          </p:cNvPr>
          <p:cNvSpPr txBox="1"/>
          <p:nvPr/>
        </p:nvSpPr>
        <p:spPr>
          <a:xfrm>
            <a:off x="6654802" y="1764121"/>
            <a:ext cx="570089" cy="230832"/>
          </a:xfrm>
          <a:prstGeom prst="rect">
            <a:avLst/>
          </a:prstGeom>
          <a:noFill/>
        </p:spPr>
        <p:txBody>
          <a:bodyPr wrap="square" rtlCol="0">
            <a:spAutoFit/>
          </a:bodyPr>
          <a:lstStyle/>
          <a:p>
            <a:pPr algn="ctr"/>
            <a:r>
              <a:rPr lang="en-US" sz="900" dirty="0"/>
              <a:t>49</a:t>
            </a:r>
          </a:p>
        </p:txBody>
      </p:sp>
      <p:sp>
        <p:nvSpPr>
          <p:cNvPr id="24" name="TextBox 23">
            <a:extLst>
              <a:ext uri="{FF2B5EF4-FFF2-40B4-BE49-F238E27FC236}">
                <a16:creationId xmlns:a16="http://schemas.microsoft.com/office/drawing/2014/main" id="{7E641850-C742-85D1-B627-18FDA3C970B4}"/>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25" name="TextBox 24">
            <a:extLst>
              <a:ext uri="{FF2B5EF4-FFF2-40B4-BE49-F238E27FC236}">
                <a16:creationId xmlns:a16="http://schemas.microsoft.com/office/drawing/2014/main" id="{80453DE3-CEF8-FCAB-43C1-6BFBD1B7F39F}"/>
              </a:ext>
            </a:extLst>
          </p:cNvPr>
          <p:cNvSpPr txBox="1"/>
          <p:nvPr/>
        </p:nvSpPr>
        <p:spPr>
          <a:xfrm>
            <a:off x="4143022" y="4059997"/>
            <a:ext cx="570089" cy="230832"/>
          </a:xfrm>
          <a:prstGeom prst="rect">
            <a:avLst/>
          </a:prstGeom>
          <a:noFill/>
        </p:spPr>
        <p:txBody>
          <a:bodyPr wrap="square" rtlCol="0">
            <a:spAutoFit/>
          </a:bodyPr>
          <a:lstStyle/>
          <a:p>
            <a:pPr algn="ctr"/>
            <a:r>
              <a:rPr lang="en-US" sz="900" dirty="0"/>
              <a:t>149</a:t>
            </a:r>
          </a:p>
        </p:txBody>
      </p:sp>
      <p:sp>
        <p:nvSpPr>
          <p:cNvPr id="18" name="TextBox 17">
            <a:extLst>
              <a:ext uri="{FF2B5EF4-FFF2-40B4-BE49-F238E27FC236}">
                <a16:creationId xmlns:a16="http://schemas.microsoft.com/office/drawing/2014/main" id="{2A07E162-C8F0-5049-48BB-2B49187DA49E}"/>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B8181AA-BA0A-CE4C-80D4-B82417D36B1D}"/>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6DD9E524-D87B-206B-955C-B40E6E5EF496}"/>
              </a:ext>
            </a:extLst>
          </p:cNvPr>
          <p:cNvSpPr txBox="1"/>
          <p:nvPr/>
        </p:nvSpPr>
        <p:spPr>
          <a:xfrm>
            <a:off x="4645378" y="2531765"/>
            <a:ext cx="570089" cy="230832"/>
          </a:xfrm>
          <a:prstGeom prst="rect">
            <a:avLst/>
          </a:prstGeom>
          <a:noFill/>
        </p:spPr>
        <p:txBody>
          <a:bodyPr wrap="square" rtlCol="0">
            <a:spAutoFit/>
          </a:bodyPr>
          <a:lstStyle/>
          <a:p>
            <a:pPr algn="ctr"/>
            <a:r>
              <a:rPr lang="en-US" sz="900" dirty="0"/>
              <a:t>73</a:t>
            </a:r>
          </a:p>
        </p:txBody>
      </p:sp>
      <p:sp>
        <p:nvSpPr>
          <p:cNvPr id="27" name="TextBox 26">
            <a:extLst>
              <a:ext uri="{FF2B5EF4-FFF2-40B4-BE49-F238E27FC236}">
                <a16:creationId xmlns:a16="http://schemas.microsoft.com/office/drawing/2014/main" id="{4B0BFDEA-22EC-6318-39F5-57E733A06834}"/>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4" name="TextBox 33">
            <a:extLst>
              <a:ext uri="{FF2B5EF4-FFF2-40B4-BE49-F238E27FC236}">
                <a16:creationId xmlns:a16="http://schemas.microsoft.com/office/drawing/2014/main" id="{A3A39A93-ADFF-4834-7C13-AFEBD7C1EAB6}"/>
              </a:ext>
            </a:extLst>
          </p:cNvPr>
          <p:cNvSpPr txBox="1"/>
          <p:nvPr/>
        </p:nvSpPr>
        <p:spPr>
          <a:xfrm>
            <a:off x="5650090" y="901933"/>
            <a:ext cx="570089" cy="230832"/>
          </a:xfrm>
          <a:prstGeom prst="rect">
            <a:avLst/>
          </a:prstGeom>
          <a:noFill/>
        </p:spPr>
        <p:txBody>
          <a:bodyPr wrap="square" rtlCol="0">
            <a:spAutoFit/>
          </a:bodyPr>
          <a:lstStyle/>
          <a:p>
            <a:pPr algn="ctr"/>
            <a:r>
              <a:rPr lang="en-US" sz="900" dirty="0"/>
              <a:t>234</a:t>
            </a:r>
          </a:p>
        </p:txBody>
      </p:sp>
      <p:sp>
        <p:nvSpPr>
          <p:cNvPr id="35" name="TextBox 34">
            <a:extLst>
              <a:ext uri="{FF2B5EF4-FFF2-40B4-BE49-F238E27FC236}">
                <a16:creationId xmlns:a16="http://schemas.microsoft.com/office/drawing/2014/main" id="{B28762DC-6C23-D604-67AF-4C855199AC50}"/>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ED06E7B1-7225-531C-3090-A20F111B0E7F}"/>
              </a:ext>
            </a:extLst>
          </p:cNvPr>
          <p:cNvSpPr txBox="1"/>
          <p:nvPr/>
        </p:nvSpPr>
        <p:spPr>
          <a:xfrm>
            <a:off x="5650090" y="1903821"/>
            <a:ext cx="570089" cy="230832"/>
          </a:xfrm>
          <a:prstGeom prst="rect">
            <a:avLst/>
          </a:prstGeom>
          <a:noFill/>
        </p:spPr>
        <p:txBody>
          <a:bodyPr wrap="square" rtlCol="0">
            <a:spAutoFit/>
          </a:bodyPr>
          <a:lstStyle/>
          <a:p>
            <a:pPr algn="ctr"/>
            <a:r>
              <a:rPr lang="en-US" sz="900" dirty="0"/>
              <a:t>234</a:t>
            </a:r>
          </a:p>
        </p:txBody>
      </p:sp>
      <p:sp>
        <p:nvSpPr>
          <p:cNvPr id="37" name="TextBox 36">
            <a:extLst>
              <a:ext uri="{FF2B5EF4-FFF2-40B4-BE49-F238E27FC236}">
                <a16:creationId xmlns:a16="http://schemas.microsoft.com/office/drawing/2014/main" id="{66453DB4-0C64-2365-4B62-C2816FEDA5D8}"/>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9D174356-9039-9D0D-2C52-5653264512CB}"/>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E80E0C58-F54D-8ED6-146D-238D1C59CF54}"/>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294D245-3F68-3E00-0E77-9A7DC31A151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D7437136-6A90-4964-AD59-BCF905F31955}"/>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B858D677-A8C4-52C7-6CC7-7F6F3CA4CF63}"/>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A8BB9064-4A26-002D-B6F5-FD7E86872E80}"/>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1857E0C8-E585-5636-A8FC-15B7D14AEAD5}"/>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512C55C6-B429-9F8E-9B92-DE3A7B3F4DE4}"/>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269BA317-8430-5706-454A-5C731793E347}"/>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DDDA86D0-EBC7-C5BB-2EAF-912ACEE55982}"/>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2691EB77-02C6-56C6-2212-8D23E935868A}"/>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E9E93AAF-7CE0-B2E5-B63B-52AF6E14F5D0}"/>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782DA393-3EC7-810B-9A81-F4DBC23D723C}"/>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B4E3A6EF-E67C-9F70-44A9-D19D379941D3}"/>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D0D97286-70B2-77AC-416B-DBED05FB12F4}"/>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54B690DB-199C-C9B1-6B87-AB00581A48D2}"/>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DD185457-BEAB-6BAD-28FF-E044BED5353F}"/>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BF20A5E9-A091-5A0B-3F96-975EF62DFEB0}"/>
              </a:ext>
            </a:extLst>
          </p:cNvPr>
          <p:cNvSpPr txBox="1"/>
          <p:nvPr/>
        </p:nvSpPr>
        <p:spPr>
          <a:xfrm>
            <a:off x="5147734" y="901933"/>
            <a:ext cx="570089" cy="230832"/>
          </a:xfrm>
          <a:prstGeom prst="rect">
            <a:avLst/>
          </a:prstGeom>
          <a:noFill/>
        </p:spPr>
        <p:txBody>
          <a:bodyPr wrap="square" rtlCol="0">
            <a:spAutoFit/>
          </a:bodyPr>
          <a:lstStyle/>
          <a:p>
            <a:pPr algn="ctr"/>
            <a:r>
              <a:rPr lang="en-US" sz="900" dirty="0"/>
              <a:t>16789</a:t>
            </a:r>
          </a:p>
        </p:txBody>
      </p:sp>
      <p:sp>
        <p:nvSpPr>
          <p:cNvPr id="17" name="TextBox 16">
            <a:extLst>
              <a:ext uri="{FF2B5EF4-FFF2-40B4-BE49-F238E27FC236}">
                <a16:creationId xmlns:a16="http://schemas.microsoft.com/office/drawing/2014/main" id="{7127BCB2-A682-515D-F95D-745EB79D3B2D}"/>
              </a:ext>
            </a:extLst>
          </p:cNvPr>
          <p:cNvSpPr txBox="1"/>
          <p:nvPr/>
        </p:nvSpPr>
        <p:spPr>
          <a:xfrm>
            <a:off x="5147734" y="1402877"/>
            <a:ext cx="570089" cy="230832"/>
          </a:xfrm>
          <a:prstGeom prst="rect">
            <a:avLst/>
          </a:prstGeom>
          <a:noFill/>
        </p:spPr>
        <p:txBody>
          <a:bodyPr wrap="square" rtlCol="0">
            <a:spAutoFit/>
          </a:bodyPr>
          <a:lstStyle/>
          <a:p>
            <a:pPr algn="ctr"/>
            <a:r>
              <a:rPr lang="en-US" sz="900" dirty="0"/>
              <a:t>16789</a:t>
            </a:r>
          </a:p>
        </p:txBody>
      </p:sp>
      <p:sp>
        <p:nvSpPr>
          <p:cNvPr id="31" name="TextBox 30">
            <a:extLst>
              <a:ext uri="{FF2B5EF4-FFF2-40B4-BE49-F238E27FC236}">
                <a16:creationId xmlns:a16="http://schemas.microsoft.com/office/drawing/2014/main" id="{B9BC6795-102A-D6E2-FCE1-D0CAE333D368}"/>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47" name="TextBox 46">
            <a:extLst>
              <a:ext uri="{FF2B5EF4-FFF2-40B4-BE49-F238E27FC236}">
                <a16:creationId xmlns:a16="http://schemas.microsoft.com/office/drawing/2014/main" id="{B87E4093-58EC-6781-5442-60AB37CDB8F0}"/>
              </a:ext>
            </a:extLst>
          </p:cNvPr>
          <p:cNvSpPr txBox="1"/>
          <p:nvPr/>
        </p:nvSpPr>
        <p:spPr>
          <a:xfrm>
            <a:off x="5147734" y="2905709"/>
            <a:ext cx="570089" cy="230832"/>
          </a:xfrm>
          <a:prstGeom prst="rect">
            <a:avLst/>
          </a:prstGeom>
          <a:noFill/>
        </p:spPr>
        <p:txBody>
          <a:bodyPr wrap="square" rtlCol="0">
            <a:spAutoFit/>
          </a:bodyPr>
          <a:lstStyle/>
          <a:p>
            <a:pPr algn="ctr"/>
            <a:r>
              <a:rPr lang="en-US" sz="900" dirty="0"/>
              <a:t>289</a:t>
            </a:r>
          </a:p>
        </p:txBody>
      </p:sp>
      <p:sp>
        <p:nvSpPr>
          <p:cNvPr id="48" name="TextBox 47">
            <a:extLst>
              <a:ext uri="{FF2B5EF4-FFF2-40B4-BE49-F238E27FC236}">
                <a16:creationId xmlns:a16="http://schemas.microsoft.com/office/drawing/2014/main" id="{7F06B41B-5DCD-9BBE-C16B-BD1C0C2A65C4}"/>
              </a:ext>
            </a:extLst>
          </p:cNvPr>
          <p:cNvSpPr txBox="1"/>
          <p:nvPr/>
        </p:nvSpPr>
        <p:spPr>
          <a:xfrm>
            <a:off x="5147734" y="3406653"/>
            <a:ext cx="570089" cy="230832"/>
          </a:xfrm>
          <a:prstGeom prst="rect">
            <a:avLst/>
          </a:prstGeom>
          <a:noFill/>
        </p:spPr>
        <p:txBody>
          <a:bodyPr wrap="square" rtlCol="0">
            <a:spAutoFit/>
          </a:bodyPr>
          <a:lstStyle/>
          <a:p>
            <a:pPr algn="ctr"/>
            <a:r>
              <a:rPr lang="en-US" sz="900" dirty="0"/>
              <a:t>189</a:t>
            </a:r>
          </a:p>
        </p:txBody>
      </p:sp>
      <p:sp>
        <p:nvSpPr>
          <p:cNvPr id="49" name="TextBox 48">
            <a:extLst>
              <a:ext uri="{FF2B5EF4-FFF2-40B4-BE49-F238E27FC236}">
                <a16:creationId xmlns:a16="http://schemas.microsoft.com/office/drawing/2014/main" id="{CE8229A9-0E50-34D9-B523-555958BA81E7}"/>
              </a:ext>
            </a:extLst>
          </p:cNvPr>
          <p:cNvSpPr txBox="1"/>
          <p:nvPr/>
        </p:nvSpPr>
        <p:spPr>
          <a:xfrm>
            <a:off x="5147734" y="3907597"/>
            <a:ext cx="570089" cy="230832"/>
          </a:xfrm>
          <a:prstGeom prst="rect">
            <a:avLst/>
          </a:prstGeom>
          <a:noFill/>
        </p:spPr>
        <p:txBody>
          <a:bodyPr wrap="square" rtlCol="0">
            <a:spAutoFit/>
          </a:bodyPr>
          <a:lstStyle/>
          <a:p>
            <a:pPr algn="ctr"/>
            <a:r>
              <a:rPr lang="en-US" sz="900" dirty="0"/>
              <a:t>2389</a:t>
            </a:r>
          </a:p>
        </p:txBody>
      </p:sp>
      <p:sp>
        <p:nvSpPr>
          <p:cNvPr id="50" name="TextBox 49">
            <a:extLst>
              <a:ext uri="{FF2B5EF4-FFF2-40B4-BE49-F238E27FC236}">
                <a16:creationId xmlns:a16="http://schemas.microsoft.com/office/drawing/2014/main" id="{699C7560-809C-CB83-1890-F49ED5C7C730}"/>
              </a:ext>
            </a:extLst>
          </p:cNvPr>
          <p:cNvSpPr txBox="1"/>
          <p:nvPr/>
        </p:nvSpPr>
        <p:spPr>
          <a:xfrm>
            <a:off x="4645378" y="901933"/>
            <a:ext cx="570089" cy="230832"/>
          </a:xfrm>
          <a:prstGeom prst="rect">
            <a:avLst/>
          </a:prstGeom>
          <a:noFill/>
        </p:spPr>
        <p:txBody>
          <a:bodyPr wrap="square" rtlCol="0">
            <a:spAutoFit/>
          </a:bodyPr>
          <a:lstStyle/>
          <a:p>
            <a:pPr algn="ctr"/>
            <a:r>
              <a:rPr lang="en-US" sz="900" dirty="0"/>
              <a:t>15789</a:t>
            </a:r>
          </a:p>
        </p:txBody>
      </p:sp>
      <p:sp>
        <p:nvSpPr>
          <p:cNvPr id="51" name="TextBox 50">
            <a:extLst>
              <a:ext uri="{FF2B5EF4-FFF2-40B4-BE49-F238E27FC236}">
                <a16:creationId xmlns:a16="http://schemas.microsoft.com/office/drawing/2014/main" id="{2598745D-3B25-CA42-C788-F7A9BB27EE2C}"/>
              </a:ext>
            </a:extLst>
          </p:cNvPr>
          <p:cNvSpPr txBox="1"/>
          <p:nvPr/>
        </p:nvSpPr>
        <p:spPr>
          <a:xfrm>
            <a:off x="4645378" y="1518627"/>
            <a:ext cx="570089" cy="230832"/>
          </a:xfrm>
          <a:prstGeom prst="rect">
            <a:avLst/>
          </a:prstGeom>
          <a:noFill/>
        </p:spPr>
        <p:txBody>
          <a:bodyPr wrap="square" rtlCol="0">
            <a:spAutoFit/>
          </a:bodyPr>
          <a:lstStyle/>
          <a:p>
            <a:pPr algn="ctr"/>
            <a:r>
              <a:rPr lang="en-US" sz="900" dirty="0"/>
              <a:t>15789</a:t>
            </a:r>
          </a:p>
        </p:txBody>
      </p:sp>
      <p:sp>
        <p:nvSpPr>
          <p:cNvPr id="52" name="TextBox 51">
            <a:extLst>
              <a:ext uri="{FF2B5EF4-FFF2-40B4-BE49-F238E27FC236}">
                <a16:creationId xmlns:a16="http://schemas.microsoft.com/office/drawing/2014/main" id="{7E162734-63D8-8483-9BF9-8A115FF900F3}"/>
              </a:ext>
            </a:extLst>
          </p:cNvPr>
          <p:cNvSpPr txBox="1"/>
          <p:nvPr/>
        </p:nvSpPr>
        <p:spPr>
          <a:xfrm>
            <a:off x="4645378" y="1903821"/>
            <a:ext cx="570089" cy="230832"/>
          </a:xfrm>
          <a:prstGeom prst="rect">
            <a:avLst/>
          </a:prstGeom>
          <a:noFill/>
        </p:spPr>
        <p:txBody>
          <a:bodyPr wrap="square" rtlCol="0">
            <a:spAutoFit/>
          </a:bodyPr>
          <a:lstStyle/>
          <a:p>
            <a:pPr algn="ctr"/>
            <a:r>
              <a:rPr lang="en-US" sz="900" dirty="0"/>
              <a:t>1579</a:t>
            </a:r>
          </a:p>
        </p:txBody>
      </p:sp>
      <p:sp>
        <p:nvSpPr>
          <p:cNvPr id="53" name="TextBox 52">
            <a:extLst>
              <a:ext uri="{FF2B5EF4-FFF2-40B4-BE49-F238E27FC236}">
                <a16:creationId xmlns:a16="http://schemas.microsoft.com/office/drawing/2014/main" id="{BB876AC4-A52D-BB56-3AE7-748D0AC3AB7F}"/>
              </a:ext>
            </a:extLst>
          </p:cNvPr>
          <p:cNvSpPr txBox="1"/>
          <p:nvPr/>
        </p:nvSpPr>
        <p:spPr>
          <a:xfrm>
            <a:off x="4645378" y="2905709"/>
            <a:ext cx="570089" cy="230832"/>
          </a:xfrm>
          <a:prstGeom prst="rect">
            <a:avLst/>
          </a:prstGeom>
          <a:noFill/>
        </p:spPr>
        <p:txBody>
          <a:bodyPr wrap="square" rtlCol="0">
            <a:spAutoFit/>
          </a:bodyPr>
          <a:lstStyle/>
          <a:p>
            <a:pPr algn="ctr"/>
            <a:r>
              <a:rPr lang="en-US" sz="900" dirty="0"/>
              <a:t>2489</a:t>
            </a:r>
          </a:p>
        </p:txBody>
      </p:sp>
      <p:sp>
        <p:nvSpPr>
          <p:cNvPr id="54" name="TextBox 53">
            <a:extLst>
              <a:ext uri="{FF2B5EF4-FFF2-40B4-BE49-F238E27FC236}">
                <a16:creationId xmlns:a16="http://schemas.microsoft.com/office/drawing/2014/main" id="{C944CDEA-E818-C989-264C-FC522E58FD2D}"/>
              </a:ext>
            </a:extLst>
          </p:cNvPr>
          <p:cNvSpPr txBox="1"/>
          <p:nvPr/>
        </p:nvSpPr>
        <p:spPr>
          <a:xfrm>
            <a:off x="4645378" y="3406653"/>
            <a:ext cx="570089" cy="230832"/>
          </a:xfrm>
          <a:prstGeom prst="rect">
            <a:avLst/>
          </a:prstGeom>
          <a:noFill/>
        </p:spPr>
        <p:txBody>
          <a:bodyPr wrap="square" rtlCol="0">
            <a:spAutoFit/>
          </a:bodyPr>
          <a:lstStyle/>
          <a:p>
            <a:pPr algn="ctr"/>
            <a:r>
              <a:rPr lang="en-US" sz="900" dirty="0"/>
              <a:t>1489</a:t>
            </a:r>
          </a:p>
        </p:txBody>
      </p:sp>
      <p:sp>
        <p:nvSpPr>
          <p:cNvPr id="55" name="TextBox 54">
            <a:extLst>
              <a:ext uri="{FF2B5EF4-FFF2-40B4-BE49-F238E27FC236}">
                <a16:creationId xmlns:a16="http://schemas.microsoft.com/office/drawing/2014/main" id="{569D101F-9C63-75A8-B9EF-27D002AD96FB}"/>
              </a:ext>
            </a:extLst>
          </p:cNvPr>
          <p:cNvSpPr txBox="1"/>
          <p:nvPr/>
        </p:nvSpPr>
        <p:spPr>
          <a:xfrm>
            <a:off x="4645378" y="3907597"/>
            <a:ext cx="570089" cy="230832"/>
          </a:xfrm>
          <a:prstGeom prst="rect">
            <a:avLst/>
          </a:prstGeom>
          <a:noFill/>
        </p:spPr>
        <p:txBody>
          <a:bodyPr wrap="square" rtlCol="0">
            <a:spAutoFit/>
          </a:bodyPr>
          <a:lstStyle/>
          <a:p>
            <a:pPr algn="ctr"/>
            <a:r>
              <a:rPr lang="en-US" sz="900" dirty="0"/>
              <a:t>2389</a:t>
            </a:r>
          </a:p>
        </p:txBody>
      </p:sp>
      <p:sp>
        <p:nvSpPr>
          <p:cNvPr id="56" name="TextBox 55">
            <a:extLst>
              <a:ext uri="{FF2B5EF4-FFF2-40B4-BE49-F238E27FC236}">
                <a16:creationId xmlns:a16="http://schemas.microsoft.com/office/drawing/2014/main" id="{71F3EB23-306D-DAED-01D8-E75B748AC676}"/>
              </a:ext>
            </a:extLst>
          </p:cNvPr>
          <p:cNvSpPr txBox="1"/>
          <p:nvPr/>
        </p:nvSpPr>
        <p:spPr>
          <a:xfrm>
            <a:off x="4645378" y="4909484"/>
            <a:ext cx="570089" cy="230832"/>
          </a:xfrm>
          <a:prstGeom prst="rect">
            <a:avLst/>
          </a:prstGeom>
          <a:noFill/>
        </p:spPr>
        <p:txBody>
          <a:bodyPr wrap="square" rtlCol="0">
            <a:spAutoFit/>
          </a:bodyPr>
          <a:lstStyle/>
          <a:p>
            <a:pPr algn="ctr"/>
            <a:r>
              <a:rPr lang="en-US" sz="900" dirty="0"/>
              <a:t>2389</a:t>
            </a:r>
          </a:p>
        </p:txBody>
      </p:sp>
      <p:sp>
        <p:nvSpPr>
          <p:cNvPr id="57" name="TextBox 56">
            <a:extLst>
              <a:ext uri="{FF2B5EF4-FFF2-40B4-BE49-F238E27FC236}">
                <a16:creationId xmlns:a16="http://schemas.microsoft.com/office/drawing/2014/main" id="{F0D4C399-BE94-F9A0-BDB6-B77C6ECB4D98}"/>
              </a:ext>
            </a:extLst>
          </p:cNvPr>
          <p:cNvSpPr txBox="1"/>
          <p:nvPr/>
        </p:nvSpPr>
        <p:spPr>
          <a:xfrm>
            <a:off x="4143022" y="1789521"/>
            <a:ext cx="570089" cy="230832"/>
          </a:xfrm>
          <a:prstGeom prst="rect">
            <a:avLst/>
          </a:prstGeom>
          <a:noFill/>
        </p:spPr>
        <p:txBody>
          <a:bodyPr wrap="square" rtlCol="0">
            <a:spAutoFit/>
          </a:bodyPr>
          <a:lstStyle/>
          <a:p>
            <a:pPr algn="ctr"/>
            <a:r>
              <a:rPr lang="en-US" sz="900" dirty="0"/>
              <a:t>73</a:t>
            </a:r>
          </a:p>
        </p:txBody>
      </p:sp>
    </p:spTree>
    <p:extLst>
      <p:ext uri="{BB962C8B-B14F-4D97-AF65-F5344CB8AC3E}">
        <p14:creationId xmlns:p14="http://schemas.microsoft.com/office/powerpoint/2010/main" val="25890241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B9F86-5FAF-7C30-AC93-5E5E95B1DBE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2ADB063-E923-F61E-D70E-2491FC27246D}"/>
              </a:ext>
            </a:extLst>
          </p:cNvPr>
          <p:cNvSpPr>
            <a:spLocks noGrp="1"/>
          </p:cNvSpPr>
          <p:nvPr>
            <p:ph sz="half" idx="1"/>
          </p:nvPr>
        </p:nvSpPr>
        <p:spPr/>
        <p:txBody>
          <a:bodyPr>
            <a:normAutofit/>
          </a:bodyPr>
          <a:lstStyle/>
          <a:p>
            <a:r>
              <a:rPr lang="en-US" dirty="0"/>
              <a:t>Possible fills for this cage are, 9: None. 16: 3391 and 7711. 25: 7756.</a:t>
            </a:r>
          </a:p>
        </p:txBody>
      </p:sp>
      <p:pic>
        <p:nvPicPr>
          <p:cNvPr id="4" name="Picture 3" descr="A grid of sudoku puzzle&#10;&#10;Description automatically generated">
            <a:extLst>
              <a:ext uri="{FF2B5EF4-FFF2-40B4-BE49-F238E27FC236}">
                <a16:creationId xmlns:a16="http://schemas.microsoft.com/office/drawing/2014/main" id="{55839038-F38C-8809-B494-2B91634F1F6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D258F0B-A0F7-641D-2FF7-D3D60D86F18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9802798-FB6E-982D-1956-039217195BF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2FE02C6-904F-CCC3-5D8B-06F579331A7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8448A0F-A378-71B8-FD5A-E8150C6AFDC6}"/>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D809F3A-4806-41DB-29AA-EFF7680E4D7C}"/>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8F1F36DA-2867-145B-5A2F-DA507F56498E}"/>
              </a:ext>
            </a:extLst>
          </p:cNvPr>
          <p:cNvSpPr txBox="1"/>
          <p:nvPr/>
        </p:nvSpPr>
        <p:spPr>
          <a:xfrm>
            <a:off x="4143022" y="2905709"/>
            <a:ext cx="570089" cy="230832"/>
          </a:xfrm>
          <a:prstGeom prst="rect">
            <a:avLst/>
          </a:prstGeom>
          <a:noFill/>
        </p:spPr>
        <p:txBody>
          <a:bodyPr wrap="square" rtlCol="0">
            <a:spAutoFit/>
          </a:bodyPr>
          <a:lstStyle/>
          <a:p>
            <a:pPr algn="ctr"/>
            <a:r>
              <a:rPr lang="en-US" sz="900" dirty="0"/>
              <a:t>4789</a:t>
            </a:r>
          </a:p>
        </p:txBody>
      </p:sp>
      <p:sp>
        <p:nvSpPr>
          <p:cNvPr id="10" name="TextBox 9">
            <a:extLst>
              <a:ext uri="{FF2B5EF4-FFF2-40B4-BE49-F238E27FC236}">
                <a16:creationId xmlns:a16="http://schemas.microsoft.com/office/drawing/2014/main" id="{37A5B48D-502B-971E-F414-44B7A2AE070A}"/>
              </a:ext>
            </a:extLst>
          </p:cNvPr>
          <p:cNvSpPr txBox="1"/>
          <p:nvPr/>
        </p:nvSpPr>
        <p:spPr>
          <a:xfrm>
            <a:off x="3138310" y="2905709"/>
            <a:ext cx="570089" cy="230832"/>
          </a:xfrm>
          <a:prstGeom prst="rect">
            <a:avLst/>
          </a:prstGeom>
          <a:noFill/>
        </p:spPr>
        <p:txBody>
          <a:bodyPr wrap="square" rtlCol="0">
            <a:spAutoFit/>
          </a:bodyPr>
          <a:lstStyle/>
          <a:p>
            <a:pPr algn="ctr"/>
            <a:r>
              <a:rPr lang="en-US" sz="900" dirty="0"/>
              <a:t>479</a:t>
            </a:r>
          </a:p>
        </p:txBody>
      </p:sp>
      <p:sp>
        <p:nvSpPr>
          <p:cNvPr id="11" name="TextBox 10">
            <a:extLst>
              <a:ext uri="{FF2B5EF4-FFF2-40B4-BE49-F238E27FC236}">
                <a16:creationId xmlns:a16="http://schemas.microsoft.com/office/drawing/2014/main" id="{39A226A9-8C13-B408-E02C-6E236DECF9F4}"/>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973829B1-59AA-AB48-A78B-1D024E886E8B}"/>
              </a:ext>
            </a:extLst>
          </p:cNvPr>
          <p:cNvSpPr txBox="1"/>
          <p:nvPr/>
        </p:nvSpPr>
        <p:spPr>
          <a:xfrm>
            <a:off x="4143022" y="3406653"/>
            <a:ext cx="570089" cy="230832"/>
          </a:xfrm>
          <a:prstGeom prst="rect">
            <a:avLst/>
          </a:prstGeom>
          <a:noFill/>
        </p:spPr>
        <p:txBody>
          <a:bodyPr wrap="square" rtlCol="0">
            <a:spAutoFit/>
          </a:bodyPr>
          <a:lstStyle/>
          <a:p>
            <a:pPr algn="ctr"/>
            <a:r>
              <a:rPr lang="en-US" sz="900" dirty="0"/>
              <a:t>4589</a:t>
            </a:r>
          </a:p>
        </p:txBody>
      </p:sp>
      <p:sp>
        <p:nvSpPr>
          <p:cNvPr id="13" name="TextBox 12">
            <a:extLst>
              <a:ext uri="{FF2B5EF4-FFF2-40B4-BE49-F238E27FC236}">
                <a16:creationId xmlns:a16="http://schemas.microsoft.com/office/drawing/2014/main" id="{E7C6923B-8CED-53F6-94EC-8091022E8CBF}"/>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973819E6-D166-4B57-164C-CD49B1444E08}"/>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9341092B-2DC1-ADE4-3955-14CBD616ADF8}"/>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20" name="TextBox 19">
            <a:extLst>
              <a:ext uri="{FF2B5EF4-FFF2-40B4-BE49-F238E27FC236}">
                <a16:creationId xmlns:a16="http://schemas.microsoft.com/office/drawing/2014/main" id="{8F4C8418-4B6F-E416-4A9F-84F387788F7E}"/>
              </a:ext>
            </a:extLst>
          </p:cNvPr>
          <p:cNvSpPr txBox="1"/>
          <p:nvPr/>
        </p:nvSpPr>
        <p:spPr>
          <a:xfrm>
            <a:off x="6654802" y="1764121"/>
            <a:ext cx="570089" cy="230832"/>
          </a:xfrm>
          <a:prstGeom prst="rect">
            <a:avLst/>
          </a:prstGeom>
          <a:noFill/>
        </p:spPr>
        <p:txBody>
          <a:bodyPr wrap="square" rtlCol="0">
            <a:spAutoFit/>
          </a:bodyPr>
          <a:lstStyle/>
          <a:p>
            <a:pPr algn="ctr"/>
            <a:r>
              <a:rPr lang="en-US" sz="900" dirty="0"/>
              <a:t>49</a:t>
            </a:r>
          </a:p>
        </p:txBody>
      </p:sp>
      <p:sp>
        <p:nvSpPr>
          <p:cNvPr id="24" name="TextBox 23">
            <a:extLst>
              <a:ext uri="{FF2B5EF4-FFF2-40B4-BE49-F238E27FC236}">
                <a16:creationId xmlns:a16="http://schemas.microsoft.com/office/drawing/2014/main" id="{60FB94CB-3CBC-89A8-BDF4-5A345B6C565B}"/>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25" name="TextBox 24">
            <a:extLst>
              <a:ext uri="{FF2B5EF4-FFF2-40B4-BE49-F238E27FC236}">
                <a16:creationId xmlns:a16="http://schemas.microsoft.com/office/drawing/2014/main" id="{F6FAEE99-484F-4618-3E34-55E2210FD23E}"/>
              </a:ext>
            </a:extLst>
          </p:cNvPr>
          <p:cNvSpPr txBox="1"/>
          <p:nvPr/>
        </p:nvSpPr>
        <p:spPr>
          <a:xfrm>
            <a:off x="4143022" y="4059997"/>
            <a:ext cx="570089" cy="230832"/>
          </a:xfrm>
          <a:prstGeom prst="rect">
            <a:avLst/>
          </a:prstGeom>
          <a:noFill/>
        </p:spPr>
        <p:txBody>
          <a:bodyPr wrap="square" rtlCol="0">
            <a:spAutoFit/>
          </a:bodyPr>
          <a:lstStyle/>
          <a:p>
            <a:pPr algn="ctr"/>
            <a:r>
              <a:rPr lang="en-US" sz="900" dirty="0"/>
              <a:t>149</a:t>
            </a:r>
          </a:p>
        </p:txBody>
      </p:sp>
      <p:sp>
        <p:nvSpPr>
          <p:cNvPr id="18" name="TextBox 17">
            <a:extLst>
              <a:ext uri="{FF2B5EF4-FFF2-40B4-BE49-F238E27FC236}">
                <a16:creationId xmlns:a16="http://schemas.microsoft.com/office/drawing/2014/main" id="{604A5753-7DD7-B808-FB52-629C78793B68}"/>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A82CFACE-D0CE-470B-BEBA-F1354FD07CD6}"/>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2244F298-202D-715C-6B41-753C1E66A25E}"/>
              </a:ext>
            </a:extLst>
          </p:cNvPr>
          <p:cNvSpPr txBox="1"/>
          <p:nvPr/>
        </p:nvSpPr>
        <p:spPr>
          <a:xfrm>
            <a:off x="4645378" y="2531765"/>
            <a:ext cx="570089" cy="230832"/>
          </a:xfrm>
          <a:prstGeom prst="rect">
            <a:avLst/>
          </a:prstGeom>
          <a:noFill/>
        </p:spPr>
        <p:txBody>
          <a:bodyPr wrap="square" rtlCol="0">
            <a:spAutoFit/>
          </a:bodyPr>
          <a:lstStyle/>
          <a:p>
            <a:pPr algn="ctr"/>
            <a:r>
              <a:rPr lang="en-US" sz="900" dirty="0"/>
              <a:t>73</a:t>
            </a:r>
          </a:p>
        </p:txBody>
      </p:sp>
      <p:sp>
        <p:nvSpPr>
          <p:cNvPr id="27" name="TextBox 26">
            <a:extLst>
              <a:ext uri="{FF2B5EF4-FFF2-40B4-BE49-F238E27FC236}">
                <a16:creationId xmlns:a16="http://schemas.microsoft.com/office/drawing/2014/main" id="{7733959D-F1E2-41CB-76E6-1EBFEBC25BF7}"/>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4" name="TextBox 33">
            <a:extLst>
              <a:ext uri="{FF2B5EF4-FFF2-40B4-BE49-F238E27FC236}">
                <a16:creationId xmlns:a16="http://schemas.microsoft.com/office/drawing/2014/main" id="{CC24C03C-BB59-655F-D390-124A69FAC32F}"/>
              </a:ext>
            </a:extLst>
          </p:cNvPr>
          <p:cNvSpPr txBox="1"/>
          <p:nvPr/>
        </p:nvSpPr>
        <p:spPr>
          <a:xfrm>
            <a:off x="5650090" y="901933"/>
            <a:ext cx="570089" cy="230832"/>
          </a:xfrm>
          <a:prstGeom prst="rect">
            <a:avLst/>
          </a:prstGeom>
          <a:noFill/>
        </p:spPr>
        <p:txBody>
          <a:bodyPr wrap="square" rtlCol="0">
            <a:spAutoFit/>
          </a:bodyPr>
          <a:lstStyle/>
          <a:p>
            <a:pPr algn="ctr"/>
            <a:r>
              <a:rPr lang="en-US" sz="900" dirty="0"/>
              <a:t>234</a:t>
            </a:r>
          </a:p>
        </p:txBody>
      </p:sp>
      <p:sp>
        <p:nvSpPr>
          <p:cNvPr id="35" name="TextBox 34">
            <a:extLst>
              <a:ext uri="{FF2B5EF4-FFF2-40B4-BE49-F238E27FC236}">
                <a16:creationId xmlns:a16="http://schemas.microsoft.com/office/drawing/2014/main" id="{18526EC0-B986-9393-6E63-952F79A03933}"/>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94DD4B18-A659-4E84-7D3C-71AC44C6F1E0}"/>
              </a:ext>
            </a:extLst>
          </p:cNvPr>
          <p:cNvSpPr txBox="1"/>
          <p:nvPr/>
        </p:nvSpPr>
        <p:spPr>
          <a:xfrm>
            <a:off x="5650090" y="1903821"/>
            <a:ext cx="570089" cy="230832"/>
          </a:xfrm>
          <a:prstGeom prst="rect">
            <a:avLst/>
          </a:prstGeom>
          <a:noFill/>
        </p:spPr>
        <p:txBody>
          <a:bodyPr wrap="square" rtlCol="0">
            <a:spAutoFit/>
          </a:bodyPr>
          <a:lstStyle/>
          <a:p>
            <a:pPr algn="ctr"/>
            <a:r>
              <a:rPr lang="en-US" sz="900" dirty="0"/>
              <a:t>234</a:t>
            </a:r>
          </a:p>
        </p:txBody>
      </p:sp>
      <p:sp>
        <p:nvSpPr>
          <p:cNvPr id="37" name="TextBox 36">
            <a:extLst>
              <a:ext uri="{FF2B5EF4-FFF2-40B4-BE49-F238E27FC236}">
                <a16:creationId xmlns:a16="http://schemas.microsoft.com/office/drawing/2014/main" id="{DA3F58F8-871C-CE7C-1D34-CF1D4065FE3A}"/>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F0D806EA-5774-66A5-2CB1-61CBFD23C74D}"/>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0647E49C-EFFE-0F86-6461-7C21C55DB2D8}"/>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54A86B8-86CB-1CAC-2975-65F366AAB21D}"/>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730EFA28-DF1D-9A12-F14F-5B4787D292F9}"/>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D8CFE8B7-8E5B-74FB-F1F6-E5E6BDDDC652}"/>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2952C9DC-A07A-8254-085D-BF5DEBA86CE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F46D5BC9-7E70-4578-5026-E39551862251}"/>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16C6882A-6B44-20A2-3E8D-2F49682D5337}"/>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E63D46D3-5A15-3D8D-69D9-F8C3EADB817C}"/>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EFB1C51C-5F2D-C620-D730-C5B760BB1F32}"/>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3B10E25E-230B-9E74-8156-4F8BE0B440DE}"/>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27FDD88E-F5CE-2CBB-A782-8C814ACBA33D}"/>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A7901335-9C6F-7BA2-E4DA-B411BF44F07C}"/>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800A7D27-7A64-6A1C-4EBC-845D7FA3625C}"/>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3B41BE68-AE97-A8CA-5E70-2C7A16095C42}"/>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1E53C9D1-B96C-0CE2-3B5A-16BAD858F407}"/>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448A381F-61FE-E462-5513-2F73AE56896A}"/>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F148C1CA-DE41-A7E7-F686-0DFB1FF1DB2C}"/>
              </a:ext>
            </a:extLst>
          </p:cNvPr>
          <p:cNvSpPr txBox="1"/>
          <p:nvPr/>
        </p:nvSpPr>
        <p:spPr>
          <a:xfrm>
            <a:off x="5147734" y="901933"/>
            <a:ext cx="570089" cy="230832"/>
          </a:xfrm>
          <a:prstGeom prst="rect">
            <a:avLst/>
          </a:prstGeom>
          <a:noFill/>
        </p:spPr>
        <p:txBody>
          <a:bodyPr wrap="square" rtlCol="0">
            <a:spAutoFit/>
          </a:bodyPr>
          <a:lstStyle/>
          <a:p>
            <a:pPr algn="ctr"/>
            <a:r>
              <a:rPr lang="en-US" sz="900" dirty="0"/>
              <a:t>16789</a:t>
            </a:r>
          </a:p>
        </p:txBody>
      </p:sp>
      <p:sp>
        <p:nvSpPr>
          <p:cNvPr id="17" name="TextBox 16">
            <a:extLst>
              <a:ext uri="{FF2B5EF4-FFF2-40B4-BE49-F238E27FC236}">
                <a16:creationId xmlns:a16="http://schemas.microsoft.com/office/drawing/2014/main" id="{5F969E8C-E0B5-B83E-9B55-5185C713CE67}"/>
              </a:ext>
            </a:extLst>
          </p:cNvPr>
          <p:cNvSpPr txBox="1"/>
          <p:nvPr/>
        </p:nvSpPr>
        <p:spPr>
          <a:xfrm>
            <a:off x="5147734" y="1402877"/>
            <a:ext cx="570089" cy="230832"/>
          </a:xfrm>
          <a:prstGeom prst="rect">
            <a:avLst/>
          </a:prstGeom>
          <a:noFill/>
        </p:spPr>
        <p:txBody>
          <a:bodyPr wrap="square" rtlCol="0">
            <a:spAutoFit/>
          </a:bodyPr>
          <a:lstStyle/>
          <a:p>
            <a:pPr algn="ctr"/>
            <a:r>
              <a:rPr lang="en-US" sz="900" dirty="0"/>
              <a:t>16789</a:t>
            </a:r>
          </a:p>
        </p:txBody>
      </p:sp>
      <p:sp>
        <p:nvSpPr>
          <p:cNvPr id="31" name="TextBox 30">
            <a:extLst>
              <a:ext uri="{FF2B5EF4-FFF2-40B4-BE49-F238E27FC236}">
                <a16:creationId xmlns:a16="http://schemas.microsoft.com/office/drawing/2014/main" id="{634EAD53-6068-33D8-05BA-6FA2A5208F38}"/>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47" name="TextBox 46">
            <a:extLst>
              <a:ext uri="{FF2B5EF4-FFF2-40B4-BE49-F238E27FC236}">
                <a16:creationId xmlns:a16="http://schemas.microsoft.com/office/drawing/2014/main" id="{6D3BF9C6-3395-3FFD-2459-1BA140DAF828}"/>
              </a:ext>
            </a:extLst>
          </p:cNvPr>
          <p:cNvSpPr txBox="1"/>
          <p:nvPr/>
        </p:nvSpPr>
        <p:spPr>
          <a:xfrm>
            <a:off x="5147734" y="2905709"/>
            <a:ext cx="570089" cy="230832"/>
          </a:xfrm>
          <a:prstGeom prst="rect">
            <a:avLst/>
          </a:prstGeom>
          <a:noFill/>
        </p:spPr>
        <p:txBody>
          <a:bodyPr wrap="square" rtlCol="0">
            <a:spAutoFit/>
          </a:bodyPr>
          <a:lstStyle/>
          <a:p>
            <a:pPr algn="ctr"/>
            <a:r>
              <a:rPr lang="en-US" sz="900" dirty="0"/>
              <a:t>289</a:t>
            </a:r>
          </a:p>
        </p:txBody>
      </p:sp>
      <p:sp>
        <p:nvSpPr>
          <p:cNvPr id="48" name="TextBox 47">
            <a:extLst>
              <a:ext uri="{FF2B5EF4-FFF2-40B4-BE49-F238E27FC236}">
                <a16:creationId xmlns:a16="http://schemas.microsoft.com/office/drawing/2014/main" id="{74B3DBB0-DE6F-3744-AD46-A7D676B77D73}"/>
              </a:ext>
            </a:extLst>
          </p:cNvPr>
          <p:cNvSpPr txBox="1"/>
          <p:nvPr/>
        </p:nvSpPr>
        <p:spPr>
          <a:xfrm>
            <a:off x="5147734" y="3406653"/>
            <a:ext cx="570089" cy="230832"/>
          </a:xfrm>
          <a:prstGeom prst="rect">
            <a:avLst/>
          </a:prstGeom>
          <a:noFill/>
        </p:spPr>
        <p:txBody>
          <a:bodyPr wrap="square" rtlCol="0">
            <a:spAutoFit/>
          </a:bodyPr>
          <a:lstStyle/>
          <a:p>
            <a:pPr algn="ctr"/>
            <a:r>
              <a:rPr lang="en-US" sz="900" dirty="0"/>
              <a:t>189</a:t>
            </a:r>
          </a:p>
        </p:txBody>
      </p:sp>
      <p:sp>
        <p:nvSpPr>
          <p:cNvPr id="49" name="TextBox 48">
            <a:extLst>
              <a:ext uri="{FF2B5EF4-FFF2-40B4-BE49-F238E27FC236}">
                <a16:creationId xmlns:a16="http://schemas.microsoft.com/office/drawing/2014/main" id="{44ABAD5E-968C-9CC3-BA41-74AE00E1A34D}"/>
              </a:ext>
            </a:extLst>
          </p:cNvPr>
          <p:cNvSpPr txBox="1"/>
          <p:nvPr/>
        </p:nvSpPr>
        <p:spPr>
          <a:xfrm>
            <a:off x="5147734" y="3907597"/>
            <a:ext cx="570089" cy="230832"/>
          </a:xfrm>
          <a:prstGeom prst="rect">
            <a:avLst/>
          </a:prstGeom>
          <a:noFill/>
        </p:spPr>
        <p:txBody>
          <a:bodyPr wrap="square" rtlCol="0">
            <a:spAutoFit/>
          </a:bodyPr>
          <a:lstStyle/>
          <a:p>
            <a:pPr algn="ctr"/>
            <a:r>
              <a:rPr lang="en-US" sz="900" dirty="0"/>
              <a:t>2389</a:t>
            </a:r>
          </a:p>
        </p:txBody>
      </p:sp>
      <p:sp>
        <p:nvSpPr>
          <p:cNvPr id="50" name="TextBox 49">
            <a:extLst>
              <a:ext uri="{FF2B5EF4-FFF2-40B4-BE49-F238E27FC236}">
                <a16:creationId xmlns:a16="http://schemas.microsoft.com/office/drawing/2014/main" id="{6053720D-F1F8-7402-11E4-51D704524D7E}"/>
              </a:ext>
            </a:extLst>
          </p:cNvPr>
          <p:cNvSpPr txBox="1"/>
          <p:nvPr/>
        </p:nvSpPr>
        <p:spPr>
          <a:xfrm>
            <a:off x="4645378" y="901933"/>
            <a:ext cx="570089" cy="230832"/>
          </a:xfrm>
          <a:prstGeom prst="rect">
            <a:avLst/>
          </a:prstGeom>
          <a:noFill/>
        </p:spPr>
        <p:txBody>
          <a:bodyPr wrap="square" rtlCol="0">
            <a:spAutoFit/>
          </a:bodyPr>
          <a:lstStyle/>
          <a:p>
            <a:pPr algn="ctr"/>
            <a:r>
              <a:rPr lang="en-US" sz="900" dirty="0"/>
              <a:t>15789</a:t>
            </a:r>
          </a:p>
        </p:txBody>
      </p:sp>
      <p:sp>
        <p:nvSpPr>
          <p:cNvPr id="51" name="TextBox 50">
            <a:extLst>
              <a:ext uri="{FF2B5EF4-FFF2-40B4-BE49-F238E27FC236}">
                <a16:creationId xmlns:a16="http://schemas.microsoft.com/office/drawing/2014/main" id="{5DD15858-F868-E8F1-6968-031FF03EFD05}"/>
              </a:ext>
            </a:extLst>
          </p:cNvPr>
          <p:cNvSpPr txBox="1"/>
          <p:nvPr/>
        </p:nvSpPr>
        <p:spPr>
          <a:xfrm>
            <a:off x="4645378" y="1518627"/>
            <a:ext cx="570089" cy="230832"/>
          </a:xfrm>
          <a:prstGeom prst="rect">
            <a:avLst/>
          </a:prstGeom>
          <a:noFill/>
        </p:spPr>
        <p:txBody>
          <a:bodyPr wrap="square" rtlCol="0">
            <a:spAutoFit/>
          </a:bodyPr>
          <a:lstStyle/>
          <a:p>
            <a:pPr algn="ctr"/>
            <a:r>
              <a:rPr lang="en-US" sz="900" dirty="0"/>
              <a:t>15789</a:t>
            </a:r>
          </a:p>
        </p:txBody>
      </p:sp>
      <p:sp>
        <p:nvSpPr>
          <p:cNvPr id="52" name="TextBox 51">
            <a:extLst>
              <a:ext uri="{FF2B5EF4-FFF2-40B4-BE49-F238E27FC236}">
                <a16:creationId xmlns:a16="http://schemas.microsoft.com/office/drawing/2014/main" id="{D6F0FCE1-74E3-4330-E3AC-09064FD40FC1}"/>
              </a:ext>
            </a:extLst>
          </p:cNvPr>
          <p:cNvSpPr txBox="1"/>
          <p:nvPr/>
        </p:nvSpPr>
        <p:spPr>
          <a:xfrm>
            <a:off x="4645378" y="1903821"/>
            <a:ext cx="570089" cy="230832"/>
          </a:xfrm>
          <a:prstGeom prst="rect">
            <a:avLst/>
          </a:prstGeom>
          <a:noFill/>
        </p:spPr>
        <p:txBody>
          <a:bodyPr wrap="square" rtlCol="0">
            <a:spAutoFit/>
          </a:bodyPr>
          <a:lstStyle/>
          <a:p>
            <a:pPr algn="ctr"/>
            <a:r>
              <a:rPr lang="en-US" sz="900" dirty="0"/>
              <a:t>159</a:t>
            </a:r>
          </a:p>
        </p:txBody>
      </p:sp>
      <p:sp>
        <p:nvSpPr>
          <p:cNvPr id="53" name="TextBox 52">
            <a:extLst>
              <a:ext uri="{FF2B5EF4-FFF2-40B4-BE49-F238E27FC236}">
                <a16:creationId xmlns:a16="http://schemas.microsoft.com/office/drawing/2014/main" id="{AF079815-6C03-9311-4514-2807ABEE19B7}"/>
              </a:ext>
            </a:extLst>
          </p:cNvPr>
          <p:cNvSpPr txBox="1"/>
          <p:nvPr/>
        </p:nvSpPr>
        <p:spPr>
          <a:xfrm>
            <a:off x="4645378" y="2905709"/>
            <a:ext cx="570089" cy="230832"/>
          </a:xfrm>
          <a:prstGeom prst="rect">
            <a:avLst/>
          </a:prstGeom>
          <a:noFill/>
        </p:spPr>
        <p:txBody>
          <a:bodyPr wrap="square" rtlCol="0">
            <a:spAutoFit/>
          </a:bodyPr>
          <a:lstStyle/>
          <a:p>
            <a:pPr algn="ctr"/>
            <a:r>
              <a:rPr lang="en-US" sz="900" dirty="0"/>
              <a:t>2489</a:t>
            </a:r>
          </a:p>
        </p:txBody>
      </p:sp>
      <p:sp>
        <p:nvSpPr>
          <p:cNvPr id="54" name="TextBox 53">
            <a:extLst>
              <a:ext uri="{FF2B5EF4-FFF2-40B4-BE49-F238E27FC236}">
                <a16:creationId xmlns:a16="http://schemas.microsoft.com/office/drawing/2014/main" id="{153ECE48-162C-0593-2278-ECC2695DF758}"/>
              </a:ext>
            </a:extLst>
          </p:cNvPr>
          <p:cNvSpPr txBox="1"/>
          <p:nvPr/>
        </p:nvSpPr>
        <p:spPr>
          <a:xfrm>
            <a:off x="4645378" y="3406653"/>
            <a:ext cx="570089" cy="230832"/>
          </a:xfrm>
          <a:prstGeom prst="rect">
            <a:avLst/>
          </a:prstGeom>
          <a:noFill/>
        </p:spPr>
        <p:txBody>
          <a:bodyPr wrap="square" rtlCol="0">
            <a:spAutoFit/>
          </a:bodyPr>
          <a:lstStyle/>
          <a:p>
            <a:pPr algn="ctr"/>
            <a:r>
              <a:rPr lang="en-US" sz="900" dirty="0"/>
              <a:t>1489</a:t>
            </a:r>
          </a:p>
        </p:txBody>
      </p:sp>
      <p:sp>
        <p:nvSpPr>
          <p:cNvPr id="55" name="TextBox 54">
            <a:extLst>
              <a:ext uri="{FF2B5EF4-FFF2-40B4-BE49-F238E27FC236}">
                <a16:creationId xmlns:a16="http://schemas.microsoft.com/office/drawing/2014/main" id="{7B788802-CA53-58F2-CFC1-1CC5D91F2C53}"/>
              </a:ext>
            </a:extLst>
          </p:cNvPr>
          <p:cNvSpPr txBox="1"/>
          <p:nvPr/>
        </p:nvSpPr>
        <p:spPr>
          <a:xfrm>
            <a:off x="4645378" y="3907597"/>
            <a:ext cx="570089" cy="230832"/>
          </a:xfrm>
          <a:prstGeom prst="rect">
            <a:avLst/>
          </a:prstGeom>
          <a:noFill/>
        </p:spPr>
        <p:txBody>
          <a:bodyPr wrap="square" rtlCol="0">
            <a:spAutoFit/>
          </a:bodyPr>
          <a:lstStyle/>
          <a:p>
            <a:pPr algn="ctr"/>
            <a:r>
              <a:rPr lang="en-US" sz="900" dirty="0"/>
              <a:t>2389</a:t>
            </a:r>
          </a:p>
        </p:txBody>
      </p:sp>
      <p:sp>
        <p:nvSpPr>
          <p:cNvPr id="56" name="TextBox 55">
            <a:extLst>
              <a:ext uri="{FF2B5EF4-FFF2-40B4-BE49-F238E27FC236}">
                <a16:creationId xmlns:a16="http://schemas.microsoft.com/office/drawing/2014/main" id="{5F92D139-8FE1-123A-C71B-C8EE403A204F}"/>
              </a:ext>
            </a:extLst>
          </p:cNvPr>
          <p:cNvSpPr txBox="1"/>
          <p:nvPr/>
        </p:nvSpPr>
        <p:spPr>
          <a:xfrm>
            <a:off x="4645378" y="4909484"/>
            <a:ext cx="570089" cy="230832"/>
          </a:xfrm>
          <a:prstGeom prst="rect">
            <a:avLst/>
          </a:prstGeom>
          <a:noFill/>
        </p:spPr>
        <p:txBody>
          <a:bodyPr wrap="square" rtlCol="0">
            <a:spAutoFit/>
          </a:bodyPr>
          <a:lstStyle/>
          <a:p>
            <a:pPr algn="ctr"/>
            <a:r>
              <a:rPr lang="en-US" sz="900" dirty="0"/>
              <a:t>2389</a:t>
            </a:r>
          </a:p>
        </p:txBody>
      </p:sp>
      <p:sp>
        <p:nvSpPr>
          <p:cNvPr id="57" name="TextBox 56">
            <a:extLst>
              <a:ext uri="{FF2B5EF4-FFF2-40B4-BE49-F238E27FC236}">
                <a16:creationId xmlns:a16="http://schemas.microsoft.com/office/drawing/2014/main" id="{83E711D4-7D36-845F-E0B3-EF10BDAA0CE0}"/>
              </a:ext>
            </a:extLst>
          </p:cNvPr>
          <p:cNvSpPr txBox="1"/>
          <p:nvPr/>
        </p:nvSpPr>
        <p:spPr>
          <a:xfrm>
            <a:off x="4143022" y="1789521"/>
            <a:ext cx="570089" cy="230832"/>
          </a:xfrm>
          <a:prstGeom prst="rect">
            <a:avLst/>
          </a:prstGeom>
          <a:noFill/>
        </p:spPr>
        <p:txBody>
          <a:bodyPr wrap="square" rtlCol="0">
            <a:spAutoFit/>
          </a:bodyPr>
          <a:lstStyle/>
          <a:p>
            <a:pPr algn="ctr"/>
            <a:r>
              <a:rPr lang="en-US" sz="900" dirty="0"/>
              <a:t>73</a:t>
            </a:r>
          </a:p>
        </p:txBody>
      </p:sp>
    </p:spTree>
    <p:extLst>
      <p:ext uri="{BB962C8B-B14F-4D97-AF65-F5344CB8AC3E}">
        <p14:creationId xmlns:p14="http://schemas.microsoft.com/office/powerpoint/2010/main" val="299523789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15413-3EDA-CF59-D44E-DB53F9869C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C77A8E2-14B8-6B2E-BBE3-0681711EB63E}"/>
              </a:ext>
            </a:extLst>
          </p:cNvPr>
          <p:cNvSpPr>
            <a:spLocks noGrp="1"/>
          </p:cNvSpPr>
          <p:nvPr>
            <p:ph sz="half" idx="1"/>
          </p:nvPr>
        </p:nvSpPr>
        <p:spPr/>
        <p:txBody>
          <a:bodyPr>
            <a:normAutofit/>
          </a:bodyPr>
          <a:lstStyle/>
          <a:p>
            <a:r>
              <a:rPr lang="en-US" dirty="0"/>
              <a:t>Complete red line.  Doubles can be 11, 55, 77, 88, and 99.  Also, 19, 91, and 28.</a:t>
            </a:r>
          </a:p>
        </p:txBody>
      </p:sp>
      <p:pic>
        <p:nvPicPr>
          <p:cNvPr id="4" name="Picture 3" descr="A grid of sudoku puzzle&#10;&#10;Description automatically generated">
            <a:extLst>
              <a:ext uri="{FF2B5EF4-FFF2-40B4-BE49-F238E27FC236}">
                <a16:creationId xmlns:a16="http://schemas.microsoft.com/office/drawing/2014/main" id="{5BBAC8F0-341C-4E72-5374-15FE2933094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4EF4F05-C6BE-C46E-C888-F48B06592D7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71D1C3A-ACF8-EC1F-EC62-FF9ED934017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E579300-3B66-222A-A26B-17F36F7DF7F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5CF3A37-2E92-D082-6323-8BDEEA227D3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6062ACC-03E2-2F29-A790-C94186B42005}"/>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2D6A5814-5A97-DA67-C446-9E1CEEB70CA0}"/>
              </a:ext>
            </a:extLst>
          </p:cNvPr>
          <p:cNvSpPr txBox="1"/>
          <p:nvPr/>
        </p:nvSpPr>
        <p:spPr>
          <a:xfrm>
            <a:off x="4143022" y="2905709"/>
            <a:ext cx="570089" cy="230832"/>
          </a:xfrm>
          <a:prstGeom prst="rect">
            <a:avLst/>
          </a:prstGeom>
          <a:noFill/>
        </p:spPr>
        <p:txBody>
          <a:bodyPr wrap="square" rtlCol="0">
            <a:spAutoFit/>
          </a:bodyPr>
          <a:lstStyle/>
          <a:p>
            <a:pPr algn="ctr"/>
            <a:r>
              <a:rPr lang="en-US" sz="900" dirty="0"/>
              <a:t>4789</a:t>
            </a:r>
          </a:p>
        </p:txBody>
      </p:sp>
      <p:sp>
        <p:nvSpPr>
          <p:cNvPr id="10" name="TextBox 9">
            <a:extLst>
              <a:ext uri="{FF2B5EF4-FFF2-40B4-BE49-F238E27FC236}">
                <a16:creationId xmlns:a16="http://schemas.microsoft.com/office/drawing/2014/main" id="{821A26D6-DEC8-3610-65CD-F12C9584989F}"/>
              </a:ext>
            </a:extLst>
          </p:cNvPr>
          <p:cNvSpPr txBox="1"/>
          <p:nvPr/>
        </p:nvSpPr>
        <p:spPr>
          <a:xfrm>
            <a:off x="3138310" y="2905709"/>
            <a:ext cx="570089" cy="230832"/>
          </a:xfrm>
          <a:prstGeom prst="rect">
            <a:avLst/>
          </a:prstGeom>
          <a:noFill/>
        </p:spPr>
        <p:txBody>
          <a:bodyPr wrap="square" rtlCol="0">
            <a:spAutoFit/>
          </a:bodyPr>
          <a:lstStyle/>
          <a:p>
            <a:pPr algn="ctr"/>
            <a:r>
              <a:rPr lang="en-US" sz="900" dirty="0"/>
              <a:t>479</a:t>
            </a:r>
          </a:p>
        </p:txBody>
      </p:sp>
      <p:sp>
        <p:nvSpPr>
          <p:cNvPr id="11" name="TextBox 10">
            <a:extLst>
              <a:ext uri="{FF2B5EF4-FFF2-40B4-BE49-F238E27FC236}">
                <a16:creationId xmlns:a16="http://schemas.microsoft.com/office/drawing/2014/main" id="{B74F1306-0487-7D3D-A967-F0B3B5DD3D8B}"/>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EE671406-5ECC-2282-1B3F-BFBBEE7F254B}"/>
              </a:ext>
            </a:extLst>
          </p:cNvPr>
          <p:cNvSpPr txBox="1"/>
          <p:nvPr/>
        </p:nvSpPr>
        <p:spPr>
          <a:xfrm>
            <a:off x="4143022" y="3406653"/>
            <a:ext cx="570089" cy="230832"/>
          </a:xfrm>
          <a:prstGeom prst="rect">
            <a:avLst/>
          </a:prstGeom>
          <a:noFill/>
        </p:spPr>
        <p:txBody>
          <a:bodyPr wrap="square" rtlCol="0">
            <a:spAutoFit/>
          </a:bodyPr>
          <a:lstStyle/>
          <a:p>
            <a:pPr algn="ctr"/>
            <a:r>
              <a:rPr lang="en-US" sz="900" dirty="0"/>
              <a:t>4589</a:t>
            </a:r>
          </a:p>
        </p:txBody>
      </p:sp>
      <p:sp>
        <p:nvSpPr>
          <p:cNvPr id="13" name="TextBox 12">
            <a:extLst>
              <a:ext uri="{FF2B5EF4-FFF2-40B4-BE49-F238E27FC236}">
                <a16:creationId xmlns:a16="http://schemas.microsoft.com/office/drawing/2014/main" id="{04262186-0F92-6DEC-4844-42BD973F75FA}"/>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2313D681-1E62-5FBB-96DD-1D56F9130322}"/>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A3D41035-68EA-437D-42AB-35AABEC0A7BC}"/>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20" name="TextBox 19">
            <a:extLst>
              <a:ext uri="{FF2B5EF4-FFF2-40B4-BE49-F238E27FC236}">
                <a16:creationId xmlns:a16="http://schemas.microsoft.com/office/drawing/2014/main" id="{C9ECA338-D95D-61D0-1308-7A96169F709B}"/>
              </a:ext>
            </a:extLst>
          </p:cNvPr>
          <p:cNvSpPr txBox="1"/>
          <p:nvPr/>
        </p:nvSpPr>
        <p:spPr>
          <a:xfrm>
            <a:off x="6654802" y="1764121"/>
            <a:ext cx="570089" cy="230832"/>
          </a:xfrm>
          <a:prstGeom prst="rect">
            <a:avLst/>
          </a:prstGeom>
          <a:noFill/>
        </p:spPr>
        <p:txBody>
          <a:bodyPr wrap="square" rtlCol="0">
            <a:spAutoFit/>
          </a:bodyPr>
          <a:lstStyle/>
          <a:p>
            <a:pPr algn="ctr"/>
            <a:r>
              <a:rPr lang="en-US" sz="900" dirty="0"/>
              <a:t>49</a:t>
            </a:r>
          </a:p>
        </p:txBody>
      </p:sp>
      <p:sp>
        <p:nvSpPr>
          <p:cNvPr id="24" name="TextBox 23">
            <a:extLst>
              <a:ext uri="{FF2B5EF4-FFF2-40B4-BE49-F238E27FC236}">
                <a16:creationId xmlns:a16="http://schemas.microsoft.com/office/drawing/2014/main" id="{508891D9-A988-40EC-285F-D700B9464337}"/>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25" name="TextBox 24">
            <a:extLst>
              <a:ext uri="{FF2B5EF4-FFF2-40B4-BE49-F238E27FC236}">
                <a16:creationId xmlns:a16="http://schemas.microsoft.com/office/drawing/2014/main" id="{0B34EBC2-8EA4-80E5-D5D5-BB70CCE99B84}"/>
              </a:ext>
            </a:extLst>
          </p:cNvPr>
          <p:cNvSpPr txBox="1"/>
          <p:nvPr/>
        </p:nvSpPr>
        <p:spPr>
          <a:xfrm>
            <a:off x="4143022" y="4059997"/>
            <a:ext cx="570089" cy="230832"/>
          </a:xfrm>
          <a:prstGeom prst="rect">
            <a:avLst/>
          </a:prstGeom>
          <a:noFill/>
        </p:spPr>
        <p:txBody>
          <a:bodyPr wrap="square" rtlCol="0">
            <a:spAutoFit/>
          </a:bodyPr>
          <a:lstStyle/>
          <a:p>
            <a:pPr algn="ctr"/>
            <a:r>
              <a:rPr lang="en-US" sz="900" dirty="0"/>
              <a:t>149</a:t>
            </a:r>
          </a:p>
        </p:txBody>
      </p:sp>
      <p:sp>
        <p:nvSpPr>
          <p:cNvPr id="18" name="TextBox 17">
            <a:extLst>
              <a:ext uri="{FF2B5EF4-FFF2-40B4-BE49-F238E27FC236}">
                <a16:creationId xmlns:a16="http://schemas.microsoft.com/office/drawing/2014/main" id="{24D340EF-837D-4731-FFCB-A546C8A8209A}"/>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1E240890-77FB-AE36-7E9F-1C590F0BCE16}"/>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86A050DF-F12E-26C3-F98B-BF91B1C19698}"/>
              </a:ext>
            </a:extLst>
          </p:cNvPr>
          <p:cNvSpPr txBox="1"/>
          <p:nvPr/>
        </p:nvSpPr>
        <p:spPr>
          <a:xfrm>
            <a:off x="4645378" y="2531765"/>
            <a:ext cx="570089" cy="230832"/>
          </a:xfrm>
          <a:prstGeom prst="rect">
            <a:avLst/>
          </a:prstGeom>
          <a:noFill/>
        </p:spPr>
        <p:txBody>
          <a:bodyPr wrap="square" rtlCol="0">
            <a:spAutoFit/>
          </a:bodyPr>
          <a:lstStyle/>
          <a:p>
            <a:pPr algn="ctr"/>
            <a:r>
              <a:rPr lang="en-US" sz="900" dirty="0"/>
              <a:t>73</a:t>
            </a:r>
          </a:p>
        </p:txBody>
      </p:sp>
      <p:sp>
        <p:nvSpPr>
          <p:cNvPr id="27" name="TextBox 26">
            <a:extLst>
              <a:ext uri="{FF2B5EF4-FFF2-40B4-BE49-F238E27FC236}">
                <a16:creationId xmlns:a16="http://schemas.microsoft.com/office/drawing/2014/main" id="{57A07927-B22F-9730-B9FB-AD39D9FAFE32}"/>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4" name="TextBox 33">
            <a:extLst>
              <a:ext uri="{FF2B5EF4-FFF2-40B4-BE49-F238E27FC236}">
                <a16:creationId xmlns:a16="http://schemas.microsoft.com/office/drawing/2014/main" id="{C4CC0F4A-CC12-5B1D-2C0E-BCA591EB6B34}"/>
              </a:ext>
            </a:extLst>
          </p:cNvPr>
          <p:cNvSpPr txBox="1"/>
          <p:nvPr/>
        </p:nvSpPr>
        <p:spPr>
          <a:xfrm>
            <a:off x="5650090" y="901933"/>
            <a:ext cx="570089" cy="230832"/>
          </a:xfrm>
          <a:prstGeom prst="rect">
            <a:avLst/>
          </a:prstGeom>
          <a:noFill/>
        </p:spPr>
        <p:txBody>
          <a:bodyPr wrap="square" rtlCol="0">
            <a:spAutoFit/>
          </a:bodyPr>
          <a:lstStyle/>
          <a:p>
            <a:pPr algn="ctr"/>
            <a:r>
              <a:rPr lang="en-US" sz="900" dirty="0"/>
              <a:t>234</a:t>
            </a:r>
          </a:p>
        </p:txBody>
      </p:sp>
      <p:sp>
        <p:nvSpPr>
          <p:cNvPr id="35" name="TextBox 34">
            <a:extLst>
              <a:ext uri="{FF2B5EF4-FFF2-40B4-BE49-F238E27FC236}">
                <a16:creationId xmlns:a16="http://schemas.microsoft.com/office/drawing/2014/main" id="{9EBBB9F0-0046-6EB5-B6A5-09BFD5C71560}"/>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7C48C2BE-3E34-8201-60C7-E9174960088F}"/>
              </a:ext>
            </a:extLst>
          </p:cNvPr>
          <p:cNvSpPr txBox="1"/>
          <p:nvPr/>
        </p:nvSpPr>
        <p:spPr>
          <a:xfrm>
            <a:off x="5650090" y="1903821"/>
            <a:ext cx="570089" cy="230832"/>
          </a:xfrm>
          <a:prstGeom prst="rect">
            <a:avLst/>
          </a:prstGeom>
          <a:noFill/>
        </p:spPr>
        <p:txBody>
          <a:bodyPr wrap="square" rtlCol="0">
            <a:spAutoFit/>
          </a:bodyPr>
          <a:lstStyle/>
          <a:p>
            <a:pPr algn="ctr"/>
            <a:r>
              <a:rPr lang="en-US" sz="900" dirty="0"/>
              <a:t>234</a:t>
            </a:r>
          </a:p>
        </p:txBody>
      </p:sp>
      <p:sp>
        <p:nvSpPr>
          <p:cNvPr id="37" name="TextBox 36">
            <a:extLst>
              <a:ext uri="{FF2B5EF4-FFF2-40B4-BE49-F238E27FC236}">
                <a16:creationId xmlns:a16="http://schemas.microsoft.com/office/drawing/2014/main" id="{37A2316A-58BE-C911-A9A3-24AA5F929F29}"/>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01F514FF-BDD1-2BD3-DE05-4C181880B21D}"/>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11327828-75B8-C277-965C-4EAA5F56AC7E}"/>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FC8F61E1-1B53-356E-3047-335CB25ADD1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A0497D72-6C8C-B274-9C7E-273F3C756FF1}"/>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6BDAA200-C4F6-4B1B-3309-80D3E8A8A67B}"/>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FE1466B9-98A0-C65E-5A27-F4127514A1B4}"/>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51651A23-99E9-BAFC-DCD0-D92AF4AD4C9A}"/>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5A3B1798-5AF8-A0D5-6270-474177666276}"/>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9C08C474-890A-323F-4F11-2FFF1D81A2A3}"/>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2B4FC006-A507-60B7-F521-9CB262D8CC82}"/>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D87FE877-3053-B6B9-E6AA-783B5A1965E6}"/>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4B8B85F1-6153-79F3-AC4B-E0C4E4B4CAC0}"/>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4386B224-B4E6-20B6-9872-CC73611B33FA}"/>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1D19EDFF-9A2F-415C-3A74-880012F2644C}"/>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2BE0C049-C684-7F37-A41B-EAF862B67FB3}"/>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4F28BD3B-405A-FCAA-5624-E5E86D79DA80}"/>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C63CC634-90DB-06C1-ABB3-2D4E6F29F784}"/>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93CAED1E-D11E-1FD8-3E43-C1AE9BAEF2FD}"/>
              </a:ext>
            </a:extLst>
          </p:cNvPr>
          <p:cNvSpPr txBox="1"/>
          <p:nvPr/>
        </p:nvSpPr>
        <p:spPr>
          <a:xfrm>
            <a:off x="5147734" y="901933"/>
            <a:ext cx="570089" cy="230832"/>
          </a:xfrm>
          <a:prstGeom prst="rect">
            <a:avLst/>
          </a:prstGeom>
          <a:noFill/>
        </p:spPr>
        <p:txBody>
          <a:bodyPr wrap="square" rtlCol="0">
            <a:spAutoFit/>
          </a:bodyPr>
          <a:lstStyle/>
          <a:p>
            <a:pPr algn="ctr"/>
            <a:r>
              <a:rPr lang="en-US" sz="900" dirty="0"/>
              <a:t>16789</a:t>
            </a:r>
          </a:p>
        </p:txBody>
      </p:sp>
      <p:sp>
        <p:nvSpPr>
          <p:cNvPr id="17" name="TextBox 16">
            <a:extLst>
              <a:ext uri="{FF2B5EF4-FFF2-40B4-BE49-F238E27FC236}">
                <a16:creationId xmlns:a16="http://schemas.microsoft.com/office/drawing/2014/main" id="{99CDF12B-A93C-2848-842D-7185269DB208}"/>
              </a:ext>
            </a:extLst>
          </p:cNvPr>
          <p:cNvSpPr txBox="1"/>
          <p:nvPr/>
        </p:nvSpPr>
        <p:spPr>
          <a:xfrm>
            <a:off x="5147734" y="1402877"/>
            <a:ext cx="570089" cy="230832"/>
          </a:xfrm>
          <a:prstGeom prst="rect">
            <a:avLst/>
          </a:prstGeom>
          <a:noFill/>
        </p:spPr>
        <p:txBody>
          <a:bodyPr wrap="square" rtlCol="0">
            <a:spAutoFit/>
          </a:bodyPr>
          <a:lstStyle/>
          <a:p>
            <a:pPr algn="ctr"/>
            <a:r>
              <a:rPr lang="en-US" sz="900" dirty="0"/>
              <a:t>16789</a:t>
            </a:r>
          </a:p>
        </p:txBody>
      </p:sp>
      <p:sp>
        <p:nvSpPr>
          <p:cNvPr id="31" name="TextBox 30">
            <a:extLst>
              <a:ext uri="{FF2B5EF4-FFF2-40B4-BE49-F238E27FC236}">
                <a16:creationId xmlns:a16="http://schemas.microsoft.com/office/drawing/2014/main" id="{9C0D1E9A-99CA-D4BE-77F1-6DA7DF3694C6}"/>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47" name="TextBox 46">
            <a:extLst>
              <a:ext uri="{FF2B5EF4-FFF2-40B4-BE49-F238E27FC236}">
                <a16:creationId xmlns:a16="http://schemas.microsoft.com/office/drawing/2014/main" id="{6E44A6DE-DF43-5944-3E1E-DB38A2FDC000}"/>
              </a:ext>
            </a:extLst>
          </p:cNvPr>
          <p:cNvSpPr txBox="1"/>
          <p:nvPr/>
        </p:nvSpPr>
        <p:spPr>
          <a:xfrm>
            <a:off x="5147734" y="2905709"/>
            <a:ext cx="570089" cy="230832"/>
          </a:xfrm>
          <a:prstGeom prst="rect">
            <a:avLst/>
          </a:prstGeom>
          <a:noFill/>
        </p:spPr>
        <p:txBody>
          <a:bodyPr wrap="square" rtlCol="0">
            <a:spAutoFit/>
          </a:bodyPr>
          <a:lstStyle/>
          <a:p>
            <a:pPr algn="ctr"/>
            <a:r>
              <a:rPr lang="en-US" sz="900" dirty="0"/>
              <a:t>289</a:t>
            </a:r>
          </a:p>
        </p:txBody>
      </p:sp>
      <p:sp>
        <p:nvSpPr>
          <p:cNvPr id="48" name="TextBox 47">
            <a:extLst>
              <a:ext uri="{FF2B5EF4-FFF2-40B4-BE49-F238E27FC236}">
                <a16:creationId xmlns:a16="http://schemas.microsoft.com/office/drawing/2014/main" id="{DF466F02-BD4E-35AC-9047-5BF63AC8EE0D}"/>
              </a:ext>
            </a:extLst>
          </p:cNvPr>
          <p:cNvSpPr txBox="1"/>
          <p:nvPr/>
        </p:nvSpPr>
        <p:spPr>
          <a:xfrm>
            <a:off x="5147734" y="3406653"/>
            <a:ext cx="570089" cy="230832"/>
          </a:xfrm>
          <a:prstGeom prst="rect">
            <a:avLst/>
          </a:prstGeom>
          <a:noFill/>
        </p:spPr>
        <p:txBody>
          <a:bodyPr wrap="square" rtlCol="0">
            <a:spAutoFit/>
          </a:bodyPr>
          <a:lstStyle/>
          <a:p>
            <a:pPr algn="ctr"/>
            <a:r>
              <a:rPr lang="en-US" sz="900" dirty="0"/>
              <a:t>189</a:t>
            </a:r>
          </a:p>
        </p:txBody>
      </p:sp>
      <p:sp>
        <p:nvSpPr>
          <p:cNvPr id="49" name="TextBox 48">
            <a:extLst>
              <a:ext uri="{FF2B5EF4-FFF2-40B4-BE49-F238E27FC236}">
                <a16:creationId xmlns:a16="http://schemas.microsoft.com/office/drawing/2014/main" id="{45FEFA2C-D499-3CC5-1BF2-C33CA3634EFD}"/>
              </a:ext>
            </a:extLst>
          </p:cNvPr>
          <p:cNvSpPr txBox="1"/>
          <p:nvPr/>
        </p:nvSpPr>
        <p:spPr>
          <a:xfrm>
            <a:off x="5147734" y="3907597"/>
            <a:ext cx="570089" cy="230832"/>
          </a:xfrm>
          <a:prstGeom prst="rect">
            <a:avLst/>
          </a:prstGeom>
          <a:noFill/>
        </p:spPr>
        <p:txBody>
          <a:bodyPr wrap="square" rtlCol="0">
            <a:spAutoFit/>
          </a:bodyPr>
          <a:lstStyle/>
          <a:p>
            <a:pPr algn="ctr"/>
            <a:r>
              <a:rPr lang="en-US" sz="900" dirty="0"/>
              <a:t>2389</a:t>
            </a:r>
          </a:p>
        </p:txBody>
      </p:sp>
      <p:sp>
        <p:nvSpPr>
          <p:cNvPr id="50" name="TextBox 49">
            <a:extLst>
              <a:ext uri="{FF2B5EF4-FFF2-40B4-BE49-F238E27FC236}">
                <a16:creationId xmlns:a16="http://schemas.microsoft.com/office/drawing/2014/main" id="{CDA7DC39-7479-FA3E-69D4-19117DF44284}"/>
              </a:ext>
            </a:extLst>
          </p:cNvPr>
          <p:cNvSpPr txBox="1"/>
          <p:nvPr/>
        </p:nvSpPr>
        <p:spPr>
          <a:xfrm>
            <a:off x="4645378" y="901933"/>
            <a:ext cx="570089" cy="230832"/>
          </a:xfrm>
          <a:prstGeom prst="rect">
            <a:avLst/>
          </a:prstGeom>
          <a:noFill/>
        </p:spPr>
        <p:txBody>
          <a:bodyPr wrap="square" rtlCol="0">
            <a:spAutoFit/>
          </a:bodyPr>
          <a:lstStyle/>
          <a:p>
            <a:pPr algn="ctr"/>
            <a:r>
              <a:rPr lang="en-US" sz="900" dirty="0"/>
              <a:t>15789</a:t>
            </a:r>
          </a:p>
        </p:txBody>
      </p:sp>
      <p:sp>
        <p:nvSpPr>
          <p:cNvPr id="51" name="TextBox 50">
            <a:extLst>
              <a:ext uri="{FF2B5EF4-FFF2-40B4-BE49-F238E27FC236}">
                <a16:creationId xmlns:a16="http://schemas.microsoft.com/office/drawing/2014/main" id="{72E438E1-5D77-92C8-DF2D-7B72227D2F87}"/>
              </a:ext>
            </a:extLst>
          </p:cNvPr>
          <p:cNvSpPr txBox="1"/>
          <p:nvPr/>
        </p:nvSpPr>
        <p:spPr>
          <a:xfrm>
            <a:off x="4645378" y="1518627"/>
            <a:ext cx="570089" cy="230832"/>
          </a:xfrm>
          <a:prstGeom prst="rect">
            <a:avLst/>
          </a:prstGeom>
          <a:noFill/>
        </p:spPr>
        <p:txBody>
          <a:bodyPr wrap="square" rtlCol="0">
            <a:spAutoFit/>
          </a:bodyPr>
          <a:lstStyle/>
          <a:p>
            <a:pPr algn="ctr"/>
            <a:r>
              <a:rPr lang="en-US" sz="900" dirty="0"/>
              <a:t>15789</a:t>
            </a:r>
          </a:p>
        </p:txBody>
      </p:sp>
      <p:sp>
        <p:nvSpPr>
          <p:cNvPr id="52" name="TextBox 51">
            <a:extLst>
              <a:ext uri="{FF2B5EF4-FFF2-40B4-BE49-F238E27FC236}">
                <a16:creationId xmlns:a16="http://schemas.microsoft.com/office/drawing/2014/main" id="{3C57E45F-ECC3-C65A-CED3-6D753908A626}"/>
              </a:ext>
            </a:extLst>
          </p:cNvPr>
          <p:cNvSpPr txBox="1"/>
          <p:nvPr/>
        </p:nvSpPr>
        <p:spPr>
          <a:xfrm>
            <a:off x="4645378" y="1903821"/>
            <a:ext cx="570089" cy="230832"/>
          </a:xfrm>
          <a:prstGeom prst="rect">
            <a:avLst/>
          </a:prstGeom>
          <a:noFill/>
        </p:spPr>
        <p:txBody>
          <a:bodyPr wrap="square" rtlCol="0">
            <a:spAutoFit/>
          </a:bodyPr>
          <a:lstStyle/>
          <a:p>
            <a:pPr algn="ctr"/>
            <a:r>
              <a:rPr lang="en-US" sz="900" dirty="0"/>
              <a:t>159</a:t>
            </a:r>
          </a:p>
        </p:txBody>
      </p:sp>
      <p:sp>
        <p:nvSpPr>
          <p:cNvPr id="53" name="TextBox 52">
            <a:extLst>
              <a:ext uri="{FF2B5EF4-FFF2-40B4-BE49-F238E27FC236}">
                <a16:creationId xmlns:a16="http://schemas.microsoft.com/office/drawing/2014/main" id="{6E6ECDE4-B3FB-501C-2FA1-C1F6D90967B2}"/>
              </a:ext>
            </a:extLst>
          </p:cNvPr>
          <p:cNvSpPr txBox="1"/>
          <p:nvPr/>
        </p:nvSpPr>
        <p:spPr>
          <a:xfrm>
            <a:off x="4645378" y="2905709"/>
            <a:ext cx="570089" cy="230832"/>
          </a:xfrm>
          <a:prstGeom prst="rect">
            <a:avLst/>
          </a:prstGeom>
          <a:noFill/>
        </p:spPr>
        <p:txBody>
          <a:bodyPr wrap="square" rtlCol="0">
            <a:spAutoFit/>
          </a:bodyPr>
          <a:lstStyle/>
          <a:p>
            <a:pPr algn="ctr"/>
            <a:r>
              <a:rPr lang="en-US" sz="900" dirty="0"/>
              <a:t>2489</a:t>
            </a:r>
          </a:p>
        </p:txBody>
      </p:sp>
      <p:sp>
        <p:nvSpPr>
          <p:cNvPr id="54" name="TextBox 53">
            <a:extLst>
              <a:ext uri="{FF2B5EF4-FFF2-40B4-BE49-F238E27FC236}">
                <a16:creationId xmlns:a16="http://schemas.microsoft.com/office/drawing/2014/main" id="{20B13594-99DB-DBD3-863E-1E3734FD1280}"/>
              </a:ext>
            </a:extLst>
          </p:cNvPr>
          <p:cNvSpPr txBox="1"/>
          <p:nvPr/>
        </p:nvSpPr>
        <p:spPr>
          <a:xfrm>
            <a:off x="4645378" y="3406653"/>
            <a:ext cx="570089" cy="230832"/>
          </a:xfrm>
          <a:prstGeom prst="rect">
            <a:avLst/>
          </a:prstGeom>
          <a:noFill/>
        </p:spPr>
        <p:txBody>
          <a:bodyPr wrap="square" rtlCol="0">
            <a:spAutoFit/>
          </a:bodyPr>
          <a:lstStyle/>
          <a:p>
            <a:pPr algn="ctr"/>
            <a:r>
              <a:rPr lang="en-US" sz="900" dirty="0"/>
              <a:t>1489</a:t>
            </a:r>
          </a:p>
        </p:txBody>
      </p:sp>
      <p:sp>
        <p:nvSpPr>
          <p:cNvPr id="55" name="TextBox 54">
            <a:extLst>
              <a:ext uri="{FF2B5EF4-FFF2-40B4-BE49-F238E27FC236}">
                <a16:creationId xmlns:a16="http://schemas.microsoft.com/office/drawing/2014/main" id="{0A9E45F3-B9F5-BD7C-C24E-00A12D4B49E3}"/>
              </a:ext>
            </a:extLst>
          </p:cNvPr>
          <p:cNvSpPr txBox="1"/>
          <p:nvPr/>
        </p:nvSpPr>
        <p:spPr>
          <a:xfrm>
            <a:off x="4645378" y="3907597"/>
            <a:ext cx="570089" cy="230832"/>
          </a:xfrm>
          <a:prstGeom prst="rect">
            <a:avLst/>
          </a:prstGeom>
          <a:noFill/>
        </p:spPr>
        <p:txBody>
          <a:bodyPr wrap="square" rtlCol="0">
            <a:spAutoFit/>
          </a:bodyPr>
          <a:lstStyle/>
          <a:p>
            <a:pPr algn="ctr"/>
            <a:r>
              <a:rPr lang="en-US" sz="900" dirty="0"/>
              <a:t>2389</a:t>
            </a:r>
          </a:p>
        </p:txBody>
      </p:sp>
      <p:sp>
        <p:nvSpPr>
          <p:cNvPr id="56" name="TextBox 55">
            <a:extLst>
              <a:ext uri="{FF2B5EF4-FFF2-40B4-BE49-F238E27FC236}">
                <a16:creationId xmlns:a16="http://schemas.microsoft.com/office/drawing/2014/main" id="{90C4EE1A-EC08-F3DC-012D-1F4FDEE45413}"/>
              </a:ext>
            </a:extLst>
          </p:cNvPr>
          <p:cNvSpPr txBox="1"/>
          <p:nvPr/>
        </p:nvSpPr>
        <p:spPr>
          <a:xfrm>
            <a:off x="4645378" y="4909484"/>
            <a:ext cx="570089" cy="230832"/>
          </a:xfrm>
          <a:prstGeom prst="rect">
            <a:avLst/>
          </a:prstGeom>
          <a:noFill/>
        </p:spPr>
        <p:txBody>
          <a:bodyPr wrap="square" rtlCol="0">
            <a:spAutoFit/>
          </a:bodyPr>
          <a:lstStyle/>
          <a:p>
            <a:pPr algn="ctr"/>
            <a:r>
              <a:rPr lang="en-US" sz="900" dirty="0"/>
              <a:t>2389</a:t>
            </a:r>
          </a:p>
        </p:txBody>
      </p:sp>
      <p:sp>
        <p:nvSpPr>
          <p:cNvPr id="57" name="TextBox 56">
            <a:extLst>
              <a:ext uri="{FF2B5EF4-FFF2-40B4-BE49-F238E27FC236}">
                <a16:creationId xmlns:a16="http://schemas.microsoft.com/office/drawing/2014/main" id="{F99E5E4E-8D91-679F-7700-13AABECDD4A5}"/>
              </a:ext>
            </a:extLst>
          </p:cNvPr>
          <p:cNvSpPr txBox="1"/>
          <p:nvPr/>
        </p:nvSpPr>
        <p:spPr>
          <a:xfrm>
            <a:off x="4143022" y="1789521"/>
            <a:ext cx="570089" cy="230832"/>
          </a:xfrm>
          <a:prstGeom prst="rect">
            <a:avLst/>
          </a:prstGeom>
          <a:noFill/>
        </p:spPr>
        <p:txBody>
          <a:bodyPr wrap="square" rtlCol="0">
            <a:spAutoFit/>
          </a:bodyPr>
          <a:lstStyle/>
          <a:p>
            <a:pPr algn="ctr"/>
            <a:r>
              <a:rPr lang="en-US" sz="900" dirty="0"/>
              <a:t>73</a:t>
            </a:r>
          </a:p>
        </p:txBody>
      </p:sp>
      <p:sp>
        <p:nvSpPr>
          <p:cNvPr id="58" name="TextBox 57">
            <a:extLst>
              <a:ext uri="{FF2B5EF4-FFF2-40B4-BE49-F238E27FC236}">
                <a16:creationId xmlns:a16="http://schemas.microsoft.com/office/drawing/2014/main" id="{16C72375-3398-F8A9-BA3B-6066163BADB9}"/>
              </a:ext>
            </a:extLst>
          </p:cNvPr>
          <p:cNvSpPr txBox="1"/>
          <p:nvPr/>
        </p:nvSpPr>
        <p:spPr>
          <a:xfrm>
            <a:off x="4143022" y="786183"/>
            <a:ext cx="570089" cy="230832"/>
          </a:xfrm>
          <a:prstGeom prst="rect">
            <a:avLst/>
          </a:prstGeom>
          <a:noFill/>
        </p:spPr>
        <p:txBody>
          <a:bodyPr wrap="square" rtlCol="0">
            <a:spAutoFit/>
          </a:bodyPr>
          <a:lstStyle/>
          <a:p>
            <a:pPr algn="ctr"/>
            <a:r>
              <a:rPr lang="en-US" sz="900" dirty="0"/>
              <a:t>15792</a:t>
            </a:r>
          </a:p>
        </p:txBody>
      </p:sp>
    </p:spTree>
    <p:extLst>
      <p:ext uri="{BB962C8B-B14F-4D97-AF65-F5344CB8AC3E}">
        <p14:creationId xmlns:p14="http://schemas.microsoft.com/office/powerpoint/2010/main" val="41383976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61A20-2444-76BA-E13F-FF00DF1A47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37DE7DE-9069-4C19-0743-34AA7698C75F}"/>
              </a:ext>
            </a:extLst>
          </p:cNvPr>
          <p:cNvSpPr>
            <a:spLocks noGrp="1"/>
          </p:cNvSpPr>
          <p:nvPr>
            <p:ph sz="half" idx="1"/>
          </p:nvPr>
        </p:nvSpPr>
        <p:spPr/>
        <p:txBody>
          <a:bodyPr>
            <a:normAutofit lnSpcReduction="10000"/>
          </a:bodyPr>
          <a:lstStyle/>
          <a:p>
            <a:r>
              <a:rPr lang="en-US" dirty="0"/>
              <a:t>Possible fills for this cage are, 9: 1152.  16: 1159 (precluded by 19 cell), 1177, 1186 (precluded by 61 cell), 1195 (precluded by 19 cell), 2815, 2851, 7711.</a:t>
            </a:r>
            <a:br>
              <a:rPr lang="en-US" dirty="0"/>
            </a:br>
            <a:r>
              <a:rPr lang="en-US" dirty="0"/>
              <a:t>25: 5587, 5596, 1987, 9187, 2896, 7756, 7783 (precluded by 73 cell), 7792, 9916, (precluded by 19 cell) and 9952.</a:t>
            </a:r>
          </a:p>
        </p:txBody>
      </p:sp>
      <p:pic>
        <p:nvPicPr>
          <p:cNvPr id="4" name="Picture 3" descr="A grid of sudoku puzzle&#10;&#10;Description automatically generated">
            <a:extLst>
              <a:ext uri="{FF2B5EF4-FFF2-40B4-BE49-F238E27FC236}">
                <a16:creationId xmlns:a16="http://schemas.microsoft.com/office/drawing/2014/main" id="{84E927B3-53CD-3CCD-07E3-CA1102FB4A2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87F7242-AB27-471E-0C0D-E29ECFC1E50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CF6E7C1-9719-D612-23D4-AABD4722274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64C836D-6AAC-B11D-B773-84BBAE0219D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778880A-6CB5-C523-0B29-DEC47055650F}"/>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B3FD99B-7424-61B7-7638-C0FEDBC29B49}"/>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EA231A75-299B-C586-287F-8D906E53ED25}"/>
              </a:ext>
            </a:extLst>
          </p:cNvPr>
          <p:cNvSpPr txBox="1"/>
          <p:nvPr/>
        </p:nvSpPr>
        <p:spPr>
          <a:xfrm>
            <a:off x="4143022" y="2905709"/>
            <a:ext cx="570089" cy="230832"/>
          </a:xfrm>
          <a:prstGeom prst="rect">
            <a:avLst/>
          </a:prstGeom>
          <a:noFill/>
        </p:spPr>
        <p:txBody>
          <a:bodyPr wrap="square" rtlCol="0">
            <a:spAutoFit/>
          </a:bodyPr>
          <a:lstStyle/>
          <a:p>
            <a:pPr algn="ctr"/>
            <a:r>
              <a:rPr lang="en-US" sz="900" dirty="0"/>
              <a:t>4789</a:t>
            </a:r>
          </a:p>
        </p:txBody>
      </p:sp>
      <p:sp>
        <p:nvSpPr>
          <p:cNvPr id="10" name="TextBox 9">
            <a:extLst>
              <a:ext uri="{FF2B5EF4-FFF2-40B4-BE49-F238E27FC236}">
                <a16:creationId xmlns:a16="http://schemas.microsoft.com/office/drawing/2014/main" id="{B49B19DC-11C3-C443-A88F-72B34E5FD951}"/>
              </a:ext>
            </a:extLst>
          </p:cNvPr>
          <p:cNvSpPr txBox="1"/>
          <p:nvPr/>
        </p:nvSpPr>
        <p:spPr>
          <a:xfrm>
            <a:off x="3138310" y="2905709"/>
            <a:ext cx="570089" cy="230832"/>
          </a:xfrm>
          <a:prstGeom prst="rect">
            <a:avLst/>
          </a:prstGeom>
          <a:noFill/>
        </p:spPr>
        <p:txBody>
          <a:bodyPr wrap="square" rtlCol="0">
            <a:spAutoFit/>
          </a:bodyPr>
          <a:lstStyle/>
          <a:p>
            <a:pPr algn="ctr"/>
            <a:r>
              <a:rPr lang="en-US" sz="900" dirty="0"/>
              <a:t>479</a:t>
            </a:r>
          </a:p>
        </p:txBody>
      </p:sp>
      <p:sp>
        <p:nvSpPr>
          <p:cNvPr id="11" name="TextBox 10">
            <a:extLst>
              <a:ext uri="{FF2B5EF4-FFF2-40B4-BE49-F238E27FC236}">
                <a16:creationId xmlns:a16="http://schemas.microsoft.com/office/drawing/2014/main" id="{BF58E138-E9C6-219B-1929-666F7B59EA9A}"/>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CDD4EAB2-A242-9CE9-D4F4-AA16E44172CA}"/>
              </a:ext>
            </a:extLst>
          </p:cNvPr>
          <p:cNvSpPr txBox="1"/>
          <p:nvPr/>
        </p:nvSpPr>
        <p:spPr>
          <a:xfrm>
            <a:off x="4143022" y="3406653"/>
            <a:ext cx="570089" cy="230832"/>
          </a:xfrm>
          <a:prstGeom prst="rect">
            <a:avLst/>
          </a:prstGeom>
          <a:noFill/>
        </p:spPr>
        <p:txBody>
          <a:bodyPr wrap="square" rtlCol="0">
            <a:spAutoFit/>
          </a:bodyPr>
          <a:lstStyle/>
          <a:p>
            <a:pPr algn="ctr"/>
            <a:r>
              <a:rPr lang="en-US" sz="900" dirty="0"/>
              <a:t>4589</a:t>
            </a:r>
          </a:p>
        </p:txBody>
      </p:sp>
      <p:sp>
        <p:nvSpPr>
          <p:cNvPr id="13" name="TextBox 12">
            <a:extLst>
              <a:ext uri="{FF2B5EF4-FFF2-40B4-BE49-F238E27FC236}">
                <a16:creationId xmlns:a16="http://schemas.microsoft.com/office/drawing/2014/main" id="{1D801A68-C282-68EF-13CA-6B92CDBAEE47}"/>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B7B8B75B-1A5F-AF06-9AED-6F1526C5E575}"/>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E47BD1FA-9BDA-41A9-C0E3-6D5A2AA1538C}"/>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20" name="TextBox 19">
            <a:extLst>
              <a:ext uri="{FF2B5EF4-FFF2-40B4-BE49-F238E27FC236}">
                <a16:creationId xmlns:a16="http://schemas.microsoft.com/office/drawing/2014/main" id="{B3E431BA-E80E-C81B-C65E-9C7DC92272B8}"/>
              </a:ext>
            </a:extLst>
          </p:cNvPr>
          <p:cNvSpPr txBox="1"/>
          <p:nvPr/>
        </p:nvSpPr>
        <p:spPr>
          <a:xfrm>
            <a:off x="6654802" y="1764121"/>
            <a:ext cx="570089" cy="230832"/>
          </a:xfrm>
          <a:prstGeom prst="rect">
            <a:avLst/>
          </a:prstGeom>
          <a:noFill/>
        </p:spPr>
        <p:txBody>
          <a:bodyPr wrap="square" rtlCol="0">
            <a:spAutoFit/>
          </a:bodyPr>
          <a:lstStyle/>
          <a:p>
            <a:pPr algn="ctr"/>
            <a:r>
              <a:rPr lang="en-US" sz="900" dirty="0"/>
              <a:t>49</a:t>
            </a:r>
          </a:p>
        </p:txBody>
      </p:sp>
      <p:sp>
        <p:nvSpPr>
          <p:cNvPr id="24" name="TextBox 23">
            <a:extLst>
              <a:ext uri="{FF2B5EF4-FFF2-40B4-BE49-F238E27FC236}">
                <a16:creationId xmlns:a16="http://schemas.microsoft.com/office/drawing/2014/main" id="{FBBC225D-AB69-D50F-4191-FA77C9F2E6DE}"/>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25" name="TextBox 24">
            <a:extLst>
              <a:ext uri="{FF2B5EF4-FFF2-40B4-BE49-F238E27FC236}">
                <a16:creationId xmlns:a16="http://schemas.microsoft.com/office/drawing/2014/main" id="{5E01986A-56EC-975D-149C-345F77682373}"/>
              </a:ext>
            </a:extLst>
          </p:cNvPr>
          <p:cNvSpPr txBox="1"/>
          <p:nvPr/>
        </p:nvSpPr>
        <p:spPr>
          <a:xfrm>
            <a:off x="4143022" y="4059997"/>
            <a:ext cx="570089" cy="230832"/>
          </a:xfrm>
          <a:prstGeom prst="rect">
            <a:avLst/>
          </a:prstGeom>
          <a:noFill/>
        </p:spPr>
        <p:txBody>
          <a:bodyPr wrap="square" rtlCol="0">
            <a:spAutoFit/>
          </a:bodyPr>
          <a:lstStyle/>
          <a:p>
            <a:pPr algn="ctr"/>
            <a:r>
              <a:rPr lang="en-US" sz="900" dirty="0"/>
              <a:t>149</a:t>
            </a:r>
          </a:p>
        </p:txBody>
      </p:sp>
      <p:sp>
        <p:nvSpPr>
          <p:cNvPr id="18" name="TextBox 17">
            <a:extLst>
              <a:ext uri="{FF2B5EF4-FFF2-40B4-BE49-F238E27FC236}">
                <a16:creationId xmlns:a16="http://schemas.microsoft.com/office/drawing/2014/main" id="{DC35945F-8BB3-09C6-6FBC-F562B3653B92}"/>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97A597EE-A0FB-03DF-D57C-44C65E8545E3}"/>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59E7E0BC-5C87-E4FC-41A8-BD18EBE7B303}"/>
              </a:ext>
            </a:extLst>
          </p:cNvPr>
          <p:cNvSpPr txBox="1"/>
          <p:nvPr/>
        </p:nvSpPr>
        <p:spPr>
          <a:xfrm>
            <a:off x="4645378" y="2531765"/>
            <a:ext cx="570089" cy="230832"/>
          </a:xfrm>
          <a:prstGeom prst="rect">
            <a:avLst/>
          </a:prstGeom>
          <a:noFill/>
        </p:spPr>
        <p:txBody>
          <a:bodyPr wrap="square" rtlCol="0">
            <a:spAutoFit/>
          </a:bodyPr>
          <a:lstStyle/>
          <a:p>
            <a:pPr algn="ctr"/>
            <a:r>
              <a:rPr lang="en-US" sz="900" dirty="0"/>
              <a:t>73</a:t>
            </a:r>
          </a:p>
        </p:txBody>
      </p:sp>
      <p:sp>
        <p:nvSpPr>
          <p:cNvPr id="27" name="TextBox 26">
            <a:extLst>
              <a:ext uri="{FF2B5EF4-FFF2-40B4-BE49-F238E27FC236}">
                <a16:creationId xmlns:a16="http://schemas.microsoft.com/office/drawing/2014/main" id="{FAE14B15-BBDA-20B0-73B2-0A54B12FE2FA}"/>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4" name="TextBox 33">
            <a:extLst>
              <a:ext uri="{FF2B5EF4-FFF2-40B4-BE49-F238E27FC236}">
                <a16:creationId xmlns:a16="http://schemas.microsoft.com/office/drawing/2014/main" id="{DE488133-5CF2-E4D6-73BE-2D150A7E9B29}"/>
              </a:ext>
            </a:extLst>
          </p:cNvPr>
          <p:cNvSpPr txBox="1"/>
          <p:nvPr/>
        </p:nvSpPr>
        <p:spPr>
          <a:xfrm>
            <a:off x="5650090" y="901933"/>
            <a:ext cx="570089" cy="230832"/>
          </a:xfrm>
          <a:prstGeom prst="rect">
            <a:avLst/>
          </a:prstGeom>
          <a:noFill/>
        </p:spPr>
        <p:txBody>
          <a:bodyPr wrap="square" rtlCol="0">
            <a:spAutoFit/>
          </a:bodyPr>
          <a:lstStyle/>
          <a:p>
            <a:pPr algn="ctr"/>
            <a:r>
              <a:rPr lang="en-US" sz="900" dirty="0"/>
              <a:t>234</a:t>
            </a:r>
          </a:p>
        </p:txBody>
      </p:sp>
      <p:sp>
        <p:nvSpPr>
          <p:cNvPr id="35" name="TextBox 34">
            <a:extLst>
              <a:ext uri="{FF2B5EF4-FFF2-40B4-BE49-F238E27FC236}">
                <a16:creationId xmlns:a16="http://schemas.microsoft.com/office/drawing/2014/main" id="{9EFD3763-0769-2CCF-2C73-D25343B0A9CA}"/>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79AA1A2F-2379-CAEE-767D-0792CC0D6FEB}"/>
              </a:ext>
            </a:extLst>
          </p:cNvPr>
          <p:cNvSpPr txBox="1"/>
          <p:nvPr/>
        </p:nvSpPr>
        <p:spPr>
          <a:xfrm>
            <a:off x="5650090" y="1903821"/>
            <a:ext cx="570089" cy="230832"/>
          </a:xfrm>
          <a:prstGeom prst="rect">
            <a:avLst/>
          </a:prstGeom>
          <a:noFill/>
        </p:spPr>
        <p:txBody>
          <a:bodyPr wrap="square" rtlCol="0">
            <a:spAutoFit/>
          </a:bodyPr>
          <a:lstStyle/>
          <a:p>
            <a:pPr algn="ctr"/>
            <a:r>
              <a:rPr lang="en-US" sz="900" dirty="0"/>
              <a:t>234</a:t>
            </a:r>
          </a:p>
        </p:txBody>
      </p:sp>
      <p:sp>
        <p:nvSpPr>
          <p:cNvPr id="37" name="TextBox 36">
            <a:extLst>
              <a:ext uri="{FF2B5EF4-FFF2-40B4-BE49-F238E27FC236}">
                <a16:creationId xmlns:a16="http://schemas.microsoft.com/office/drawing/2014/main" id="{C839AA79-EB63-18C9-192F-0DE308EB75CC}"/>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2FE491CF-0B02-B64E-13AB-48A56CE88181}"/>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A8FA9AA3-9A19-15FC-C86F-A22AFA6B6668}"/>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BE33366-0AB0-B75C-80D7-B45D467B56CC}"/>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2D2C8C5A-407E-E91D-CAF9-EF94255DBEE8}"/>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07692AFE-F3D6-364E-52CE-91E755BA327B}"/>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78C793D0-3669-27DF-D4C7-5651E14D92E1}"/>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EF1EEC26-99AE-7FF6-6EF3-19463C763C35}"/>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D909C4A3-69C2-2FC1-BB98-05EF9B8D5B17}"/>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35AFD5BE-B9D9-885F-FEAA-F28F26B69248}"/>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F3DA6479-0E67-A15E-2511-0AE30D9243EB}"/>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D0C53149-F52E-4B3F-D39B-28A54437EE33}"/>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75BE7D0E-052B-80D9-AC36-95C9774E8FAA}"/>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252A5C14-E658-86A7-E193-3789C80F2813}"/>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BC3A1959-1CBB-DD9C-24A4-E38F71BBAA51}"/>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38405C5D-0A40-41B3-AEE4-DD5F6B4EDCE5}"/>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BD5D6650-AC2D-FDD9-474E-16CC781BA86C}"/>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8780CD92-2361-C281-79F9-C0890B4AB3A1}"/>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F9CBDB3F-7737-0236-4FE8-BA5C744673B1}"/>
              </a:ext>
            </a:extLst>
          </p:cNvPr>
          <p:cNvSpPr txBox="1"/>
          <p:nvPr/>
        </p:nvSpPr>
        <p:spPr>
          <a:xfrm>
            <a:off x="5147734" y="901933"/>
            <a:ext cx="570089" cy="230832"/>
          </a:xfrm>
          <a:prstGeom prst="rect">
            <a:avLst/>
          </a:prstGeom>
          <a:noFill/>
        </p:spPr>
        <p:txBody>
          <a:bodyPr wrap="square" rtlCol="0">
            <a:spAutoFit/>
          </a:bodyPr>
          <a:lstStyle/>
          <a:p>
            <a:pPr algn="ctr"/>
            <a:r>
              <a:rPr lang="en-US" sz="900" dirty="0"/>
              <a:t>16789</a:t>
            </a:r>
          </a:p>
        </p:txBody>
      </p:sp>
      <p:sp>
        <p:nvSpPr>
          <p:cNvPr id="17" name="TextBox 16">
            <a:extLst>
              <a:ext uri="{FF2B5EF4-FFF2-40B4-BE49-F238E27FC236}">
                <a16:creationId xmlns:a16="http://schemas.microsoft.com/office/drawing/2014/main" id="{021DE5B8-97FF-56B2-0202-98324073E0DC}"/>
              </a:ext>
            </a:extLst>
          </p:cNvPr>
          <p:cNvSpPr txBox="1"/>
          <p:nvPr/>
        </p:nvSpPr>
        <p:spPr>
          <a:xfrm>
            <a:off x="5147734" y="1402877"/>
            <a:ext cx="570089" cy="230832"/>
          </a:xfrm>
          <a:prstGeom prst="rect">
            <a:avLst/>
          </a:prstGeom>
          <a:noFill/>
        </p:spPr>
        <p:txBody>
          <a:bodyPr wrap="square" rtlCol="0">
            <a:spAutoFit/>
          </a:bodyPr>
          <a:lstStyle/>
          <a:p>
            <a:pPr algn="ctr"/>
            <a:r>
              <a:rPr lang="en-US" sz="900" dirty="0"/>
              <a:t>16789</a:t>
            </a:r>
          </a:p>
        </p:txBody>
      </p:sp>
      <p:sp>
        <p:nvSpPr>
          <p:cNvPr id="31" name="TextBox 30">
            <a:extLst>
              <a:ext uri="{FF2B5EF4-FFF2-40B4-BE49-F238E27FC236}">
                <a16:creationId xmlns:a16="http://schemas.microsoft.com/office/drawing/2014/main" id="{245DFFE5-6862-9E5D-0608-8583ED76DCDF}"/>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47" name="TextBox 46">
            <a:extLst>
              <a:ext uri="{FF2B5EF4-FFF2-40B4-BE49-F238E27FC236}">
                <a16:creationId xmlns:a16="http://schemas.microsoft.com/office/drawing/2014/main" id="{607E65DE-6240-BDD8-03BF-A9862047A071}"/>
              </a:ext>
            </a:extLst>
          </p:cNvPr>
          <p:cNvSpPr txBox="1"/>
          <p:nvPr/>
        </p:nvSpPr>
        <p:spPr>
          <a:xfrm>
            <a:off x="5147734" y="2905709"/>
            <a:ext cx="570089" cy="230832"/>
          </a:xfrm>
          <a:prstGeom prst="rect">
            <a:avLst/>
          </a:prstGeom>
          <a:noFill/>
        </p:spPr>
        <p:txBody>
          <a:bodyPr wrap="square" rtlCol="0">
            <a:spAutoFit/>
          </a:bodyPr>
          <a:lstStyle/>
          <a:p>
            <a:pPr algn="ctr"/>
            <a:r>
              <a:rPr lang="en-US" sz="900" dirty="0"/>
              <a:t>289</a:t>
            </a:r>
          </a:p>
        </p:txBody>
      </p:sp>
      <p:sp>
        <p:nvSpPr>
          <p:cNvPr id="48" name="TextBox 47">
            <a:extLst>
              <a:ext uri="{FF2B5EF4-FFF2-40B4-BE49-F238E27FC236}">
                <a16:creationId xmlns:a16="http://schemas.microsoft.com/office/drawing/2014/main" id="{BBACF136-A913-E495-B3BB-1F57837858A7}"/>
              </a:ext>
            </a:extLst>
          </p:cNvPr>
          <p:cNvSpPr txBox="1"/>
          <p:nvPr/>
        </p:nvSpPr>
        <p:spPr>
          <a:xfrm>
            <a:off x="5147734" y="3406653"/>
            <a:ext cx="570089" cy="230832"/>
          </a:xfrm>
          <a:prstGeom prst="rect">
            <a:avLst/>
          </a:prstGeom>
          <a:noFill/>
        </p:spPr>
        <p:txBody>
          <a:bodyPr wrap="square" rtlCol="0">
            <a:spAutoFit/>
          </a:bodyPr>
          <a:lstStyle/>
          <a:p>
            <a:pPr algn="ctr"/>
            <a:r>
              <a:rPr lang="en-US" sz="900" dirty="0"/>
              <a:t>189</a:t>
            </a:r>
          </a:p>
        </p:txBody>
      </p:sp>
      <p:sp>
        <p:nvSpPr>
          <p:cNvPr id="49" name="TextBox 48">
            <a:extLst>
              <a:ext uri="{FF2B5EF4-FFF2-40B4-BE49-F238E27FC236}">
                <a16:creationId xmlns:a16="http://schemas.microsoft.com/office/drawing/2014/main" id="{9716C355-789A-BD0E-B49B-A1623F4A3930}"/>
              </a:ext>
            </a:extLst>
          </p:cNvPr>
          <p:cNvSpPr txBox="1"/>
          <p:nvPr/>
        </p:nvSpPr>
        <p:spPr>
          <a:xfrm>
            <a:off x="5147734" y="3907597"/>
            <a:ext cx="570089" cy="230832"/>
          </a:xfrm>
          <a:prstGeom prst="rect">
            <a:avLst/>
          </a:prstGeom>
          <a:noFill/>
        </p:spPr>
        <p:txBody>
          <a:bodyPr wrap="square" rtlCol="0">
            <a:spAutoFit/>
          </a:bodyPr>
          <a:lstStyle/>
          <a:p>
            <a:pPr algn="ctr"/>
            <a:r>
              <a:rPr lang="en-US" sz="900" dirty="0"/>
              <a:t>2389</a:t>
            </a:r>
          </a:p>
        </p:txBody>
      </p:sp>
      <p:sp>
        <p:nvSpPr>
          <p:cNvPr id="50" name="TextBox 49">
            <a:extLst>
              <a:ext uri="{FF2B5EF4-FFF2-40B4-BE49-F238E27FC236}">
                <a16:creationId xmlns:a16="http://schemas.microsoft.com/office/drawing/2014/main" id="{5DB80E28-F4CF-0D24-D19A-4D2D01682E51}"/>
              </a:ext>
            </a:extLst>
          </p:cNvPr>
          <p:cNvSpPr txBox="1"/>
          <p:nvPr/>
        </p:nvSpPr>
        <p:spPr>
          <a:xfrm>
            <a:off x="4645378" y="901933"/>
            <a:ext cx="570089" cy="230832"/>
          </a:xfrm>
          <a:prstGeom prst="rect">
            <a:avLst/>
          </a:prstGeom>
          <a:noFill/>
        </p:spPr>
        <p:txBody>
          <a:bodyPr wrap="square" rtlCol="0">
            <a:spAutoFit/>
          </a:bodyPr>
          <a:lstStyle/>
          <a:p>
            <a:pPr algn="ctr"/>
            <a:r>
              <a:rPr lang="en-US" sz="900" dirty="0"/>
              <a:t>15789</a:t>
            </a:r>
          </a:p>
        </p:txBody>
      </p:sp>
      <p:sp>
        <p:nvSpPr>
          <p:cNvPr id="51" name="TextBox 50">
            <a:extLst>
              <a:ext uri="{FF2B5EF4-FFF2-40B4-BE49-F238E27FC236}">
                <a16:creationId xmlns:a16="http://schemas.microsoft.com/office/drawing/2014/main" id="{BAB87787-E217-059D-21DC-A017A2CF46F8}"/>
              </a:ext>
            </a:extLst>
          </p:cNvPr>
          <p:cNvSpPr txBox="1"/>
          <p:nvPr/>
        </p:nvSpPr>
        <p:spPr>
          <a:xfrm>
            <a:off x="4645378" y="1518627"/>
            <a:ext cx="570089" cy="230832"/>
          </a:xfrm>
          <a:prstGeom prst="rect">
            <a:avLst/>
          </a:prstGeom>
          <a:noFill/>
        </p:spPr>
        <p:txBody>
          <a:bodyPr wrap="square" rtlCol="0">
            <a:spAutoFit/>
          </a:bodyPr>
          <a:lstStyle/>
          <a:p>
            <a:pPr algn="ctr"/>
            <a:r>
              <a:rPr lang="en-US" sz="900" dirty="0"/>
              <a:t>15789</a:t>
            </a:r>
          </a:p>
        </p:txBody>
      </p:sp>
      <p:sp>
        <p:nvSpPr>
          <p:cNvPr id="52" name="TextBox 51">
            <a:extLst>
              <a:ext uri="{FF2B5EF4-FFF2-40B4-BE49-F238E27FC236}">
                <a16:creationId xmlns:a16="http://schemas.microsoft.com/office/drawing/2014/main" id="{28837B4B-F12B-3965-3B87-C1E8F72DF4CB}"/>
              </a:ext>
            </a:extLst>
          </p:cNvPr>
          <p:cNvSpPr txBox="1"/>
          <p:nvPr/>
        </p:nvSpPr>
        <p:spPr>
          <a:xfrm>
            <a:off x="4645378" y="1903821"/>
            <a:ext cx="570089" cy="230832"/>
          </a:xfrm>
          <a:prstGeom prst="rect">
            <a:avLst/>
          </a:prstGeom>
          <a:noFill/>
        </p:spPr>
        <p:txBody>
          <a:bodyPr wrap="square" rtlCol="0">
            <a:spAutoFit/>
          </a:bodyPr>
          <a:lstStyle/>
          <a:p>
            <a:pPr algn="ctr"/>
            <a:r>
              <a:rPr lang="en-US" sz="900" dirty="0"/>
              <a:t>159</a:t>
            </a:r>
          </a:p>
        </p:txBody>
      </p:sp>
      <p:sp>
        <p:nvSpPr>
          <p:cNvPr id="53" name="TextBox 52">
            <a:extLst>
              <a:ext uri="{FF2B5EF4-FFF2-40B4-BE49-F238E27FC236}">
                <a16:creationId xmlns:a16="http://schemas.microsoft.com/office/drawing/2014/main" id="{F80FE474-C96E-6BBF-E153-4EB440636280}"/>
              </a:ext>
            </a:extLst>
          </p:cNvPr>
          <p:cNvSpPr txBox="1"/>
          <p:nvPr/>
        </p:nvSpPr>
        <p:spPr>
          <a:xfrm>
            <a:off x="4645378" y="2905709"/>
            <a:ext cx="570089" cy="230832"/>
          </a:xfrm>
          <a:prstGeom prst="rect">
            <a:avLst/>
          </a:prstGeom>
          <a:noFill/>
        </p:spPr>
        <p:txBody>
          <a:bodyPr wrap="square" rtlCol="0">
            <a:spAutoFit/>
          </a:bodyPr>
          <a:lstStyle/>
          <a:p>
            <a:pPr algn="ctr"/>
            <a:r>
              <a:rPr lang="en-US" sz="900" dirty="0"/>
              <a:t>2489</a:t>
            </a:r>
          </a:p>
        </p:txBody>
      </p:sp>
      <p:sp>
        <p:nvSpPr>
          <p:cNvPr id="54" name="TextBox 53">
            <a:extLst>
              <a:ext uri="{FF2B5EF4-FFF2-40B4-BE49-F238E27FC236}">
                <a16:creationId xmlns:a16="http://schemas.microsoft.com/office/drawing/2014/main" id="{976115E9-0733-1949-8C41-94684FE31BBD}"/>
              </a:ext>
            </a:extLst>
          </p:cNvPr>
          <p:cNvSpPr txBox="1"/>
          <p:nvPr/>
        </p:nvSpPr>
        <p:spPr>
          <a:xfrm>
            <a:off x="4645378" y="3406653"/>
            <a:ext cx="570089" cy="230832"/>
          </a:xfrm>
          <a:prstGeom prst="rect">
            <a:avLst/>
          </a:prstGeom>
          <a:noFill/>
        </p:spPr>
        <p:txBody>
          <a:bodyPr wrap="square" rtlCol="0">
            <a:spAutoFit/>
          </a:bodyPr>
          <a:lstStyle/>
          <a:p>
            <a:pPr algn="ctr"/>
            <a:r>
              <a:rPr lang="en-US" sz="900" dirty="0"/>
              <a:t>1489</a:t>
            </a:r>
          </a:p>
        </p:txBody>
      </p:sp>
      <p:sp>
        <p:nvSpPr>
          <p:cNvPr id="55" name="TextBox 54">
            <a:extLst>
              <a:ext uri="{FF2B5EF4-FFF2-40B4-BE49-F238E27FC236}">
                <a16:creationId xmlns:a16="http://schemas.microsoft.com/office/drawing/2014/main" id="{D01D31D3-0D94-0EC8-2A18-74996F8FB3A5}"/>
              </a:ext>
            </a:extLst>
          </p:cNvPr>
          <p:cNvSpPr txBox="1"/>
          <p:nvPr/>
        </p:nvSpPr>
        <p:spPr>
          <a:xfrm>
            <a:off x="4645378" y="3907597"/>
            <a:ext cx="570089" cy="230832"/>
          </a:xfrm>
          <a:prstGeom prst="rect">
            <a:avLst/>
          </a:prstGeom>
          <a:noFill/>
        </p:spPr>
        <p:txBody>
          <a:bodyPr wrap="square" rtlCol="0">
            <a:spAutoFit/>
          </a:bodyPr>
          <a:lstStyle/>
          <a:p>
            <a:pPr algn="ctr"/>
            <a:r>
              <a:rPr lang="en-US" sz="900" dirty="0"/>
              <a:t>2389</a:t>
            </a:r>
          </a:p>
        </p:txBody>
      </p:sp>
      <p:sp>
        <p:nvSpPr>
          <p:cNvPr id="56" name="TextBox 55">
            <a:extLst>
              <a:ext uri="{FF2B5EF4-FFF2-40B4-BE49-F238E27FC236}">
                <a16:creationId xmlns:a16="http://schemas.microsoft.com/office/drawing/2014/main" id="{8FF25763-9C16-CF04-5EEC-3F1B3A3C4F3E}"/>
              </a:ext>
            </a:extLst>
          </p:cNvPr>
          <p:cNvSpPr txBox="1"/>
          <p:nvPr/>
        </p:nvSpPr>
        <p:spPr>
          <a:xfrm>
            <a:off x="4645378" y="4909484"/>
            <a:ext cx="570089" cy="230832"/>
          </a:xfrm>
          <a:prstGeom prst="rect">
            <a:avLst/>
          </a:prstGeom>
          <a:noFill/>
        </p:spPr>
        <p:txBody>
          <a:bodyPr wrap="square" rtlCol="0">
            <a:spAutoFit/>
          </a:bodyPr>
          <a:lstStyle/>
          <a:p>
            <a:pPr algn="ctr"/>
            <a:r>
              <a:rPr lang="en-US" sz="900" dirty="0"/>
              <a:t>2389</a:t>
            </a:r>
          </a:p>
        </p:txBody>
      </p:sp>
      <p:sp>
        <p:nvSpPr>
          <p:cNvPr id="57" name="TextBox 56">
            <a:extLst>
              <a:ext uri="{FF2B5EF4-FFF2-40B4-BE49-F238E27FC236}">
                <a16:creationId xmlns:a16="http://schemas.microsoft.com/office/drawing/2014/main" id="{E1596F91-05E8-FDB2-D6CC-B05BB430DA0F}"/>
              </a:ext>
            </a:extLst>
          </p:cNvPr>
          <p:cNvSpPr txBox="1"/>
          <p:nvPr/>
        </p:nvSpPr>
        <p:spPr>
          <a:xfrm>
            <a:off x="4143022" y="1789521"/>
            <a:ext cx="570089" cy="230832"/>
          </a:xfrm>
          <a:prstGeom prst="rect">
            <a:avLst/>
          </a:prstGeom>
          <a:noFill/>
        </p:spPr>
        <p:txBody>
          <a:bodyPr wrap="square" rtlCol="0">
            <a:spAutoFit/>
          </a:bodyPr>
          <a:lstStyle/>
          <a:p>
            <a:pPr algn="ctr"/>
            <a:r>
              <a:rPr lang="en-US" sz="900" dirty="0"/>
              <a:t>73</a:t>
            </a:r>
          </a:p>
        </p:txBody>
      </p:sp>
      <p:sp>
        <p:nvSpPr>
          <p:cNvPr id="58" name="TextBox 57">
            <a:extLst>
              <a:ext uri="{FF2B5EF4-FFF2-40B4-BE49-F238E27FC236}">
                <a16:creationId xmlns:a16="http://schemas.microsoft.com/office/drawing/2014/main" id="{7EC1420A-0651-73CE-6B36-BD0E39C2EC19}"/>
              </a:ext>
            </a:extLst>
          </p:cNvPr>
          <p:cNvSpPr txBox="1"/>
          <p:nvPr/>
        </p:nvSpPr>
        <p:spPr>
          <a:xfrm>
            <a:off x="4143022" y="786183"/>
            <a:ext cx="570089" cy="230832"/>
          </a:xfrm>
          <a:prstGeom prst="rect">
            <a:avLst/>
          </a:prstGeom>
          <a:noFill/>
        </p:spPr>
        <p:txBody>
          <a:bodyPr wrap="square" rtlCol="0">
            <a:spAutoFit/>
          </a:bodyPr>
          <a:lstStyle/>
          <a:p>
            <a:pPr algn="ctr"/>
            <a:r>
              <a:rPr lang="en-US" sz="900" dirty="0"/>
              <a:t>15792</a:t>
            </a:r>
          </a:p>
        </p:txBody>
      </p:sp>
      <p:sp>
        <p:nvSpPr>
          <p:cNvPr id="59" name="TextBox 58">
            <a:extLst>
              <a:ext uri="{FF2B5EF4-FFF2-40B4-BE49-F238E27FC236}">
                <a16:creationId xmlns:a16="http://schemas.microsoft.com/office/drawing/2014/main" id="{319660E4-081C-129D-27FE-5215F8696BCA}"/>
              </a:ext>
            </a:extLst>
          </p:cNvPr>
          <p:cNvSpPr txBox="1"/>
          <p:nvPr/>
        </p:nvSpPr>
        <p:spPr>
          <a:xfrm>
            <a:off x="4143022" y="1402877"/>
            <a:ext cx="570089" cy="230832"/>
          </a:xfrm>
          <a:prstGeom prst="rect">
            <a:avLst/>
          </a:prstGeom>
          <a:noFill/>
        </p:spPr>
        <p:txBody>
          <a:bodyPr wrap="square" rtlCol="0">
            <a:spAutoFit/>
          </a:bodyPr>
          <a:lstStyle/>
          <a:p>
            <a:pPr algn="ctr"/>
            <a:r>
              <a:rPr lang="en-US" sz="900" dirty="0"/>
              <a:t>12567</a:t>
            </a:r>
          </a:p>
        </p:txBody>
      </p:sp>
    </p:spTree>
    <p:extLst>
      <p:ext uri="{BB962C8B-B14F-4D97-AF65-F5344CB8AC3E}">
        <p14:creationId xmlns:p14="http://schemas.microsoft.com/office/powerpoint/2010/main" val="13343681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DFA27-1BCC-0F8F-EC53-F14B91D92F7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7AD677E-58B5-D6C8-8525-FE8736D8BE95}"/>
              </a:ext>
            </a:extLst>
          </p:cNvPr>
          <p:cNvSpPr>
            <a:spLocks noGrp="1"/>
          </p:cNvSpPr>
          <p:nvPr>
            <p:ph sz="half" idx="1"/>
          </p:nvPr>
        </p:nvSpPr>
        <p:spPr/>
        <p:txBody>
          <a:bodyPr>
            <a:normAutofit/>
          </a:bodyPr>
          <a:lstStyle/>
          <a:p>
            <a:r>
              <a:rPr lang="en-US" dirty="0"/>
              <a:t>Complete red line.  Doubles can be 11, 77, or 88.  Also, 82 and 91.  14, 41, and 19 are precluded. </a:t>
            </a:r>
          </a:p>
        </p:txBody>
      </p:sp>
      <p:pic>
        <p:nvPicPr>
          <p:cNvPr id="4" name="Picture 3" descr="A grid of sudoku puzzle&#10;&#10;Description automatically generated">
            <a:extLst>
              <a:ext uri="{FF2B5EF4-FFF2-40B4-BE49-F238E27FC236}">
                <a16:creationId xmlns:a16="http://schemas.microsoft.com/office/drawing/2014/main" id="{B49D6D4F-0CF0-56F9-00C7-FF87300F2F3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CC28A2B-A304-8B2D-C320-BF48D38E8A3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FB06FDC-75F8-1710-4289-1F1AE826249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9A46F7A-22B1-9976-6DE0-CA06C205598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E020814-552C-F8A8-2A40-CFECF844DE5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7914B68-A9C0-F5A0-24A4-C8772FE68CB9}"/>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8B592FEA-0B60-FECE-D036-1C51DE2DEC09}"/>
              </a:ext>
            </a:extLst>
          </p:cNvPr>
          <p:cNvSpPr txBox="1"/>
          <p:nvPr/>
        </p:nvSpPr>
        <p:spPr>
          <a:xfrm>
            <a:off x="4143022" y="2905709"/>
            <a:ext cx="570089" cy="230832"/>
          </a:xfrm>
          <a:prstGeom prst="rect">
            <a:avLst/>
          </a:prstGeom>
          <a:noFill/>
        </p:spPr>
        <p:txBody>
          <a:bodyPr wrap="square" rtlCol="0">
            <a:spAutoFit/>
          </a:bodyPr>
          <a:lstStyle/>
          <a:p>
            <a:pPr algn="ctr"/>
            <a:r>
              <a:rPr lang="en-US" sz="900" dirty="0"/>
              <a:t>4789</a:t>
            </a:r>
          </a:p>
        </p:txBody>
      </p:sp>
      <p:sp>
        <p:nvSpPr>
          <p:cNvPr id="10" name="TextBox 9">
            <a:extLst>
              <a:ext uri="{FF2B5EF4-FFF2-40B4-BE49-F238E27FC236}">
                <a16:creationId xmlns:a16="http://schemas.microsoft.com/office/drawing/2014/main" id="{4FFA7544-4F32-817C-55F1-51061827781A}"/>
              </a:ext>
            </a:extLst>
          </p:cNvPr>
          <p:cNvSpPr txBox="1"/>
          <p:nvPr/>
        </p:nvSpPr>
        <p:spPr>
          <a:xfrm>
            <a:off x="3138310" y="2905709"/>
            <a:ext cx="570089" cy="230832"/>
          </a:xfrm>
          <a:prstGeom prst="rect">
            <a:avLst/>
          </a:prstGeom>
          <a:noFill/>
        </p:spPr>
        <p:txBody>
          <a:bodyPr wrap="square" rtlCol="0">
            <a:spAutoFit/>
          </a:bodyPr>
          <a:lstStyle/>
          <a:p>
            <a:pPr algn="ctr"/>
            <a:r>
              <a:rPr lang="en-US" sz="900" dirty="0"/>
              <a:t>479</a:t>
            </a:r>
          </a:p>
        </p:txBody>
      </p:sp>
      <p:sp>
        <p:nvSpPr>
          <p:cNvPr id="11" name="TextBox 10">
            <a:extLst>
              <a:ext uri="{FF2B5EF4-FFF2-40B4-BE49-F238E27FC236}">
                <a16:creationId xmlns:a16="http://schemas.microsoft.com/office/drawing/2014/main" id="{AB472F22-45B8-6759-AE34-C47DA7145115}"/>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B246E1E6-5D87-C0F1-2642-C6F31330945F}"/>
              </a:ext>
            </a:extLst>
          </p:cNvPr>
          <p:cNvSpPr txBox="1"/>
          <p:nvPr/>
        </p:nvSpPr>
        <p:spPr>
          <a:xfrm>
            <a:off x="4143022" y="3406653"/>
            <a:ext cx="570089" cy="230832"/>
          </a:xfrm>
          <a:prstGeom prst="rect">
            <a:avLst/>
          </a:prstGeom>
          <a:noFill/>
        </p:spPr>
        <p:txBody>
          <a:bodyPr wrap="square" rtlCol="0">
            <a:spAutoFit/>
          </a:bodyPr>
          <a:lstStyle/>
          <a:p>
            <a:pPr algn="ctr"/>
            <a:r>
              <a:rPr lang="en-US" sz="900" dirty="0"/>
              <a:t>4589</a:t>
            </a:r>
          </a:p>
        </p:txBody>
      </p:sp>
      <p:sp>
        <p:nvSpPr>
          <p:cNvPr id="13" name="TextBox 12">
            <a:extLst>
              <a:ext uri="{FF2B5EF4-FFF2-40B4-BE49-F238E27FC236}">
                <a16:creationId xmlns:a16="http://schemas.microsoft.com/office/drawing/2014/main" id="{1C35DC9F-459A-8A6F-B7D5-0AE0184FC1E6}"/>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8BCBB095-19F9-04D0-AED1-21E83DB558EF}"/>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1CCBCA53-ACF8-D5C0-73DB-364AB8837BC2}"/>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20" name="TextBox 19">
            <a:extLst>
              <a:ext uri="{FF2B5EF4-FFF2-40B4-BE49-F238E27FC236}">
                <a16:creationId xmlns:a16="http://schemas.microsoft.com/office/drawing/2014/main" id="{1AE18BB4-64A6-702B-C698-AD7E34A7EAEE}"/>
              </a:ext>
            </a:extLst>
          </p:cNvPr>
          <p:cNvSpPr txBox="1"/>
          <p:nvPr/>
        </p:nvSpPr>
        <p:spPr>
          <a:xfrm>
            <a:off x="6654802" y="1764121"/>
            <a:ext cx="570089" cy="230832"/>
          </a:xfrm>
          <a:prstGeom prst="rect">
            <a:avLst/>
          </a:prstGeom>
          <a:noFill/>
        </p:spPr>
        <p:txBody>
          <a:bodyPr wrap="square" rtlCol="0">
            <a:spAutoFit/>
          </a:bodyPr>
          <a:lstStyle/>
          <a:p>
            <a:pPr algn="ctr"/>
            <a:r>
              <a:rPr lang="en-US" sz="900" dirty="0"/>
              <a:t>49</a:t>
            </a:r>
          </a:p>
        </p:txBody>
      </p:sp>
      <p:sp>
        <p:nvSpPr>
          <p:cNvPr id="24" name="TextBox 23">
            <a:extLst>
              <a:ext uri="{FF2B5EF4-FFF2-40B4-BE49-F238E27FC236}">
                <a16:creationId xmlns:a16="http://schemas.microsoft.com/office/drawing/2014/main" id="{ECB965BD-59BC-BBF3-524D-F3488D5A1CAA}"/>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25" name="TextBox 24">
            <a:extLst>
              <a:ext uri="{FF2B5EF4-FFF2-40B4-BE49-F238E27FC236}">
                <a16:creationId xmlns:a16="http://schemas.microsoft.com/office/drawing/2014/main" id="{925914A6-7793-8316-FF19-75E9A209EC2E}"/>
              </a:ext>
            </a:extLst>
          </p:cNvPr>
          <p:cNvSpPr txBox="1"/>
          <p:nvPr/>
        </p:nvSpPr>
        <p:spPr>
          <a:xfrm>
            <a:off x="4143022" y="4059997"/>
            <a:ext cx="570089" cy="230832"/>
          </a:xfrm>
          <a:prstGeom prst="rect">
            <a:avLst/>
          </a:prstGeom>
          <a:noFill/>
        </p:spPr>
        <p:txBody>
          <a:bodyPr wrap="square" rtlCol="0">
            <a:spAutoFit/>
          </a:bodyPr>
          <a:lstStyle/>
          <a:p>
            <a:pPr algn="ctr"/>
            <a:r>
              <a:rPr lang="en-US" sz="900" dirty="0"/>
              <a:t>149</a:t>
            </a:r>
          </a:p>
        </p:txBody>
      </p:sp>
      <p:sp>
        <p:nvSpPr>
          <p:cNvPr id="18" name="TextBox 17">
            <a:extLst>
              <a:ext uri="{FF2B5EF4-FFF2-40B4-BE49-F238E27FC236}">
                <a16:creationId xmlns:a16="http://schemas.microsoft.com/office/drawing/2014/main" id="{4F391FCC-BF5C-1CA9-88C0-F04AF31171D0}"/>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762B6C50-F54D-6352-B369-DB97644C6A45}"/>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D69B674D-D5CC-89F6-CA16-3FA1327E37AE}"/>
              </a:ext>
            </a:extLst>
          </p:cNvPr>
          <p:cNvSpPr txBox="1"/>
          <p:nvPr/>
        </p:nvSpPr>
        <p:spPr>
          <a:xfrm>
            <a:off x="4645378" y="2531765"/>
            <a:ext cx="570089" cy="230832"/>
          </a:xfrm>
          <a:prstGeom prst="rect">
            <a:avLst/>
          </a:prstGeom>
          <a:noFill/>
        </p:spPr>
        <p:txBody>
          <a:bodyPr wrap="square" rtlCol="0">
            <a:spAutoFit/>
          </a:bodyPr>
          <a:lstStyle/>
          <a:p>
            <a:pPr algn="ctr"/>
            <a:r>
              <a:rPr lang="en-US" sz="900" dirty="0"/>
              <a:t>73</a:t>
            </a:r>
          </a:p>
        </p:txBody>
      </p:sp>
      <p:sp>
        <p:nvSpPr>
          <p:cNvPr id="27" name="TextBox 26">
            <a:extLst>
              <a:ext uri="{FF2B5EF4-FFF2-40B4-BE49-F238E27FC236}">
                <a16:creationId xmlns:a16="http://schemas.microsoft.com/office/drawing/2014/main" id="{50D22905-8278-2724-6EE1-1B14A588AB1C}"/>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4" name="TextBox 33">
            <a:extLst>
              <a:ext uri="{FF2B5EF4-FFF2-40B4-BE49-F238E27FC236}">
                <a16:creationId xmlns:a16="http://schemas.microsoft.com/office/drawing/2014/main" id="{19BAF810-6F4B-943F-F943-47079C00E556}"/>
              </a:ext>
            </a:extLst>
          </p:cNvPr>
          <p:cNvSpPr txBox="1"/>
          <p:nvPr/>
        </p:nvSpPr>
        <p:spPr>
          <a:xfrm>
            <a:off x="5650090" y="901933"/>
            <a:ext cx="570089" cy="230832"/>
          </a:xfrm>
          <a:prstGeom prst="rect">
            <a:avLst/>
          </a:prstGeom>
          <a:noFill/>
        </p:spPr>
        <p:txBody>
          <a:bodyPr wrap="square" rtlCol="0">
            <a:spAutoFit/>
          </a:bodyPr>
          <a:lstStyle/>
          <a:p>
            <a:pPr algn="ctr"/>
            <a:r>
              <a:rPr lang="en-US" sz="900" dirty="0"/>
              <a:t>234</a:t>
            </a:r>
          </a:p>
        </p:txBody>
      </p:sp>
      <p:sp>
        <p:nvSpPr>
          <p:cNvPr id="35" name="TextBox 34">
            <a:extLst>
              <a:ext uri="{FF2B5EF4-FFF2-40B4-BE49-F238E27FC236}">
                <a16:creationId xmlns:a16="http://schemas.microsoft.com/office/drawing/2014/main" id="{FF315A15-DA9F-10B0-2595-56000C94CE75}"/>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32AF279B-FC2A-7BB8-3D19-39F4AC329D21}"/>
              </a:ext>
            </a:extLst>
          </p:cNvPr>
          <p:cNvSpPr txBox="1"/>
          <p:nvPr/>
        </p:nvSpPr>
        <p:spPr>
          <a:xfrm>
            <a:off x="5650090" y="1903821"/>
            <a:ext cx="570089" cy="230832"/>
          </a:xfrm>
          <a:prstGeom prst="rect">
            <a:avLst/>
          </a:prstGeom>
          <a:noFill/>
        </p:spPr>
        <p:txBody>
          <a:bodyPr wrap="square" rtlCol="0">
            <a:spAutoFit/>
          </a:bodyPr>
          <a:lstStyle/>
          <a:p>
            <a:pPr algn="ctr"/>
            <a:r>
              <a:rPr lang="en-US" sz="900" dirty="0"/>
              <a:t>234</a:t>
            </a:r>
          </a:p>
        </p:txBody>
      </p:sp>
      <p:sp>
        <p:nvSpPr>
          <p:cNvPr id="37" name="TextBox 36">
            <a:extLst>
              <a:ext uri="{FF2B5EF4-FFF2-40B4-BE49-F238E27FC236}">
                <a16:creationId xmlns:a16="http://schemas.microsoft.com/office/drawing/2014/main" id="{D4A4A196-9A4B-5A20-02D1-662E45C24B42}"/>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03415360-37C8-691C-3D05-4B37C3FAEADC}"/>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AB69FAF9-BE3F-3BC6-9CC8-45B630A9B99F}"/>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28950C1-E609-8041-3684-45D3F7411147}"/>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EA788F51-531E-5E48-1BBE-321787322FC2}"/>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ED8B6B8E-0FFD-74B1-334D-89E9F3DEDC97}"/>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1B14458F-2B1C-989C-77C9-048BB3FC82E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D9B48B01-04EA-25B2-E6A5-1459C189216C}"/>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DC322188-0F06-77B2-D32E-F6EB9CEBD8F4}"/>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1817E6F4-9B39-2419-2F79-B36E9A943840}"/>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BC2DCBE6-B041-7581-F3CE-B6C312F6650A}"/>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7DB953FA-EA81-4C87-3FBF-12AA1040A2A5}"/>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969A7D6F-464D-B6E8-57D9-F64E08AF8ABE}"/>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D6470E3B-B1E2-B23D-9510-BC429F3DF27A}"/>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11A6BC77-DB40-F61A-1E00-1D8921EE3B9B}"/>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F2A0E53C-E251-70E8-EE88-6E8C87E6C59A}"/>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F33FBB22-541D-84E0-8929-E187121A82F0}"/>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98644067-BFA5-EC25-EEC0-C3302DA0F987}"/>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36EC30A1-5E0D-F060-06A0-ADF3A627B62C}"/>
              </a:ext>
            </a:extLst>
          </p:cNvPr>
          <p:cNvSpPr txBox="1"/>
          <p:nvPr/>
        </p:nvSpPr>
        <p:spPr>
          <a:xfrm>
            <a:off x="5147734" y="901933"/>
            <a:ext cx="570089" cy="230832"/>
          </a:xfrm>
          <a:prstGeom prst="rect">
            <a:avLst/>
          </a:prstGeom>
          <a:noFill/>
        </p:spPr>
        <p:txBody>
          <a:bodyPr wrap="square" rtlCol="0">
            <a:spAutoFit/>
          </a:bodyPr>
          <a:lstStyle/>
          <a:p>
            <a:pPr algn="ctr"/>
            <a:r>
              <a:rPr lang="en-US" sz="900" dirty="0"/>
              <a:t>16789</a:t>
            </a:r>
          </a:p>
        </p:txBody>
      </p:sp>
      <p:sp>
        <p:nvSpPr>
          <p:cNvPr id="17" name="TextBox 16">
            <a:extLst>
              <a:ext uri="{FF2B5EF4-FFF2-40B4-BE49-F238E27FC236}">
                <a16:creationId xmlns:a16="http://schemas.microsoft.com/office/drawing/2014/main" id="{46F270E1-FB04-1956-3F16-83F574E83865}"/>
              </a:ext>
            </a:extLst>
          </p:cNvPr>
          <p:cNvSpPr txBox="1"/>
          <p:nvPr/>
        </p:nvSpPr>
        <p:spPr>
          <a:xfrm>
            <a:off x="5147734" y="1402877"/>
            <a:ext cx="570089" cy="230832"/>
          </a:xfrm>
          <a:prstGeom prst="rect">
            <a:avLst/>
          </a:prstGeom>
          <a:noFill/>
        </p:spPr>
        <p:txBody>
          <a:bodyPr wrap="square" rtlCol="0">
            <a:spAutoFit/>
          </a:bodyPr>
          <a:lstStyle/>
          <a:p>
            <a:pPr algn="ctr"/>
            <a:r>
              <a:rPr lang="en-US" sz="900" dirty="0"/>
              <a:t>16789</a:t>
            </a:r>
          </a:p>
        </p:txBody>
      </p:sp>
      <p:sp>
        <p:nvSpPr>
          <p:cNvPr id="31" name="TextBox 30">
            <a:extLst>
              <a:ext uri="{FF2B5EF4-FFF2-40B4-BE49-F238E27FC236}">
                <a16:creationId xmlns:a16="http://schemas.microsoft.com/office/drawing/2014/main" id="{EAF1C0FC-3398-F1AD-BF41-3297E4232BD5}"/>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47" name="TextBox 46">
            <a:extLst>
              <a:ext uri="{FF2B5EF4-FFF2-40B4-BE49-F238E27FC236}">
                <a16:creationId xmlns:a16="http://schemas.microsoft.com/office/drawing/2014/main" id="{AB207FC0-A14D-BF57-8236-959DCBCB2477}"/>
              </a:ext>
            </a:extLst>
          </p:cNvPr>
          <p:cNvSpPr txBox="1"/>
          <p:nvPr/>
        </p:nvSpPr>
        <p:spPr>
          <a:xfrm>
            <a:off x="5147734" y="2905709"/>
            <a:ext cx="570089" cy="230832"/>
          </a:xfrm>
          <a:prstGeom prst="rect">
            <a:avLst/>
          </a:prstGeom>
          <a:noFill/>
        </p:spPr>
        <p:txBody>
          <a:bodyPr wrap="square" rtlCol="0">
            <a:spAutoFit/>
          </a:bodyPr>
          <a:lstStyle/>
          <a:p>
            <a:pPr algn="ctr"/>
            <a:r>
              <a:rPr lang="en-US" sz="900" dirty="0"/>
              <a:t>289</a:t>
            </a:r>
          </a:p>
        </p:txBody>
      </p:sp>
      <p:sp>
        <p:nvSpPr>
          <p:cNvPr id="48" name="TextBox 47">
            <a:extLst>
              <a:ext uri="{FF2B5EF4-FFF2-40B4-BE49-F238E27FC236}">
                <a16:creationId xmlns:a16="http://schemas.microsoft.com/office/drawing/2014/main" id="{6CB66D02-12B4-C573-4BFF-3A74BF18FBC1}"/>
              </a:ext>
            </a:extLst>
          </p:cNvPr>
          <p:cNvSpPr txBox="1"/>
          <p:nvPr/>
        </p:nvSpPr>
        <p:spPr>
          <a:xfrm>
            <a:off x="5147734" y="3406653"/>
            <a:ext cx="570089" cy="230832"/>
          </a:xfrm>
          <a:prstGeom prst="rect">
            <a:avLst/>
          </a:prstGeom>
          <a:noFill/>
        </p:spPr>
        <p:txBody>
          <a:bodyPr wrap="square" rtlCol="0">
            <a:spAutoFit/>
          </a:bodyPr>
          <a:lstStyle/>
          <a:p>
            <a:pPr algn="ctr"/>
            <a:r>
              <a:rPr lang="en-US" sz="900" dirty="0"/>
              <a:t>189</a:t>
            </a:r>
          </a:p>
        </p:txBody>
      </p:sp>
      <p:sp>
        <p:nvSpPr>
          <p:cNvPr id="49" name="TextBox 48">
            <a:extLst>
              <a:ext uri="{FF2B5EF4-FFF2-40B4-BE49-F238E27FC236}">
                <a16:creationId xmlns:a16="http://schemas.microsoft.com/office/drawing/2014/main" id="{89B4ABCD-65CD-7DDC-B31B-2B1CD3E04F71}"/>
              </a:ext>
            </a:extLst>
          </p:cNvPr>
          <p:cNvSpPr txBox="1"/>
          <p:nvPr/>
        </p:nvSpPr>
        <p:spPr>
          <a:xfrm>
            <a:off x="5147734" y="3907597"/>
            <a:ext cx="570089" cy="230832"/>
          </a:xfrm>
          <a:prstGeom prst="rect">
            <a:avLst/>
          </a:prstGeom>
          <a:noFill/>
        </p:spPr>
        <p:txBody>
          <a:bodyPr wrap="square" rtlCol="0">
            <a:spAutoFit/>
          </a:bodyPr>
          <a:lstStyle/>
          <a:p>
            <a:pPr algn="ctr"/>
            <a:r>
              <a:rPr lang="en-US" sz="900" dirty="0"/>
              <a:t>2389</a:t>
            </a:r>
          </a:p>
        </p:txBody>
      </p:sp>
      <p:sp>
        <p:nvSpPr>
          <p:cNvPr id="50" name="TextBox 49">
            <a:extLst>
              <a:ext uri="{FF2B5EF4-FFF2-40B4-BE49-F238E27FC236}">
                <a16:creationId xmlns:a16="http://schemas.microsoft.com/office/drawing/2014/main" id="{2DC3B46E-804A-937F-62C8-49B4E7C166BA}"/>
              </a:ext>
            </a:extLst>
          </p:cNvPr>
          <p:cNvSpPr txBox="1"/>
          <p:nvPr/>
        </p:nvSpPr>
        <p:spPr>
          <a:xfrm>
            <a:off x="4645378" y="901933"/>
            <a:ext cx="570089" cy="230832"/>
          </a:xfrm>
          <a:prstGeom prst="rect">
            <a:avLst/>
          </a:prstGeom>
          <a:noFill/>
        </p:spPr>
        <p:txBody>
          <a:bodyPr wrap="square" rtlCol="0">
            <a:spAutoFit/>
          </a:bodyPr>
          <a:lstStyle/>
          <a:p>
            <a:pPr algn="ctr"/>
            <a:r>
              <a:rPr lang="en-US" sz="900" dirty="0"/>
              <a:t>15789</a:t>
            </a:r>
          </a:p>
        </p:txBody>
      </p:sp>
      <p:sp>
        <p:nvSpPr>
          <p:cNvPr id="51" name="TextBox 50">
            <a:extLst>
              <a:ext uri="{FF2B5EF4-FFF2-40B4-BE49-F238E27FC236}">
                <a16:creationId xmlns:a16="http://schemas.microsoft.com/office/drawing/2014/main" id="{FB731660-2073-4EC8-17E0-FDAAFFBDCCC4}"/>
              </a:ext>
            </a:extLst>
          </p:cNvPr>
          <p:cNvSpPr txBox="1"/>
          <p:nvPr/>
        </p:nvSpPr>
        <p:spPr>
          <a:xfrm>
            <a:off x="4645378" y="1518627"/>
            <a:ext cx="570089" cy="230832"/>
          </a:xfrm>
          <a:prstGeom prst="rect">
            <a:avLst/>
          </a:prstGeom>
          <a:noFill/>
        </p:spPr>
        <p:txBody>
          <a:bodyPr wrap="square" rtlCol="0">
            <a:spAutoFit/>
          </a:bodyPr>
          <a:lstStyle/>
          <a:p>
            <a:pPr algn="ctr"/>
            <a:r>
              <a:rPr lang="en-US" sz="900" dirty="0"/>
              <a:t>15789</a:t>
            </a:r>
          </a:p>
        </p:txBody>
      </p:sp>
      <p:sp>
        <p:nvSpPr>
          <p:cNvPr id="52" name="TextBox 51">
            <a:extLst>
              <a:ext uri="{FF2B5EF4-FFF2-40B4-BE49-F238E27FC236}">
                <a16:creationId xmlns:a16="http://schemas.microsoft.com/office/drawing/2014/main" id="{65553488-F35A-2219-508D-C9FEAE4A3060}"/>
              </a:ext>
            </a:extLst>
          </p:cNvPr>
          <p:cNvSpPr txBox="1"/>
          <p:nvPr/>
        </p:nvSpPr>
        <p:spPr>
          <a:xfrm>
            <a:off x="4645378" y="1903821"/>
            <a:ext cx="570089" cy="230832"/>
          </a:xfrm>
          <a:prstGeom prst="rect">
            <a:avLst/>
          </a:prstGeom>
          <a:noFill/>
        </p:spPr>
        <p:txBody>
          <a:bodyPr wrap="square" rtlCol="0">
            <a:spAutoFit/>
          </a:bodyPr>
          <a:lstStyle/>
          <a:p>
            <a:pPr algn="ctr"/>
            <a:r>
              <a:rPr lang="en-US" sz="900" dirty="0"/>
              <a:t>159</a:t>
            </a:r>
          </a:p>
        </p:txBody>
      </p:sp>
      <p:sp>
        <p:nvSpPr>
          <p:cNvPr id="53" name="TextBox 52">
            <a:extLst>
              <a:ext uri="{FF2B5EF4-FFF2-40B4-BE49-F238E27FC236}">
                <a16:creationId xmlns:a16="http://schemas.microsoft.com/office/drawing/2014/main" id="{473AE76B-5D27-54A1-ACEE-C8EF2BD199F2}"/>
              </a:ext>
            </a:extLst>
          </p:cNvPr>
          <p:cNvSpPr txBox="1"/>
          <p:nvPr/>
        </p:nvSpPr>
        <p:spPr>
          <a:xfrm>
            <a:off x="4645378" y="2905709"/>
            <a:ext cx="570089" cy="230832"/>
          </a:xfrm>
          <a:prstGeom prst="rect">
            <a:avLst/>
          </a:prstGeom>
          <a:noFill/>
        </p:spPr>
        <p:txBody>
          <a:bodyPr wrap="square" rtlCol="0">
            <a:spAutoFit/>
          </a:bodyPr>
          <a:lstStyle/>
          <a:p>
            <a:pPr algn="ctr"/>
            <a:r>
              <a:rPr lang="en-US" sz="900" dirty="0"/>
              <a:t>2489</a:t>
            </a:r>
          </a:p>
        </p:txBody>
      </p:sp>
      <p:sp>
        <p:nvSpPr>
          <p:cNvPr id="54" name="TextBox 53">
            <a:extLst>
              <a:ext uri="{FF2B5EF4-FFF2-40B4-BE49-F238E27FC236}">
                <a16:creationId xmlns:a16="http://schemas.microsoft.com/office/drawing/2014/main" id="{BA03EFBE-B4AF-C6CF-4619-BC1D8A904E8E}"/>
              </a:ext>
            </a:extLst>
          </p:cNvPr>
          <p:cNvSpPr txBox="1"/>
          <p:nvPr/>
        </p:nvSpPr>
        <p:spPr>
          <a:xfrm>
            <a:off x="4645378" y="3406653"/>
            <a:ext cx="570089" cy="230832"/>
          </a:xfrm>
          <a:prstGeom prst="rect">
            <a:avLst/>
          </a:prstGeom>
          <a:noFill/>
        </p:spPr>
        <p:txBody>
          <a:bodyPr wrap="square" rtlCol="0">
            <a:spAutoFit/>
          </a:bodyPr>
          <a:lstStyle/>
          <a:p>
            <a:pPr algn="ctr"/>
            <a:r>
              <a:rPr lang="en-US" sz="900" dirty="0"/>
              <a:t>1489</a:t>
            </a:r>
          </a:p>
        </p:txBody>
      </p:sp>
      <p:sp>
        <p:nvSpPr>
          <p:cNvPr id="55" name="TextBox 54">
            <a:extLst>
              <a:ext uri="{FF2B5EF4-FFF2-40B4-BE49-F238E27FC236}">
                <a16:creationId xmlns:a16="http://schemas.microsoft.com/office/drawing/2014/main" id="{EC2AAF08-3F6B-B8D0-D8F1-2E21E31A3C54}"/>
              </a:ext>
            </a:extLst>
          </p:cNvPr>
          <p:cNvSpPr txBox="1"/>
          <p:nvPr/>
        </p:nvSpPr>
        <p:spPr>
          <a:xfrm>
            <a:off x="4645378" y="3907597"/>
            <a:ext cx="570089" cy="230832"/>
          </a:xfrm>
          <a:prstGeom prst="rect">
            <a:avLst/>
          </a:prstGeom>
          <a:noFill/>
        </p:spPr>
        <p:txBody>
          <a:bodyPr wrap="square" rtlCol="0">
            <a:spAutoFit/>
          </a:bodyPr>
          <a:lstStyle/>
          <a:p>
            <a:pPr algn="ctr"/>
            <a:r>
              <a:rPr lang="en-US" sz="900" dirty="0"/>
              <a:t>2389</a:t>
            </a:r>
          </a:p>
        </p:txBody>
      </p:sp>
      <p:sp>
        <p:nvSpPr>
          <p:cNvPr id="56" name="TextBox 55">
            <a:extLst>
              <a:ext uri="{FF2B5EF4-FFF2-40B4-BE49-F238E27FC236}">
                <a16:creationId xmlns:a16="http://schemas.microsoft.com/office/drawing/2014/main" id="{608FCD0C-7E60-A529-5908-6E2275D0D1B5}"/>
              </a:ext>
            </a:extLst>
          </p:cNvPr>
          <p:cNvSpPr txBox="1"/>
          <p:nvPr/>
        </p:nvSpPr>
        <p:spPr>
          <a:xfrm>
            <a:off x="4645378" y="4909484"/>
            <a:ext cx="570089" cy="230832"/>
          </a:xfrm>
          <a:prstGeom prst="rect">
            <a:avLst/>
          </a:prstGeom>
          <a:noFill/>
        </p:spPr>
        <p:txBody>
          <a:bodyPr wrap="square" rtlCol="0">
            <a:spAutoFit/>
          </a:bodyPr>
          <a:lstStyle/>
          <a:p>
            <a:pPr algn="ctr"/>
            <a:r>
              <a:rPr lang="en-US" sz="900" dirty="0"/>
              <a:t>2389</a:t>
            </a:r>
          </a:p>
        </p:txBody>
      </p:sp>
      <p:sp>
        <p:nvSpPr>
          <p:cNvPr id="57" name="TextBox 56">
            <a:extLst>
              <a:ext uri="{FF2B5EF4-FFF2-40B4-BE49-F238E27FC236}">
                <a16:creationId xmlns:a16="http://schemas.microsoft.com/office/drawing/2014/main" id="{F2F6CC85-E7FA-8980-4B13-DEB21A0321BB}"/>
              </a:ext>
            </a:extLst>
          </p:cNvPr>
          <p:cNvSpPr txBox="1"/>
          <p:nvPr/>
        </p:nvSpPr>
        <p:spPr>
          <a:xfrm>
            <a:off x="4143022" y="1789521"/>
            <a:ext cx="570089" cy="230832"/>
          </a:xfrm>
          <a:prstGeom prst="rect">
            <a:avLst/>
          </a:prstGeom>
          <a:noFill/>
        </p:spPr>
        <p:txBody>
          <a:bodyPr wrap="square" rtlCol="0">
            <a:spAutoFit/>
          </a:bodyPr>
          <a:lstStyle/>
          <a:p>
            <a:pPr algn="ctr"/>
            <a:r>
              <a:rPr lang="en-US" sz="900" dirty="0"/>
              <a:t>73</a:t>
            </a:r>
          </a:p>
        </p:txBody>
      </p:sp>
      <p:sp>
        <p:nvSpPr>
          <p:cNvPr id="58" name="TextBox 57">
            <a:extLst>
              <a:ext uri="{FF2B5EF4-FFF2-40B4-BE49-F238E27FC236}">
                <a16:creationId xmlns:a16="http://schemas.microsoft.com/office/drawing/2014/main" id="{47559780-95AE-291A-4E2A-82A8308CE7D1}"/>
              </a:ext>
            </a:extLst>
          </p:cNvPr>
          <p:cNvSpPr txBox="1"/>
          <p:nvPr/>
        </p:nvSpPr>
        <p:spPr>
          <a:xfrm>
            <a:off x="4143022" y="786183"/>
            <a:ext cx="570089" cy="230832"/>
          </a:xfrm>
          <a:prstGeom prst="rect">
            <a:avLst/>
          </a:prstGeom>
          <a:noFill/>
        </p:spPr>
        <p:txBody>
          <a:bodyPr wrap="square" rtlCol="0">
            <a:spAutoFit/>
          </a:bodyPr>
          <a:lstStyle/>
          <a:p>
            <a:pPr algn="ctr"/>
            <a:r>
              <a:rPr lang="en-US" sz="900" dirty="0"/>
              <a:t>15792</a:t>
            </a:r>
          </a:p>
        </p:txBody>
      </p:sp>
      <p:sp>
        <p:nvSpPr>
          <p:cNvPr id="59" name="TextBox 58">
            <a:extLst>
              <a:ext uri="{FF2B5EF4-FFF2-40B4-BE49-F238E27FC236}">
                <a16:creationId xmlns:a16="http://schemas.microsoft.com/office/drawing/2014/main" id="{02F151A9-D6D6-E879-2C9E-5BCC1B4FF045}"/>
              </a:ext>
            </a:extLst>
          </p:cNvPr>
          <p:cNvSpPr txBox="1"/>
          <p:nvPr/>
        </p:nvSpPr>
        <p:spPr>
          <a:xfrm>
            <a:off x="4143022" y="1402877"/>
            <a:ext cx="570089" cy="230832"/>
          </a:xfrm>
          <a:prstGeom prst="rect">
            <a:avLst/>
          </a:prstGeom>
          <a:noFill/>
        </p:spPr>
        <p:txBody>
          <a:bodyPr wrap="square" rtlCol="0">
            <a:spAutoFit/>
          </a:bodyPr>
          <a:lstStyle/>
          <a:p>
            <a:pPr algn="ctr"/>
            <a:r>
              <a:rPr lang="en-US" sz="900" dirty="0"/>
              <a:t>12567</a:t>
            </a:r>
          </a:p>
        </p:txBody>
      </p:sp>
      <p:sp>
        <p:nvSpPr>
          <p:cNvPr id="60" name="TextBox 59">
            <a:extLst>
              <a:ext uri="{FF2B5EF4-FFF2-40B4-BE49-F238E27FC236}">
                <a16:creationId xmlns:a16="http://schemas.microsoft.com/office/drawing/2014/main" id="{E5B05BD3-F4BE-5C6F-0A1E-A6C5D88ED738}"/>
              </a:ext>
            </a:extLst>
          </p:cNvPr>
          <p:cNvSpPr txBox="1"/>
          <p:nvPr/>
        </p:nvSpPr>
        <p:spPr>
          <a:xfrm>
            <a:off x="6152446" y="5048384"/>
            <a:ext cx="570089" cy="230832"/>
          </a:xfrm>
          <a:prstGeom prst="rect">
            <a:avLst/>
          </a:prstGeom>
          <a:noFill/>
        </p:spPr>
        <p:txBody>
          <a:bodyPr wrap="square" rtlCol="0">
            <a:spAutoFit/>
          </a:bodyPr>
          <a:lstStyle/>
          <a:p>
            <a:pPr algn="ctr"/>
            <a:r>
              <a:rPr lang="en-US" sz="900" dirty="0"/>
              <a:t>1278</a:t>
            </a:r>
          </a:p>
        </p:txBody>
      </p:sp>
    </p:spTree>
    <p:extLst>
      <p:ext uri="{BB962C8B-B14F-4D97-AF65-F5344CB8AC3E}">
        <p14:creationId xmlns:p14="http://schemas.microsoft.com/office/powerpoint/2010/main" val="26761831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3B675-2A72-9A9E-D9C2-B8F59BE792B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AE20358-377D-999F-D2B1-559A05535EF6}"/>
              </a:ext>
            </a:extLst>
          </p:cNvPr>
          <p:cNvSpPr>
            <a:spLocks noGrp="1"/>
          </p:cNvSpPr>
          <p:nvPr>
            <p:ph sz="half" idx="1"/>
          </p:nvPr>
        </p:nvSpPr>
        <p:spPr/>
        <p:txBody>
          <a:bodyPr>
            <a:normAutofit/>
          </a:bodyPr>
          <a:lstStyle/>
          <a:p>
            <a:r>
              <a:rPr lang="en-US" dirty="0"/>
              <a:t>There are nine red lines.  Since all squares from 1 to 81 are represented at least once on the lines, they are represented exactly once.  19 (3²) is represented. It can’t be repeated. One of these lines is 14 (2²) and the other is 49 (6²).</a:t>
            </a:r>
          </a:p>
        </p:txBody>
      </p:sp>
      <p:pic>
        <p:nvPicPr>
          <p:cNvPr id="4" name="Picture 3" descr="A grid of sudoku puzzle&#10;&#10;Description automatically generated">
            <a:extLst>
              <a:ext uri="{FF2B5EF4-FFF2-40B4-BE49-F238E27FC236}">
                <a16:creationId xmlns:a16="http://schemas.microsoft.com/office/drawing/2014/main" id="{5F63126B-5FBB-9736-2B80-EF84F661AA7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06F9899-8F01-655F-3AFB-A848E092076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8552E9F-04BE-D735-6A67-BE17E314245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7A759F2-AA1F-F7D9-0363-3D806A2E5AA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DC8563C-C7C3-4EDF-05DA-80D89850949E}"/>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F03A0DD-DBEF-CEFF-9E81-E6505AE43333}"/>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9B0ADF49-E84E-365A-7B7A-470651680A72}"/>
              </a:ext>
            </a:extLst>
          </p:cNvPr>
          <p:cNvSpPr txBox="1"/>
          <p:nvPr/>
        </p:nvSpPr>
        <p:spPr>
          <a:xfrm>
            <a:off x="4143022" y="2905709"/>
            <a:ext cx="570089" cy="230832"/>
          </a:xfrm>
          <a:prstGeom prst="rect">
            <a:avLst/>
          </a:prstGeom>
          <a:noFill/>
        </p:spPr>
        <p:txBody>
          <a:bodyPr wrap="square" rtlCol="0">
            <a:spAutoFit/>
          </a:bodyPr>
          <a:lstStyle/>
          <a:p>
            <a:pPr algn="ctr"/>
            <a:r>
              <a:rPr lang="en-US" sz="900" dirty="0"/>
              <a:t>4789</a:t>
            </a:r>
          </a:p>
        </p:txBody>
      </p:sp>
      <p:sp>
        <p:nvSpPr>
          <p:cNvPr id="10" name="TextBox 9">
            <a:extLst>
              <a:ext uri="{FF2B5EF4-FFF2-40B4-BE49-F238E27FC236}">
                <a16:creationId xmlns:a16="http://schemas.microsoft.com/office/drawing/2014/main" id="{307D33A6-2909-7C81-B177-1FBDA06A76BF}"/>
              </a:ext>
            </a:extLst>
          </p:cNvPr>
          <p:cNvSpPr txBox="1"/>
          <p:nvPr/>
        </p:nvSpPr>
        <p:spPr>
          <a:xfrm>
            <a:off x="3138310" y="2905709"/>
            <a:ext cx="570089" cy="230832"/>
          </a:xfrm>
          <a:prstGeom prst="rect">
            <a:avLst/>
          </a:prstGeom>
          <a:noFill/>
        </p:spPr>
        <p:txBody>
          <a:bodyPr wrap="square" rtlCol="0">
            <a:spAutoFit/>
          </a:bodyPr>
          <a:lstStyle/>
          <a:p>
            <a:pPr algn="ctr"/>
            <a:r>
              <a:rPr lang="en-US" sz="900" dirty="0"/>
              <a:t>479</a:t>
            </a:r>
          </a:p>
        </p:txBody>
      </p:sp>
      <p:sp>
        <p:nvSpPr>
          <p:cNvPr id="11" name="TextBox 10">
            <a:extLst>
              <a:ext uri="{FF2B5EF4-FFF2-40B4-BE49-F238E27FC236}">
                <a16:creationId xmlns:a16="http://schemas.microsoft.com/office/drawing/2014/main" id="{0BBA16D0-43BB-FC88-B085-3FDE08641B63}"/>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1F14EC59-B6BF-B3A3-2995-8D8044DCE9AF}"/>
              </a:ext>
            </a:extLst>
          </p:cNvPr>
          <p:cNvSpPr txBox="1"/>
          <p:nvPr/>
        </p:nvSpPr>
        <p:spPr>
          <a:xfrm>
            <a:off x="4143022" y="3406653"/>
            <a:ext cx="570089" cy="230832"/>
          </a:xfrm>
          <a:prstGeom prst="rect">
            <a:avLst/>
          </a:prstGeom>
          <a:noFill/>
        </p:spPr>
        <p:txBody>
          <a:bodyPr wrap="square" rtlCol="0">
            <a:spAutoFit/>
          </a:bodyPr>
          <a:lstStyle/>
          <a:p>
            <a:pPr algn="ctr"/>
            <a:r>
              <a:rPr lang="en-US" sz="900" dirty="0"/>
              <a:t>4589</a:t>
            </a:r>
          </a:p>
        </p:txBody>
      </p:sp>
      <p:sp>
        <p:nvSpPr>
          <p:cNvPr id="13" name="TextBox 12">
            <a:extLst>
              <a:ext uri="{FF2B5EF4-FFF2-40B4-BE49-F238E27FC236}">
                <a16:creationId xmlns:a16="http://schemas.microsoft.com/office/drawing/2014/main" id="{7729D143-CE34-E3E0-0C1D-65A931A7CB31}"/>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7E31EEC2-782B-86C4-807A-9B54C31274E6}"/>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9406EC4A-DEE1-F5B4-C510-5BFA383DC864}"/>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7F0B9311-687C-C506-C144-1448CF973F02}"/>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3B67F2A0-5079-7747-7015-7BF7ADA8D5CB}"/>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19218902-4A30-74FE-0809-1BC93DFADE19}"/>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73211A4C-F719-2671-B447-549C1518EF48}"/>
              </a:ext>
            </a:extLst>
          </p:cNvPr>
          <p:cNvSpPr txBox="1"/>
          <p:nvPr/>
        </p:nvSpPr>
        <p:spPr>
          <a:xfrm>
            <a:off x="4645378" y="2531765"/>
            <a:ext cx="570089" cy="230832"/>
          </a:xfrm>
          <a:prstGeom prst="rect">
            <a:avLst/>
          </a:prstGeom>
          <a:noFill/>
        </p:spPr>
        <p:txBody>
          <a:bodyPr wrap="square" rtlCol="0">
            <a:spAutoFit/>
          </a:bodyPr>
          <a:lstStyle/>
          <a:p>
            <a:pPr algn="ctr"/>
            <a:r>
              <a:rPr lang="en-US" sz="900" dirty="0"/>
              <a:t>73</a:t>
            </a:r>
          </a:p>
        </p:txBody>
      </p:sp>
      <p:sp>
        <p:nvSpPr>
          <p:cNvPr id="27" name="TextBox 26">
            <a:extLst>
              <a:ext uri="{FF2B5EF4-FFF2-40B4-BE49-F238E27FC236}">
                <a16:creationId xmlns:a16="http://schemas.microsoft.com/office/drawing/2014/main" id="{A61DBA46-3B06-A8E9-EA79-35A77DABE461}"/>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4" name="TextBox 33">
            <a:extLst>
              <a:ext uri="{FF2B5EF4-FFF2-40B4-BE49-F238E27FC236}">
                <a16:creationId xmlns:a16="http://schemas.microsoft.com/office/drawing/2014/main" id="{63009CFC-5E11-3929-1E91-5232AD8B699D}"/>
              </a:ext>
            </a:extLst>
          </p:cNvPr>
          <p:cNvSpPr txBox="1"/>
          <p:nvPr/>
        </p:nvSpPr>
        <p:spPr>
          <a:xfrm>
            <a:off x="5650090" y="901933"/>
            <a:ext cx="570089" cy="230832"/>
          </a:xfrm>
          <a:prstGeom prst="rect">
            <a:avLst/>
          </a:prstGeom>
          <a:noFill/>
        </p:spPr>
        <p:txBody>
          <a:bodyPr wrap="square" rtlCol="0">
            <a:spAutoFit/>
          </a:bodyPr>
          <a:lstStyle/>
          <a:p>
            <a:pPr algn="ctr"/>
            <a:r>
              <a:rPr lang="en-US" sz="900" dirty="0"/>
              <a:t>234</a:t>
            </a:r>
          </a:p>
        </p:txBody>
      </p:sp>
      <p:sp>
        <p:nvSpPr>
          <p:cNvPr id="35" name="TextBox 34">
            <a:extLst>
              <a:ext uri="{FF2B5EF4-FFF2-40B4-BE49-F238E27FC236}">
                <a16:creationId xmlns:a16="http://schemas.microsoft.com/office/drawing/2014/main" id="{D53E733B-4FFA-241A-D87E-43F64340B330}"/>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19F9486C-2019-92C7-467A-6C89427D19D9}"/>
              </a:ext>
            </a:extLst>
          </p:cNvPr>
          <p:cNvSpPr txBox="1"/>
          <p:nvPr/>
        </p:nvSpPr>
        <p:spPr>
          <a:xfrm>
            <a:off x="5650090" y="1903821"/>
            <a:ext cx="570089" cy="230832"/>
          </a:xfrm>
          <a:prstGeom prst="rect">
            <a:avLst/>
          </a:prstGeom>
          <a:noFill/>
        </p:spPr>
        <p:txBody>
          <a:bodyPr wrap="square" rtlCol="0">
            <a:spAutoFit/>
          </a:bodyPr>
          <a:lstStyle/>
          <a:p>
            <a:pPr algn="ctr"/>
            <a:r>
              <a:rPr lang="en-US" sz="900" dirty="0"/>
              <a:t>234</a:t>
            </a:r>
          </a:p>
        </p:txBody>
      </p:sp>
      <p:sp>
        <p:nvSpPr>
          <p:cNvPr id="37" name="TextBox 36">
            <a:extLst>
              <a:ext uri="{FF2B5EF4-FFF2-40B4-BE49-F238E27FC236}">
                <a16:creationId xmlns:a16="http://schemas.microsoft.com/office/drawing/2014/main" id="{0AFE4A2C-83D7-AE96-172B-8424F71AA9AA}"/>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A9C2FEEC-4B9B-DB32-C95C-48AE2EFF7571}"/>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0617FB3E-4185-9FAB-20AF-F733EC3CED89}"/>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06B8A93-AD12-D0A7-BD87-2A123365697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B72006B5-33FC-EB56-D53A-42829A5C3821}"/>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B564708A-5D0D-AC65-7BA5-713D53E1EF5D}"/>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987469F7-03C1-088B-F5FF-A244B3D059F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632B8748-6B61-E994-4A44-DE99C0093ED8}"/>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FD0CCC68-4A6C-465F-870C-17F7D9E533F4}"/>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7820C62A-A943-8646-16C6-0B95DE01B869}"/>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9086CA08-E8B1-C9CB-4415-92D81C7AB93F}"/>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CBFC19EA-8688-1DE2-AA93-B7B487B4D53D}"/>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512E4FB3-B9A5-C3A6-657B-52E6DEE9AF00}"/>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98A39FEC-A6BC-A370-724D-DAE5B5EF6022}"/>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D2B4D672-F305-C3F0-CEAB-FE7EC7579EAA}"/>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09247056-7F09-A354-FCA7-6E8B0588136C}"/>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FBDA5446-ECFD-B3E9-69FC-BE5A8D92A05C}"/>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BB43D86D-11DF-0F43-7B97-B91538E10BF0}"/>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1F714AB8-3AE2-9189-77B0-91F144964DA4}"/>
              </a:ext>
            </a:extLst>
          </p:cNvPr>
          <p:cNvSpPr txBox="1"/>
          <p:nvPr/>
        </p:nvSpPr>
        <p:spPr>
          <a:xfrm>
            <a:off x="5147734" y="901933"/>
            <a:ext cx="570089" cy="230832"/>
          </a:xfrm>
          <a:prstGeom prst="rect">
            <a:avLst/>
          </a:prstGeom>
          <a:noFill/>
        </p:spPr>
        <p:txBody>
          <a:bodyPr wrap="square" rtlCol="0">
            <a:spAutoFit/>
          </a:bodyPr>
          <a:lstStyle/>
          <a:p>
            <a:pPr algn="ctr"/>
            <a:r>
              <a:rPr lang="en-US" sz="900" dirty="0"/>
              <a:t>16789</a:t>
            </a:r>
          </a:p>
        </p:txBody>
      </p:sp>
      <p:sp>
        <p:nvSpPr>
          <p:cNvPr id="17" name="TextBox 16">
            <a:extLst>
              <a:ext uri="{FF2B5EF4-FFF2-40B4-BE49-F238E27FC236}">
                <a16:creationId xmlns:a16="http://schemas.microsoft.com/office/drawing/2014/main" id="{E2BDEC50-203E-314B-3006-1F9B747E70D7}"/>
              </a:ext>
            </a:extLst>
          </p:cNvPr>
          <p:cNvSpPr txBox="1"/>
          <p:nvPr/>
        </p:nvSpPr>
        <p:spPr>
          <a:xfrm>
            <a:off x="5147734" y="1402877"/>
            <a:ext cx="570089" cy="230832"/>
          </a:xfrm>
          <a:prstGeom prst="rect">
            <a:avLst/>
          </a:prstGeom>
          <a:noFill/>
        </p:spPr>
        <p:txBody>
          <a:bodyPr wrap="square" rtlCol="0">
            <a:spAutoFit/>
          </a:bodyPr>
          <a:lstStyle/>
          <a:p>
            <a:pPr algn="ctr"/>
            <a:r>
              <a:rPr lang="en-US" sz="900" dirty="0"/>
              <a:t>16789</a:t>
            </a:r>
          </a:p>
        </p:txBody>
      </p:sp>
      <p:sp>
        <p:nvSpPr>
          <p:cNvPr id="31" name="TextBox 30">
            <a:extLst>
              <a:ext uri="{FF2B5EF4-FFF2-40B4-BE49-F238E27FC236}">
                <a16:creationId xmlns:a16="http://schemas.microsoft.com/office/drawing/2014/main" id="{65D983AD-D322-34F7-0C27-BD32BDCF1992}"/>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47" name="TextBox 46">
            <a:extLst>
              <a:ext uri="{FF2B5EF4-FFF2-40B4-BE49-F238E27FC236}">
                <a16:creationId xmlns:a16="http://schemas.microsoft.com/office/drawing/2014/main" id="{3B009FC6-E58E-09C4-585B-4A1F400B9083}"/>
              </a:ext>
            </a:extLst>
          </p:cNvPr>
          <p:cNvSpPr txBox="1"/>
          <p:nvPr/>
        </p:nvSpPr>
        <p:spPr>
          <a:xfrm>
            <a:off x="5147734" y="2905709"/>
            <a:ext cx="570089" cy="230832"/>
          </a:xfrm>
          <a:prstGeom prst="rect">
            <a:avLst/>
          </a:prstGeom>
          <a:noFill/>
        </p:spPr>
        <p:txBody>
          <a:bodyPr wrap="square" rtlCol="0">
            <a:spAutoFit/>
          </a:bodyPr>
          <a:lstStyle/>
          <a:p>
            <a:pPr algn="ctr"/>
            <a:r>
              <a:rPr lang="en-US" sz="900" dirty="0"/>
              <a:t>289</a:t>
            </a:r>
          </a:p>
        </p:txBody>
      </p:sp>
      <p:sp>
        <p:nvSpPr>
          <p:cNvPr id="48" name="TextBox 47">
            <a:extLst>
              <a:ext uri="{FF2B5EF4-FFF2-40B4-BE49-F238E27FC236}">
                <a16:creationId xmlns:a16="http://schemas.microsoft.com/office/drawing/2014/main" id="{157F582F-5EE0-5D86-86FD-5697B98F5DA9}"/>
              </a:ext>
            </a:extLst>
          </p:cNvPr>
          <p:cNvSpPr txBox="1"/>
          <p:nvPr/>
        </p:nvSpPr>
        <p:spPr>
          <a:xfrm>
            <a:off x="5147734" y="3406653"/>
            <a:ext cx="570089" cy="230832"/>
          </a:xfrm>
          <a:prstGeom prst="rect">
            <a:avLst/>
          </a:prstGeom>
          <a:noFill/>
        </p:spPr>
        <p:txBody>
          <a:bodyPr wrap="square" rtlCol="0">
            <a:spAutoFit/>
          </a:bodyPr>
          <a:lstStyle/>
          <a:p>
            <a:pPr algn="ctr"/>
            <a:r>
              <a:rPr lang="en-US" sz="900" dirty="0"/>
              <a:t>189</a:t>
            </a:r>
          </a:p>
        </p:txBody>
      </p:sp>
      <p:sp>
        <p:nvSpPr>
          <p:cNvPr id="49" name="TextBox 48">
            <a:extLst>
              <a:ext uri="{FF2B5EF4-FFF2-40B4-BE49-F238E27FC236}">
                <a16:creationId xmlns:a16="http://schemas.microsoft.com/office/drawing/2014/main" id="{448BEB2B-0359-1A5F-795A-A5FC10BCDCB7}"/>
              </a:ext>
            </a:extLst>
          </p:cNvPr>
          <p:cNvSpPr txBox="1"/>
          <p:nvPr/>
        </p:nvSpPr>
        <p:spPr>
          <a:xfrm>
            <a:off x="5147734" y="3907597"/>
            <a:ext cx="570089" cy="230832"/>
          </a:xfrm>
          <a:prstGeom prst="rect">
            <a:avLst/>
          </a:prstGeom>
          <a:noFill/>
        </p:spPr>
        <p:txBody>
          <a:bodyPr wrap="square" rtlCol="0">
            <a:spAutoFit/>
          </a:bodyPr>
          <a:lstStyle/>
          <a:p>
            <a:pPr algn="ctr"/>
            <a:r>
              <a:rPr lang="en-US" sz="900" dirty="0"/>
              <a:t>2389</a:t>
            </a:r>
          </a:p>
        </p:txBody>
      </p:sp>
      <p:sp>
        <p:nvSpPr>
          <p:cNvPr id="50" name="TextBox 49">
            <a:extLst>
              <a:ext uri="{FF2B5EF4-FFF2-40B4-BE49-F238E27FC236}">
                <a16:creationId xmlns:a16="http://schemas.microsoft.com/office/drawing/2014/main" id="{6AD91678-921D-E21F-DCC9-1EAEC5F565FB}"/>
              </a:ext>
            </a:extLst>
          </p:cNvPr>
          <p:cNvSpPr txBox="1"/>
          <p:nvPr/>
        </p:nvSpPr>
        <p:spPr>
          <a:xfrm>
            <a:off x="4645378" y="901933"/>
            <a:ext cx="570089" cy="230832"/>
          </a:xfrm>
          <a:prstGeom prst="rect">
            <a:avLst/>
          </a:prstGeom>
          <a:noFill/>
        </p:spPr>
        <p:txBody>
          <a:bodyPr wrap="square" rtlCol="0">
            <a:spAutoFit/>
          </a:bodyPr>
          <a:lstStyle/>
          <a:p>
            <a:pPr algn="ctr"/>
            <a:r>
              <a:rPr lang="en-US" sz="900" dirty="0"/>
              <a:t>15789</a:t>
            </a:r>
          </a:p>
        </p:txBody>
      </p:sp>
      <p:sp>
        <p:nvSpPr>
          <p:cNvPr id="51" name="TextBox 50">
            <a:extLst>
              <a:ext uri="{FF2B5EF4-FFF2-40B4-BE49-F238E27FC236}">
                <a16:creationId xmlns:a16="http://schemas.microsoft.com/office/drawing/2014/main" id="{7517BEBF-3E8E-F798-C2F4-DAB5BCA06583}"/>
              </a:ext>
            </a:extLst>
          </p:cNvPr>
          <p:cNvSpPr txBox="1"/>
          <p:nvPr/>
        </p:nvSpPr>
        <p:spPr>
          <a:xfrm>
            <a:off x="4645378" y="1518627"/>
            <a:ext cx="570089" cy="230832"/>
          </a:xfrm>
          <a:prstGeom prst="rect">
            <a:avLst/>
          </a:prstGeom>
          <a:noFill/>
        </p:spPr>
        <p:txBody>
          <a:bodyPr wrap="square" rtlCol="0">
            <a:spAutoFit/>
          </a:bodyPr>
          <a:lstStyle/>
          <a:p>
            <a:pPr algn="ctr"/>
            <a:r>
              <a:rPr lang="en-US" sz="900" dirty="0"/>
              <a:t>15789</a:t>
            </a:r>
          </a:p>
        </p:txBody>
      </p:sp>
      <p:sp>
        <p:nvSpPr>
          <p:cNvPr id="52" name="TextBox 51">
            <a:extLst>
              <a:ext uri="{FF2B5EF4-FFF2-40B4-BE49-F238E27FC236}">
                <a16:creationId xmlns:a16="http://schemas.microsoft.com/office/drawing/2014/main" id="{BA60F279-49A2-7287-2458-0A53704668CD}"/>
              </a:ext>
            </a:extLst>
          </p:cNvPr>
          <p:cNvSpPr txBox="1"/>
          <p:nvPr/>
        </p:nvSpPr>
        <p:spPr>
          <a:xfrm>
            <a:off x="4645378" y="1903821"/>
            <a:ext cx="570089" cy="230832"/>
          </a:xfrm>
          <a:prstGeom prst="rect">
            <a:avLst/>
          </a:prstGeom>
          <a:noFill/>
        </p:spPr>
        <p:txBody>
          <a:bodyPr wrap="square" rtlCol="0">
            <a:spAutoFit/>
          </a:bodyPr>
          <a:lstStyle/>
          <a:p>
            <a:pPr algn="ctr"/>
            <a:r>
              <a:rPr lang="en-US" sz="900" dirty="0"/>
              <a:t>159</a:t>
            </a:r>
          </a:p>
        </p:txBody>
      </p:sp>
      <p:sp>
        <p:nvSpPr>
          <p:cNvPr id="53" name="TextBox 52">
            <a:extLst>
              <a:ext uri="{FF2B5EF4-FFF2-40B4-BE49-F238E27FC236}">
                <a16:creationId xmlns:a16="http://schemas.microsoft.com/office/drawing/2014/main" id="{272BEAB7-4AF0-C13B-F9B7-2339DE20FAB5}"/>
              </a:ext>
            </a:extLst>
          </p:cNvPr>
          <p:cNvSpPr txBox="1"/>
          <p:nvPr/>
        </p:nvSpPr>
        <p:spPr>
          <a:xfrm>
            <a:off x="4645378" y="2905709"/>
            <a:ext cx="570089" cy="230832"/>
          </a:xfrm>
          <a:prstGeom prst="rect">
            <a:avLst/>
          </a:prstGeom>
          <a:noFill/>
        </p:spPr>
        <p:txBody>
          <a:bodyPr wrap="square" rtlCol="0">
            <a:spAutoFit/>
          </a:bodyPr>
          <a:lstStyle/>
          <a:p>
            <a:pPr algn="ctr"/>
            <a:r>
              <a:rPr lang="en-US" sz="900" dirty="0"/>
              <a:t>2489</a:t>
            </a:r>
          </a:p>
        </p:txBody>
      </p:sp>
      <p:sp>
        <p:nvSpPr>
          <p:cNvPr id="54" name="TextBox 53">
            <a:extLst>
              <a:ext uri="{FF2B5EF4-FFF2-40B4-BE49-F238E27FC236}">
                <a16:creationId xmlns:a16="http://schemas.microsoft.com/office/drawing/2014/main" id="{C48348AE-3682-C5E5-3FD1-6789E1DFD5C3}"/>
              </a:ext>
            </a:extLst>
          </p:cNvPr>
          <p:cNvSpPr txBox="1"/>
          <p:nvPr/>
        </p:nvSpPr>
        <p:spPr>
          <a:xfrm>
            <a:off x="4645378" y="3406653"/>
            <a:ext cx="570089" cy="230832"/>
          </a:xfrm>
          <a:prstGeom prst="rect">
            <a:avLst/>
          </a:prstGeom>
          <a:noFill/>
        </p:spPr>
        <p:txBody>
          <a:bodyPr wrap="square" rtlCol="0">
            <a:spAutoFit/>
          </a:bodyPr>
          <a:lstStyle/>
          <a:p>
            <a:pPr algn="ctr"/>
            <a:r>
              <a:rPr lang="en-US" sz="900" dirty="0"/>
              <a:t>1489</a:t>
            </a:r>
          </a:p>
        </p:txBody>
      </p:sp>
      <p:sp>
        <p:nvSpPr>
          <p:cNvPr id="55" name="TextBox 54">
            <a:extLst>
              <a:ext uri="{FF2B5EF4-FFF2-40B4-BE49-F238E27FC236}">
                <a16:creationId xmlns:a16="http://schemas.microsoft.com/office/drawing/2014/main" id="{08095F23-5592-8C38-B674-D5A1FDCA6C64}"/>
              </a:ext>
            </a:extLst>
          </p:cNvPr>
          <p:cNvSpPr txBox="1"/>
          <p:nvPr/>
        </p:nvSpPr>
        <p:spPr>
          <a:xfrm>
            <a:off x="4645378" y="3907597"/>
            <a:ext cx="570089" cy="230832"/>
          </a:xfrm>
          <a:prstGeom prst="rect">
            <a:avLst/>
          </a:prstGeom>
          <a:noFill/>
        </p:spPr>
        <p:txBody>
          <a:bodyPr wrap="square" rtlCol="0">
            <a:spAutoFit/>
          </a:bodyPr>
          <a:lstStyle/>
          <a:p>
            <a:pPr algn="ctr"/>
            <a:r>
              <a:rPr lang="en-US" sz="900" dirty="0"/>
              <a:t>2389</a:t>
            </a:r>
          </a:p>
        </p:txBody>
      </p:sp>
      <p:sp>
        <p:nvSpPr>
          <p:cNvPr id="56" name="TextBox 55">
            <a:extLst>
              <a:ext uri="{FF2B5EF4-FFF2-40B4-BE49-F238E27FC236}">
                <a16:creationId xmlns:a16="http://schemas.microsoft.com/office/drawing/2014/main" id="{D9AB6EDD-DE81-9EB5-7C55-184F45E8D4AE}"/>
              </a:ext>
            </a:extLst>
          </p:cNvPr>
          <p:cNvSpPr txBox="1"/>
          <p:nvPr/>
        </p:nvSpPr>
        <p:spPr>
          <a:xfrm>
            <a:off x="4645378" y="4909484"/>
            <a:ext cx="570089" cy="230832"/>
          </a:xfrm>
          <a:prstGeom prst="rect">
            <a:avLst/>
          </a:prstGeom>
          <a:noFill/>
        </p:spPr>
        <p:txBody>
          <a:bodyPr wrap="square" rtlCol="0">
            <a:spAutoFit/>
          </a:bodyPr>
          <a:lstStyle/>
          <a:p>
            <a:pPr algn="ctr"/>
            <a:r>
              <a:rPr lang="en-US" sz="900" dirty="0"/>
              <a:t>2389</a:t>
            </a:r>
          </a:p>
        </p:txBody>
      </p:sp>
      <p:sp>
        <p:nvSpPr>
          <p:cNvPr id="57" name="TextBox 56">
            <a:extLst>
              <a:ext uri="{FF2B5EF4-FFF2-40B4-BE49-F238E27FC236}">
                <a16:creationId xmlns:a16="http://schemas.microsoft.com/office/drawing/2014/main" id="{12A2FA5C-F5C9-E1E1-0AF9-338E169CBBB3}"/>
              </a:ext>
            </a:extLst>
          </p:cNvPr>
          <p:cNvSpPr txBox="1"/>
          <p:nvPr/>
        </p:nvSpPr>
        <p:spPr>
          <a:xfrm>
            <a:off x="4143022" y="1789521"/>
            <a:ext cx="570089" cy="230832"/>
          </a:xfrm>
          <a:prstGeom prst="rect">
            <a:avLst/>
          </a:prstGeom>
          <a:noFill/>
        </p:spPr>
        <p:txBody>
          <a:bodyPr wrap="square" rtlCol="0">
            <a:spAutoFit/>
          </a:bodyPr>
          <a:lstStyle/>
          <a:p>
            <a:pPr algn="ctr"/>
            <a:r>
              <a:rPr lang="en-US" sz="900" dirty="0"/>
              <a:t>73</a:t>
            </a:r>
          </a:p>
        </p:txBody>
      </p:sp>
      <p:sp>
        <p:nvSpPr>
          <p:cNvPr id="58" name="TextBox 57">
            <a:extLst>
              <a:ext uri="{FF2B5EF4-FFF2-40B4-BE49-F238E27FC236}">
                <a16:creationId xmlns:a16="http://schemas.microsoft.com/office/drawing/2014/main" id="{287BFCA0-E583-7A0E-B37A-165BCBFBE004}"/>
              </a:ext>
            </a:extLst>
          </p:cNvPr>
          <p:cNvSpPr txBox="1"/>
          <p:nvPr/>
        </p:nvSpPr>
        <p:spPr>
          <a:xfrm>
            <a:off x="4143022" y="786183"/>
            <a:ext cx="570089" cy="230832"/>
          </a:xfrm>
          <a:prstGeom prst="rect">
            <a:avLst/>
          </a:prstGeom>
          <a:noFill/>
        </p:spPr>
        <p:txBody>
          <a:bodyPr wrap="square" rtlCol="0">
            <a:spAutoFit/>
          </a:bodyPr>
          <a:lstStyle/>
          <a:p>
            <a:pPr algn="ctr"/>
            <a:r>
              <a:rPr lang="en-US" sz="900" dirty="0"/>
              <a:t>15792</a:t>
            </a:r>
          </a:p>
        </p:txBody>
      </p:sp>
      <p:sp>
        <p:nvSpPr>
          <p:cNvPr id="59" name="TextBox 58">
            <a:extLst>
              <a:ext uri="{FF2B5EF4-FFF2-40B4-BE49-F238E27FC236}">
                <a16:creationId xmlns:a16="http://schemas.microsoft.com/office/drawing/2014/main" id="{2832B8E3-0365-7E20-137F-9E3B0357C336}"/>
              </a:ext>
            </a:extLst>
          </p:cNvPr>
          <p:cNvSpPr txBox="1"/>
          <p:nvPr/>
        </p:nvSpPr>
        <p:spPr>
          <a:xfrm>
            <a:off x="4143022" y="1402877"/>
            <a:ext cx="570089" cy="230832"/>
          </a:xfrm>
          <a:prstGeom prst="rect">
            <a:avLst/>
          </a:prstGeom>
          <a:noFill/>
        </p:spPr>
        <p:txBody>
          <a:bodyPr wrap="square" rtlCol="0">
            <a:spAutoFit/>
          </a:bodyPr>
          <a:lstStyle/>
          <a:p>
            <a:pPr algn="ctr"/>
            <a:r>
              <a:rPr lang="en-US" sz="900" dirty="0"/>
              <a:t>12567</a:t>
            </a:r>
          </a:p>
        </p:txBody>
      </p:sp>
      <p:sp>
        <p:nvSpPr>
          <p:cNvPr id="60" name="TextBox 59">
            <a:extLst>
              <a:ext uri="{FF2B5EF4-FFF2-40B4-BE49-F238E27FC236}">
                <a16:creationId xmlns:a16="http://schemas.microsoft.com/office/drawing/2014/main" id="{90805EC3-EE0C-9643-1A95-963AF5AD57BB}"/>
              </a:ext>
            </a:extLst>
          </p:cNvPr>
          <p:cNvSpPr txBox="1"/>
          <p:nvPr/>
        </p:nvSpPr>
        <p:spPr>
          <a:xfrm>
            <a:off x="6152446" y="5048384"/>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962A4C6C-7422-1D79-2B43-849F74ECA27E}"/>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4531C60E-F077-07EF-32A9-C97647E08A83}"/>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5073546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91DEA-63B1-CCD9-4110-0686D0102AA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8930790-E764-852A-D0EB-B8124455BA4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D549141-9E98-0EAD-85D0-690893DD4F8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7225A6C-AE93-92D3-A0A2-EA8DC66BDF2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6E3B6BC-EAB5-5D10-90CC-0E19F71A375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189C423-37CC-B717-65E9-3C05719A1EC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3A9ADFB-B46A-7749-BAAE-91531B8BAA0A}"/>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4DB25AE9-4F85-6BAB-5D82-927E08FF6C7B}"/>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4737CD9A-EA7E-4B75-A266-80CC5D24DAB0}"/>
              </a:ext>
            </a:extLst>
          </p:cNvPr>
          <p:cNvSpPr txBox="1"/>
          <p:nvPr/>
        </p:nvSpPr>
        <p:spPr>
          <a:xfrm>
            <a:off x="4143022" y="2905709"/>
            <a:ext cx="570089" cy="230832"/>
          </a:xfrm>
          <a:prstGeom prst="rect">
            <a:avLst/>
          </a:prstGeom>
          <a:noFill/>
        </p:spPr>
        <p:txBody>
          <a:bodyPr wrap="square" rtlCol="0">
            <a:spAutoFit/>
          </a:bodyPr>
          <a:lstStyle/>
          <a:p>
            <a:pPr algn="ctr"/>
            <a:r>
              <a:rPr lang="en-US" sz="900" dirty="0"/>
              <a:t>789</a:t>
            </a:r>
          </a:p>
        </p:txBody>
      </p:sp>
      <p:sp>
        <p:nvSpPr>
          <p:cNvPr id="10" name="TextBox 9">
            <a:extLst>
              <a:ext uri="{FF2B5EF4-FFF2-40B4-BE49-F238E27FC236}">
                <a16:creationId xmlns:a16="http://schemas.microsoft.com/office/drawing/2014/main" id="{A00715C4-346C-5102-B36C-291B0F9A5F56}"/>
              </a:ext>
            </a:extLst>
          </p:cNvPr>
          <p:cNvSpPr txBox="1"/>
          <p:nvPr/>
        </p:nvSpPr>
        <p:spPr>
          <a:xfrm>
            <a:off x="3138310" y="2905709"/>
            <a:ext cx="570089" cy="230832"/>
          </a:xfrm>
          <a:prstGeom prst="rect">
            <a:avLst/>
          </a:prstGeom>
          <a:noFill/>
        </p:spPr>
        <p:txBody>
          <a:bodyPr wrap="square" rtlCol="0">
            <a:spAutoFit/>
          </a:bodyPr>
          <a:lstStyle/>
          <a:p>
            <a:pPr algn="ctr"/>
            <a:r>
              <a:rPr lang="en-US" sz="900" dirty="0"/>
              <a:t>479</a:t>
            </a:r>
          </a:p>
        </p:txBody>
      </p:sp>
      <p:sp>
        <p:nvSpPr>
          <p:cNvPr id="11" name="TextBox 10">
            <a:extLst>
              <a:ext uri="{FF2B5EF4-FFF2-40B4-BE49-F238E27FC236}">
                <a16:creationId xmlns:a16="http://schemas.microsoft.com/office/drawing/2014/main" id="{26116B8A-7E7A-754E-55D1-EA60E3F4927F}"/>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F5E06463-5DD2-BB77-3214-388BDE019F19}"/>
              </a:ext>
            </a:extLst>
          </p:cNvPr>
          <p:cNvSpPr txBox="1"/>
          <p:nvPr/>
        </p:nvSpPr>
        <p:spPr>
          <a:xfrm>
            <a:off x="4143022" y="3406653"/>
            <a:ext cx="570089" cy="230832"/>
          </a:xfrm>
          <a:prstGeom prst="rect">
            <a:avLst/>
          </a:prstGeom>
          <a:noFill/>
        </p:spPr>
        <p:txBody>
          <a:bodyPr wrap="square" rtlCol="0">
            <a:spAutoFit/>
          </a:bodyPr>
          <a:lstStyle/>
          <a:p>
            <a:pPr algn="ctr"/>
            <a:r>
              <a:rPr lang="en-US" sz="900" dirty="0"/>
              <a:t>589</a:t>
            </a:r>
          </a:p>
        </p:txBody>
      </p:sp>
      <p:sp>
        <p:nvSpPr>
          <p:cNvPr id="13" name="TextBox 12">
            <a:extLst>
              <a:ext uri="{FF2B5EF4-FFF2-40B4-BE49-F238E27FC236}">
                <a16:creationId xmlns:a16="http://schemas.microsoft.com/office/drawing/2014/main" id="{AD546A8D-E51B-1E22-595F-C0336E304E18}"/>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611F11A0-3233-EDF6-41FD-36C3CA223BC3}"/>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9BFEF487-E4C4-706D-F2CD-1FEFE783B43A}"/>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51D53C71-C34D-E7E8-580E-845DEFA58FCD}"/>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C8D97F0C-E152-E5E2-1CAB-BCA758D77582}"/>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5BCBCEDA-5D3D-39A8-6A3A-1D27DF7B5AF3}"/>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11D48FDF-FACE-E546-8273-F0F6B21411EE}"/>
              </a:ext>
            </a:extLst>
          </p:cNvPr>
          <p:cNvSpPr txBox="1"/>
          <p:nvPr/>
        </p:nvSpPr>
        <p:spPr>
          <a:xfrm>
            <a:off x="4645378" y="2531765"/>
            <a:ext cx="570089" cy="230832"/>
          </a:xfrm>
          <a:prstGeom prst="rect">
            <a:avLst/>
          </a:prstGeom>
          <a:noFill/>
        </p:spPr>
        <p:txBody>
          <a:bodyPr wrap="square" rtlCol="0">
            <a:spAutoFit/>
          </a:bodyPr>
          <a:lstStyle/>
          <a:p>
            <a:pPr algn="ctr"/>
            <a:r>
              <a:rPr lang="en-US" sz="900" dirty="0"/>
              <a:t>73</a:t>
            </a:r>
          </a:p>
        </p:txBody>
      </p:sp>
      <p:sp>
        <p:nvSpPr>
          <p:cNvPr id="27" name="TextBox 26">
            <a:extLst>
              <a:ext uri="{FF2B5EF4-FFF2-40B4-BE49-F238E27FC236}">
                <a16:creationId xmlns:a16="http://schemas.microsoft.com/office/drawing/2014/main" id="{D7983B23-4952-6365-930A-434E9F76C0D7}"/>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4" name="TextBox 33">
            <a:extLst>
              <a:ext uri="{FF2B5EF4-FFF2-40B4-BE49-F238E27FC236}">
                <a16:creationId xmlns:a16="http://schemas.microsoft.com/office/drawing/2014/main" id="{E14B0BAA-AC28-366C-9D93-6702F323D713}"/>
              </a:ext>
            </a:extLst>
          </p:cNvPr>
          <p:cNvSpPr txBox="1"/>
          <p:nvPr/>
        </p:nvSpPr>
        <p:spPr>
          <a:xfrm>
            <a:off x="5650090" y="901933"/>
            <a:ext cx="570089" cy="230832"/>
          </a:xfrm>
          <a:prstGeom prst="rect">
            <a:avLst/>
          </a:prstGeom>
          <a:noFill/>
        </p:spPr>
        <p:txBody>
          <a:bodyPr wrap="square" rtlCol="0">
            <a:spAutoFit/>
          </a:bodyPr>
          <a:lstStyle/>
          <a:p>
            <a:pPr algn="ctr"/>
            <a:r>
              <a:rPr lang="en-US" sz="900" dirty="0"/>
              <a:t>234</a:t>
            </a:r>
          </a:p>
        </p:txBody>
      </p:sp>
      <p:sp>
        <p:nvSpPr>
          <p:cNvPr id="35" name="TextBox 34">
            <a:extLst>
              <a:ext uri="{FF2B5EF4-FFF2-40B4-BE49-F238E27FC236}">
                <a16:creationId xmlns:a16="http://schemas.microsoft.com/office/drawing/2014/main" id="{2D7512A3-2D43-86EF-05F5-8A6F7D656943}"/>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3FFFA7CF-F1A9-5E2D-0E20-2CEE0CE6AB98}"/>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7" name="TextBox 36">
            <a:extLst>
              <a:ext uri="{FF2B5EF4-FFF2-40B4-BE49-F238E27FC236}">
                <a16:creationId xmlns:a16="http://schemas.microsoft.com/office/drawing/2014/main" id="{B0067961-92B1-857A-B84C-8198FF0EC5D4}"/>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E9C366AF-042A-452E-CAE1-4A35827AAD94}"/>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47F37798-1C4A-540D-3CF4-05DF947C7C13}"/>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69E77B79-F558-85B4-28E1-8464B3602338}"/>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2150129A-83F5-47C4-15DF-A2D311ADD3B5}"/>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101C6F71-C3CA-880D-C261-F7352429A818}"/>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CC4781DB-62DB-3BA4-4642-B09FFC09BAF8}"/>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E99B46FD-A691-28FE-01A0-EAF677A5B819}"/>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78085FC7-71BA-C6D6-31C1-57D8040DE06D}"/>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8CD12011-6546-F062-64A1-62BA3F76DB0C}"/>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C3C00BC4-1E03-1966-D7E3-675373AA066C}"/>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103A94F4-A2EC-3428-4D08-E49DB90B7F91}"/>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6C5C268B-9740-497B-E9D7-149A1BF2404B}"/>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9583BDC8-CE35-2F21-84E2-8210F2C3E115}"/>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B0B54A1A-F9CA-3AC5-91F0-C7FA22367A3A}"/>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A00C2109-B67F-1595-8EAC-EA270EFAD6B7}"/>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6C7270C0-F721-270A-C928-1BE3CBD2E867}"/>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8FFB251F-29EA-BFD3-B4F7-D3C87C54088D}"/>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3F5ECA1B-0F81-770A-054F-2EFB794EB81C}"/>
              </a:ext>
            </a:extLst>
          </p:cNvPr>
          <p:cNvSpPr txBox="1"/>
          <p:nvPr/>
        </p:nvSpPr>
        <p:spPr>
          <a:xfrm>
            <a:off x="5147734" y="901933"/>
            <a:ext cx="570089" cy="230832"/>
          </a:xfrm>
          <a:prstGeom prst="rect">
            <a:avLst/>
          </a:prstGeom>
          <a:noFill/>
        </p:spPr>
        <p:txBody>
          <a:bodyPr wrap="square" rtlCol="0">
            <a:spAutoFit/>
          </a:bodyPr>
          <a:lstStyle/>
          <a:p>
            <a:pPr algn="ctr"/>
            <a:r>
              <a:rPr lang="en-US" sz="900" dirty="0"/>
              <a:t>16789</a:t>
            </a:r>
          </a:p>
        </p:txBody>
      </p:sp>
      <p:sp>
        <p:nvSpPr>
          <p:cNvPr id="17" name="TextBox 16">
            <a:extLst>
              <a:ext uri="{FF2B5EF4-FFF2-40B4-BE49-F238E27FC236}">
                <a16:creationId xmlns:a16="http://schemas.microsoft.com/office/drawing/2014/main" id="{88FBD504-A1F6-2C68-D19F-DD6FF776F6CB}"/>
              </a:ext>
            </a:extLst>
          </p:cNvPr>
          <p:cNvSpPr txBox="1"/>
          <p:nvPr/>
        </p:nvSpPr>
        <p:spPr>
          <a:xfrm>
            <a:off x="5147734" y="1402877"/>
            <a:ext cx="570089" cy="230832"/>
          </a:xfrm>
          <a:prstGeom prst="rect">
            <a:avLst/>
          </a:prstGeom>
          <a:noFill/>
        </p:spPr>
        <p:txBody>
          <a:bodyPr wrap="square" rtlCol="0">
            <a:spAutoFit/>
          </a:bodyPr>
          <a:lstStyle/>
          <a:p>
            <a:pPr algn="ctr"/>
            <a:r>
              <a:rPr lang="en-US" sz="900" dirty="0"/>
              <a:t>16789</a:t>
            </a:r>
          </a:p>
        </p:txBody>
      </p:sp>
      <p:sp>
        <p:nvSpPr>
          <p:cNvPr id="31" name="TextBox 30">
            <a:extLst>
              <a:ext uri="{FF2B5EF4-FFF2-40B4-BE49-F238E27FC236}">
                <a16:creationId xmlns:a16="http://schemas.microsoft.com/office/drawing/2014/main" id="{87ED1757-560B-D6F1-0B84-A27D87537C1E}"/>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47" name="TextBox 46">
            <a:extLst>
              <a:ext uri="{FF2B5EF4-FFF2-40B4-BE49-F238E27FC236}">
                <a16:creationId xmlns:a16="http://schemas.microsoft.com/office/drawing/2014/main" id="{C8F8ABEC-38E2-8DC0-CBFD-BDE31E6B95C3}"/>
              </a:ext>
            </a:extLst>
          </p:cNvPr>
          <p:cNvSpPr txBox="1"/>
          <p:nvPr/>
        </p:nvSpPr>
        <p:spPr>
          <a:xfrm>
            <a:off x="5147734" y="2905709"/>
            <a:ext cx="570089" cy="230832"/>
          </a:xfrm>
          <a:prstGeom prst="rect">
            <a:avLst/>
          </a:prstGeom>
          <a:noFill/>
        </p:spPr>
        <p:txBody>
          <a:bodyPr wrap="square" rtlCol="0">
            <a:spAutoFit/>
          </a:bodyPr>
          <a:lstStyle/>
          <a:p>
            <a:pPr algn="ctr"/>
            <a:r>
              <a:rPr lang="en-US" sz="900" dirty="0"/>
              <a:t>289</a:t>
            </a:r>
          </a:p>
        </p:txBody>
      </p:sp>
      <p:sp>
        <p:nvSpPr>
          <p:cNvPr id="48" name="TextBox 47">
            <a:extLst>
              <a:ext uri="{FF2B5EF4-FFF2-40B4-BE49-F238E27FC236}">
                <a16:creationId xmlns:a16="http://schemas.microsoft.com/office/drawing/2014/main" id="{71F48B54-682B-EC47-72F9-78C56CDCDD65}"/>
              </a:ext>
            </a:extLst>
          </p:cNvPr>
          <p:cNvSpPr txBox="1"/>
          <p:nvPr/>
        </p:nvSpPr>
        <p:spPr>
          <a:xfrm>
            <a:off x="5147734" y="3406653"/>
            <a:ext cx="570089" cy="230832"/>
          </a:xfrm>
          <a:prstGeom prst="rect">
            <a:avLst/>
          </a:prstGeom>
          <a:noFill/>
        </p:spPr>
        <p:txBody>
          <a:bodyPr wrap="square" rtlCol="0">
            <a:spAutoFit/>
          </a:bodyPr>
          <a:lstStyle/>
          <a:p>
            <a:pPr algn="ctr"/>
            <a:r>
              <a:rPr lang="en-US" sz="900" dirty="0"/>
              <a:t>189</a:t>
            </a:r>
          </a:p>
        </p:txBody>
      </p:sp>
      <p:sp>
        <p:nvSpPr>
          <p:cNvPr id="49" name="TextBox 48">
            <a:extLst>
              <a:ext uri="{FF2B5EF4-FFF2-40B4-BE49-F238E27FC236}">
                <a16:creationId xmlns:a16="http://schemas.microsoft.com/office/drawing/2014/main" id="{1D5C25FC-EA8E-291A-0879-A105A7472E25}"/>
              </a:ext>
            </a:extLst>
          </p:cNvPr>
          <p:cNvSpPr txBox="1"/>
          <p:nvPr/>
        </p:nvSpPr>
        <p:spPr>
          <a:xfrm>
            <a:off x="5147734" y="3907597"/>
            <a:ext cx="570089" cy="230832"/>
          </a:xfrm>
          <a:prstGeom prst="rect">
            <a:avLst/>
          </a:prstGeom>
          <a:noFill/>
        </p:spPr>
        <p:txBody>
          <a:bodyPr wrap="square" rtlCol="0">
            <a:spAutoFit/>
          </a:bodyPr>
          <a:lstStyle/>
          <a:p>
            <a:pPr algn="ctr"/>
            <a:r>
              <a:rPr lang="en-US" sz="900" dirty="0"/>
              <a:t>2389</a:t>
            </a:r>
          </a:p>
        </p:txBody>
      </p:sp>
      <p:sp>
        <p:nvSpPr>
          <p:cNvPr id="50" name="TextBox 49">
            <a:extLst>
              <a:ext uri="{FF2B5EF4-FFF2-40B4-BE49-F238E27FC236}">
                <a16:creationId xmlns:a16="http://schemas.microsoft.com/office/drawing/2014/main" id="{53B9499D-FF4D-24E2-E6DB-548D5E7BC761}"/>
              </a:ext>
            </a:extLst>
          </p:cNvPr>
          <p:cNvSpPr txBox="1"/>
          <p:nvPr/>
        </p:nvSpPr>
        <p:spPr>
          <a:xfrm>
            <a:off x="4645378" y="901933"/>
            <a:ext cx="570089" cy="230832"/>
          </a:xfrm>
          <a:prstGeom prst="rect">
            <a:avLst/>
          </a:prstGeom>
          <a:noFill/>
        </p:spPr>
        <p:txBody>
          <a:bodyPr wrap="square" rtlCol="0">
            <a:spAutoFit/>
          </a:bodyPr>
          <a:lstStyle/>
          <a:p>
            <a:pPr algn="ctr"/>
            <a:r>
              <a:rPr lang="en-US" sz="900" dirty="0"/>
              <a:t>15789</a:t>
            </a:r>
          </a:p>
        </p:txBody>
      </p:sp>
      <p:sp>
        <p:nvSpPr>
          <p:cNvPr id="51" name="TextBox 50">
            <a:extLst>
              <a:ext uri="{FF2B5EF4-FFF2-40B4-BE49-F238E27FC236}">
                <a16:creationId xmlns:a16="http://schemas.microsoft.com/office/drawing/2014/main" id="{A6D85DD5-3E56-B5C4-1EE9-08375B948820}"/>
              </a:ext>
            </a:extLst>
          </p:cNvPr>
          <p:cNvSpPr txBox="1"/>
          <p:nvPr/>
        </p:nvSpPr>
        <p:spPr>
          <a:xfrm>
            <a:off x="4645378" y="1518627"/>
            <a:ext cx="570089" cy="230832"/>
          </a:xfrm>
          <a:prstGeom prst="rect">
            <a:avLst/>
          </a:prstGeom>
          <a:noFill/>
        </p:spPr>
        <p:txBody>
          <a:bodyPr wrap="square" rtlCol="0">
            <a:spAutoFit/>
          </a:bodyPr>
          <a:lstStyle/>
          <a:p>
            <a:pPr algn="ctr"/>
            <a:r>
              <a:rPr lang="en-US" sz="900" dirty="0"/>
              <a:t>15789</a:t>
            </a:r>
          </a:p>
        </p:txBody>
      </p:sp>
      <p:sp>
        <p:nvSpPr>
          <p:cNvPr id="52" name="TextBox 51">
            <a:extLst>
              <a:ext uri="{FF2B5EF4-FFF2-40B4-BE49-F238E27FC236}">
                <a16:creationId xmlns:a16="http://schemas.microsoft.com/office/drawing/2014/main" id="{82B8DD03-98DE-5CFB-DF3A-6B2A8C73977D}"/>
              </a:ext>
            </a:extLst>
          </p:cNvPr>
          <p:cNvSpPr txBox="1"/>
          <p:nvPr/>
        </p:nvSpPr>
        <p:spPr>
          <a:xfrm>
            <a:off x="4645378" y="1903821"/>
            <a:ext cx="570089" cy="230832"/>
          </a:xfrm>
          <a:prstGeom prst="rect">
            <a:avLst/>
          </a:prstGeom>
          <a:noFill/>
        </p:spPr>
        <p:txBody>
          <a:bodyPr wrap="square" rtlCol="0">
            <a:spAutoFit/>
          </a:bodyPr>
          <a:lstStyle/>
          <a:p>
            <a:pPr algn="ctr"/>
            <a:r>
              <a:rPr lang="en-US" sz="900" dirty="0"/>
              <a:t>159</a:t>
            </a:r>
          </a:p>
        </p:txBody>
      </p:sp>
      <p:sp>
        <p:nvSpPr>
          <p:cNvPr id="53" name="TextBox 52">
            <a:extLst>
              <a:ext uri="{FF2B5EF4-FFF2-40B4-BE49-F238E27FC236}">
                <a16:creationId xmlns:a16="http://schemas.microsoft.com/office/drawing/2014/main" id="{A7780A4F-FFAC-9BBD-E9F8-3425BCB3D482}"/>
              </a:ext>
            </a:extLst>
          </p:cNvPr>
          <p:cNvSpPr txBox="1"/>
          <p:nvPr/>
        </p:nvSpPr>
        <p:spPr>
          <a:xfrm>
            <a:off x="4645378" y="2905709"/>
            <a:ext cx="570089" cy="230832"/>
          </a:xfrm>
          <a:prstGeom prst="rect">
            <a:avLst/>
          </a:prstGeom>
          <a:noFill/>
        </p:spPr>
        <p:txBody>
          <a:bodyPr wrap="square" rtlCol="0">
            <a:spAutoFit/>
          </a:bodyPr>
          <a:lstStyle/>
          <a:p>
            <a:pPr algn="ctr"/>
            <a:r>
              <a:rPr lang="en-US" sz="900" dirty="0"/>
              <a:t>2489</a:t>
            </a:r>
          </a:p>
        </p:txBody>
      </p:sp>
      <p:sp>
        <p:nvSpPr>
          <p:cNvPr id="54" name="TextBox 53">
            <a:extLst>
              <a:ext uri="{FF2B5EF4-FFF2-40B4-BE49-F238E27FC236}">
                <a16:creationId xmlns:a16="http://schemas.microsoft.com/office/drawing/2014/main" id="{CD76E354-7096-818D-A9F2-20F4B1C381A2}"/>
              </a:ext>
            </a:extLst>
          </p:cNvPr>
          <p:cNvSpPr txBox="1"/>
          <p:nvPr/>
        </p:nvSpPr>
        <p:spPr>
          <a:xfrm>
            <a:off x="4645378" y="3406653"/>
            <a:ext cx="570089" cy="230832"/>
          </a:xfrm>
          <a:prstGeom prst="rect">
            <a:avLst/>
          </a:prstGeom>
          <a:noFill/>
        </p:spPr>
        <p:txBody>
          <a:bodyPr wrap="square" rtlCol="0">
            <a:spAutoFit/>
          </a:bodyPr>
          <a:lstStyle/>
          <a:p>
            <a:pPr algn="ctr"/>
            <a:r>
              <a:rPr lang="en-US" sz="900" dirty="0"/>
              <a:t>1489</a:t>
            </a:r>
          </a:p>
        </p:txBody>
      </p:sp>
      <p:sp>
        <p:nvSpPr>
          <p:cNvPr id="55" name="TextBox 54">
            <a:extLst>
              <a:ext uri="{FF2B5EF4-FFF2-40B4-BE49-F238E27FC236}">
                <a16:creationId xmlns:a16="http://schemas.microsoft.com/office/drawing/2014/main" id="{27ABD6D9-1613-D0FD-DDF2-3B70F0A69146}"/>
              </a:ext>
            </a:extLst>
          </p:cNvPr>
          <p:cNvSpPr txBox="1"/>
          <p:nvPr/>
        </p:nvSpPr>
        <p:spPr>
          <a:xfrm>
            <a:off x="4645378" y="3907597"/>
            <a:ext cx="570089" cy="230832"/>
          </a:xfrm>
          <a:prstGeom prst="rect">
            <a:avLst/>
          </a:prstGeom>
          <a:noFill/>
        </p:spPr>
        <p:txBody>
          <a:bodyPr wrap="square" rtlCol="0">
            <a:spAutoFit/>
          </a:bodyPr>
          <a:lstStyle/>
          <a:p>
            <a:pPr algn="ctr"/>
            <a:r>
              <a:rPr lang="en-US" sz="900" dirty="0"/>
              <a:t>2389</a:t>
            </a:r>
          </a:p>
        </p:txBody>
      </p:sp>
      <p:sp>
        <p:nvSpPr>
          <p:cNvPr id="56" name="TextBox 55">
            <a:extLst>
              <a:ext uri="{FF2B5EF4-FFF2-40B4-BE49-F238E27FC236}">
                <a16:creationId xmlns:a16="http://schemas.microsoft.com/office/drawing/2014/main" id="{A513C7A5-299F-8D87-7A26-2EDDA802E3C3}"/>
              </a:ext>
            </a:extLst>
          </p:cNvPr>
          <p:cNvSpPr txBox="1"/>
          <p:nvPr/>
        </p:nvSpPr>
        <p:spPr>
          <a:xfrm>
            <a:off x="4645378" y="4909484"/>
            <a:ext cx="570089" cy="230832"/>
          </a:xfrm>
          <a:prstGeom prst="rect">
            <a:avLst/>
          </a:prstGeom>
          <a:noFill/>
        </p:spPr>
        <p:txBody>
          <a:bodyPr wrap="square" rtlCol="0">
            <a:spAutoFit/>
          </a:bodyPr>
          <a:lstStyle/>
          <a:p>
            <a:pPr algn="ctr"/>
            <a:r>
              <a:rPr lang="en-US" sz="900" dirty="0"/>
              <a:t>2389</a:t>
            </a:r>
          </a:p>
        </p:txBody>
      </p:sp>
      <p:sp>
        <p:nvSpPr>
          <p:cNvPr id="57" name="TextBox 56">
            <a:extLst>
              <a:ext uri="{FF2B5EF4-FFF2-40B4-BE49-F238E27FC236}">
                <a16:creationId xmlns:a16="http://schemas.microsoft.com/office/drawing/2014/main" id="{CFCE2320-B4AA-381A-F513-87E3D3845D89}"/>
              </a:ext>
            </a:extLst>
          </p:cNvPr>
          <p:cNvSpPr txBox="1"/>
          <p:nvPr/>
        </p:nvSpPr>
        <p:spPr>
          <a:xfrm>
            <a:off x="4143022" y="1789521"/>
            <a:ext cx="570089" cy="230832"/>
          </a:xfrm>
          <a:prstGeom prst="rect">
            <a:avLst/>
          </a:prstGeom>
          <a:noFill/>
        </p:spPr>
        <p:txBody>
          <a:bodyPr wrap="square" rtlCol="0">
            <a:spAutoFit/>
          </a:bodyPr>
          <a:lstStyle/>
          <a:p>
            <a:pPr algn="ctr"/>
            <a:r>
              <a:rPr lang="en-US" sz="900" dirty="0"/>
              <a:t>73</a:t>
            </a:r>
          </a:p>
        </p:txBody>
      </p:sp>
      <p:sp>
        <p:nvSpPr>
          <p:cNvPr id="58" name="TextBox 57">
            <a:extLst>
              <a:ext uri="{FF2B5EF4-FFF2-40B4-BE49-F238E27FC236}">
                <a16:creationId xmlns:a16="http://schemas.microsoft.com/office/drawing/2014/main" id="{689382CB-ED39-4B11-66A8-0E7DAEB9159F}"/>
              </a:ext>
            </a:extLst>
          </p:cNvPr>
          <p:cNvSpPr txBox="1"/>
          <p:nvPr/>
        </p:nvSpPr>
        <p:spPr>
          <a:xfrm>
            <a:off x="4143022" y="786183"/>
            <a:ext cx="570089" cy="230832"/>
          </a:xfrm>
          <a:prstGeom prst="rect">
            <a:avLst/>
          </a:prstGeom>
          <a:noFill/>
        </p:spPr>
        <p:txBody>
          <a:bodyPr wrap="square" rtlCol="0">
            <a:spAutoFit/>
          </a:bodyPr>
          <a:lstStyle/>
          <a:p>
            <a:pPr algn="ctr"/>
            <a:r>
              <a:rPr lang="en-US" sz="900" dirty="0"/>
              <a:t>15792</a:t>
            </a:r>
          </a:p>
        </p:txBody>
      </p:sp>
      <p:sp>
        <p:nvSpPr>
          <p:cNvPr id="59" name="TextBox 58">
            <a:extLst>
              <a:ext uri="{FF2B5EF4-FFF2-40B4-BE49-F238E27FC236}">
                <a16:creationId xmlns:a16="http://schemas.microsoft.com/office/drawing/2014/main" id="{38106833-F883-26BD-5AD0-9817D279BB65}"/>
              </a:ext>
            </a:extLst>
          </p:cNvPr>
          <p:cNvSpPr txBox="1"/>
          <p:nvPr/>
        </p:nvSpPr>
        <p:spPr>
          <a:xfrm>
            <a:off x="4143022" y="1402877"/>
            <a:ext cx="570089" cy="230832"/>
          </a:xfrm>
          <a:prstGeom prst="rect">
            <a:avLst/>
          </a:prstGeom>
          <a:noFill/>
        </p:spPr>
        <p:txBody>
          <a:bodyPr wrap="square" rtlCol="0">
            <a:spAutoFit/>
          </a:bodyPr>
          <a:lstStyle/>
          <a:p>
            <a:pPr algn="ctr"/>
            <a:r>
              <a:rPr lang="en-US" sz="900" dirty="0"/>
              <a:t>12567</a:t>
            </a:r>
          </a:p>
        </p:txBody>
      </p:sp>
      <p:sp>
        <p:nvSpPr>
          <p:cNvPr id="60" name="TextBox 59">
            <a:extLst>
              <a:ext uri="{FF2B5EF4-FFF2-40B4-BE49-F238E27FC236}">
                <a16:creationId xmlns:a16="http://schemas.microsoft.com/office/drawing/2014/main" id="{22BACA82-AD14-C333-AAB6-D50CB0987507}"/>
              </a:ext>
            </a:extLst>
          </p:cNvPr>
          <p:cNvSpPr txBox="1"/>
          <p:nvPr/>
        </p:nvSpPr>
        <p:spPr>
          <a:xfrm>
            <a:off x="6152446" y="5048384"/>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6C9619B5-F90A-E03E-E9E4-EB9D66759E57}"/>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8B5C58D8-A2CC-86AC-E42F-29C8CE1D1CF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3828784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53B9B7-CA9D-4A9B-D81B-0F53981E579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D387B3-58B3-C25C-A361-9F65B12EA6BD}"/>
              </a:ext>
            </a:extLst>
          </p:cNvPr>
          <p:cNvSpPr>
            <a:spLocks noGrp="1"/>
          </p:cNvSpPr>
          <p:nvPr>
            <p:ph sz="half" idx="1"/>
          </p:nvPr>
        </p:nvSpPr>
        <p:spPr/>
        <p:txBody>
          <a:bodyPr>
            <a:normAutofit/>
          </a:bodyPr>
          <a:lstStyle/>
          <a:p>
            <a:r>
              <a:rPr lang="en-US" dirty="0"/>
              <a:t>Last possible 4’s in their respective blocks.  (And Row 6.)</a:t>
            </a:r>
          </a:p>
        </p:txBody>
      </p:sp>
      <p:pic>
        <p:nvPicPr>
          <p:cNvPr id="4" name="Picture 3" descr="A grid of sudoku puzzle&#10;&#10;Description automatically generated">
            <a:extLst>
              <a:ext uri="{FF2B5EF4-FFF2-40B4-BE49-F238E27FC236}">
                <a16:creationId xmlns:a16="http://schemas.microsoft.com/office/drawing/2014/main" id="{5968E524-02C1-6710-32B7-EF0465CA9E3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4F74D37-CDC2-9ECF-118A-CD0C1C5E71C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C6136E9-2640-C5EC-32AC-3637984EDC5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866ECE9-FC2A-123E-EC12-DB678D1994B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C170F83-57C5-1AAE-3723-BE6D581F433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D3E8252-C0E9-67E2-6C03-4FA6D84C791F}"/>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68EB6AF6-64EA-B5B7-D3F8-23CEAD9F078C}"/>
              </a:ext>
            </a:extLst>
          </p:cNvPr>
          <p:cNvSpPr txBox="1"/>
          <p:nvPr/>
        </p:nvSpPr>
        <p:spPr>
          <a:xfrm>
            <a:off x="4143022" y="2905709"/>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B8DABF21-D2B9-BDEB-D38A-FD5231D21088}"/>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E8238C23-F9DC-EE9B-DF47-286AB2C7D759}"/>
              </a:ext>
            </a:extLst>
          </p:cNvPr>
          <p:cNvSpPr txBox="1"/>
          <p:nvPr/>
        </p:nvSpPr>
        <p:spPr>
          <a:xfrm>
            <a:off x="4143022" y="3406653"/>
            <a:ext cx="570089" cy="230832"/>
          </a:xfrm>
          <a:prstGeom prst="rect">
            <a:avLst/>
          </a:prstGeom>
          <a:noFill/>
        </p:spPr>
        <p:txBody>
          <a:bodyPr wrap="square" rtlCol="0">
            <a:spAutoFit/>
          </a:bodyPr>
          <a:lstStyle/>
          <a:p>
            <a:pPr algn="ctr"/>
            <a:r>
              <a:rPr lang="en-US" sz="900" dirty="0"/>
              <a:t>589</a:t>
            </a:r>
          </a:p>
        </p:txBody>
      </p:sp>
      <p:sp>
        <p:nvSpPr>
          <p:cNvPr id="13" name="TextBox 12">
            <a:extLst>
              <a:ext uri="{FF2B5EF4-FFF2-40B4-BE49-F238E27FC236}">
                <a16:creationId xmlns:a16="http://schemas.microsoft.com/office/drawing/2014/main" id="{DAB177D3-A539-4D88-B540-84250DF8DAC5}"/>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06A285FF-8CC0-21E9-30E3-7E923E7AA6DC}"/>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AFE4CBA2-8267-D59E-BD8D-5B216F24B58B}"/>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8AC26137-6103-47B4-0AF0-1F0F2208FD37}"/>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62E94BBD-C611-EE9D-D3A9-5CE9B8BDEF65}"/>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E6A8DD8B-05E8-02B3-A430-5114F0E5494C}"/>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807BC5FE-4D04-4F75-C78D-645FEF77FE78}"/>
              </a:ext>
            </a:extLst>
          </p:cNvPr>
          <p:cNvSpPr txBox="1"/>
          <p:nvPr/>
        </p:nvSpPr>
        <p:spPr>
          <a:xfrm>
            <a:off x="4645378" y="2531765"/>
            <a:ext cx="570089" cy="230832"/>
          </a:xfrm>
          <a:prstGeom prst="rect">
            <a:avLst/>
          </a:prstGeom>
          <a:noFill/>
        </p:spPr>
        <p:txBody>
          <a:bodyPr wrap="square" rtlCol="0">
            <a:spAutoFit/>
          </a:bodyPr>
          <a:lstStyle/>
          <a:p>
            <a:pPr algn="ctr"/>
            <a:r>
              <a:rPr lang="en-US" sz="900" dirty="0"/>
              <a:t>73</a:t>
            </a:r>
          </a:p>
        </p:txBody>
      </p:sp>
      <p:sp>
        <p:nvSpPr>
          <p:cNvPr id="27" name="TextBox 26">
            <a:extLst>
              <a:ext uri="{FF2B5EF4-FFF2-40B4-BE49-F238E27FC236}">
                <a16:creationId xmlns:a16="http://schemas.microsoft.com/office/drawing/2014/main" id="{F9B141AD-665C-5CF7-4E72-CF1840C93CF0}"/>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5" name="TextBox 34">
            <a:extLst>
              <a:ext uri="{FF2B5EF4-FFF2-40B4-BE49-F238E27FC236}">
                <a16:creationId xmlns:a16="http://schemas.microsoft.com/office/drawing/2014/main" id="{6C2F8FCF-E6EA-3F6F-3187-804B650FD708}"/>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EC6ACF39-4F5B-CA1C-ECC3-1CF8F72B8D5C}"/>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7" name="TextBox 36">
            <a:extLst>
              <a:ext uri="{FF2B5EF4-FFF2-40B4-BE49-F238E27FC236}">
                <a16:creationId xmlns:a16="http://schemas.microsoft.com/office/drawing/2014/main" id="{C6ABDD5F-C816-E40E-5B68-0F331764C312}"/>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1B3C6234-3FD0-E081-290A-90030548E08F}"/>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800C469-40AB-489B-2DF0-A53070C30EED}"/>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AB2C29A9-F902-5565-6F5A-1679A79956F2}"/>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493D75C7-8C44-3DC5-FAAD-D2B96B8004EF}"/>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28B872F7-1A6F-BA0C-10CB-D261B9947D74}"/>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BBF423B6-973B-3DB8-149D-763E4E82A5D3}"/>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B463676C-E4BB-D1F4-88AC-DC887DFB6A08}"/>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6F79D484-A943-ABA3-F89B-149CB5E3E7DB}"/>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83BEDF73-F685-A948-1EA7-21B5A58C60AD}"/>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F2F7B9F7-69E9-96A5-78B6-E37F77FF94B3}"/>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2BB23B3A-46E4-FB21-44FA-B032F226D446}"/>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A33E9692-1FCA-FEA2-C082-E12FA9F3B5FA}"/>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93CA524C-C3A3-9A3A-F3EC-97BA71E026F1}"/>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1463643E-432D-D984-6F63-81055C4765B8}"/>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EFAF99E0-9037-B0C6-F657-AAE97A58112E}"/>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499F1BE8-7822-9AD5-9D9F-C74875A10370}"/>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632F9561-C2FE-A09B-0904-A915CA12FD93}"/>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8A9B9CCB-3C83-A631-4616-498C2FA734E4}"/>
              </a:ext>
            </a:extLst>
          </p:cNvPr>
          <p:cNvSpPr txBox="1"/>
          <p:nvPr/>
        </p:nvSpPr>
        <p:spPr>
          <a:xfrm>
            <a:off x="5147734" y="901933"/>
            <a:ext cx="570089" cy="230832"/>
          </a:xfrm>
          <a:prstGeom prst="rect">
            <a:avLst/>
          </a:prstGeom>
          <a:noFill/>
        </p:spPr>
        <p:txBody>
          <a:bodyPr wrap="square" rtlCol="0">
            <a:spAutoFit/>
          </a:bodyPr>
          <a:lstStyle/>
          <a:p>
            <a:pPr algn="ctr"/>
            <a:r>
              <a:rPr lang="en-US" sz="900" dirty="0"/>
              <a:t>16789</a:t>
            </a:r>
          </a:p>
        </p:txBody>
      </p:sp>
      <p:sp>
        <p:nvSpPr>
          <p:cNvPr id="17" name="TextBox 16">
            <a:extLst>
              <a:ext uri="{FF2B5EF4-FFF2-40B4-BE49-F238E27FC236}">
                <a16:creationId xmlns:a16="http://schemas.microsoft.com/office/drawing/2014/main" id="{F6D2F382-E1C1-AE51-3AE2-4459BCB3090F}"/>
              </a:ext>
            </a:extLst>
          </p:cNvPr>
          <p:cNvSpPr txBox="1"/>
          <p:nvPr/>
        </p:nvSpPr>
        <p:spPr>
          <a:xfrm>
            <a:off x="5147734" y="1402877"/>
            <a:ext cx="570089" cy="230832"/>
          </a:xfrm>
          <a:prstGeom prst="rect">
            <a:avLst/>
          </a:prstGeom>
          <a:noFill/>
        </p:spPr>
        <p:txBody>
          <a:bodyPr wrap="square" rtlCol="0">
            <a:spAutoFit/>
          </a:bodyPr>
          <a:lstStyle/>
          <a:p>
            <a:pPr algn="ctr"/>
            <a:r>
              <a:rPr lang="en-US" sz="900" dirty="0"/>
              <a:t>16789</a:t>
            </a:r>
          </a:p>
        </p:txBody>
      </p:sp>
      <p:sp>
        <p:nvSpPr>
          <p:cNvPr id="31" name="TextBox 30">
            <a:extLst>
              <a:ext uri="{FF2B5EF4-FFF2-40B4-BE49-F238E27FC236}">
                <a16:creationId xmlns:a16="http://schemas.microsoft.com/office/drawing/2014/main" id="{E7193AB9-8015-8B9B-DA80-BDE3222AD89A}"/>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47" name="TextBox 46">
            <a:extLst>
              <a:ext uri="{FF2B5EF4-FFF2-40B4-BE49-F238E27FC236}">
                <a16:creationId xmlns:a16="http://schemas.microsoft.com/office/drawing/2014/main" id="{4E5B81D1-32D7-AB07-30F5-5A78BED4A806}"/>
              </a:ext>
            </a:extLst>
          </p:cNvPr>
          <p:cNvSpPr txBox="1"/>
          <p:nvPr/>
        </p:nvSpPr>
        <p:spPr>
          <a:xfrm>
            <a:off x="5147734" y="2905709"/>
            <a:ext cx="570089" cy="230832"/>
          </a:xfrm>
          <a:prstGeom prst="rect">
            <a:avLst/>
          </a:prstGeom>
          <a:noFill/>
        </p:spPr>
        <p:txBody>
          <a:bodyPr wrap="square" rtlCol="0">
            <a:spAutoFit/>
          </a:bodyPr>
          <a:lstStyle/>
          <a:p>
            <a:pPr algn="ctr"/>
            <a:r>
              <a:rPr lang="en-US" sz="900" dirty="0"/>
              <a:t>289</a:t>
            </a:r>
          </a:p>
        </p:txBody>
      </p:sp>
      <p:sp>
        <p:nvSpPr>
          <p:cNvPr id="48" name="TextBox 47">
            <a:extLst>
              <a:ext uri="{FF2B5EF4-FFF2-40B4-BE49-F238E27FC236}">
                <a16:creationId xmlns:a16="http://schemas.microsoft.com/office/drawing/2014/main" id="{E1BA7B0D-FAE2-5BEB-0647-D0755BAA0CEB}"/>
              </a:ext>
            </a:extLst>
          </p:cNvPr>
          <p:cNvSpPr txBox="1"/>
          <p:nvPr/>
        </p:nvSpPr>
        <p:spPr>
          <a:xfrm>
            <a:off x="5147734" y="3406653"/>
            <a:ext cx="570089" cy="230832"/>
          </a:xfrm>
          <a:prstGeom prst="rect">
            <a:avLst/>
          </a:prstGeom>
          <a:noFill/>
        </p:spPr>
        <p:txBody>
          <a:bodyPr wrap="square" rtlCol="0">
            <a:spAutoFit/>
          </a:bodyPr>
          <a:lstStyle/>
          <a:p>
            <a:pPr algn="ctr"/>
            <a:r>
              <a:rPr lang="en-US" sz="900" dirty="0"/>
              <a:t>189</a:t>
            </a:r>
          </a:p>
        </p:txBody>
      </p:sp>
      <p:sp>
        <p:nvSpPr>
          <p:cNvPr id="49" name="TextBox 48">
            <a:extLst>
              <a:ext uri="{FF2B5EF4-FFF2-40B4-BE49-F238E27FC236}">
                <a16:creationId xmlns:a16="http://schemas.microsoft.com/office/drawing/2014/main" id="{C297B42D-E016-FDA5-E5DE-DEF9025AE5B5}"/>
              </a:ext>
            </a:extLst>
          </p:cNvPr>
          <p:cNvSpPr txBox="1"/>
          <p:nvPr/>
        </p:nvSpPr>
        <p:spPr>
          <a:xfrm>
            <a:off x="5147734" y="3907597"/>
            <a:ext cx="570089" cy="230832"/>
          </a:xfrm>
          <a:prstGeom prst="rect">
            <a:avLst/>
          </a:prstGeom>
          <a:noFill/>
        </p:spPr>
        <p:txBody>
          <a:bodyPr wrap="square" rtlCol="0">
            <a:spAutoFit/>
          </a:bodyPr>
          <a:lstStyle/>
          <a:p>
            <a:pPr algn="ctr"/>
            <a:r>
              <a:rPr lang="en-US" sz="900" dirty="0"/>
              <a:t>2389</a:t>
            </a:r>
          </a:p>
        </p:txBody>
      </p:sp>
      <p:sp>
        <p:nvSpPr>
          <p:cNvPr id="50" name="TextBox 49">
            <a:extLst>
              <a:ext uri="{FF2B5EF4-FFF2-40B4-BE49-F238E27FC236}">
                <a16:creationId xmlns:a16="http://schemas.microsoft.com/office/drawing/2014/main" id="{84B6F72A-9FAA-E90E-11F1-AF5AA921459B}"/>
              </a:ext>
            </a:extLst>
          </p:cNvPr>
          <p:cNvSpPr txBox="1"/>
          <p:nvPr/>
        </p:nvSpPr>
        <p:spPr>
          <a:xfrm>
            <a:off x="4645378" y="901933"/>
            <a:ext cx="570089" cy="230832"/>
          </a:xfrm>
          <a:prstGeom prst="rect">
            <a:avLst/>
          </a:prstGeom>
          <a:noFill/>
        </p:spPr>
        <p:txBody>
          <a:bodyPr wrap="square" rtlCol="0">
            <a:spAutoFit/>
          </a:bodyPr>
          <a:lstStyle/>
          <a:p>
            <a:pPr algn="ctr"/>
            <a:r>
              <a:rPr lang="en-US" sz="900" dirty="0"/>
              <a:t>15789</a:t>
            </a:r>
          </a:p>
        </p:txBody>
      </p:sp>
      <p:sp>
        <p:nvSpPr>
          <p:cNvPr id="51" name="TextBox 50">
            <a:extLst>
              <a:ext uri="{FF2B5EF4-FFF2-40B4-BE49-F238E27FC236}">
                <a16:creationId xmlns:a16="http://schemas.microsoft.com/office/drawing/2014/main" id="{4357C521-CA1C-B9F8-72A1-F86021F1AEB0}"/>
              </a:ext>
            </a:extLst>
          </p:cNvPr>
          <p:cNvSpPr txBox="1"/>
          <p:nvPr/>
        </p:nvSpPr>
        <p:spPr>
          <a:xfrm>
            <a:off x="4645378" y="1518627"/>
            <a:ext cx="570089" cy="230832"/>
          </a:xfrm>
          <a:prstGeom prst="rect">
            <a:avLst/>
          </a:prstGeom>
          <a:noFill/>
        </p:spPr>
        <p:txBody>
          <a:bodyPr wrap="square" rtlCol="0">
            <a:spAutoFit/>
          </a:bodyPr>
          <a:lstStyle/>
          <a:p>
            <a:pPr algn="ctr"/>
            <a:r>
              <a:rPr lang="en-US" sz="900" dirty="0"/>
              <a:t>15789</a:t>
            </a:r>
          </a:p>
        </p:txBody>
      </p:sp>
      <p:sp>
        <p:nvSpPr>
          <p:cNvPr id="52" name="TextBox 51">
            <a:extLst>
              <a:ext uri="{FF2B5EF4-FFF2-40B4-BE49-F238E27FC236}">
                <a16:creationId xmlns:a16="http://schemas.microsoft.com/office/drawing/2014/main" id="{4C62D258-1D09-63D6-361B-28C533F43EF9}"/>
              </a:ext>
            </a:extLst>
          </p:cNvPr>
          <p:cNvSpPr txBox="1"/>
          <p:nvPr/>
        </p:nvSpPr>
        <p:spPr>
          <a:xfrm>
            <a:off x="4645378" y="1903821"/>
            <a:ext cx="570089" cy="230832"/>
          </a:xfrm>
          <a:prstGeom prst="rect">
            <a:avLst/>
          </a:prstGeom>
          <a:noFill/>
        </p:spPr>
        <p:txBody>
          <a:bodyPr wrap="square" rtlCol="0">
            <a:spAutoFit/>
          </a:bodyPr>
          <a:lstStyle/>
          <a:p>
            <a:pPr algn="ctr"/>
            <a:r>
              <a:rPr lang="en-US" sz="900" dirty="0"/>
              <a:t>159</a:t>
            </a:r>
          </a:p>
        </p:txBody>
      </p:sp>
      <p:sp>
        <p:nvSpPr>
          <p:cNvPr id="53" name="TextBox 52">
            <a:extLst>
              <a:ext uri="{FF2B5EF4-FFF2-40B4-BE49-F238E27FC236}">
                <a16:creationId xmlns:a16="http://schemas.microsoft.com/office/drawing/2014/main" id="{3FBE4DA7-433A-1B4F-6DA4-0B5949F74F63}"/>
              </a:ext>
            </a:extLst>
          </p:cNvPr>
          <p:cNvSpPr txBox="1"/>
          <p:nvPr/>
        </p:nvSpPr>
        <p:spPr>
          <a:xfrm>
            <a:off x="4645378" y="2905709"/>
            <a:ext cx="570089" cy="230832"/>
          </a:xfrm>
          <a:prstGeom prst="rect">
            <a:avLst/>
          </a:prstGeom>
          <a:noFill/>
        </p:spPr>
        <p:txBody>
          <a:bodyPr wrap="square" rtlCol="0">
            <a:spAutoFit/>
          </a:bodyPr>
          <a:lstStyle/>
          <a:p>
            <a:pPr algn="ctr"/>
            <a:r>
              <a:rPr lang="en-US" sz="900" dirty="0"/>
              <a:t>289</a:t>
            </a:r>
          </a:p>
        </p:txBody>
      </p:sp>
      <p:sp>
        <p:nvSpPr>
          <p:cNvPr id="55" name="TextBox 54">
            <a:extLst>
              <a:ext uri="{FF2B5EF4-FFF2-40B4-BE49-F238E27FC236}">
                <a16:creationId xmlns:a16="http://schemas.microsoft.com/office/drawing/2014/main" id="{2B64B9CF-1ABA-790A-8A16-8FEDE814BBC1}"/>
              </a:ext>
            </a:extLst>
          </p:cNvPr>
          <p:cNvSpPr txBox="1"/>
          <p:nvPr/>
        </p:nvSpPr>
        <p:spPr>
          <a:xfrm>
            <a:off x="4645378" y="3907597"/>
            <a:ext cx="570089" cy="230832"/>
          </a:xfrm>
          <a:prstGeom prst="rect">
            <a:avLst/>
          </a:prstGeom>
          <a:noFill/>
        </p:spPr>
        <p:txBody>
          <a:bodyPr wrap="square" rtlCol="0">
            <a:spAutoFit/>
          </a:bodyPr>
          <a:lstStyle/>
          <a:p>
            <a:pPr algn="ctr"/>
            <a:r>
              <a:rPr lang="en-US" sz="900" dirty="0"/>
              <a:t>2389</a:t>
            </a:r>
          </a:p>
        </p:txBody>
      </p:sp>
      <p:sp>
        <p:nvSpPr>
          <p:cNvPr id="56" name="TextBox 55">
            <a:extLst>
              <a:ext uri="{FF2B5EF4-FFF2-40B4-BE49-F238E27FC236}">
                <a16:creationId xmlns:a16="http://schemas.microsoft.com/office/drawing/2014/main" id="{A0F36420-67A9-D7C8-DCF6-96B645304401}"/>
              </a:ext>
            </a:extLst>
          </p:cNvPr>
          <p:cNvSpPr txBox="1"/>
          <p:nvPr/>
        </p:nvSpPr>
        <p:spPr>
          <a:xfrm>
            <a:off x="4645378" y="4909484"/>
            <a:ext cx="570089" cy="230832"/>
          </a:xfrm>
          <a:prstGeom prst="rect">
            <a:avLst/>
          </a:prstGeom>
          <a:noFill/>
        </p:spPr>
        <p:txBody>
          <a:bodyPr wrap="square" rtlCol="0">
            <a:spAutoFit/>
          </a:bodyPr>
          <a:lstStyle/>
          <a:p>
            <a:pPr algn="ctr"/>
            <a:r>
              <a:rPr lang="en-US" sz="900" dirty="0"/>
              <a:t>2389</a:t>
            </a:r>
          </a:p>
        </p:txBody>
      </p:sp>
      <p:sp>
        <p:nvSpPr>
          <p:cNvPr id="57" name="TextBox 56">
            <a:extLst>
              <a:ext uri="{FF2B5EF4-FFF2-40B4-BE49-F238E27FC236}">
                <a16:creationId xmlns:a16="http://schemas.microsoft.com/office/drawing/2014/main" id="{90EB001D-4E1E-1812-8277-EA40D9EE7928}"/>
              </a:ext>
            </a:extLst>
          </p:cNvPr>
          <p:cNvSpPr txBox="1"/>
          <p:nvPr/>
        </p:nvSpPr>
        <p:spPr>
          <a:xfrm>
            <a:off x="4143022" y="1789521"/>
            <a:ext cx="570089" cy="230832"/>
          </a:xfrm>
          <a:prstGeom prst="rect">
            <a:avLst/>
          </a:prstGeom>
          <a:noFill/>
        </p:spPr>
        <p:txBody>
          <a:bodyPr wrap="square" rtlCol="0">
            <a:spAutoFit/>
          </a:bodyPr>
          <a:lstStyle/>
          <a:p>
            <a:pPr algn="ctr"/>
            <a:r>
              <a:rPr lang="en-US" sz="900" dirty="0"/>
              <a:t>73</a:t>
            </a:r>
          </a:p>
        </p:txBody>
      </p:sp>
      <p:sp>
        <p:nvSpPr>
          <p:cNvPr id="58" name="TextBox 57">
            <a:extLst>
              <a:ext uri="{FF2B5EF4-FFF2-40B4-BE49-F238E27FC236}">
                <a16:creationId xmlns:a16="http://schemas.microsoft.com/office/drawing/2014/main" id="{19BE3411-22E1-3710-3EB5-12F3D07E50C2}"/>
              </a:ext>
            </a:extLst>
          </p:cNvPr>
          <p:cNvSpPr txBox="1"/>
          <p:nvPr/>
        </p:nvSpPr>
        <p:spPr>
          <a:xfrm>
            <a:off x="4143022" y="786183"/>
            <a:ext cx="570089" cy="230832"/>
          </a:xfrm>
          <a:prstGeom prst="rect">
            <a:avLst/>
          </a:prstGeom>
          <a:noFill/>
        </p:spPr>
        <p:txBody>
          <a:bodyPr wrap="square" rtlCol="0">
            <a:spAutoFit/>
          </a:bodyPr>
          <a:lstStyle/>
          <a:p>
            <a:pPr algn="ctr"/>
            <a:r>
              <a:rPr lang="en-US" sz="900" dirty="0"/>
              <a:t>15792</a:t>
            </a:r>
          </a:p>
        </p:txBody>
      </p:sp>
      <p:sp>
        <p:nvSpPr>
          <p:cNvPr id="59" name="TextBox 58">
            <a:extLst>
              <a:ext uri="{FF2B5EF4-FFF2-40B4-BE49-F238E27FC236}">
                <a16:creationId xmlns:a16="http://schemas.microsoft.com/office/drawing/2014/main" id="{CBBAEBBE-8E2B-17B9-EC7C-4572D8D1F4DF}"/>
              </a:ext>
            </a:extLst>
          </p:cNvPr>
          <p:cNvSpPr txBox="1"/>
          <p:nvPr/>
        </p:nvSpPr>
        <p:spPr>
          <a:xfrm>
            <a:off x="4143022" y="1402877"/>
            <a:ext cx="570089" cy="230832"/>
          </a:xfrm>
          <a:prstGeom prst="rect">
            <a:avLst/>
          </a:prstGeom>
          <a:noFill/>
        </p:spPr>
        <p:txBody>
          <a:bodyPr wrap="square" rtlCol="0">
            <a:spAutoFit/>
          </a:bodyPr>
          <a:lstStyle/>
          <a:p>
            <a:pPr algn="ctr"/>
            <a:r>
              <a:rPr lang="en-US" sz="900" dirty="0"/>
              <a:t>12567</a:t>
            </a:r>
          </a:p>
        </p:txBody>
      </p:sp>
      <p:sp>
        <p:nvSpPr>
          <p:cNvPr id="60" name="TextBox 59">
            <a:extLst>
              <a:ext uri="{FF2B5EF4-FFF2-40B4-BE49-F238E27FC236}">
                <a16:creationId xmlns:a16="http://schemas.microsoft.com/office/drawing/2014/main" id="{0FD849B0-04B6-A78D-794A-4A7B89502D77}"/>
              </a:ext>
            </a:extLst>
          </p:cNvPr>
          <p:cNvSpPr txBox="1"/>
          <p:nvPr/>
        </p:nvSpPr>
        <p:spPr>
          <a:xfrm>
            <a:off x="6152446" y="5048384"/>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4C46329D-F66F-6B14-79BC-27BF8F3954A1}"/>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EB3EA1BE-8D39-8A96-F549-72FD2B8151D8}"/>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CDF93138-06DE-9673-C11B-E14FA5D5CBFF}"/>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F2FBB427-32BC-48E9-AD7D-82000E66CE06}"/>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5C7BA571-49BE-2658-4FFB-3A79E8CCB714}"/>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79C236BC-E148-F4A6-EEE4-6BF9A91F4D15}"/>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72749764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B3A59-71C9-5233-D7F7-C15982E778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02D8E0-2D9C-3933-A7CB-F42D14DEF204}"/>
              </a:ext>
            </a:extLst>
          </p:cNvPr>
          <p:cNvSpPr>
            <a:spLocks noGrp="1"/>
          </p:cNvSpPr>
          <p:nvPr>
            <p:ph sz="half" idx="1"/>
          </p:nvPr>
        </p:nvSpPr>
        <p:spPr/>
        <p:txBody>
          <a:bodyPr>
            <a:normAutofit/>
          </a:bodyPr>
          <a:lstStyle/>
          <a:p>
            <a:r>
              <a:rPr lang="en-US" dirty="0"/>
              <a:t>Last possible 1 in Row 6.</a:t>
            </a:r>
          </a:p>
        </p:txBody>
      </p:sp>
      <p:pic>
        <p:nvPicPr>
          <p:cNvPr id="4" name="Picture 3" descr="A grid of sudoku puzzle&#10;&#10;Description automatically generated">
            <a:extLst>
              <a:ext uri="{FF2B5EF4-FFF2-40B4-BE49-F238E27FC236}">
                <a16:creationId xmlns:a16="http://schemas.microsoft.com/office/drawing/2014/main" id="{7FF77343-4848-DE6E-492A-1E5609A4D8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2132950-BDC9-692E-4CED-6FF54E9B6F9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2847CA3-6A4F-0F52-BC60-B9AAFE83ECC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A747E70-1149-7824-BDE9-32F944AE5BB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F66C5CF-AB0A-260F-4B4D-E08BFBB22D80}"/>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D10AB524-3672-5031-8CDF-49FAAFB30C32}"/>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78E2DCDF-F18D-2CAF-4B13-1840954A0B98}"/>
              </a:ext>
            </a:extLst>
          </p:cNvPr>
          <p:cNvSpPr txBox="1"/>
          <p:nvPr/>
        </p:nvSpPr>
        <p:spPr>
          <a:xfrm>
            <a:off x="4143022" y="2905709"/>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CA6BB00E-0F54-1F71-9EED-78A2D1395A1A}"/>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BA8DFF9D-CE04-1F6E-7EFC-7A3F2F21FCDF}"/>
              </a:ext>
            </a:extLst>
          </p:cNvPr>
          <p:cNvSpPr txBox="1"/>
          <p:nvPr/>
        </p:nvSpPr>
        <p:spPr>
          <a:xfrm>
            <a:off x="4143022" y="3406653"/>
            <a:ext cx="570089" cy="230832"/>
          </a:xfrm>
          <a:prstGeom prst="rect">
            <a:avLst/>
          </a:prstGeom>
          <a:noFill/>
        </p:spPr>
        <p:txBody>
          <a:bodyPr wrap="square" rtlCol="0">
            <a:spAutoFit/>
          </a:bodyPr>
          <a:lstStyle/>
          <a:p>
            <a:pPr algn="ctr"/>
            <a:r>
              <a:rPr lang="en-US" sz="900" dirty="0"/>
              <a:t>589</a:t>
            </a:r>
          </a:p>
        </p:txBody>
      </p:sp>
      <p:sp>
        <p:nvSpPr>
          <p:cNvPr id="13" name="TextBox 12">
            <a:extLst>
              <a:ext uri="{FF2B5EF4-FFF2-40B4-BE49-F238E27FC236}">
                <a16:creationId xmlns:a16="http://schemas.microsoft.com/office/drawing/2014/main" id="{2D05A1D0-0FED-4A6A-5293-790601739338}"/>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254B53F4-B61E-AD31-6C6F-6C88CD1DC02D}"/>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DAB21A6B-E3E4-62FE-16DA-2353DEA5290E}"/>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BE250C98-FE00-23F2-61A9-0674C87A0876}"/>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F3A20559-BC26-C052-4334-6BF31B05FCD1}"/>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C92752D7-8C82-37A8-6A7D-90EF4111108D}"/>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A4873B42-52AA-D3FA-9E42-1C82607CF2F6}"/>
              </a:ext>
            </a:extLst>
          </p:cNvPr>
          <p:cNvSpPr txBox="1"/>
          <p:nvPr/>
        </p:nvSpPr>
        <p:spPr>
          <a:xfrm>
            <a:off x="4645378" y="2531765"/>
            <a:ext cx="570089" cy="230832"/>
          </a:xfrm>
          <a:prstGeom prst="rect">
            <a:avLst/>
          </a:prstGeom>
          <a:noFill/>
        </p:spPr>
        <p:txBody>
          <a:bodyPr wrap="square" rtlCol="0">
            <a:spAutoFit/>
          </a:bodyPr>
          <a:lstStyle/>
          <a:p>
            <a:pPr algn="ctr"/>
            <a:r>
              <a:rPr lang="en-US" sz="900" dirty="0"/>
              <a:t>73</a:t>
            </a:r>
          </a:p>
        </p:txBody>
      </p:sp>
      <p:sp>
        <p:nvSpPr>
          <p:cNvPr id="27" name="TextBox 26">
            <a:extLst>
              <a:ext uri="{FF2B5EF4-FFF2-40B4-BE49-F238E27FC236}">
                <a16:creationId xmlns:a16="http://schemas.microsoft.com/office/drawing/2014/main" id="{E52C8566-98B5-2019-723A-ED9CA54B20FE}"/>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5" name="TextBox 34">
            <a:extLst>
              <a:ext uri="{FF2B5EF4-FFF2-40B4-BE49-F238E27FC236}">
                <a16:creationId xmlns:a16="http://schemas.microsoft.com/office/drawing/2014/main" id="{4A682663-2B96-8FCA-5F53-464A57F7ED52}"/>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CF2A46A8-DBF3-E75D-D3D4-0D229BE048D1}"/>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7" name="TextBox 36">
            <a:extLst>
              <a:ext uri="{FF2B5EF4-FFF2-40B4-BE49-F238E27FC236}">
                <a16:creationId xmlns:a16="http://schemas.microsoft.com/office/drawing/2014/main" id="{BE262B70-AAEA-892A-51FE-CC5884E59880}"/>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8658B8CC-9064-FB64-682D-8612B2BBB0AA}"/>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E9DB7910-15B7-58F1-4030-AADC7732FE91}"/>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1B7477F-66F9-BBAC-BE5C-CA366D34E9A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4A6DD4BB-3251-ED0D-0F9A-DEC9A3D43777}"/>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69447C59-5350-9745-69F7-9E0C37B23942}"/>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73A8399C-DDA5-E301-D01F-5E8A5B1A55C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C70F871A-A6B7-4389-6BFF-D47DBAD50600}"/>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0961F09E-765D-632B-6FA4-F64591C30944}"/>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EBCA302C-4753-F484-0D9F-89F79292D952}"/>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2AC05141-8039-1A18-D866-95B471E5905F}"/>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448A4BC2-DC86-916E-28A4-ABD7FF9CEF18}"/>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746AA1B9-84A5-2983-855D-570957ADA7D3}"/>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EB4787F4-0FE3-DF65-A767-E2BD977C5369}"/>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26C710CE-D6B1-730F-C7B3-B8598E4EBACC}"/>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9DB0F0E5-A885-F511-7518-167C48712986}"/>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47845CA4-EDC3-ABC1-BE04-40D5DAEF4C24}"/>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E2DB9FCB-0B42-7409-6830-500FC93E6EF1}"/>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324ADDA0-314B-9954-9076-7C99CB68162F}"/>
              </a:ext>
            </a:extLst>
          </p:cNvPr>
          <p:cNvSpPr txBox="1"/>
          <p:nvPr/>
        </p:nvSpPr>
        <p:spPr>
          <a:xfrm>
            <a:off x="5147734" y="901933"/>
            <a:ext cx="570089" cy="230832"/>
          </a:xfrm>
          <a:prstGeom prst="rect">
            <a:avLst/>
          </a:prstGeom>
          <a:noFill/>
        </p:spPr>
        <p:txBody>
          <a:bodyPr wrap="square" rtlCol="0">
            <a:spAutoFit/>
          </a:bodyPr>
          <a:lstStyle/>
          <a:p>
            <a:pPr algn="ctr"/>
            <a:r>
              <a:rPr lang="en-US" sz="900" dirty="0"/>
              <a:t>16789</a:t>
            </a:r>
          </a:p>
        </p:txBody>
      </p:sp>
      <p:sp>
        <p:nvSpPr>
          <p:cNvPr id="17" name="TextBox 16">
            <a:extLst>
              <a:ext uri="{FF2B5EF4-FFF2-40B4-BE49-F238E27FC236}">
                <a16:creationId xmlns:a16="http://schemas.microsoft.com/office/drawing/2014/main" id="{B088448D-AAAE-50A6-3A46-02ACE97E15EF}"/>
              </a:ext>
            </a:extLst>
          </p:cNvPr>
          <p:cNvSpPr txBox="1"/>
          <p:nvPr/>
        </p:nvSpPr>
        <p:spPr>
          <a:xfrm>
            <a:off x="5147734" y="1402877"/>
            <a:ext cx="570089" cy="230832"/>
          </a:xfrm>
          <a:prstGeom prst="rect">
            <a:avLst/>
          </a:prstGeom>
          <a:noFill/>
        </p:spPr>
        <p:txBody>
          <a:bodyPr wrap="square" rtlCol="0">
            <a:spAutoFit/>
          </a:bodyPr>
          <a:lstStyle/>
          <a:p>
            <a:pPr algn="ctr"/>
            <a:r>
              <a:rPr lang="en-US" sz="900" dirty="0"/>
              <a:t>16789</a:t>
            </a:r>
          </a:p>
        </p:txBody>
      </p:sp>
      <p:sp>
        <p:nvSpPr>
          <p:cNvPr id="31" name="TextBox 30">
            <a:extLst>
              <a:ext uri="{FF2B5EF4-FFF2-40B4-BE49-F238E27FC236}">
                <a16:creationId xmlns:a16="http://schemas.microsoft.com/office/drawing/2014/main" id="{11DB68B4-24A1-D28B-8733-1ED650072788}"/>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47" name="TextBox 46">
            <a:extLst>
              <a:ext uri="{FF2B5EF4-FFF2-40B4-BE49-F238E27FC236}">
                <a16:creationId xmlns:a16="http://schemas.microsoft.com/office/drawing/2014/main" id="{D846A51C-71AD-2F96-9FBE-308477B50FBD}"/>
              </a:ext>
            </a:extLst>
          </p:cNvPr>
          <p:cNvSpPr txBox="1"/>
          <p:nvPr/>
        </p:nvSpPr>
        <p:spPr>
          <a:xfrm>
            <a:off x="5147734" y="2905709"/>
            <a:ext cx="570089" cy="230832"/>
          </a:xfrm>
          <a:prstGeom prst="rect">
            <a:avLst/>
          </a:prstGeom>
          <a:noFill/>
        </p:spPr>
        <p:txBody>
          <a:bodyPr wrap="square" rtlCol="0">
            <a:spAutoFit/>
          </a:bodyPr>
          <a:lstStyle/>
          <a:p>
            <a:pPr algn="ctr"/>
            <a:r>
              <a:rPr lang="en-US" sz="900" dirty="0"/>
              <a:t>289</a:t>
            </a:r>
          </a:p>
        </p:txBody>
      </p:sp>
      <p:sp>
        <p:nvSpPr>
          <p:cNvPr id="49" name="TextBox 48">
            <a:extLst>
              <a:ext uri="{FF2B5EF4-FFF2-40B4-BE49-F238E27FC236}">
                <a16:creationId xmlns:a16="http://schemas.microsoft.com/office/drawing/2014/main" id="{BC910651-46B3-BC90-FC78-2D93C1CE59B8}"/>
              </a:ext>
            </a:extLst>
          </p:cNvPr>
          <p:cNvSpPr txBox="1"/>
          <p:nvPr/>
        </p:nvSpPr>
        <p:spPr>
          <a:xfrm>
            <a:off x="5147734" y="3907597"/>
            <a:ext cx="570089" cy="230832"/>
          </a:xfrm>
          <a:prstGeom prst="rect">
            <a:avLst/>
          </a:prstGeom>
          <a:noFill/>
        </p:spPr>
        <p:txBody>
          <a:bodyPr wrap="square" rtlCol="0">
            <a:spAutoFit/>
          </a:bodyPr>
          <a:lstStyle/>
          <a:p>
            <a:pPr algn="ctr"/>
            <a:r>
              <a:rPr lang="en-US" sz="900" dirty="0"/>
              <a:t>2389</a:t>
            </a:r>
          </a:p>
        </p:txBody>
      </p:sp>
      <p:sp>
        <p:nvSpPr>
          <p:cNvPr id="50" name="TextBox 49">
            <a:extLst>
              <a:ext uri="{FF2B5EF4-FFF2-40B4-BE49-F238E27FC236}">
                <a16:creationId xmlns:a16="http://schemas.microsoft.com/office/drawing/2014/main" id="{0E725B25-C810-955B-86ED-305F2DAE3A12}"/>
              </a:ext>
            </a:extLst>
          </p:cNvPr>
          <p:cNvSpPr txBox="1"/>
          <p:nvPr/>
        </p:nvSpPr>
        <p:spPr>
          <a:xfrm>
            <a:off x="4645378" y="901933"/>
            <a:ext cx="570089" cy="230832"/>
          </a:xfrm>
          <a:prstGeom prst="rect">
            <a:avLst/>
          </a:prstGeom>
          <a:noFill/>
        </p:spPr>
        <p:txBody>
          <a:bodyPr wrap="square" rtlCol="0">
            <a:spAutoFit/>
          </a:bodyPr>
          <a:lstStyle/>
          <a:p>
            <a:pPr algn="ctr"/>
            <a:r>
              <a:rPr lang="en-US" sz="900" dirty="0"/>
              <a:t>15789</a:t>
            </a:r>
          </a:p>
        </p:txBody>
      </p:sp>
      <p:sp>
        <p:nvSpPr>
          <p:cNvPr id="51" name="TextBox 50">
            <a:extLst>
              <a:ext uri="{FF2B5EF4-FFF2-40B4-BE49-F238E27FC236}">
                <a16:creationId xmlns:a16="http://schemas.microsoft.com/office/drawing/2014/main" id="{00570EE9-7125-9160-2B73-9202803FFCAF}"/>
              </a:ext>
            </a:extLst>
          </p:cNvPr>
          <p:cNvSpPr txBox="1"/>
          <p:nvPr/>
        </p:nvSpPr>
        <p:spPr>
          <a:xfrm>
            <a:off x="4645378" y="1518627"/>
            <a:ext cx="570089" cy="230832"/>
          </a:xfrm>
          <a:prstGeom prst="rect">
            <a:avLst/>
          </a:prstGeom>
          <a:noFill/>
        </p:spPr>
        <p:txBody>
          <a:bodyPr wrap="square" rtlCol="0">
            <a:spAutoFit/>
          </a:bodyPr>
          <a:lstStyle/>
          <a:p>
            <a:pPr algn="ctr"/>
            <a:r>
              <a:rPr lang="en-US" sz="900" dirty="0"/>
              <a:t>15789</a:t>
            </a:r>
          </a:p>
        </p:txBody>
      </p:sp>
      <p:sp>
        <p:nvSpPr>
          <p:cNvPr id="52" name="TextBox 51">
            <a:extLst>
              <a:ext uri="{FF2B5EF4-FFF2-40B4-BE49-F238E27FC236}">
                <a16:creationId xmlns:a16="http://schemas.microsoft.com/office/drawing/2014/main" id="{2784E7A9-AA73-C0FC-1FE2-7F4DCB4AE3A5}"/>
              </a:ext>
            </a:extLst>
          </p:cNvPr>
          <p:cNvSpPr txBox="1"/>
          <p:nvPr/>
        </p:nvSpPr>
        <p:spPr>
          <a:xfrm>
            <a:off x="4645378" y="1903821"/>
            <a:ext cx="570089" cy="230832"/>
          </a:xfrm>
          <a:prstGeom prst="rect">
            <a:avLst/>
          </a:prstGeom>
          <a:noFill/>
        </p:spPr>
        <p:txBody>
          <a:bodyPr wrap="square" rtlCol="0">
            <a:spAutoFit/>
          </a:bodyPr>
          <a:lstStyle/>
          <a:p>
            <a:pPr algn="ctr"/>
            <a:r>
              <a:rPr lang="en-US" sz="900" dirty="0"/>
              <a:t>159</a:t>
            </a:r>
          </a:p>
        </p:txBody>
      </p:sp>
      <p:sp>
        <p:nvSpPr>
          <p:cNvPr id="53" name="TextBox 52">
            <a:extLst>
              <a:ext uri="{FF2B5EF4-FFF2-40B4-BE49-F238E27FC236}">
                <a16:creationId xmlns:a16="http://schemas.microsoft.com/office/drawing/2014/main" id="{9D374CF8-36DF-DA68-3254-B4507CB9A15D}"/>
              </a:ext>
            </a:extLst>
          </p:cNvPr>
          <p:cNvSpPr txBox="1"/>
          <p:nvPr/>
        </p:nvSpPr>
        <p:spPr>
          <a:xfrm>
            <a:off x="4645378" y="2905709"/>
            <a:ext cx="570089" cy="230832"/>
          </a:xfrm>
          <a:prstGeom prst="rect">
            <a:avLst/>
          </a:prstGeom>
          <a:noFill/>
        </p:spPr>
        <p:txBody>
          <a:bodyPr wrap="square" rtlCol="0">
            <a:spAutoFit/>
          </a:bodyPr>
          <a:lstStyle/>
          <a:p>
            <a:pPr algn="ctr"/>
            <a:r>
              <a:rPr lang="en-US" sz="900" dirty="0"/>
              <a:t>289</a:t>
            </a:r>
          </a:p>
        </p:txBody>
      </p:sp>
      <p:sp>
        <p:nvSpPr>
          <p:cNvPr id="55" name="TextBox 54">
            <a:extLst>
              <a:ext uri="{FF2B5EF4-FFF2-40B4-BE49-F238E27FC236}">
                <a16:creationId xmlns:a16="http://schemas.microsoft.com/office/drawing/2014/main" id="{8420862E-EB70-96A0-9C31-E263F713565C}"/>
              </a:ext>
            </a:extLst>
          </p:cNvPr>
          <p:cNvSpPr txBox="1"/>
          <p:nvPr/>
        </p:nvSpPr>
        <p:spPr>
          <a:xfrm>
            <a:off x="4645378" y="3907597"/>
            <a:ext cx="570089" cy="230832"/>
          </a:xfrm>
          <a:prstGeom prst="rect">
            <a:avLst/>
          </a:prstGeom>
          <a:noFill/>
        </p:spPr>
        <p:txBody>
          <a:bodyPr wrap="square" rtlCol="0">
            <a:spAutoFit/>
          </a:bodyPr>
          <a:lstStyle/>
          <a:p>
            <a:pPr algn="ctr"/>
            <a:r>
              <a:rPr lang="en-US" sz="900" dirty="0"/>
              <a:t>2389</a:t>
            </a:r>
          </a:p>
        </p:txBody>
      </p:sp>
      <p:sp>
        <p:nvSpPr>
          <p:cNvPr id="56" name="TextBox 55">
            <a:extLst>
              <a:ext uri="{FF2B5EF4-FFF2-40B4-BE49-F238E27FC236}">
                <a16:creationId xmlns:a16="http://schemas.microsoft.com/office/drawing/2014/main" id="{B8959E60-0CD5-8FA3-EE2B-C13F08EAB601}"/>
              </a:ext>
            </a:extLst>
          </p:cNvPr>
          <p:cNvSpPr txBox="1"/>
          <p:nvPr/>
        </p:nvSpPr>
        <p:spPr>
          <a:xfrm>
            <a:off x="4645378" y="4909484"/>
            <a:ext cx="570089" cy="230832"/>
          </a:xfrm>
          <a:prstGeom prst="rect">
            <a:avLst/>
          </a:prstGeom>
          <a:noFill/>
        </p:spPr>
        <p:txBody>
          <a:bodyPr wrap="square" rtlCol="0">
            <a:spAutoFit/>
          </a:bodyPr>
          <a:lstStyle/>
          <a:p>
            <a:pPr algn="ctr"/>
            <a:r>
              <a:rPr lang="en-US" sz="900" dirty="0"/>
              <a:t>2389</a:t>
            </a:r>
          </a:p>
        </p:txBody>
      </p:sp>
      <p:sp>
        <p:nvSpPr>
          <p:cNvPr id="57" name="TextBox 56">
            <a:extLst>
              <a:ext uri="{FF2B5EF4-FFF2-40B4-BE49-F238E27FC236}">
                <a16:creationId xmlns:a16="http://schemas.microsoft.com/office/drawing/2014/main" id="{198998E0-B485-A855-A336-68FC8ED62712}"/>
              </a:ext>
            </a:extLst>
          </p:cNvPr>
          <p:cNvSpPr txBox="1"/>
          <p:nvPr/>
        </p:nvSpPr>
        <p:spPr>
          <a:xfrm>
            <a:off x="4143022" y="1789521"/>
            <a:ext cx="570089" cy="230832"/>
          </a:xfrm>
          <a:prstGeom prst="rect">
            <a:avLst/>
          </a:prstGeom>
          <a:noFill/>
        </p:spPr>
        <p:txBody>
          <a:bodyPr wrap="square" rtlCol="0">
            <a:spAutoFit/>
          </a:bodyPr>
          <a:lstStyle/>
          <a:p>
            <a:pPr algn="ctr"/>
            <a:r>
              <a:rPr lang="en-US" sz="900" dirty="0"/>
              <a:t>73</a:t>
            </a:r>
          </a:p>
        </p:txBody>
      </p:sp>
      <p:sp>
        <p:nvSpPr>
          <p:cNvPr id="58" name="TextBox 57">
            <a:extLst>
              <a:ext uri="{FF2B5EF4-FFF2-40B4-BE49-F238E27FC236}">
                <a16:creationId xmlns:a16="http://schemas.microsoft.com/office/drawing/2014/main" id="{00B9D245-0DBF-DDB4-A9CC-2DC25CBA6E5A}"/>
              </a:ext>
            </a:extLst>
          </p:cNvPr>
          <p:cNvSpPr txBox="1"/>
          <p:nvPr/>
        </p:nvSpPr>
        <p:spPr>
          <a:xfrm>
            <a:off x="4143022" y="786183"/>
            <a:ext cx="570089" cy="230832"/>
          </a:xfrm>
          <a:prstGeom prst="rect">
            <a:avLst/>
          </a:prstGeom>
          <a:noFill/>
        </p:spPr>
        <p:txBody>
          <a:bodyPr wrap="square" rtlCol="0">
            <a:spAutoFit/>
          </a:bodyPr>
          <a:lstStyle/>
          <a:p>
            <a:pPr algn="ctr"/>
            <a:r>
              <a:rPr lang="en-US" sz="900" dirty="0"/>
              <a:t>15792</a:t>
            </a:r>
          </a:p>
        </p:txBody>
      </p:sp>
      <p:sp>
        <p:nvSpPr>
          <p:cNvPr id="59" name="TextBox 58">
            <a:extLst>
              <a:ext uri="{FF2B5EF4-FFF2-40B4-BE49-F238E27FC236}">
                <a16:creationId xmlns:a16="http://schemas.microsoft.com/office/drawing/2014/main" id="{36C42B92-5D04-F760-7D18-A5F8E09E771C}"/>
              </a:ext>
            </a:extLst>
          </p:cNvPr>
          <p:cNvSpPr txBox="1"/>
          <p:nvPr/>
        </p:nvSpPr>
        <p:spPr>
          <a:xfrm>
            <a:off x="4143022" y="1402877"/>
            <a:ext cx="570089" cy="230832"/>
          </a:xfrm>
          <a:prstGeom prst="rect">
            <a:avLst/>
          </a:prstGeom>
          <a:noFill/>
        </p:spPr>
        <p:txBody>
          <a:bodyPr wrap="square" rtlCol="0">
            <a:spAutoFit/>
          </a:bodyPr>
          <a:lstStyle/>
          <a:p>
            <a:pPr algn="ctr"/>
            <a:r>
              <a:rPr lang="en-US" sz="900" dirty="0"/>
              <a:t>12567</a:t>
            </a:r>
          </a:p>
        </p:txBody>
      </p:sp>
      <p:sp>
        <p:nvSpPr>
          <p:cNvPr id="60" name="TextBox 59">
            <a:extLst>
              <a:ext uri="{FF2B5EF4-FFF2-40B4-BE49-F238E27FC236}">
                <a16:creationId xmlns:a16="http://schemas.microsoft.com/office/drawing/2014/main" id="{31B40646-6B62-3189-B235-8291523CB4F5}"/>
              </a:ext>
            </a:extLst>
          </p:cNvPr>
          <p:cNvSpPr txBox="1"/>
          <p:nvPr/>
        </p:nvSpPr>
        <p:spPr>
          <a:xfrm>
            <a:off x="6152446" y="5048384"/>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2CE939A1-568E-E6CD-94FD-284D96F1F2BD}"/>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3D389068-D7BC-B34C-0C8E-81B56CE6AB65}"/>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EF11C4F1-5812-1178-DE1C-B8684717F755}"/>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86E7EA5F-3C99-2880-BDB3-52461E068481}"/>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3A6A5980-612A-DD0D-0F5D-D731F6B4944D}"/>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D3C6365E-3A43-99AE-6CED-933DB7B2B5DA}"/>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EBBEB46D-8A5A-6C5D-1D1B-15DD272E7778}"/>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8926279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FF524-4AED-1BC4-5BC8-6B1AE3E7A5F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A03C69-CA7C-2571-4359-C810E023886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567BDAB-7187-3C90-3CE6-3A6C510E841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5AA64B5-471C-A2E6-8275-BE25F5D551F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62CB500-61E0-9C05-8600-FC1AFE264BC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9CF9DE6-AD29-A36D-8CC8-3FB48C80660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CACD462-90B1-D699-015F-A2508758F781}"/>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F9991173-F78A-1396-DC5B-0ECB1C07C61D}"/>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21E6A03A-52B4-9DA2-7FD6-FB6767FD112B}"/>
              </a:ext>
            </a:extLst>
          </p:cNvPr>
          <p:cNvSpPr txBox="1"/>
          <p:nvPr/>
        </p:nvSpPr>
        <p:spPr>
          <a:xfrm>
            <a:off x="4143022" y="2905709"/>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9691FE85-E27A-C528-A4B5-420422C9BE42}"/>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12854772-8572-A04D-A2BA-2637B2BB160D}"/>
              </a:ext>
            </a:extLst>
          </p:cNvPr>
          <p:cNvSpPr txBox="1"/>
          <p:nvPr/>
        </p:nvSpPr>
        <p:spPr>
          <a:xfrm>
            <a:off x="4143022" y="3406653"/>
            <a:ext cx="570089" cy="230832"/>
          </a:xfrm>
          <a:prstGeom prst="rect">
            <a:avLst/>
          </a:prstGeom>
          <a:noFill/>
        </p:spPr>
        <p:txBody>
          <a:bodyPr wrap="square" rtlCol="0">
            <a:spAutoFit/>
          </a:bodyPr>
          <a:lstStyle/>
          <a:p>
            <a:pPr algn="ctr"/>
            <a:r>
              <a:rPr lang="en-US" sz="900" dirty="0"/>
              <a:t>589</a:t>
            </a:r>
          </a:p>
        </p:txBody>
      </p:sp>
      <p:sp>
        <p:nvSpPr>
          <p:cNvPr id="13" name="TextBox 12">
            <a:extLst>
              <a:ext uri="{FF2B5EF4-FFF2-40B4-BE49-F238E27FC236}">
                <a16:creationId xmlns:a16="http://schemas.microsoft.com/office/drawing/2014/main" id="{F17F8A44-D287-069E-0E75-3490A0A691EB}"/>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9E1E4A71-A9E7-A1BB-60C9-AA8B7C390CBF}"/>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E6BA3D90-1AC3-6E68-B36C-E75449560169}"/>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571CB906-B282-222B-C6CE-0F6F80827F76}"/>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06FDDF0F-B288-84C8-8C57-02067A0842D4}"/>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09F006B3-B7D8-0B66-0218-351634C03459}"/>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210BDAF0-0F10-1972-81D3-A80E975298E9}"/>
              </a:ext>
            </a:extLst>
          </p:cNvPr>
          <p:cNvSpPr txBox="1"/>
          <p:nvPr/>
        </p:nvSpPr>
        <p:spPr>
          <a:xfrm>
            <a:off x="4645378" y="2531765"/>
            <a:ext cx="570089" cy="230832"/>
          </a:xfrm>
          <a:prstGeom prst="rect">
            <a:avLst/>
          </a:prstGeom>
          <a:noFill/>
        </p:spPr>
        <p:txBody>
          <a:bodyPr wrap="square" rtlCol="0">
            <a:spAutoFit/>
          </a:bodyPr>
          <a:lstStyle/>
          <a:p>
            <a:pPr algn="ctr"/>
            <a:r>
              <a:rPr lang="en-US" sz="900" dirty="0"/>
              <a:t>73</a:t>
            </a:r>
          </a:p>
        </p:txBody>
      </p:sp>
      <p:sp>
        <p:nvSpPr>
          <p:cNvPr id="27" name="TextBox 26">
            <a:extLst>
              <a:ext uri="{FF2B5EF4-FFF2-40B4-BE49-F238E27FC236}">
                <a16:creationId xmlns:a16="http://schemas.microsoft.com/office/drawing/2014/main" id="{E35F005F-0195-38FA-B66D-43599C859C6B}"/>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5" name="TextBox 34">
            <a:extLst>
              <a:ext uri="{FF2B5EF4-FFF2-40B4-BE49-F238E27FC236}">
                <a16:creationId xmlns:a16="http://schemas.microsoft.com/office/drawing/2014/main" id="{BF80AFB9-8BAA-9925-9993-9733D3287C2D}"/>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8A2F1C83-50B2-0015-8AAF-3C476F06A52A}"/>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7" name="TextBox 36">
            <a:extLst>
              <a:ext uri="{FF2B5EF4-FFF2-40B4-BE49-F238E27FC236}">
                <a16:creationId xmlns:a16="http://schemas.microsoft.com/office/drawing/2014/main" id="{9CA4E2E9-4C13-8430-C264-AD942A1CA1C2}"/>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4635B474-B61D-C3BB-8F37-9D0B0B0E6ADC}"/>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72968173-767F-9675-4230-5AC4A4DFCF2F}"/>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B74A1B32-B246-A71C-9384-41F141B8DA8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F00D83EC-88E8-3AC1-B061-4AE7BC1E23C3}"/>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89A581BE-C7D2-6FB9-CA3D-33D5BC5D219E}"/>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26A21254-A4BE-9540-FDBD-993DFAC7849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6EFFF590-F91B-D686-647D-B4531FF94120}"/>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CF4AD63A-91D8-B67A-1C94-9698864FE5B8}"/>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7B5890CC-3448-B2C3-0DD3-D7150A4D9C04}"/>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AA82DB5C-F216-BF1E-5FF1-7132066B4B52}"/>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1B5C1E06-81BE-13F5-BADD-1EFE52942A6E}"/>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7EC5122A-990F-78B4-18E1-6F0DA54C663E}"/>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94918DB4-0108-ADCA-E817-B12452A60925}"/>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C1A78BFF-7B90-F2A5-A363-F919DFD180ED}"/>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87C4DDDD-B496-813F-488B-52B33ADC0C71}"/>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D8F22F56-AF58-86AC-7D7E-B040870023E7}"/>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C0767291-4467-02B0-8717-6F923634E58A}"/>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9582B1C0-6622-68C0-37A4-B86F6A274A84}"/>
              </a:ext>
            </a:extLst>
          </p:cNvPr>
          <p:cNvSpPr txBox="1"/>
          <p:nvPr/>
        </p:nvSpPr>
        <p:spPr>
          <a:xfrm>
            <a:off x="5147734" y="901933"/>
            <a:ext cx="570089" cy="230832"/>
          </a:xfrm>
          <a:prstGeom prst="rect">
            <a:avLst/>
          </a:prstGeom>
          <a:noFill/>
        </p:spPr>
        <p:txBody>
          <a:bodyPr wrap="square" rtlCol="0">
            <a:spAutoFit/>
          </a:bodyPr>
          <a:lstStyle/>
          <a:p>
            <a:pPr algn="ctr"/>
            <a:r>
              <a:rPr lang="en-US" sz="900" dirty="0"/>
              <a:t>6789</a:t>
            </a:r>
          </a:p>
        </p:txBody>
      </p:sp>
      <p:sp>
        <p:nvSpPr>
          <p:cNvPr id="17" name="TextBox 16">
            <a:extLst>
              <a:ext uri="{FF2B5EF4-FFF2-40B4-BE49-F238E27FC236}">
                <a16:creationId xmlns:a16="http://schemas.microsoft.com/office/drawing/2014/main" id="{2124C44D-CFA2-2E8D-0F2B-9EFB7198B7EF}"/>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7C368BE1-0697-36AC-2DD2-9360717533A7}"/>
              </a:ext>
            </a:extLst>
          </p:cNvPr>
          <p:cNvSpPr txBox="1"/>
          <p:nvPr/>
        </p:nvSpPr>
        <p:spPr>
          <a:xfrm>
            <a:off x="5147734" y="1903821"/>
            <a:ext cx="570089" cy="230832"/>
          </a:xfrm>
          <a:prstGeom prst="rect">
            <a:avLst/>
          </a:prstGeom>
          <a:noFill/>
        </p:spPr>
        <p:txBody>
          <a:bodyPr wrap="square" rtlCol="0">
            <a:spAutoFit/>
          </a:bodyPr>
          <a:lstStyle/>
          <a:p>
            <a:pPr algn="ctr"/>
            <a:r>
              <a:rPr lang="en-US" sz="900" dirty="0"/>
              <a:t>679</a:t>
            </a:r>
          </a:p>
        </p:txBody>
      </p:sp>
      <p:sp>
        <p:nvSpPr>
          <p:cNvPr id="47" name="TextBox 46">
            <a:extLst>
              <a:ext uri="{FF2B5EF4-FFF2-40B4-BE49-F238E27FC236}">
                <a16:creationId xmlns:a16="http://schemas.microsoft.com/office/drawing/2014/main" id="{627263B1-D648-1840-0BE1-339FC7AAD721}"/>
              </a:ext>
            </a:extLst>
          </p:cNvPr>
          <p:cNvSpPr txBox="1"/>
          <p:nvPr/>
        </p:nvSpPr>
        <p:spPr>
          <a:xfrm>
            <a:off x="5147734" y="2905709"/>
            <a:ext cx="570089" cy="230832"/>
          </a:xfrm>
          <a:prstGeom prst="rect">
            <a:avLst/>
          </a:prstGeom>
          <a:noFill/>
        </p:spPr>
        <p:txBody>
          <a:bodyPr wrap="square" rtlCol="0">
            <a:spAutoFit/>
          </a:bodyPr>
          <a:lstStyle/>
          <a:p>
            <a:pPr algn="ctr"/>
            <a:r>
              <a:rPr lang="en-US" sz="900" dirty="0"/>
              <a:t>289</a:t>
            </a:r>
          </a:p>
        </p:txBody>
      </p:sp>
      <p:sp>
        <p:nvSpPr>
          <p:cNvPr id="49" name="TextBox 48">
            <a:extLst>
              <a:ext uri="{FF2B5EF4-FFF2-40B4-BE49-F238E27FC236}">
                <a16:creationId xmlns:a16="http://schemas.microsoft.com/office/drawing/2014/main" id="{C581933C-9932-E70A-FE9E-5185C83717A1}"/>
              </a:ext>
            </a:extLst>
          </p:cNvPr>
          <p:cNvSpPr txBox="1"/>
          <p:nvPr/>
        </p:nvSpPr>
        <p:spPr>
          <a:xfrm>
            <a:off x="5147734" y="3907597"/>
            <a:ext cx="570089" cy="230832"/>
          </a:xfrm>
          <a:prstGeom prst="rect">
            <a:avLst/>
          </a:prstGeom>
          <a:noFill/>
        </p:spPr>
        <p:txBody>
          <a:bodyPr wrap="square" rtlCol="0">
            <a:spAutoFit/>
          </a:bodyPr>
          <a:lstStyle/>
          <a:p>
            <a:pPr algn="ctr"/>
            <a:r>
              <a:rPr lang="en-US" sz="900" dirty="0"/>
              <a:t>2389</a:t>
            </a:r>
          </a:p>
        </p:txBody>
      </p:sp>
      <p:sp>
        <p:nvSpPr>
          <p:cNvPr id="50" name="TextBox 49">
            <a:extLst>
              <a:ext uri="{FF2B5EF4-FFF2-40B4-BE49-F238E27FC236}">
                <a16:creationId xmlns:a16="http://schemas.microsoft.com/office/drawing/2014/main" id="{60010525-B75F-54C9-4729-F3F4CC825744}"/>
              </a:ext>
            </a:extLst>
          </p:cNvPr>
          <p:cNvSpPr txBox="1"/>
          <p:nvPr/>
        </p:nvSpPr>
        <p:spPr>
          <a:xfrm>
            <a:off x="4645378" y="901933"/>
            <a:ext cx="570089" cy="230832"/>
          </a:xfrm>
          <a:prstGeom prst="rect">
            <a:avLst/>
          </a:prstGeom>
          <a:noFill/>
        </p:spPr>
        <p:txBody>
          <a:bodyPr wrap="square" rtlCol="0">
            <a:spAutoFit/>
          </a:bodyPr>
          <a:lstStyle/>
          <a:p>
            <a:pPr algn="ctr"/>
            <a:r>
              <a:rPr lang="en-US" sz="900" dirty="0"/>
              <a:t>15789</a:t>
            </a:r>
          </a:p>
        </p:txBody>
      </p:sp>
      <p:sp>
        <p:nvSpPr>
          <p:cNvPr id="51" name="TextBox 50">
            <a:extLst>
              <a:ext uri="{FF2B5EF4-FFF2-40B4-BE49-F238E27FC236}">
                <a16:creationId xmlns:a16="http://schemas.microsoft.com/office/drawing/2014/main" id="{588ECA05-F34D-9C46-2BCD-6AAE7378E5BD}"/>
              </a:ext>
            </a:extLst>
          </p:cNvPr>
          <p:cNvSpPr txBox="1"/>
          <p:nvPr/>
        </p:nvSpPr>
        <p:spPr>
          <a:xfrm>
            <a:off x="4645378" y="1518627"/>
            <a:ext cx="570089" cy="230832"/>
          </a:xfrm>
          <a:prstGeom prst="rect">
            <a:avLst/>
          </a:prstGeom>
          <a:noFill/>
        </p:spPr>
        <p:txBody>
          <a:bodyPr wrap="square" rtlCol="0">
            <a:spAutoFit/>
          </a:bodyPr>
          <a:lstStyle/>
          <a:p>
            <a:pPr algn="ctr"/>
            <a:r>
              <a:rPr lang="en-US" sz="900" dirty="0"/>
              <a:t>15789</a:t>
            </a:r>
          </a:p>
        </p:txBody>
      </p:sp>
      <p:sp>
        <p:nvSpPr>
          <p:cNvPr id="52" name="TextBox 51">
            <a:extLst>
              <a:ext uri="{FF2B5EF4-FFF2-40B4-BE49-F238E27FC236}">
                <a16:creationId xmlns:a16="http://schemas.microsoft.com/office/drawing/2014/main" id="{8C1257A0-2955-7D2F-4545-67E0CD925481}"/>
              </a:ext>
            </a:extLst>
          </p:cNvPr>
          <p:cNvSpPr txBox="1"/>
          <p:nvPr/>
        </p:nvSpPr>
        <p:spPr>
          <a:xfrm>
            <a:off x="4645378" y="1903821"/>
            <a:ext cx="570089" cy="230832"/>
          </a:xfrm>
          <a:prstGeom prst="rect">
            <a:avLst/>
          </a:prstGeom>
          <a:noFill/>
        </p:spPr>
        <p:txBody>
          <a:bodyPr wrap="square" rtlCol="0">
            <a:spAutoFit/>
          </a:bodyPr>
          <a:lstStyle/>
          <a:p>
            <a:pPr algn="ctr"/>
            <a:r>
              <a:rPr lang="en-US" sz="900" dirty="0"/>
              <a:t>159</a:t>
            </a:r>
          </a:p>
        </p:txBody>
      </p:sp>
      <p:sp>
        <p:nvSpPr>
          <p:cNvPr id="53" name="TextBox 52">
            <a:extLst>
              <a:ext uri="{FF2B5EF4-FFF2-40B4-BE49-F238E27FC236}">
                <a16:creationId xmlns:a16="http://schemas.microsoft.com/office/drawing/2014/main" id="{2C32C428-56B7-7F56-38BE-75A05D9DE921}"/>
              </a:ext>
            </a:extLst>
          </p:cNvPr>
          <p:cNvSpPr txBox="1"/>
          <p:nvPr/>
        </p:nvSpPr>
        <p:spPr>
          <a:xfrm>
            <a:off x="4645378" y="2905709"/>
            <a:ext cx="570089" cy="230832"/>
          </a:xfrm>
          <a:prstGeom prst="rect">
            <a:avLst/>
          </a:prstGeom>
          <a:noFill/>
        </p:spPr>
        <p:txBody>
          <a:bodyPr wrap="square" rtlCol="0">
            <a:spAutoFit/>
          </a:bodyPr>
          <a:lstStyle/>
          <a:p>
            <a:pPr algn="ctr"/>
            <a:r>
              <a:rPr lang="en-US" sz="900" dirty="0"/>
              <a:t>289</a:t>
            </a:r>
          </a:p>
        </p:txBody>
      </p:sp>
      <p:sp>
        <p:nvSpPr>
          <p:cNvPr id="55" name="TextBox 54">
            <a:extLst>
              <a:ext uri="{FF2B5EF4-FFF2-40B4-BE49-F238E27FC236}">
                <a16:creationId xmlns:a16="http://schemas.microsoft.com/office/drawing/2014/main" id="{FF44C5F9-E2FE-230E-61FE-7D4ABA75F0D8}"/>
              </a:ext>
            </a:extLst>
          </p:cNvPr>
          <p:cNvSpPr txBox="1"/>
          <p:nvPr/>
        </p:nvSpPr>
        <p:spPr>
          <a:xfrm>
            <a:off x="4645378" y="3907597"/>
            <a:ext cx="570089" cy="230832"/>
          </a:xfrm>
          <a:prstGeom prst="rect">
            <a:avLst/>
          </a:prstGeom>
          <a:noFill/>
        </p:spPr>
        <p:txBody>
          <a:bodyPr wrap="square" rtlCol="0">
            <a:spAutoFit/>
          </a:bodyPr>
          <a:lstStyle/>
          <a:p>
            <a:pPr algn="ctr"/>
            <a:r>
              <a:rPr lang="en-US" sz="900" dirty="0"/>
              <a:t>2389</a:t>
            </a:r>
          </a:p>
        </p:txBody>
      </p:sp>
      <p:sp>
        <p:nvSpPr>
          <p:cNvPr id="56" name="TextBox 55">
            <a:extLst>
              <a:ext uri="{FF2B5EF4-FFF2-40B4-BE49-F238E27FC236}">
                <a16:creationId xmlns:a16="http://schemas.microsoft.com/office/drawing/2014/main" id="{0EE3FFAB-BE9E-2F1A-0B2B-2DEFB4B6E9CC}"/>
              </a:ext>
            </a:extLst>
          </p:cNvPr>
          <p:cNvSpPr txBox="1"/>
          <p:nvPr/>
        </p:nvSpPr>
        <p:spPr>
          <a:xfrm>
            <a:off x="4645378" y="4909484"/>
            <a:ext cx="570089" cy="230832"/>
          </a:xfrm>
          <a:prstGeom prst="rect">
            <a:avLst/>
          </a:prstGeom>
          <a:noFill/>
        </p:spPr>
        <p:txBody>
          <a:bodyPr wrap="square" rtlCol="0">
            <a:spAutoFit/>
          </a:bodyPr>
          <a:lstStyle/>
          <a:p>
            <a:pPr algn="ctr"/>
            <a:r>
              <a:rPr lang="en-US" sz="900" dirty="0"/>
              <a:t>2389</a:t>
            </a:r>
          </a:p>
        </p:txBody>
      </p:sp>
      <p:sp>
        <p:nvSpPr>
          <p:cNvPr id="57" name="TextBox 56">
            <a:extLst>
              <a:ext uri="{FF2B5EF4-FFF2-40B4-BE49-F238E27FC236}">
                <a16:creationId xmlns:a16="http://schemas.microsoft.com/office/drawing/2014/main" id="{9248090F-6F1C-FAD1-9185-7BFA90885762}"/>
              </a:ext>
            </a:extLst>
          </p:cNvPr>
          <p:cNvSpPr txBox="1"/>
          <p:nvPr/>
        </p:nvSpPr>
        <p:spPr>
          <a:xfrm>
            <a:off x="4143022" y="1789521"/>
            <a:ext cx="570089" cy="230832"/>
          </a:xfrm>
          <a:prstGeom prst="rect">
            <a:avLst/>
          </a:prstGeom>
          <a:noFill/>
        </p:spPr>
        <p:txBody>
          <a:bodyPr wrap="square" rtlCol="0">
            <a:spAutoFit/>
          </a:bodyPr>
          <a:lstStyle/>
          <a:p>
            <a:pPr algn="ctr"/>
            <a:r>
              <a:rPr lang="en-US" sz="900" dirty="0"/>
              <a:t>73</a:t>
            </a:r>
          </a:p>
        </p:txBody>
      </p:sp>
      <p:sp>
        <p:nvSpPr>
          <p:cNvPr id="58" name="TextBox 57">
            <a:extLst>
              <a:ext uri="{FF2B5EF4-FFF2-40B4-BE49-F238E27FC236}">
                <a16:creationId xmlns:a16="http://schemas.microsoft.com/office/drawing/2014/main" id="{528F764B-D8CE-04C9-C0D9-F95BD32AE5E8}"/>
              </a:ext>
            </a:extLst>
          </p:cNvPr>
          <p:cNvSpPr txBox="1"/>
          <p:nvPr/>
        </p:nvSpPr>
        <p:spPr>
          <a:xfrm>
            <a:off x="4143022" y="786183"/>
            <a:ext cx="570089" cy="230832"/>
          </a:xfrm>
          <a:prstGeom prst="rect">
            <a:avLst/>
          </a:prstGeom>
          <a:noFill/>
        </p:spPr>
        <p:txBody>
          <a:bodyPr wrap="square" rtlCol="0">
            <a:spAutoFit/>
          </a:bodyPr>
          <a:lstStyle/>
          <a:p>
            <a:pPr algn="ctr"/>
            <a:r>
              <a:rPr lang="en-US" sz="900" dirty="0"/>
              <a:t>15792</a:t>
            </a:r>
          </a:p>
        </p:txBody>
      </p:sp>
      <p:sp>
        <p:nvSpPr>
          <p:cNvPr id="59" name="TextBox 58">
            <a:extLst>
              <a:ext uri="{FF2B5EF4-FFF2-40B4-BE49-F238E27FC236}">
                <a16:creationId xmlns:a16="http://schemas.microsoft.com/office/drawing/2014/main" id="{9C324F0F-ECEC-3475-1BAA-DAD75B4B217C}"/>
              </a:ext>
            </a:extLst>
          </p:cNvPr>
          <p:cNvSpPr txBox="1"/>
          <p:nvPr/>
        </p:nvSpPr>
        <p:spPr>
          <a:xfrm>
            <a:off x="4143022" y="1402877"/>
            <a:ext cx="570089" cy="230832"/>
          </a:xfrm>
          <a:prstGeom prst="rect">
            <a:avLst/>
          </a:prstGeom>
          <a:noFill/>
        </p:spPr>
        <p:txBody>
          <a:bodyPr wrap="square" rtlCol="0">
            <a:spAutoFit/>
          </a:bodyPr>
          <a:lstStyle/>
          <a:p>
            <a:pPr algn="ctr"/>
            <a:r>
              <a:rPr lang="en-US" sz="900" dirty="0"/>
              <a:t>12567</a:t>
            </a:r>
          </a:p>
        </p:txBody>
      </p:sp>
      <p:sp>
        <p:nvSpPr>
          <p:cNvPr id="60" name="TextBox 59">
            <a:extLst>
              <a:ext uri="{FF2B5EF4-FFF2-40B4-BE49-F238E27FC236}">
                <a16:creationId xmlns:a16="http://schemas.microsoft.com/office/drawing/2014/main" id="{E0717871-1227-92F5-137A-348088A8DADE}"/>
              </a:ext>
            </a:extLst>
          </p:cNvPr>
          <p:cNvSpPr txBox="1"/>
          <p:nvPr/>
        </p:nvSpPr>
        <p:spPr>
          <a:xfrm>
            <a:off x="6152446" y="5048384"/>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1550900F-F71F-575C-EC7B-9E31AFEBF650}"/>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0E87AFCE-8234-AD5F-1BB1-1D12E715FF5B}"/>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0DEEF70D-8BF3-E66F-FFFF-B22ACB9FB7FC}"/>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D595435E-C36F-C87B-F799-B8480B9F4BFB}"/>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26A34A0E-89CE-0097-462B-F97F7B1BD6F8}"/>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42829503-5CAC-4C45-0C7A-A9EFA635E0F7}"/>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609A568E-5C11-758D-B7A1-BEF5EB459226}"/>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4346810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F5D23-05D9-C5F0-7656-3800D34D97C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3667CFB-5C97-C08A-9784-39D4D1B43491}"/>
              </a:ext>
            </a:extLst>
          </p:cNvPr>
          <p:cNvSpPr>
            <a:spLocks noGrp="1"/>
          </p:cNvSpPr>
          <p:nvPr>
            <p:ph sz="half" idx="1"/>
          </p:nvPr>
        </p:nvSpPr>
        <p:spPr/>
        <p:txBody>
          <a:bodyPr>
            <a:normAutofit/>
          </a:bodyPr>
          <a:lstStyle/>
          <a:p>
            <a:r>
              <a:rPr lang="en-US" dirty="0"/>
              <a:t>Since 3² is already represented, this must be 7².  The cage could be 7711 or 7756</a:t>
            </a:r>
          </a:p>
        </p:txBody>
      </p:sp>
      <p:pic>
        <p:nvPicPr>
          <p:cNvPr id="4" name="Picture 3" descr="A grid of sudoku puzzle&#10;&#10;Description automatically generated">
            <a:extLst>
              <a:ext uri="{FF2B5EF4-FFF2-40B4-BE49-F238E27FC236}">
                <a16:creationId xmlns:a16="http://schemas.microsoft.com/office/drawing/2014/main" id="{6AA3146E-4BA5-20B3-42DB-5DE1A2BE8C8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6108503-112D-73B8-948D-889470BA0A7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AAF0AAA-1B12-7CA2-2E7A-3C71373AAB8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4180A4D-DB04-908E-72C0-AB6AE4459CA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59FE972-C633-43B1-8994-E8F62B5D97A2}"/>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4FEA1043-DF8A-0C4C-0ABD-725BB1A7372D}"/>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8B99CBD2-2465-ECD2-020C-37DDFF697EBA}"/>
              </a:ext>
            </a:extLst>
          </p:cNvPr>
          <p:cNvSpPr txBox="1"/>
          <p:nvPr/>
        </p:nvSpPr>
        <p:spPr>
          <a:xfrm>
            <a:off x="4143022" y="2905709"/>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CAE8DA44-BCF6-65B6-B650-A40D2C910D2F}"/>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75F8D612-1869-AE21-7E1C-2476497904AA}"/>
              </a:ext>
            </a:extLst>
          </p:cNvPr>
          <p:cNvSpPr txBox="1"/>
          <p:nvPr/>
        </p:nvSpPr>
        <p:spPr>
          <a:xfrm>
            <a:off x="4143022" y="3406653"/>
            <a:ext cx="570089" cy="230832"/>
          </a:xfrm>
          <a:prstGeom prst="rect">
            <a:avLst/>
          </a:prstGeom>
          <a:noFill/>
        </p:spPr>
        <p:txBody>
          <a:bodyPr wrap="square" rtlCol="0">
            <a:spAutoFit/>
          </a:bodyPr>
          <a:lstStyle/>
          <a:p>
            <a:pPr algn="ctr"/>
            <a:r>
              <a:rPr lang="en-US" sz="900" dirty="0"/>
              <a:t>589</a:t>
            </a:r>
          </a:p>
        </p:txBody>
      </p:sp>
      <p:sp>
        <p:nvSpPr>
          <p:cNvPr id="13" name="TextBox 12">
            <a:extLst>
              <a:ext uri="{FF2B5EF4-FFF2-40B4-BE49-F238E27FC236}">
                <a16:creationId xmlns:a16="http://schemas.microsoft.com/office/drawing/2014/main" id="{02892EA0-D280-FBE1-8105-EB2F92D4C848}"/>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1062A1F6-90E9-1A23-D689-A97473280C1B}"/>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A51FE0CD-FE0C-71AD-074D-49CFD42F8550}"/>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6958DBB1-095E-C80C-1C2F-22775FAD7D49}"/>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F2364E26-883F-2AD3-6C1B-3A0CAC8CABC2}"/>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93362D9A-724C-A760-5A55-5783B989FC60}"/>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27" name="TextBox 26">
            <a:extLst>
              <a:ext uri="{FF2B5EF4-FFF2-40B4-BE49-F238E27FC236}">
                <a16:creationId xmlns:a16="http://schemas.microsoft.com/office/drawing/2014/main" id="{EF63CEC8-2E66-472F-8E90-E01A70A8A6D0}"/>
              </a:ext>
            </a:extLst>
          </p:cNvPr>
          <p:cNvSpPr txBox="1"/>
          <p:nvPr/>
        </p:nvSpPr>
        <p:spPr>
          <a:xfrm>
            <a:off x="5147734" y="2404765"/>
            <a:ext cx="570089" cy="230832"/>
          </a:xfrm>
          <a:prstGeom prst="rect">
            <a:avLst/>
          </a:prstGeom>
          <a:noFill/>
        </p:spPr>
        <p:txBody>
          <a:bodyPr wrap="square" rtlCol="0">
            <a:spAutoFit/>
          </a:bodyPr>
          <a:lstStyle/>
          <a:p>
            <a:pPr algn="ctr"/>
            <a:r>
              <a:rPr lang="en-US" sz="900" dirty="0"/>
              <a:t>37</a:t>
            </a:r>
          </a:p>
        </p:txBody>
      </p:sp>
      <p:sp>
        <p:nvSpPr>
          <p:cNvPr id="35" name="TextBox 34">
            <a:extLst>
              <a:ext uri="{FF2B5EF4-FFF2-40B4-BE49-F238E27FC236}">
                <a16:creationId xmlns:a16="http://schemas.microsoft.com/office/drawing/2014/main" id="{F27BF67E-2982-7418-CEA6-81C072D56770}"/>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4832B74E-42FF-587E-06C4-90122FC5F93E}"/>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7" name="TextBox 36">
            <a:extLst>
              <a:ext uri="{FF2B5EF4-FFF2-40B4-BE49-F238E27FC236}">
                <a16:creationId xmlns:a16="http://schemas.microsoft.com/office/drawing/2014/main" id="{BD760863-939B-9484-F05E-54A7C3B11E2E}"/>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AE5F720B-1ADA-C4C8-48C2-BE0A245E50F1}"/>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A152B57-A016-EADA-53C9-698CA9B5932D}"/>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691AFDB1-AADA-A880-674F-B058C3ADD108}"/>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54DFFE52-A4BE-8980-A5E9-F405D4264ED5}"/>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463206B3-8F0E-13F1-4B0A-E8E13AA2999A}"/>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1E792A2A-EE8B-D7AC-5F9E-6898499C707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2DDBB72A-533B-D1FA-ABA6-31B0C6FD4E38}"/>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57837EC1-71B7-539E-BFE9-1177EBA0941A}"/>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0E44CB8A-3FB8-1185-0142-4B6DBBC88645}"/>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DF4D5A7A-16C6-39DE-B574-6CCE14A30472}"/>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952E1509-D786-DAB3-C847-70BA91F3DCE1}"/>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F9D59AA2-3E9B-E16B-D17D-50C2070E681D}"/>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B34EBADA-01AE-A6E3-6E5A-D2575135755D}"/>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41F47804-228A-A51F-23B0-88B5AE7EA03C}"/>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418AAB53-D24C-BC8F-6570-B36F4677DFDE}"/>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C825558D-CEF5-266D-D85F-CB3FC693C33D}"/>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CD66E22A-B2AF-0F1C-75F6-2B14B0755052}"/>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09BC6176-AD19-1679-74AE-1811E108100C}"/>
              </a:ext>
            </a:extLst>
          </p:cNvPr>
          <p:cNvSpPr txBox="1"/>
          <p:nvPr/>
        </p:nvSpPr>
        <p:spPr>
          <a:xfrm>
            <a:off x="5147734" y="901933"/>
            <a:ext cx="570089" cy="230832"/>
          </a:xfrm>
          <a:prstGeom prst="rect">
            <a:avLst/>
          </a:prstGeom>
          <a:noFill/>
        </p:spPr>
        <p:txBody>
          <a:bodyPr wrap="square" rtlCol="0">
            <a:spAutoFit/>
          </a:bodyPr>
          <a:lstStyle/>
          <a:p>
            <a:pPr algn="ctr"/>
            <a:r>
              <a:rPr lang="en-US" sz="900" dirty="0"/>
              <a:t>6789</a:t>
            </a:r>
          </a:p>
        </p:txBody>
      </p:sp>
      <p:sp>
        <p:nvSpPr>
          <p:cNvPr id="17" name="TextBox 16">
            <a:extLst>
              <a:ext uri="{FF2B5EF4-FFF2-40B4-BE49-F238E27FC236}">
                <a16:creationId xmlns:a16="http://schemas.microsoft.com/office/drawing/2014/main" id="{73D20C09-B096-EAB1-57CD-CADD0E89FCBE}"/>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80578056-0F24-1769-72E6-104FE95DFFD1}"/>
              </a:ext>
            </a:extLst>
          </p:cNvPr>
          <p:cNvSpPr txBox="1"/>
          <p:nvPr/>
        </p:nvSpPr>
        <p:spPr>
          <a:xfrm>
            <a:off x="5147734" y="1903821"/>
            <a:ext cx="570089" cy="230832"/>
          </a:xfrm>
          <a:prstGeom prst="rect">
            <a:avLst/>
          </a:prstGeom>
          <a:noFill/>
        </p:spPr>
        <p:txBody>
          <a:bodyPr wrap="square" rtlCol="0">
            <a:spAutoFit/>
          </a:bodyPr>
          <a:lstStyle/>
          <a:p>
            <a:pPr algn="ctr"/>
            <a:r>
              <a:rPr lang="en-US" sz="900" dirty="0"/>
              <a:t>679</a:t>
            </a:r>
          </a:p>
        </p:txBody>
      </p:sp>
      <p:sp>
        <p:nvSpPr>
          <p:cNvPr id="47" name="TextBox 46">
            <a:extLst>
              <a:ext uri="{FF2B5EF4-FFF2-40B4-BE49-F238E27FC236}">
                <a16:creationId xmlns:a16="http://schemas.microsoft.com/office/drawing/2014/main" id="{C758C21F-6BA1-A94C-194B-CA16B5C8F76A}"/>
              </a:ext>
            </a:extLst>
          </p:cNvPr>
          <p:cNvSpPr txBox="1"/>
          <p:nvPr/>
        </p:nvSpPr>
        <p:spPr>
          <a:xfrm>
            <a:off x="5147734" y="2905709"/>
            <a:ext cx="570089" cy="230832"/>
          </a:xfrm>
          <a:prstGeom prst="rect">
            <a:avLst/>
          </a:prstGeom>
          <a:noFill/>
        </p:spPr>
        <p:txBody>
          <a:bodyPr wrap="square" rtlCol="0">
            <a:spAutoFit/>
          </a:bodyPr>
          <a:lstStyle/>
          <a:p>
            <a:pPr algn="ctr"/>
            <a:r>
              <a:rPr lang="en-US" sz="900" dirty="0"/>
              <a:t>289</a:t>
            </a:r>
          </a:p>
        </p:txBody>
      </p:sp>
      <p:sp>
        <p:nvSpPr>
          <p:cNvPr id="49" name="TextBox 48">
            <a:extLst>
              <a:ext uri="{FF2B5EF4-FFF2-40B4-BE49-F238E27FC236}">
                <a16:creationId xmlns:a16="http://schemas.microsoft.com/office/drawing/2014/main" id="{9E26BA9F-860B-F39C-AB8A-7D10F3C90E03}"/>
              </a:ext>
            </a:extLst>
          </p:cNvPr>
          <p:cNvSpPr txBox="1"/>
          <p:nvPr/>
        </p:nvSpPr>
        <p:spPr>
          <a:xfrm>
            <a:off x="5147734" y="3907597"/>
            <a:ext cx="570089" cy="230832"/>
          </a:xfrm>
          <a:prstGeom prst="rect">
            <a:avLst/>
          </a:prstGeom>
          <a:noFill/>
        </p:spPr>
        <p:txBody>
          <a:bodyPr wrap="square" rtlCol="0">
            <a:spAutoFit/>
          </a:bodyPr>
          <a:lstStyle/>
          <a:p>
            <a:pPr algn="ctr"/>
            <a:r>
              <a:rPr lang="en-US" sz="900" dirty="0"/>
              <a:t>2389</a:t>
            </a:r>
          </a:p>
        </p:txBody>
      </p:sp>
      <p:sp>
        <p:nvSpPr>
          <p:cNvPr id="50" name="TextBox 49">
            <a:extLst>
              <a:ext uri="{FF2B5EF4-FFF2-40B4-BE49-F238E27FC236}">
                <a16:creationId xmlns:a16="http://schemas.microsoft.com/office/drawing/2014/main" id="{3BF7337B-EE66-346E-4AE5-00F2EFBE5D53}"/>
              </a:ext>
            </a:extLst>
          </p:cNvPr>
          <p:cNvSpPr txBox="1"/>
          <p:nvPr/>
        </p:nvSpPr>
        <p:spPr>
          <a:xfrm>
            <a:off x="4645378" y="901933"/>
            <a:ext cx="570089" cy="230832"/>
          </a:xfrm>
          <a:prstGeom prst="rect">
            <a:avLst/>
          </a:prstGeom>
          <a:noFill/>
        </p:spPr>
        <p:txBody>
          <a:bodyPr wrap="square" rtlCol="0">
            <a:spAutoFit/>
          </a:bodyPr>
          <a:lstStyle/>
          <a:p>
            <a:pPr algn="ctr"/>
            <a:r>
              <a:rPr lang="en-US" sz="900" dirty="0"/>
              <a:t>15789</a:t>
            </a:r>
          </a:p>
        </p:txBody>
      </p:sp>
      <p:sp>
        <p:nvSpPr>
          <p:cNvPr id="51" name="TextBox 50">
            <a:extLst>
              <a:ext uri="{FF2B5EF4-FFF2-40B4-BE49-F238E27FC236}">
                <a16:creationId xmlns:a16="http://schemas.microsoft.com/office/drawing/2014/main" id="{65A4A342-EC2C-4F6E-FD0D-7FC8429D88EB}"/>
              </a:ext>
            </a:extLst>
          </p:cNvPr>
          <p:cNvSpPr txBox="1"/>
          <p:nvPr/>
        </p:nvSpPr>
        <p:spPr>
          <a:xfrm>
            <a:off x="4645378" y="1518627"/>
            <a:ext cx="570089" cy="230832"/>
          </a:xfrm>
          <a:prstGeom prst="rect">
            <a:avLst/>
          </a:prstGeom>
          <a:noFill/>
        </p:spPr>
        <p:txBody>
          <a:bodyPr wrap="square" rtlCol="0">
            <a:spAutoFit/>
          </a:bodyPr>
          <a:lstStyle/>
          <a:p>
            <a:pPr algn="ctr"/>
            <a:r>
              <a:rPr lang="en-US" sz="900" dirty="0"/>
              <a:t>15789</a:t>
            </a:r>
          </a:p>
        </p:txBody>
      </p:sp>
      <p:sp>
        <p:nvSpPr>
          <p:cNvPr id="52" name="TextBox 51">
            <a:extLst>
              <a:ext uri="{FF2B5EF4-FFF2-40B4-BE49-F238E27FC236}">
                <a16:creationId xmlns:a16="http://schemas.microsoft.com/office/drawing/2014/main" id="{8AFA4584-DE3C-1045-44D7-BCC0B099A8F1}"/>
              </a:ext>
            </a:extLst>
          </p:cNvPr>
          <p:cNvSpPr txBox="1"/>
          <p:nvPr/>
        </p:nvSpPr>
        <p:spPr>
          <a:xfrm>
            <a:off x="4645378" y="1903821"/>
            <a:ext cx="570089" cy="230832"/>
          </a:xfrm>
          <a:prstGeom prst="rect">
            <a:avLst/>
          </a:prstGeom>
          <a:noFill/>
        </p:spPr>
        <p:txBody>
          <a:bodyPr wrap="square" rtlCol="0">
            <a:spAutoFit/>
          </a:bodyPr>
          <a:lstStyle/>
          <a:p>
            <a:pPr algn="ctr"/>
            <a:r>
              <a:rPr lang="en-US" sz="900" dirty="0"/>
              <a:t>15</a:t>
            </a:r>
          </a:p>
        </p:txBody>
      </p:sp>
      <p:sp>
        <p:nvSpPr>
          <p:cNvPr id="53" name="TextBox 52">
            <a:extLst>
              <a:ext uri="{FF2B5EF4-FFF2-40B4-BE49-F238E27FC236}">
                <a16:creationId xmlns:a16="http://schemas.microsoft.com/office/drawing/2014/main" id="{0A0F7A60-37A6-FD7A-5788-F9390BB2EE83}"/>
              </a:ext>
            </a:extLst>
          </p:cNvPr>
          <p:cNvSpPr txBox="1"/>
          <p:nvPr/>
        </p:nvSpPr>
        <p:spPr>
          <a:xfrm>
            <a:off x="4645378" y="2905709"/>
            <a:ext cx="570089" cy="230832"/>
          </a:xfrm>
          <a:prstGeom prst="rect">
            <a:avLst/>
          </a:prstGeom>
          <a:noFill/>
        </p:spPr>
        <p:txBody>
          <a:bodyPr wrap="square" rtlCol="0">
            <a:spAutoFit/>
          </a:bodyPr>
          <a:lstStyle/>
          <a:p>
            <a:pPr algn="ctr"/>
            <a:r>
              <a:rPr lang="en-US" sz="900" dirty="0"/>
              <a:t>289</a:t>
            </a:r>
          </a:p>
        </p:txBody>
      </p:sp>
      <p:sp>
        <p:nvSpPr>
          <p:cNvPr id="55" name="TextBox 54">
            <a:extLst>
              <a:ext uri="{FF2B5EF4-FFF2-40B4-BE49-F238E27FC236}">
                <a16:creationId xmlns:a16="http://schemas.microsoft.com/office/drawing/2014/main" id="{81E344CA-971D-110D-820F-592D5F0C5831}"/>
              </a:ext>
            </a:extLst>
          </p:cNvPr>
          <p:cNvSpPr txBox="1"/>
          <p:nvPr/>
        </p:nvSpPr>
        <p:spPr>
          <a:xfrm>
            <a:off x="4645378" y="3907597"/>
            <a:ext cx="570089" cy="230832"/>
          </a:xfrm>
          <a:prstGeom prst="rect">
            <a:avLst/>
          </a:prstGeom>
          <a:noFill/>
        </p:spPr>
        <p:txBody>
          <a:bodyPr wrap="square" rtlCol="0">
            <a:spAutoFit/>
          </a:bodyPr>
          <a:lstStyle/>
          <a:p>
            <a:pPr algn="ctr"/>
            <a:r>
              <a:rPr lang="en-US" sz="900" dirty="0"/>
              <a:t>2389</a:t>
            </a:r>
          </a:p>
        </p:txBody>
      </p:sp>
      <p:sp>
        <p:nvSpPr>
          <p:cNvPr id="56" name="TextBox 55">
            <a:extLst>
              <a:ext uri="{FF2B5EF4-FFF2-40B4-BE49-F238E27FC236}">
                <a16:creationId xmlns:a16="http://schemas.microsoft.com/office/drawing/2014/main" id="{5ABE3000-EBA5-8992-02D5-D664644A38FB}"/>
              </a:ext>
            </a:extLst>
          </p:cNvPr>
          <p:cNvSpPr txBox="1"/>
          <p:nvPr/>
        </p:nvSpPr>
        <p:spPr>
          <a:xfrm>
            <a:off x="4645378" y="4909484"/>
            <a:ext cx="570089" cy="230832"/>
          </a:xfrm>
          <a:prstGeom prst="rect">
            <a:avLst/>
          </a:prstGeom>
          <a:noFill/>
        </p:spPr>
        <p:txBody>
          <a:bodyPr wrap="square" rtlCol="0">
            <a:spAutoFit/>
          </a:bodyPr>
          <a:lstStyle/>
          <a:p>
            <a:pPr algn="ctr"/>
            <a:r>
              <a:rPr lang="en-US" sz="900" dirty="0"/>
              <a:t>2389</a:t>
            </a:r>
          </a:p>
        </p:txBody>
      </p:sp>
      <p:sp>
        <p:nvSpPr>
          <p:cNvPr id="58" name="TextBox 57">
            <a:extLst>
              <a:ext uri="{FF2B5EF4-FFF2-40B4-BE49-F238E27FC236}">
                <a16:creationId xmlns:a16="http://schemas.microsoft.com/office/drawing/2014/main" id="{3786926E-8132-DEDB-B25F-145FDCD5ECD0}"/>
              </a:ext>
            </a:extLst>
          </p:cNvPr>
          <p:cNvSpPr txBox="1"/>
          <p:nvPr/>
        </p:nvSpPr>
        <p:spPr>
          <a:xfrm>
            <a:off x="4143022" y="786183"/>
            <a:ext cx="570089" cy="230832"/>
          </a:xfrm>
          <a:prstGeom prst="rect">
            <a:avLst/>
          </a:prstGeom>
          <a:noFill/>
        </p:spPr>
        <p:txBody>
          <a:bodyPr wrap="square" rtlCol="0">
            <a:spAutoFit/>
          </a:bodyPr>
          <a:lstStyle/>
          <a:p>
            <a:pPr algn="ctr"/>
            <a:r>
              <a:rPr lang="en-US" sz="900" dirty="0"/>
              <a:t>15792</a:t>
            </a:r>
          </a:p>
        </p:txBody>
      </p:sp>
      <p:sp>
        <p:nvSpPr>
          <p:cNvPr id="59" name="TextBox 58">
            <a:extLst>
              <a:ext uri="{FF2B5EF4-FFF2-40B4-BE49-F238E27FC236}">
                <a16:creationId xmlns:a16="http://schemas.microsoft.com/office/drawing/2014/main" id="{99C325B0-A078-B527-699B-07050479D51D}"/>
              </a:ext>
            </a:extLst>
          </p:cNvPr>
          <p:cNvSpPr txBox="1"/>
          <p:nvPr/>
        </p:nvSpPr>
        <p:spPr>
          <a:xfrm>
            <a:off x="4143022" y="1402877"/>
            <a:ext cx="570089" cy="230832"/>
          </a:xfrm>
          <a:prstGeom prst="rect">
            <a:avLst/>
          </a:prstGeom>
          <a:noFill/>
        </p:spPr>
        <p:txBody>
          <a:bodyPr wrap="square" rtlCol="0">
            <a:spAutoFit/>
          </a:bodyPr>
          <a:lstStyle/>
          <a:p>
            <a:pPr algn="ctr"/>
            <a:r>
              <a:rPr lang="en-US" sz="900" dirty="0"/>
              <a:t>12567</a:t>
            </a:r>
          </a:p>
        </p:txBody>
      </p:sp>
      <p:sp>
        <p:nvSpPr>
          <p:cNvPr id="60" name="TextBox 59">
            <a:extLst>
              <a:ext uri="{FF2B5EF4-FFF2-40B4-BE49-F238E27FC236}">
                <a16:creationId xmlns:a16="http://schemas.microsoft.com/office/drawing/2014/main" id="{028717C4-05E0-8D5D-9CE6-BD40D3A6BBF6}"/>
              </a:ext>
            </a:extLst>
          </p:cNvPr>
          <p:cNvSpPr txBox="1"/>
          <p:nvPr/>
        </p:nvSpPr>
        <p:spPr>
          <a:xfrm>
            <a:off x="6152446" y="5048384"/>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4519F82E-F776-3905-EBDA-ABA1D86315BF}"/>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D1DDECA0-2A26-5252-78CB-1AFA5779606D}"/>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00E4BF52-D552-F3DA-42C6-AD11F2963FDF}"/>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E09DDF06-D57B-CB3F-99FA-21F5046D529D}"/>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684177E5-9FF6-C16E-24E1-226C2B5E8C9C}"/>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2EE4CC89-285D-E934-286C-E83492642688}"/>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C88CC219-1513-6BB0-56B0-87325B91BA6B}"/>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D4B88A40-9E9D-703C-8551-5150E38F9B82}"/>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54" name="TextBox 53">
            <a:extLst>
              <a:ext uri="{FF2B5EF4-FFF2-40B4-BE49-F238E27FC236}">
                <a16:creationId xmlns:a16="http://schemas.microsoft.com/office/drawing/2014/main" id="{17B15E0E-B8E7-D159-1A06-B6E888BF6EA6}"/>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48416443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FC810-7334-60A5-C787-9BAD4866C01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D5AAEB-9846-9C2A-033A-CAB47E3F0A4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FFE40CA-92B7-FE81-6266-F47A844F1E3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B3C3D41-2497-2EFF-1B10-1E22D22A40A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7F3A9C3-DD9B-3864-018B-14CDBBA1986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B87176F-89E2-7813-8D24-DCA02DF000C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3466F55-2B71-2950-D3BD-5062102BDDFC}"/>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D8F67913-D669-6A03-D3BC-68E3AA0210AF}"/>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B321035C-F520-48B9-D435-84A08A7B5AEE}"/>
              </a:ext>
            </a:extLst>
          </p:cNvPr>
          <p:cNvSpPr txBox="1"/>
          <p:nvPr/>
        </p:nvSpPr>
        <p:spPr>
          <a:xfrm>
            <a:off x="4143022" y="2905709"/>
            <a:ext cx="570089" cy="230832"/>
          </a:xfrm>
          <a:prstGeom prst="rect">
            <a:avLst/>
          </a:prstGeom>
          <a:noFill/>
        </p:spPr>
        <p:txBody>
          <a:bodyPr wrap="square" rtlCol="0">
            <a:spAutoFit/>
          </a:bodyPr>
          <a:lstStyle/>
          <a:p>
            <a:pPr algn="ctr"/>
            <a:r>
              <a:rPr lang="en-US" sz="900" dirty="0"/>
              <a:t>89</a:t>
            </a:r>
          </a:p>
        </p:txBody>
      </p:sp>
      <p:sp>
        <p:nvSpPr>
          <p:cNvPr id="11" name="TextBox 10">
            <a:extLst>
              <a:ext uri="{FF2B5EF4-FFF2-40B4-BE49-F238E27FC236}">
                <a16:creationId xmlns:a16="http://schemas.microsoft.com/office/drawing/2014/main" id="{90656D72-539A-38B0-14D7-89E71CE513ED}"/>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53D02C79-003E-EB25-2C9F-6497EE38223A}"/>
              </a:ext>
            </a:extLst>
          </p:cNvPr>
          <p:cNvSpPr txBox="1"/>
          <p:nvPr/>
        </p:nvSpPr>
        <p:spPr>
          <a:xfrm>
            <a:off x="4143022" y="3406653"/>
            <a:ext cx="570089" cy="230832"/>
          </a:xfrm>
          <a:prstGeom prst="rect">
            <a:avLst/>
          </a:prstGeom>
          <a:noFill/>
        </p:spPr>
        <p:txBody>
          <a:bodyPr wrap="square" rtlCol="0">
            <a:spAutoFit/>
          </a:bodyPr>
          <a:lstStyle/>
          <a:p>
            <a:pPr algn="ctr"/>
            <a:r>
              <a:rPr lang="en-US" sz="900" dirty="0"/>
              <a:t>589</a:t>
            </a:r>
          </a:p>
        </p:txBody>
      </p:sp>
      <p:sp>
        <p:nvSpPr>
          <p:cNvPr id="13" name="TextBox 12">
            <a:extLst>
              <a:ext uri="{FF2B5EF4-FFF2-40B4-BE49-F238E27FC236}">
                <a16:creationId xmlns:a16="http://schemas.microsoft.com/office/drawing/2014/main" id="{309909DC-F250-40B9-C38B-2F634152656B}"/>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696F0BEF-6AFF-019F-CA6A-39E934B95A57}"/>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6EA96075-EC9F-960B-83B5-A1E3BC10A1E8}"/>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BD8C43BA-3ACD-6B9E-DFFD-B7F31FABF093}"/>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71520C40-5C8F-55BD-3414-392CF73A0DC8}"/>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0BD8DA9B-FA97-A4F7-8DA2-34B773BF6DB0}"/>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1DA77C8A-C8FF-50EE-DD30-BD8D758374D6}"/>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C5E5DECB-4F43-E820-2F4B-D56D04460A52}"/>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7" name="TextBox 36">
            <a:extLst>
              <a:ext uri="{FF2B5EF4-FFF2-40B4-BE49-F238E27FC236}">
                <a16:creationId xmlns:a16="http://schemas.microsoft.com/office/drawing/2014/main" id="{464447F3-7726-A9B6-B2AE-FA8E7A434466}"/>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3C177DBF-D33A-D78A-0D39-7BC77EE52434}"/>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CD5EFFA8-CE66-B84C-AB81-FA666265D83F}"/>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20B12F0-3A1A-2989-88EC-B182C02976E2}"/>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B4664E84-F3B4-4D77-C54F-D0FBD44DFA41}"/>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449B8973-5980-BD66-68C2-0CE209A8D566}"/>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FFB086E8-9E33-7E29-3C4C-80E0F2E42CF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2744D514-400A-F116-98CB-5BA068F45BCB}"/>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158CC68B-230E-7E88-64C8-78FB90A14456}"/>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B8240C2C-A777-FD13-535B-2D1B677706D7}"/>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FF589A8E-1F8F-28B2-A167-669058866B1A}"/>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013626BB-95A0-5CC3-F3EC-8010CE3C4FD2}"/>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F8062275-725E-E4C3-B3FE-D03515E3C4B9}"/>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4F157AFC-67D7-12C9-4006-9D421418CE9F}"/>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1FDBB171-717D-6432-C42C-5D7B0A8A1B93}"/>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9490043F-EA61-CF2E-18E2-919F131D71EF}"/>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518E01CA-5006-E412-E85B-1C19D442C46E}"/>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11512F06-7C02-C712-BE4A-D793DFEB4A6D}"/>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3A5D4545-20AC-C57A-78E3-0A6ADB543341}"/>
              </a:ext>
            </a:extLst>
          </p:cNvPr>
          <p:cNvSpPr txBox="1"/>
          <p:nvPr/>
        </p:nvSpPr>
        <p:spPr>
          <a:xfrm>
            <a:off x="5147734" y="901933"/>
            <a:ext cx="570089" cy="230832"/>
          </a:xfrm>
          <a:prstGeom prst="rect">
            <a:avLst/>
          </a:prstGeom>
          <a:noFill/>
        </p:spPr>
        <p:txBody>
          <a:bodyPr wrap="square" rtlCol="0">
            <a:spAutoFit/>
          </a:bodyPr>
          <a:lstStyle/>
          <a:p>
            <a:pPr algn="ctr"/>
            <a:r>
              <a:rPr lang="en-US" sz="900" dirty="0"/>
              <a:t>6789</a:t>
            </a:r>
          </a:p>
        </p:txBody>
      </p:sp>
      <p:sp>
        <p:nvSpPr>
          <p:cNvPr id="17" name="TextBox 16">
            <a:extLst>
              <a:ext uri="{FF2B5EF4-FFF2-40B4-BE49-F238E27FC236}">
                <a16:creationId xmlns:a16="http://schemas.microsoft.com/office/drawing/2014/main" id="{0097E9C8-2FDA-FD24-2DE4-7AFC59C99BE9}"/>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B9EC78C0-4204-6E80-9420-38D3B950CC0B}"/>
              </a:ext>
            </a:extLst>
          </p:cNvPr>
          <p:cNvSpPr txBox="1"/>
          <p:nvPr/>
        </p:nvSpPr>
        <p:spPr>
          <a:xfrm>
            <a:off x="5147734" y="1903821"/>
            <a:ext cx="570089" cy="230832"/>
          </a:xfrm>
          <a:prstGeom prst="rect">
            <a:avLst/>
          </a:prstGeom>
          <a:noFill/>
        </p:spPr>
        <p:txBody>
          <a:bodyPr wrap="square" rtlCol="0">
            <a:spAutoFit/>
          </a:bodyPr>
          <a:lstStyle/>
          <a:p>
            <a:pPr algn="ctr"/>
            <a:r>
              <a:rPr lang="en-US" sz="900" dirty="0"/>
              <a:t>69</a:t>
            </a:r>
          </a:p>
        </p:txBody>
      </p:sp>
      <p:sp>
        <p:nvSpPr>
          <p:cNvPr id="47" name="TextBox 46">
            <a:extLst>
              <a:ext uri="{FF2B5EF4-FFF2-40B4-BE49-F238E27FC236}">
                <a16:creationId xmlns:a16="http://schemas.microsoft.com/office/drawing/2014/main" id="{18BE1F4F-A480-ECF2-D23F-C4A97BEF6AE4}"/>
              </a:ext>
            </a:extLst>
          </p:cNvPr>
          <p:cNvSpPr txBox="1"/>
          <p:nvPr/>
        </p:nvSpPr>
        <p:spPr>
          <a:xfrm>
            <a:off x="5147734" y="2905709"/>
            <a:ext cx="570089" cy="230832"/>
          </a:xfrm>
          <a:prstGeom prst="rect">
            <a:avLst/>
          </a:prstGeom>
          <a:noFill/>
        </p:spPr>
        <p:txBody>
          <a:bodyPr wrap="square" rtlCol="0">
            <a:spAutoFit/>
          </a:bodyPr>
          <a:lstStyle/>
          <a:p>
            <a:pPr algn="ctr"/>
            <a:r>
              <a:rPr lang="en-US" sz="900" dirty="0"/>
              <a:t>289</a:t>
            </a:r>
          </a:p>
        </p:txBody>
      </p:sp>
      <p:sp>
        <p:nvSpPr>
          <p:cNvPr id="49" name="TextBox 48">
            <a:extLst>
              <a:ext uri="{FF2B5EF4-FFF2-40B4-BE49-F238E27FC236}">
                <a16:creationId xmlns:a16="http://schemas.microsoft.com/office/drawing/2014/main" id="{C159115D-F7C7-EC8A-4179-DC7039924845}"/>
              </a:ext>
            </a:extLst>
          </p:cNvPr>
          <p:cNvSpPr txBox="1"/>
          <p:nvPr/>
        </p:nvSpPr>
        <p:spPr>
          <a:xfrm>
            <a:off x="5147734" y="3907597"/>
            <a:ext cx="570089" cy="230832"/>
          </a:xfrm>
          <a:prstGeom prst="rect">
            <a:avLst/>
          </a:prstGeom>
          <a:noFill/>
        </p:spPr>
        <p:txBody>
          <a:bodyPr wrap="square" rtlCol="0">
            <a:spAutoFit/>
          </a:bodyPr>
          <a:lstStyle/>
          <a:p>
            <a:pPr algn="ctr"/>
            <a:r>
              <a:rPr lang="en-US" sz="900" dirty="0"/>
              <a:t>2389</a:t>
            </a:r>
          </a:p>
        </p:txBody>
      </p:sp>
      <p:sp>
        <p:nvSpPr>
          <p:cNvPr id="50" name="TextBox 49">
            <a:extLst>
              <a:ext uri="{FF2B5EF4-FFF2-40B4-BE49-F238E27FC236}">
                <a16:creationId xmlns:a16="http://schemas.microsoft.com/office/drawing/2014/main" id="{A91D6F65-D926-0BA8-E7BA-90B90CE142CE}"/>
              </a:ext>
            </a:extLst>
          </p:cNvPr>
          <p:cNvSpPr txBox="1"/>
          <p:nvPr/>
        </p:nvSpPr>
        <p:spPr>
          <a:xfrm>
            <a:off x="4645378" y="901933"/>
            <a:ext cx="570089" cy="230832"/>
          </a:xfrm>
          <a:prstGeom prst="rect">
            <a:avLst/>
          </a:prstGeom>
          <a:noFill/>
        </p:spPr>
        <p:txBody>
          <a:bodyPr wrap="square" rtlCol="0">
            <a:spAutoFit/>
          </a:bodyPr>
          <a:lstStyle/>
          <a:p>
            <a:pPr algn="ctr"/>
            <a:r>
              <a:rPr lang="en-US" sz="900" dirty="0"/>
              <a:t>1589</a:t>
            </a:r>
          </a:p>
        </p:txBody>
      </p:sp>
      <p:sp>
        <p:nvSpPr>
          <p:cNvPr id="51" name="TextBox 50">
            <a:extLst>
              <a:ext uri="{FF2B5EF4-FFF2-40B4-BE49-F238E27FC236}">
                <a16:creationId xmlns:a16="http://schemas.microsoft.com/office/drawing/2014/main" id="{4924E845-8778-DE9F-5CF2-DB2C4359D355}"/>
              </a:ext>
            </a:extLst>
          </p:cNvPr>
          <p:cNvSpPr txBox="1"/>
          <p:nvPr/>
        </p:nvSpPr>
        <p:spPr>
          <a:xfrm>
            <a:off x="4645378" y="1518627"/>
            <a:ext cx="570089" cy="230832"/>
          </a:xfrm>
          <a:prstGeom prst="rect">
            <a:avLst/>
          </a:prstGeom>
          <a:noFill/>
        </p:spPr>
        <p:txBody>
          <a:bodyPr wrap="square" rtlCol="0">
            <a:spAutoFit/>
          </a:bodyPr>
          <a:lstStyle/>
          <a:p>
            <a:pPr algn="ctr"/>
            <a:r>
              <a:rPr lang="en-US" sz="900" dirty="0"/>
              <a:t>1589</a:t>
            </a:r>
          </a:p>
        </p:txBody>
      </p:sp>
      <p:sp>
        <p:nvSpPr>
          <p:cNvPr id="52" name="TextBox 51">
            <a:extLst>
              <a:ext uri="{FF2B5EF4-FFF2-40B4-BE49-F238E27FC236}">
                <a16:creationId xmlns:a16="http://schemas.microsoft.com/office/drawing/2014/main" id="{51A6EB15-D4A9-B5C1-787B-94C7B3721FA3}"/>
              </a:ext>
            </a:extLst>
          </p:cNvPr>
          <p:cNvSpPr txBox="1"/>
          <p:nvPr/>
        </p:nvSpPr>
        <p:spPr>
          <a:xfrm>
            <a:off x="4645378" y="1903821"/>
            <a:ext cx="570089" cy="230832"/>
          </a:xfrm>
          <a:prstGeom prst="rect">
            <a:avLst/>
          </a:prstGeom>
          <a:noFill/>
        </p:spPr>
        <p:txBody>
          <a:bodyPr wrap="square" rtlCol="0">
            <a:spAutoFit/>
          </a:bodyPr>
          <a:lstStyle/>
          <a:p>
            <a:pPr algn="ctr"/>
            <a:r>
              <a:rPr lang="en-US" sz="900" dirty="0"/>
              <a:t>15</a:t>
            </a:r>
          </a:p>
        </p:txBody>
      </p:sp>
      <p:sp>
        <p:nvSpPr>
          <p:cNvPr id="53" name="TextBox 52">
            <a:extLst>
              <a:ext uri="{FF2B5EF4-FFF2-40B4-BE49-F238E27FC236}">
                <a16:creationId xmlns:a16="http://schemas.microsoft.com/office/drawing/2014/main" id="{5783A108-11A3-9D9C-1525-FD032AC5F5F1}"/>
              </a:ext>
            </a:extLst>
          </p:cNvPr>
          <p:cNvSpPr txBox="1"/>
          <p:nvPr/>
        </p:nvSpPr>
        <p:spPr>
          <a:xfrm>
            <a:off x="4645378" y="2905709"/>
            <a:ext cx="570089" cy="230832"/>
          </a:xfrm>
          <a:prstGeom prst="rect">
            <a:avLst/>
          </a:prstGeom>
          <a:noFill/>
        </p:spPr>
        <p:txBody>
          <a:bodyPr wrap="square" rtlCol="0">
            <a:spAutoFit/>
          </a:bodyPr>
          <a:lstStyle/>
          <a:p>
            <a:pPr algn="ctr"/>
            <a:r>
              <a:rPr lang="en-US" sz="900" dirty="0"/>
              <a:t>289</a:t>
            </a:r>
          </a:p>
        </p:txBody>
      </p:sp>
      <p:sp>
        <p:nvSpPr>
          <p:cNvPr id="55" name="TextBox 54">
            <a:extLst>
              <a:ext uri="{FF2B5EF4-FFF2-40B4-BE49-F238E27FC236}">
                <a16:creationId xmlns:a16="http://schemas.microsoft.com/office/drawing/2014/main" id="{8DCCBD86-7091-5CC1-6770-DA9CFED71A76}"/>
              </a:ext>
            </a:extLst>
          </p:cNvPr>
          <p:cNvSpPr txBox="1"/>
          <p:nvPr/>
        </p:nvSpPr>
        <p:spPr>
          <a:xfrm>
            <a:off x="4645378" y="3907597"/>
            <a:ext cx="570089" cy="230832"/>
          </a:xfrm>
          <a:prstGeom prst="rect">
            <a:avLst/>
          </a:prstGeom>
          <a:noFill/>
        </p:spPr>
        <p:txBody>
          <a:bodyPr wrap="square" rtlCol="0">
            <a:spAutoFit/>
          </a:bodyPr>
          <a:lstStyle/>
          <a:p>
            <a:pPr algn="ctr"/>
            <a:r>
              <a:rPr lang="en-US" sz="900" dirty="0"/>
              <a:t>2389</a:t>
            </a:r>
          </a:p>
        </p:txBody>
      </p:sp>
      <p:sp>
        <p:nvSpPr>
          <p:cNvPr id="56" name="TextBox 55">
            <a:extLst>
              <a:ext uri="{FF2B5EF4-FFF2-40B4-BE49-F238E27FC236}">
                <a16:creationId xmlns:a16="http://schemas.microsoft.com/office/drawing/2014/main" id="{205BCBFC-6D53-86FF-7BAA-309873EE703B}"/>
              </a:ext>
            </a:extLst>
          </p:cNvPr>
          <p:cNvSpPr txBox="1"/>
          <p:nvPr/>
        </p:nvSpPr>
        <p:spPr>
          <a:xfrm>
            <a:off x="4645378" y="4909484"/>
            <a:ext cx="570089" cy="230832"/>
          </a:xfrm>
          <a:prstGeom prst="rect">
            <a:avLst/>
          </a:prstGeom>
          <a:noFill/>
        </p:spPr>
        <p:txBody>
          <a:bodyPr wrap="square" rtlCol="0">
            <a:spAutoFit/>
          </a:bodyPr>
          <a:lstStyle/>
          <a:p>
            <a:pPr algn="ctr"/>
            <a:r>
              <a:rPr lang="en-US" sz="900" dirty="0"/>
              <a:t>2389</a:t>
            </a:r>
          </a:p>
        </p:txBody>
      </p:sp>
      <p:sp>
        <p:nvSpPr>
          <p:cNvPr id="58" name="TextBox 57">
            <a:extLst>
              <a:ext uri="{FF2B5EF4-FFF2-40B4-BE49-F238E27FC236}">
                <a16:creationId xmlns:a16="http://schemas.microsoft.com/office/drawing/2014/main" id="{EBE585D0-30C9-706B-818D-2BADD5C385F2}"/>
              </a:ext>
            </a:extLst>
          </p:cNvPr>
          <p:cNvSpPr txBox="1"/>
          <p:nvPr/>
        </p:nvSpPr>
        <p:spPr>
          <a:xfrm>
            <a:off x="4143022" y="786183"/>
            <a:ext cx="570089" cy="230832"/>
          </a:xfrm>
          <a:prstGeom prst="rect">
            <a:avLst/>
          </a:prstGeom>
          <a:noFill/>
        </p:spPr>
        <p:txBody>
          <a:bodyPr wrap="square" rtlCol="0">
            <a:spAutoFit/>
          </a:bodyPr>
          <a:lstStyle/>
          <a:p>
            <a:pPr algn="ctr"/>
            <a:r>
              <a:rPr lang="en-US" sz="900" dirty="0"/>
              <a:t>1592</a:t>
            </a:r>
          </a:p>
        </p:txBody>
      </p:sp>
      <p:sp>
        <p:nvSpPr>
          <p:cNvPr id="59" name="TextBox 58">
            <a:extLst>
              <a:ext uri="{FF2B5EF4-FFF2-40B4-BE49-F238E27FC236}">
                <a16:creationId xmlns:a16="http://schemas.microsoft.com/office/drawing/2014/main" id="{7E5694BD-78D7-8882-1F85-672D42BB7416}"/>
              </a:ext>
            </a:extLst>
          </p:cNvPr>
          <p:cNvSpPr txBox="1"/>
          <p:nvPr/>
        </p:nvSpPr>
        <p:spPr>
          <a:xfrm>
            <a:off x="4143022" y="1402877"/>
            <a:ext cx="570089" cy="230832"/>
          </a:xfrm>
          <a:prstGeom prst="rect">
            <a:avLst/>
          </a:prstGeom>
          <a:noFill/>
        </p:spPr>
        <p:txBody>
          <a:bodyPr wrap="square" rtlCol="0">
            <a:spAutoFit/>
          </a:bodyPr>
          <a:lstStyle/>
          <a:p>
            <a:pPr algn="ctr"/>
            <a:r>
              <a:rPr lang="en-US" sz="900" dirty="0"/>
              <a:t>1256</a:t>
            </a:r>
          </a:p>
        </p:txBody>
      </p:sp>
      <p:sp>
        <p:nvSpPr>
          <p:cNvPr id="60" name="TextBox 59">
            <a:extLst>
              <a:ext uri="{FF2B5EF4-FFF2-40B4-BE49-F238E27FC236}">
                <a16:creationId xmlns:a16="http://schemas.microsoft.com/office/drawing/2014/main" id="{8D66D945-258F-9598-6292-2DF1377DE774}"/>
              </a:ext>
            </a:extLst>
          </p:cNvPr>
          <p:cNvSpPr txBox="1"/>
          <p:nvPr/>
        </p:nvSpPr>
        <p:spPr>
          <a:xfrm>
            <a:off x="6152446" y="5048384"/>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0965DBAE-15B0-BF6F-AD6B-1A04CF052130}"/>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5240C635-EB8B-3FF9-BB2B-EF60F3933613}"/>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B44761F2-340E-74B6-2029-5D86B5E9D2E0}"/>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1718D098-0811-4B81-4210-84A27DD02BF4}"/>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328C91ED-4A94-6A8B-87AB-864496C9DE36}"/>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AE3412A8-2097-F335-A14B-43EAD605A448}"/>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901F7B4F-C81F-456B-66A1-F16D19B120D4}"/>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F271DDFE-6323-DDF1-C00D-48AA79BD2AC2}"/>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F378C96C-C3FE-D53A-7D14-F1BD94243BA7}"/>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E43F2639-CD87-5FD7-5EBA-8737A6303CEA}"/>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74919738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180FA-9BB9-26FF-6F93-3E8B1ED89F2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66F6288-60FD-63D9-5D13-599B9E9EBDD1}"/>
              </a:ext>
            </a:extLst>
          </p:cNvPr>
          <p:cNvSpPr>
            <a:spLocks noGrp="1"/>
          </p:cNvSpPr>
          <p:nvPr>
            <p:ph sz="half" idx="1"/>
          </p:nvPr>
        </p:nvSpPr>
        <p:spPr/>
        <p:txBody>
          <a:bodyPr>
            <a:normAutofit/>
          </a:bodyPr>
          <a:lstStyle/>
          <a:p>
            <a:r>
              <a:rPr lang="en-US" dirty="0"/>
              <a:t>Reduce.</a:t>
            </a:r>
          </a:p>
          <a:p>
            <a:r>
              <a:rPr lang="en-US" dirty="0"/>
              <a:t>Last possible 7 in block.</a:t>
            </a:r>
          </a:p>
        </p:txBody>
      </p:sp>
      <p:pic>
        <p:nvPicPr>
          <p:cNvPr id="4" name="Picture 3" descr="A grid of sudoku puzzle&#10;&#10;Description automatically generated">
            <a:extLst>
              <a:ext uri="{FF2B5EF4-FFF2-40B4-BE49-F238E27FC236}">
                <a16:creationId xmlns:a16="http://schemas.microsoft.com/office/drawing/2014/main" id="{CCCF6024-378C-6CC4-96E0-79802EC953C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BC640CA-77D6-97A0-6602-8D1C1CFECE2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5087024-3146-2788-5AAC-82062DA05AF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5E0A096-5808-8CD1-C1C5-FA8E84CFBCD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8262970-85C1-C3B5-5110-8FECE9081042}"/>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9" name="TextBox 8">
            <a:extLst>
              <a:ext uri="{FF2B5EF4-FFF2-40B4-BE49-F238E27FC236}">
                <a16:creationId xmlns:a16="http://schemas.microsoft.com/office/drawing/2014/main" id="{922D1D46-E634-B40C-63CF-F3AABC941A4C}"/>
              </a:ext>
            </a:extLst>
          </p:cNvPr>
          <p:cNvSpPr txBox="1"/>
          <p:nvPr/>
        </p:nvSpPr>
        <p:spPr>
          <a:xfrm>
            <a:off x="4143022" y="2905709"/>
            <a:ext cx="570089" cy="230832"/>
          </a:xfrm>
          <a:prstGeom prst="rect">
            <a:avLst/>
          </a:prstGeom>
          <a:noFill/>
        </p:spPr>
        <p:txBody>
          <a:bodyPr wrap="square" rtlCol="0">
            <a:spAutoFit/>
          </a:bodyPr>
          <a:lstStyle/>
          <a:p>
            <a:pPr algn="ctr"/>
            <a:r>
              <a:rPr lang="en-US" sz="900" dirty="0"/>
              <a:t>89</a:t>
            </a:r>
          </a:p>
        </p:txBody>
      </p:sp>
      <p:sp>
        <p:nvSpPr>
          <p:cNvPr id="11" name="TextBox 10">
            <a:extLst>
              <a:ext uri="{FF2B5EF4-FFF2-40B4-BE49-F238E27FC236}">
                <a16:creationId xmlns:a16="http://schemas.microsoft.com/office/drawing/2014/main" id="{A433E68C-1367-E692-CAA0-1DE9DDC9011C}"/>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B6E64712-3DEC-0E7E-1649-584571E55BB5}"/>
              </a:ext>
            </a:extLst>
          </p:cNvPr>
          <p:cNvSpPr txBox="1"/>
          <p:nvPr/>
        </p:nvSpPr>
        <p:spPr>
          <a:xfrm>
            <a:off x="4143022" y="3406653"/>
            <a:ext cx="570089" cy="230832"/>
          </a:xfrm>
          <a:prstGeom prst="rect">
            <a:avLst/>
          </a:prstGeom>
          <a:noFill/>
        </p:spPr>
        <p:txBody>
          <a:bodyPr wrap="square" rtlCol="0">
            <a:spAutoFit/>
          </a:bodyPr>
          <a:lstStyle/>
          <a:p>
            <a:pPr algn="ctr"/>
            <a:r>
              <a:rPr lang="en-US" sz="900" dirty="0"/>
              <a:t>589</a:t>
            </a:r>
          </a:p>
        </p:txBody>
      </p:sp>
      <p:sp>
        <p:nvSpPr>
          <p:cNvPr id="13" name="TextBox 12">
            <a:extLst>
              <a:ext uri="{FF2B5EF4-FFF2-40B4-BE49-F238E27FC236}">
                <a16:creationId xmlns:a16="http://schemas.microsoft.com/office/drawing/2014/main" id="{8285FF5F-5976-7AFB-0E0E-E82C185067F5}"/>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BA0202FB-3601-C450-8663-0DDF4AFD41EE}"/>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044040DD-9722-AEB0-5465-52621C2BF526}"/>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AE016FC0-762D-7104-8C0B-03B1AB606B9A}"/>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06576DB9-4EE6-8990-3B5C-B7B571377EAF}"/>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E0512E16-80E2-CC86-3700-3FF562C6D479}"/>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DD74AB3-786A-F71B-AF30-27652153F330}"/>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850F5CBD-A9D7-97A5-04BF-8910C9D4F2D9}"/>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7" name="TextBox 36">
            <a:extLst>
              <a:ext uri="{FF2B5EF4-FFF2-40B4-BE49-F238E27FC236}">
                <a16:creationId xmlns:a16="http://schemas.microsoft.com/office/drawing/2014/main" id="{17EAAAD2-B84C-9430-1BA9-E2A7D3401A53}"/>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BD3665DA-0D4C-7AED-72B3-5D4DDC45E68A}"/>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124CBCE1-30F9-DEC7-223B-B5F7792CFA77}"/>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EB3B99E3-76B1-0C29-E992-A0B6111FCB2A}"/>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2BF95FF5-A00B-3E94-A6A2-0296E99C769C}"/>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24078C20-38C7-F236-0B15-020E7A84607C}"/>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06BD8DFF-93F8-64DE-5D25-FADA93050A0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EA1B8361-4C86-7B67-C24A-BC7389B6D568}"/>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3DBDB4CD-6C83-0B60-A272-C0C619447161}"/>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AAE930B7-7401-8FF0-1278-5B7D6B178CAC}"/>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116C3EAB-0EEE-9D2A-8C4C-2DC88CD2DB01}"/>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B973411D-9D5A-AB61-DFE5-B1CD0AEACD12}"/>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DC13EE05-69F9-C169-DB3A-DD41AFD3FC8B}"/>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5EC078EF-3ACB-6FEE-0E58-DDC4A383F52D}"/>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10733414-F0A7-FAF0-EEF7-3E229B92E013}"/>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E291F12D-6A59-4ADD-D7E6-231D6C202F09}"/>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F7820240-C9C0-44A0-2480-56C73C63DFBE}"/>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60075D53-64AA-3E84-BDFF-7FE277D8D0EE}"/>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85395DC0-A595-6B21-9382-D3CD90D80EF7}"/>
              </a:ext>
            </a:extLst>
          </p:cNvPr>
          <p:cNvSpPr txBox="1"/>
          <p:nvPr/>
        </p:nvSpPr>
        <p:spPr>
          <a:xfrm>
            <a:off x="5147734" y="901933"/>
            <a:ext cx="570089" cy="230832"/>
          </a:xfrm>
          <a:prstGeom prst="rect">
            <a:avLst/>
          </a:prstGeom>
          <a:noFill/>
        </p:spPr>
        <p:txBody>
          <a:bodyPr wrap="square" rtlCol="0">
            <a:spAutoFit/>
          </a:bodyPr>
          <a:lstStyle/>
          <a:p>
            <a:pPr algn="ctr"/>
            <a:r>
              <a:rPr lang="en-US" sz="900" dirty="0"/>
              <a:t>6789</a:t>
            </a:r>
          </a:p>
        </p:txBody>
      </p:sp>
      <p:sp>
        <p:nvSpPr>
          <p:cNvPr id="17" name="TextBox 16">
            <a:extLst>
              <a:ext uri="{FF2B5EF4-FFF2-40B4-BE49-F238E27FC236}">
                <a16:creationId xmlns:a16="http://schemas.microsoft.com/office/drawing/2014/main" id="{CE7B0443-0493-2A2C-C4FA-557C658ED681}"/>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3DFD48FA-08FA-2AE8-571B-DEFD400C1934}"/>
              </a:ext>
            </a:extLst>
          </p:cNvPr>
          <p:cNvSpPr txBox="1"/>
          <p:nvPr/>
        </p:nvSpPr>
        <p:spPr>
          <a:xfrm>
            <a:off x="5147734" y="1903821"/>
            <a:ext cx="570089" cy="230832"/>
          </a:xfrm>
          <a:prstGeom prst="rect">
            <a:avLst/>
          </a:prstGeom>
          <a:noFill/>
        </p:spPr>
        <p:txBody>
          <a:bodyPr wrap="square" rtlCol="0">
            <a:spAutoFit/>
          </a:bodyPr>
          <a:lstStyle/>
          <a:p>
            <a:pPr algn="ctr"/>
            <a:r>
              <a:rPr lang="en-US" sz="900" dirty="0"/>
              <a:t>69</a:t>
            </a:r>
          </a:p>
        </p:txBody>
      </p:sp>
      <p:sp>
        <p:nvSpPr>
          <p:cNvPr id="47" name="TextBox 46">
            <a:extLst>
              <a:ext uri="{FF2B5EF4-FFF2-40B4-BE49-F238E27FC236}">
                <a16:creationId xmlns:a16="http://schemas.microsoft.com/office/drawing/2014/main" id="{F70D2795-5A40-ED4A-033C-9D6DDA21720D}"/>
              </a:ext>
            </a:extLst>
          </p:cNvPr>
          <p:cNvSpPr txBox="1"/>
          <p:nvPr/>
        </p:nvSpPr>
        <p:spPr>
          <a:xfrm>
            <a:off x="5147734" y="2905709"/>
            <a:ext cx="570089" cy="230832"/>
          </a:xfrm>
          <a:prstGeom prst="rect">
            <a:avLst/>
          </a:prstGeom>
          <a:noFill/>
        </p:spPr>
        <p:txBody>
          <a:bodyPr wrap="square" rtlCol="0">
            <a:spAutoFit/>
          </a:bodyPr>
          <a:lstStyle/>
          <a:p>
            <a:pPr algn="ctr"/>
            <a:r>
              <a:rPr lang="en-US" sz="900" dirty="0"/>
              <a:t>289</a:t>
            </a:r>
          </a:p>
        </p:txBody>
      </p:sp>
      <p:sp>
        <p:nvSpPr>
          <p:cNvPr id="49" name="TextBox 48">
            <a:extLst>
              <a:ext uri="{FF2B5EF4-FFF2-40B4-BE49-F238E27FC236}">
                <a16:creationId xmlns:a16="http://schemas.microsoft.com/office/drawing/2014/main" id="{8DAB1F72-0ACC-6058-9C49-EFCE965FFAD9}"/>
              </a:ext>
            </a:extLst>
          </p:cNvPr>
          <p:cNvSpPr txBox="1"/>
          <p:nvPr/>
        </p:nvSpPr>
        <p:spPr>
          <a:xfrm>
            <a:off x="5147734" y="3907597"/>
            <a:ext cx="570089" cy="230832"/>
          </a:xfrm>
          <a:prstGeom prst="rect">
            <a:avLst/>
          </a:prstGeom>
          <a:noFill/>
        </p:spPr>
        <p:txBody>
          <a:bodyPr wrap="square" rtlCol="0">
            <a:spAutoFit/>
          </a:bodyPr>
          <a:lstStyle/>
          <a:p>
            <a:pPr algn="ctr"/>
            <a:r>
              <a:rPr lang="en-US" sz="900" dirty="0"/>
              <a:t>289</a:t>
            </a:r>
          </a:p>
        </p:txBody>
      </p:sp>
      <p:sp>
        <p:nvSpPr>
          <p:cNvPr id="50" name="TextBox 49">
            <a:extLst>
              <a:ext uri="{FF2B5EF4-FFF2-40B4-BE49-F238E27FC236}">
                <a16:creationId xmlns:a16="http://schemas.microsoft.com/office/drawing/2014/main" id="{0CE16488-84AB-A5AF-3E0E-3251A3CB49ED}"/>
              </a:ext>
            </a:extLst>
          </p:cNvPr>
          <p:cNvSpPr txBox="1"/>
          <p:nvPr/>
        </p:nvSpPr>
        <p:spPr>
          <a:xfrm>
            <a:off x="4645378" y="901933"/>
            <a:ext cx="570089" cy="230832"/>
          </a:xfrm>
          <a:prstGeom prst="rect">
            <a:avLst/>
          </a:prstGeom>
          <a:noFill/>
        </p:spPr>
        <p:txBody>
          <a:bodyPr wrap="square" rtlCol="0">
            <a:spAutoFit/>
          </a:bodyPr>
          <a:lstStyle/>
          <a:p>
            <a:pPr algn="ctr"/>
            <a:r>
              <a:rPr lang="en-US" sz="900" dirty="0"/>
              <a:t>1589</a:t>
            </a:r>
          </a:p>
        </p:txBody>
      </p:sp>
      <p:sp>
        <p:nvSpPr>
          <p:cNvPr id="51" name="TextBox 50">
            <a:extLst>
              <a:ext uri="{FF2B5EF4-FFF2-40B4-BE49-F238E27FC236}">
                <a16:creationId xmlns:a16="http://schemas.microsoft.com/office/drawing/2014/main" id="{1D7266C6-111A-B68D-8929-02C98C0E04E1}"/>
              </a:ext>
            </a:extLst>
          </p:cNvPr>
          <p:cNvSpPr txBox="1"/>
          <p:nvPr/>
        </p:nvSpPr>
        <p:spPr>
          <a:xfrm>
            <a:off x="4645378" y="1518627"/>
            <a:ext cx="570089" cy="230832"/>
          </a:xfrm>
          <a:prstGeom prst="rect">
            <a:avLst/>
          </a:prstGeom>
          <a:noFill/>
        </p:spPr>
        <p:txBody>
          <a:bodyPr wrap="square" rtlCol="0">
            <a:spAutoFit/>
          </a:bodyPr>
          <a:lstStyle/>
          <a:p>
            <a:pPr algn="ctr"/>
            <a:r>
              <a:rPr lang="en-US" sz="900" dirty="0"/>
              <a:t>1589</a:t>
            </a:r>
          </a:p>
        </p:txBody>
      </p:sp>
      <p:sp>
        <p:nvSpPr>
          <p:cNvPr id="52" name="TextBox 51">
            <a:extLst>
              <a:ext uri="{FF2B5EF4-FFF2-40B4-BE49-F238E27FC236}">
                <a16:creationId xmlns:a16="http://schemas.microsoft.com/office/drawing/2014/main" id="{7D7B0A0F-88A4-AB69-D879-6223ADCC7E0A}"/>
              </a:ext>
            </a:extLst>
          </p:cNvPr>
          <p:cNvSpPr txBox="1"/>
          <p:nvPr/>
        </p:nvSpPr>
        <p:spPr>
          <a:xfrm>
            <a:off x="4645378" y="1903821"/>
            <a:ext cx="570089" cy="230832"/>
          </a:xfrm>
          <a:prstGeom prst="rect">
            <a:avLst/>
          </a:prstGeom>
          <a:noFill/>
        </p:spPr>
        <p:txBody>
          <a:bodyPr wrap="square" rtlCol="0">
            <a:spAutoFit/>
          </a:bodyPr>
          <a:lstStyle/>
          <a:p>
            <a:pPr algn="ctr"/>
            <a:r>
              <a:rPr lang="en-US" sz="900" dirty="0"/>
              <a:t>15</a:t>
            </a:r>
          </a:p>
        </p:txBody>
      </p:sp>
      <p:sp>
        <p:nvSpPr>
          <p:cNvPr id="53" name="TextBox 52">
            <a:extLst>
              <a:ext uri="{FF2B5EF4-FFF2-40B4-BE49-F238E27FC236}">
                <a16:creationId xmlns:a16="http://schemas.microsoft.com/office/drawing/2014/main" id="{9D2E4A29-A770-C1C0-4B13-FF4E6D007BA0}"/>
              </a:ext>
            </a:extLst>
          </p:cNvPr>
          <p:cNvSpPr txBox="1"/>
          <p:nvPr/>
        </p:nvSpPr>
        <p:spPr>
          <a:xfrm>
            <a:off x="4645378" y="2905709"/>
            <a:ext cx="570089" cy="230832"/>
          </a:xfrm>
          <a:prstGeom prst="rect">
            <a:avLst/>
          </a:prstGeom>
          <a:noFill/>
        </p:spPr>
        <p:txBody>
          <a:bodyPr wrap="square" rtlCol="0">
            <a:spAutoFit/>
          </a:bodyPr>
          <a:lstStyle/>
          <a:p>
            <a:pPr algn="ctr"/>
            <a:r>
              <a:rPr lang="en-US" sz="900" dirty="0"/>
              <a:t>289</a:t>
            </a:r>
          </a:p>
        </p:txBody>
      </p:sp>
      <p:sp>
        <p:nvSpPr>
          <p:cNvPr id="55" name="TextBox 54">
            <a:extLst>
              <a:ext uri="{FF2B5EF4-FFF2-40B4-BE49-F238E27FC236}">
                <a16:creationId xmlns:a16="http://schemas.microsoft.com/office/drawing/2014/main" id="{F0AD4DF7-AE6F-5940-FF1F-F7129C4E4BBC}"/>
              </a:ext>
            </a:extLst>
          </p:cNvPr>
          <p:cNvSpPr txBox="1"/>
          <p:nvPr/>
        </p:nvSpPr>
        <p:spPr>
          <a:xfrm>
            <a:off x="4645378" y="3907597"/>
            <a:ext cx="570089" cy="230832"/>
          </a:xfrm>
          <a:prstGeom prst="rect">
            <a:avLst/>
          </a:prstGeom>
          <a:noFill/>
        </p:spPr>
        <p:txBody>
          <a:bodyPr wrap="square" rtlCol="0">
            <a:spAutoFit/>
          </a:bodyPr>
          <a:lstStyle/>
          <a:p>
            <a:pPr algn="ctr"/>
            <a:r>
              <a:rPr lang="en-US" sz="900" dirty="0"/>
              <a:t>2389</a:t>
            </a:r>
          </a:p>
        </p:txBody>
      </p:sp>
      <p:sp>
        <p:nvSpPr>
          <p:cNvPr id="56" name="TextBox 55">
            <a:extLst>
              <a:ext uri="{FF2B5EF4-FFF2-40B4-BE49-F238E27FC236}">
                <a16:creationId xmlns:a16="http://schemas.microsoft.com/office/drawing/2014/main" id="{5FE715CB-7964-3462-16E4-BAB90C2517D3}"/>
              </a:ext>
            </a:extLst>
          </p:cNvPr>
          <p:cNvSpPr txBox="1"/>
          <p:nvPr/>
        </p:nvSpPr>
        <p:spPr>
          <a:xfrm>
            <a:off x="4645378" y="4909484"/>
            <a:ext cx="570089" cy="230832"/>
          </a:xfrm>
          <a:prstGeom prst="rect">
            <a:avLst/>
          </a:prstGeom>
          <a:noFill/>
        </p:spPr>
        <p:txBody>
          <a:bodyPr wrap="square" rtlCol="0">
            <a:spAutoFit/>
          </a:bodyPr>
          <a:lstStyle/>
          <a:p>
            <a:pPr algn="ctr"/>
            <a:r>
              <a:rPr lang="en-US" sz="900" dirty="0"/>
              <a:t>2389</a:t>
            </a:r>
          </a:p>
        </p:txBody>
      </p:sp>
      <p:sp>
        <p:nvSpPr>
          <p:cNvPr id="58" name="TextBox 57">
            <a:extLst>
              <a:ext uri="{FF2B5EF4-FFF2-40B4-BE49-F238E27FC236}">
                <a16:creationId xmlns:a16="http://schemas.microsoft.com/office/drawing/2014/main" id="{057179B8-A726-6784-15F0-44E848750553}"/>
              </a:ext>
            </a:extLst>
          </p:cNvPr>
          <p:cNvSpPr txBox="1"/>
          <p:nvPr/>
        </p:nvSpPr>
        <p:spPr>
          <a:xfrm>
            <a:off x="4143022" y="786183"/>
            <a:ext cx="570089" cy="230832"/>
          </a:xfrm>
          <a:prstGeom prst="rect">
            <a:avLst/>
          </a:prstGeom>
          <a:noFill/>
        </p:spPr>
        <p:txBody>
          <a:bodyPr wrap="square" rtlCol="0">
            <a:spAutoFit/>
          </a:bodyPr>
          <a:lstStyle/>
          <a:p>
            <a:pPr algn="ctr"/>
            <a:r>
              <a:rPr lang="en-US" sz="900" dirty="0"/>
              <a:t>1592</a:t>
            </a:r>
          </a:p>
        </p:txBody>
      </p:sp>
      <p:sp>
        <p:nvSpPr>
          <p:cNvPr id="59" name="TextBox 58">
            <a:extLst>
              <a:ext uri="{FF2B5EF4-FFF2-40B4-BE49-F238E27FC236}">
                <a16:creationId xmlns:a16="http://schemas.microsoft.com/office/drawing/2014/main" id="{51783A3C-9DA0-53F0-B3BC-28D3227BAD51}"/>
              </a:ext>
            </a:extLst>
          </p:cNvPr>
          <p:cNvSpPr txBox="1"/>
          <p:nvPr/>
        </p:nvSpPr>
        <p:spPr>
          <a:xfrm>
            <a:off x="4143022" y="1402877"/>
            <a:ext cx="570089" cy="230832"/>
          </a:xfrm>
          <a:prstGeom prst="rect">
            <a:avLst/>
          </a:prstGeom>
          <a:noFill/>
        </p:spPr>
        <p:txBody>
          <a:bodyPr wrap="square" rtlCol="0">
            <a:spAutoFit/>
          </a:bodyPr>
          <a:lstStyle/>
          <a:p>
            <a:pPr algn="ctr"/>
            <a:r>
              <a:rPr lang="en-US" sz="900" dirty="0"/>
              <a:t>1256</a:t>
            </a:r>
          </a:p>
        </p:txBody>
      </p:sp>
      <p:sp>
        <p:nvSpPr>
          <p:cNvPr id="60" name="TextBox 59">
            <a:extLst>
              <a:ext uri="{FF2B5EF4-FFF2-40B4-BE49-F238E27FC236}">
                <a16:creationId xmlns:a16="http://schemas.microsoft.com/office/drawing/2014/main" id="{6AC80070-7C15-05BC-389A-CA58E299F449}"/>
              </a:ext>
            </a:extLst>
          </p:cNvPr>
          <p:cNvSpPr txBox="1"/>
          <p:nvPr/>
        </p:nvSpPr>
        <p:spPr>
          <a:xfrm>
            <a:off x="6152446" y="5048384"/>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D452E72D-1226-4DCF-D53C-3B9547E1357A}"/>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0FE5150F-B326-04C0-3800-08F65CDB6F88}"/>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EB37B562-5550-A05F-5F17-9FA2C4D81D45}"/>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D4BC8297-2DAF-4478-8A1F-40AA6AAED4A6}"/>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4ED5E4AB-F3A9-AD58-5291-F5B71A835FCF}"/>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AA61B0E5-07A1-A9A3-B113-EAB239C2E1BC}"/>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940EBFB1-7AF2-EEFC-BCDA-CD4E35D6C8F3}"/>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58FE7F2C-4C88-06CF-2951-B293968C1F1D}"/>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9634CB46-4C72-A0E9-35F5-EB44936814F5}"/>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DC813CAD-244D-D453-DC69-27353BE38113}"/>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4" name="TextBox 53">
            <a:extLst>
              <a:ext uri="{FF2B5EF4-FFF2-40B4-BE49-F238E27FC236}">
                <a16:creationId xmlns:a16="http://schemas.microsoft.com/office/drawing/2014/main" id="{F0C3B60E-0E24-B66C-243D-9321F0B84AAC}"/>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661411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F41290-AA00-ADEC-09B8-C6279FCD92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997B90-CE82-212B-D750-B50DF6391ABF}"/>
              </a:ext>
            </a:extLst>
          </p:cNvPr>
          <p:cNvSpPr>
            <a:spLocks noGrp="1"/>
          </p:cNvSpPr>
          <p:nvPr>
            <p:ph sz="half" idx="1"/>
          </p:nvPr>
        </p:nvSpPr>
        <p:spPr/>
        <p:txBody>
          <a:bodyPr>
            <a:normAutofit/>
          </a:bodyPr>
          <a:lstStyle/>
          <a:p>
            <a:r>
              <a:rPr lang="en-US" dirty="0"/>
              <a:t>There is only one red line left that could be 9².  The off-line diagonal must be</a:t>
            </a:r>
            <a:br>
              <a:rPr lang="en-US" dirty="0"/>
            </a:br>
            <a:r>
              <a:rPr lang="en-US" dirty="0"/>
              <a:t>[7 in 2].</a:t>
            </a:r>
          </a:p>
        </p:txBody>
      </p:sp>
      <p:pic>
        <p:nvPicPr>
          <p:cNvPr id="4" name="Picture 3" descr="A grid of sudoku puzzle&#10;&#10;Description automatically generated">
            <a:extLst>
              <a:ext uri="{FF2B5EF4-FFF2-40B4-BE49-F238E27FC236}">
                <a16:creationId xmlns:a16="http://schemas.microsoft.com/office/drawing/2014/main" id="{8FC9A8BC-A050-60D5-60C1-9E76F6355DE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DE7201F-8523-F8AD-C5F6-C823A987EDA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E2E2AEC-C4B2-330F-8DD6-52E56B0D525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915874C-7768-17B0-9A5C-AB95ABCB235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D6B3591-C3D2-A7C8-69B8-DFB5586AE2C7}"/>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9" name="TextBox 8">
            <a:extLst>
              <a:ext uri="{FF2B5EF4-FFF2-40B4-BE49-F238E27FC236}">
                <a16:creationId xmlns:a16="http://schemas.microsoft.com/office/drawing/2014/main" id="{C644E8D6-0124-8FE3-75D3-9351B2648607}"/>
              </a:ext>
            </a:extLst>
          </p:cNvPr>
          <p:cNvSpPr txBox="1"/>
          <p:nvPr/>
        </p:nvSpPr>
        <p:spPr>
          <a:xfrm>
            <a:off x="4143022" y="2905709"/>
            <a:ext cx="570089" cy="230832"/>
          </a:xfrm>
          <a:prstGeom prst="rect">
            <a:avLst/>
          </a:prstGeom>
          <a:noFill/>
        </p:spPr>
        <p:txBody>
          <a:bodyPr wrap="square" rtlCol="0">
            <a:spAutoFit/>
          </a:bodyPr>
          <a:lstStyle/>
          <a:p>
            <a:pPr algn="ctr"/>
            <a:r>
              <a:rPr lang="en-US" sz="900" dirty="0"/>
              <a:t>89</a:t>
            </a:r>
          </a:p>
        </p:txBody>
      </p:sp>
      <p:sp>
        <p:nvSpPr>
          <p:cNvPr id="11" name="TextBox 10">
            <a:extLst>
              <a:ext uri="{FF2B5EF4-FFF2-40B4-BE49-F238E27FC236}">
                <a16:creationId xmlns:a16="http://schemas.microsoft.com/office/drawing/2014/main" id="{D4F70320-BACE-FFA3-59E8-8BAEC746F075}"/>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CCD86D61-BD7A-2FE9-4EB6-8A6E1F802D58}"/>
              </a:ext>
            </a:extLst>
          </p:cNvPr>
          <p:cNvSpPr txBox="1"/>
          <p:nvPr/>
        </p:nvSpPr>
        <p:spPr>
          <a:xfrm>
            <a:off x="4143022" y="3406653"/>
            <a:ext cx="570089" cy="230832"/>
          </a:xfrm>
          <a:prstGeom prst="rect">
            <a:avLst/>
          </a:prstGeom>
          <a:noFill/>
        </p:spPr>
        <p:txBody>
          <a:bodyPr wrap="square" rtlCol="0">
            <a:spAutoFit/>
          </a:bodyPr>
          <a:lstStyle/>
          <a:p>
            <a:pPr algn="ctr"/>
            <a:r>
              <a:rPr lang="en-US" sz="900" dirty="0"/>
              <a:t>589</a:t>
            </a:r>
          </a:p>
        </p:txBody>
      </p:sp>
      <p:sp>
        <p:nvSpPr>
          <p:cNvPr id="13" name="TextBox 12">
            <a:extLst>
              <a:ext uri="{FF2B5EF4-FFF2-40B4-BE49-F238E27FC236}">
                <a16:creationId xmlns:a16="http://schemas.microsoft.com/office/drawing/2014/main" id="{000C9AB3-CA8B-D3AA-1C9E-AB5264E2A089}"/>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3E147A68-0EBF-5589-57F8-5354E88E5C83}"/>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41531610-ABB8-6219-8ECB-510589D36AA3}"/>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D156A76C-79D2-FE66-BA40-9E7CC2DD3624}"/>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D24EA69B-B677-965E-6ABB-D436A9F166FE}"/>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12253BED-7076-6FC4-ED8E-ADBA2E5EAC9F}"/>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3EDD9ED3-BC18-0B50-0296-E8F868870141}"/>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25377A7B-459B-55E0-321E-E7041D4D0A85}"/>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7" name="TextBox 36">
            <a:extLst>
              <a:ext uri="{FF2B5EF4-FFF2-40B4-BE49-F238E27FC236}">
                <a16:creationId xmlns:a16="http://schemas.microsoft.com/office/drawing/2014/main" id="{63A16B60-9617-14E0-E9F1-9B1FCE12D426}"/>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D09BBD22-E360-8A64-9773-5085C2EECDD9}"/>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BC911C3D-E94D-6F9F-52BA-74FC035F3837}"/>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667BDDE7-901E-88AA-EA81-407EE28D36B8}"/>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0489038A-D1F4-3BC9-3351-8C303E9DE3E6}"/>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316FF94B-6461-F6A1-52CA-703925C7996B}"/>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862EA30E-5B59-A2F4-3E4D-44739323E3A4}"/>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A5238BCB-7458-EFF3-DF11-A9DF3D13C166}"/>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993AE31E-B025-C65D-EC01-EA1BDF12CDCC}"/>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F0826F83-F2AD-B4B1-61C4-80D63F4AB02F}"/>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410949B1-F8A8-947F-B1FB-35C2E589614D}"/>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5EC687BC-B1B1-695A-55C5-8385C9FF4CDF}"/>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97515025-7197-E5B1-9C99-8FD43AA7EB22}"/>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0BE9EDBC-7FAD-842A-3EFC-EE11A42C4F7C}"/>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5B3C57E1-8A3F-7A2A-4AEC-FD037177D077}"/>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10AABBEC-B402-FB4F-7B49-6F59909B7A5B}"/>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F3AA1B54-40FA-E5C2-2BB2-3F041A377DAC}"/>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EDD0F0E7-228B-1991-EC18-EC493B7E1F66}"/>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EAFBA98B-4F80-1773-D966-510865674658}"/>
              </a:ext>
            </a:extLst>
          </p:cNvPr>
          <p:cNvSpPr txBox="1"/>
          <p:nvPr/>
        </p:nvSpPr>
        <p:spPr>
          <a:xfrm>
            <a:off x="5147734" y="901933"/>
            <a:ext cx="570089" cy="230832"/>
          </a:xfrm>
          <a:prstGeom prst="rect">
            <a:avLst/>
          </a:prstGeom>
          <a:noFill/>
        </p:spPr>
        <p:txBody>
          <a:bodyPr wrap="square" rtlCol="0">
            <a:spAutoFit/>
          </a:bodyPr>
          <a:lstStyle/>
          <a:p>
            <a:pPr algn="ctr"/>
            <a:r>
              <a:rPr lang="en-US" sz="900" dirty="0"/>
              <a:t>6789</a:t>
            </a:r>
          </a:p>
        </p:txBody>
      </p:sp>
      <p:sp>
        <p:nvSpPr>
          <p:cNvPr id="17" name="TextBox 16">
            <a:extLst>
              <a:ext uri="{FF2B5EF4-FFF2-40B4-BE49-F238E27FC236}">
                <a16:creationId xmlns:a16="http://schemas.microsoft.com/office/drawing/2014/main" id="{8547F1EF-0DDA-9C7E-DBE1-4EFAF035A51C}"/>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BF254C17-2CFE-1898-0EDF-5C84C35199EB}"/>
              </a:ext>
            </a:extLst>
          </p:cNvPr>
          <p:cNvSpPr txBox="1"/>
          <p:nvPr/>
        </p:nvSpPr>
        <p:spPr>
          <a:xfrm>
            <a:off x="5147734" y="1903821"/>
            <a:ext cx="570089" cy="230832"/>
          </a:xfrm>
          <a:prstGeom prst="rect">
            <a:avLst/>
          </a:prstGeom>
          <a:noFill/>
        </p:spPr>
        <p:txBody>
          <a:bodyPr wrap="square" rtlCol="0">
            <a:spAutoFit/>
          </a:bodyPr>
          <a:lstStyle/>
          <a:p>
            <a:pPr algn="ctr"/>
            <a:r>
              <a:rPr lang="en-US" sz="900" dirty="0"/>
              <a:t>69</a:t>
            </a:r>
          </a:p>
        </p:txBody>
      </p:sp>
      <p:sp>
        <p:nvSpPr>
          <p:cNvPr id="47" name="TextBox 46">
            <a:extLst>
              <a:ext uri="{FF2B5EF4-FFF2-40B4-BE49-F238E27FC236}">
                <a16:creationId xmlns:a16="http://schemas.microsoft.com/office/drawing/2014/main" id="{882ACE10-B2D5-06F8-6B75-54D92535DC8A}"/>
              </a:ext>
            </a:extLst>
          </p:cNvPr>
          <p:cNvSpPr txBox="1"/>
          <p:nvPr/>
        </p:nvSpPr>
        <p:spPr>
          <a:xfrm>
            <a:off x="5147734" y="2905709"/>
            <a:ext cx="570089" cy="230832"/>
          </a:xfrm>
          <a:prstGeom prst="rect">
            <a:avLst/>
          </a:prstGeom>
          <a:noFill/>
        </p:spPr>
        <p:txBody>
          <a:bodyPr wrap="square" rtlCol="0">
            <a:spAutoFit/>
          </a:bodyPr>
          <a:lstStyle/>
          <a:p>
            <a:pPr algn="ctr"/>
            <a:r>
              <a:rPr lang="en-US" sz="900" dirty="0"/>
              <a:t>289</a:t>
            </a:r>
          </a:p>
        </p:txBody>
      </p:sp>
      <p:sp>
        <p:nvSpPr>
          <p:cNvPr id="49" name="TextBox 48">
            <a:extLst>
              <a:ext uri="{FF2B5EF4-FFF2-40B4-BE49-F238E27FC236}">
                <a16:creationId xmlns:a16="http://schemas.microsoft.com/office/drawing/2014/main" id="{2BA0F052-89B0-83BD-B187-84ABCF98BD1F}"/>
              </a:ext>
            </a:extLst>
          </p:cNvPr>
          <p:cNvSpPr txBox="1"/>
          <p:nvPr/>
        </p:nvSpPr>
        <p:spPr>
          <a:xfrm>
            <a:off x="5147734" y="3907597"/>
            <a:ext cx="570089" cy="230832"/>
          </a:xfrm>
          <a:prstGeom prst="rect">
            <a:avLst/>
          </a:prstGeom>
          <a:noFill/>
        </p:spPr>
        <p:txBody>
          <a:bodyPr wrap="square" rtlCol="0">
            <a:spAutoFit/>
          </a:bodyPr>
          <a:lstStyle/>
          <a:p>
            <a:pPr algn="ctr"/>
            <a:r>
              <a:rPr lang="en-US" sz="900" dirty="0"/>
              <a:t>289</a:t>
            </a:r>
          </a:p>
        </p:txBody>
      </p:sp>
      <p:sp>
        <p:nvSpPr>
          <p:cNvPr id="50" name="TextBox 49">
            <a:extLst>
              <a:ext uri="{FF2B5EF4-FFF2-40B4-BE49-F238E27FC236}">
                <a16:creationId xmlns:a16="http://schemas.microsoft.com/office/drawing/2014/main" id="{2F043685-1CC2-D2E3-E31B-6CA57E740AB5}"/>
              </a:ext>
            </a:extLst>
          </p:cNvPr>
          <p:cNvSpPr txBox="1"/>
          <p:nvPr/>
        </p:nvSpPr>
        <p:spPr>
          <a:xfrm>
            <a:off x="4645378" y="901933"/>
            <a:ext cx="570089" cy="230832"/>
          </a:xfrm>
          <a:prstGeom prst="rect">
            <a:avLst/>
          </a:prstGeom>
          <a:noFill/>
        </p:spPr>
        <p:txBody>
          <a:bodyPr wrap="square" rtlCol="0">
            <a:spAutoFit/>
          </a:bodyPr>
          <a:lstStyle/>
          <a:p>
            <a:pPr algn="ctr"/>
            <a:r>
              <a:rPr lang="en-US" sz="900" dirty="0"/>
              <a:t>51</a:t>
            </a:r>
          </a:p>
        </p:txBody>
      </p:sp>
      <p:sp>
        <p:nvSpPr>
          <p:cNvPr id="52" name="TextBox 51">
            <a:extLst>
              <a:ext uri="{FF2B5EF4-FFF2-40B4-BE49-F238E27FC236}">
                <a16:creationId xmlns:a16="http://schemas.microsoft.com/office/drawing/2014/main" id="{654AB7B9-48A1-A4E8-CA7D-E8BF9F2B2C31}"/>
              </a:ext>
            </a:extLst>
          </p:cNvPr>
          <p:cNvSpPr txBox="1"/>
          <p:nvPr/>
        </p:nvSpPr>
        <p:spPr>
          <a:xfrm>
            <a:off x="4645378" y="1903821"/>
            <a:ext cx="570089" cy="230832"/>
          </a:xfrm>
          <a:prstGeom prst="rect">
            <a:avLst/>
          </a:prstGeom>
          <a:noFill/>
        </p:spPr>
        <p:txBody>
          <a:bodyPr wrap="square" rtlCol="0">
            <a:spAutoFit/>
          </a:bodyPr>
          <a:lstStyle/>
          <a:p>
            <a:pPr algn="ctr"/>
            <a:r>
              <a:rPr lang="en-US" sz="900" dirty="0"/>
              <a:t>15</a:t>
            </a:r>
          </a:p>
        </p:txBody>
      </p:sp>
      <p:sp>
        <p:nvSpPr>
          <p:cNvPr id="53" name="TextBox 52">
            <a:extLst>
              <a:ext uri="{FF2B5EF4-FFF2-40B4-BE49-F238E27FC236}">
                <a16:creationId xmlns:a16="http://schemas.microsoft.com/office/drawing/2014/main" id="{DBFAA2CB-1869-EB4A-7B32-162951C19C71}"/>
              </a:ext>
            </a:extLst>
          </p:cNvPr>
          <p:cNvSpPr txBox="1"/>
          <p:nvPr/>
        </p:nvSpPr>
        <p:spPr>
          <a:xfrm>
            <a:off x="4645378" y="2905709"/>
            <a:ext cx="570089" cy="230832"/>
          </a:xfrm>
          <a:prstGeom prst="rect">
            <a:avLst/>
          </a:prstGeom>
          <a:noFill/>
        </p:spPr>
        <p:txBody>
          <a:bodyPr wrap="square" rtlCol="0">
            <a:spAutoFit/>
          </a:bodyPr>
          <a:lstStyle/>
          <a:p>
            <a:pPr algn="ctr"/>
            <a:r>
              <a:rPr lang="en-US" sz="900" dirty="0"/>
              <a:t>289</a:t>
            </a:r>
          </a:p>
        </p:txBody>
      </p:sp>
      <p:sp>
        <p:nvSpPr>
          <p:cNvPr id="55" name="TextBox 54">
            <a:extLst>
              <a:ext uri="{FF2B5EF4-FFF2-40B4-BE49-F238E27FC236}">
                <a16:creationId xmlns:a16="http://schemas.microsoft.com/office/drawing/2014/main" id="{84B0FDBA-6574-51F3-8A5E-4B03F0603B5A}"/>
              </a:ext>
            </a:extLst>
          </p:cNvPr>
          <p:cNvSpPr txBox="1"/>
          <p:nvPr/>
        </p:nvSpPr>
        <p:spPr>
          <a:xfrm>
            <a:off x="4645378" y="3907597"/>
            <a:ext cx="570089" cy="230832"/>
          </a:xfrm>
          <a:prstGeom prst="rect">
            <a:avLst/>
          </a:prstGeom>
          <a:noFill/>
        </p:spPr>
        <p:txBody>
          <a:bodyPr wrap="square" rtlCol="0">
            <a:spAutoFit/>
          </a:bodyPr>
          <a:lstStyle/>
          <a:p>
            <a:pPr algn="ctr"/>
            <a:r>
              <a:rPr lang="en-US" sz="900" dirty="0"/>
              <a:t>2389</a:t>
            </a:r>
          </a:p>
        </p:txBody>
      </p:sp>
      <p:sp>
        <p:nvSpPr>
          <p:cNvPr id="56" name="TextBox 55">
            <a:extLst>
              <a:ext uri="{FF2B5EF4-FFF2-40B4-BE49-F238E27FC236}">
                <a16:creationId xmlns:a16="http://schemas.microsoft.com/office/drawing/2014/main" id="{9396524D-2F18-8EC7-1193-3F869FD7B106}"/>
              </a:ext>
            </a:extLst>
          </p:cNvPr>
          <p:cNvSpPr txBox="1"/>
          <p:nvPr/>
        </p:nvSpPr>
        <p:spPr>
          <a:xfrm>
            <a:off x="4645378" y="4909484"/>
            <a:ext cx="570089" cy="230832"/>
          </a:xfrm>
          <a:prstGeom prst="rect">
            <a:avLst/>
          </a:prstGeom>
          <a:noFill/>
        </p:spPr>
        <p:txBody>
          <a:bodyPr wrap="square" rtlCol="0">
            <a:spAutoFit/>
          </a:bodyPr>
          <a:lstStyle/>
          <a:p>
            <a:pPr algn="ctr"/>
            <a:r>
              <a:rPr lang="en-US" sz="900" dirty="0"/>
              <a:t>2389</a:t>
            </a:r>
          </a:p>
        </p:txBody>
      </p:sp>
      <p:sp>
        <p:nvSpPr>
          <p:cNvPr id="59" name="TextBox 58">
            <a:extLst>
              <a:ext uri="{FF2B5EF4-FFF2-40B4-BE49-F238E27FC236}">
                <a16:creationId xmlns:a16="http://schemas.microsoft.com/office/drawing/2014/main" id="{AB46195C-724B-2D93-6FB1-A80E5C23AB59}"/>
              </a:ext>
            </a:extLst>
          </p:cNvPr>
          <p:cNvSpPr txBox="1"/>
          <p:nvPr/>
        </p:nvSpPr>
        <p:spPr>
          <a:xfrm>
            <a:off x="4143022" y="1402877"/>
            <a:ext cx="570089" cy="230832"/>
          </a:xfrm>
          <a:prstGeom prst="rect">
            <a:avLst/>
          </a:prstGeom>
          <a:noFill/>
        </p:spPr>
        <p:txBody>
          <a:bodyPr wrap="square" rtlCol="0">
            <a:spAutoFit/>
          </a:bodyPr>
          <a:lstStyle/>
          <a:p>
            <a:pPr algn="ctr"/>
            <a:r>
              <a:rPr lang="en-US" sz="900" dirty="0"/>
              <a:t>26</a:t>
            </a:r>
          </a:p>
        </p:txBody>
      </p:sp>
      <p:sp>
        <p:nvSpPr>
          <p:cNvPr id="60" name="TextBox 59">
            <a:extLst>
              <a:ext uri="{FF2B5EF4-FFF2-40B4-BE49-F238E27FC236}">
                <a16:creationId xmlns:a16="http://schemas.microsoft.com/office/drawing/2014/main" id="{96ABF95A-B2D8-AA6F-C55B-0F59565EBED9}"/>
              </a:ext>
            </a:extLst>
          </p:cNvPr>
          <p:cNvSpPr txBox="1"/>
          <p:nvPr/>
        </p:nvSpPr>
        <p:spPr>
          <a:xfrm>
            <a:off x="6152446" y="5048384"/>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FC16D879-9F0B-BFB0-1927-498599C862CE}"/>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81104236-ECEB-A2D8-45E9-6073A9A0CA1E}"/>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AA215D73-F431-39ED-D65D-9197CA2E838C}"/>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A39012AD-50EC-CE21-84E6-014F67F26BE6}"/>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3576B311-A2A0-249C-AA98-A86B4CD339BF}"/>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7813A112-D059-DD53-B6C1-449ACA3D0218}"/>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100D5633-719E-9E03-4194-F464EFE1667B}"/>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EF074E75-C122-7CC0-2077-270A315C98FD}"/>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D64203A0-F9A0-21B5-2036-3CF99022EA98}"/>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301AA02D-04A2-D7F8-5DE9-5A709704BF27}"/>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4" name="TextBox 53">
            <a:extLst>
              <a:ext uri="{FF2B5EF4-FFF2-40B4-BE49-F238E27FC236}">
                <a16:creationId xmlns:a16="http://schemas.microsoft.com/office/drawing/2014/main" id="{AAEA73A4-AD00-394D-E92E-F88451552316}"/>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6C35FD2-A282-46EC-E184-30504120D712}"/>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1AB7F0CA-C7E5-C3A3-53B4-31930C40C2B2}"/>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4974044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AE648-A31B-1F45-BCDB-DF924BE890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11748E-F8BA-0234-2B2C-228250BF78D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2605FF9-F71F-FA5C-B3CD-7133683972E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A545660-5231-469B-6109-A0BD31653AE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08A62A7-7CD3-FBFE-7AD6-4F28CE0CFA3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CE2C5F3-598A-BEC0-1194-D9918B199EB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28B379B-1A99-5AC7-FE08-87E683C268F5}"/>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1" name="TextBox 10">
            <a:extLst>
              <a:ext uri="{FF2B5EF4-FFF2-40B4-BE49-F238E27FC236}">
                <a16:creationId xmlns:a16="http://schemas.microsoft.com/office/drawing/2014/main" id="{CE903BA9-1A64-9C4B-3F85-A0B9CF05FF87}"/>
              </a:ext>
            </a:extLst>
          </p:cNvPr>
          <p:cNvSpPr txBox="1"/>
          <p:nvPr/>
        </p:nvSpPr>
        <p:spPr>
          <a:xfrm>
            <a:off x="3640666" y="3406653"/>
            <a:ext cx="570089" cy="230832"/>
          </a:xfrm>
          <a:prstGeom prst="rect">
            <a:avLst/>
          </a:prstGeom>
          <a:noFill/>
        </p:spPr>
        <p:txBody>
          <a:bodyPr wrap="square" rtlCol="0">
            <a:spAutoFit/>
          </a:bodyPr>
          <a:lstStyle/>
          <a:p>
            <a:pPr algn="ctr"/>
            <a:r>
              <a:rPr lang="en-US" sz="900" dirty="0"/>
              <a:t>589</a:t>
            </a:r>
          </a:p>
        </p:txBody>
      </p:sp>
      <p:sp>
        <p:nvSpPr>
          <p:cNvPr id="12" name="TextBox 11">
            <a:extLst>
              <a:ext uri="{FF2B5EF4-FFF2-40B4-BE49-F238E27FC236}">
                <a16:creationId xmlns:a16="http://schemas.microsoft.com/office/drawing/2014/main" id="{38A3E021-3F6C-2A89-4BCC-EB2F8D315E59}"/>
              </a:ext>
            </a:extLst>
          </p:cNvPr>
          <p:cNvSpPr txBox="1"/>
          <p:nvPr/>
        </p:nvSpPr>
        <p:spPr>
          <a:xfrm>
            <a:off x="4143022" y="3406653"/>
            <a:ext cx="570089" cy="230832"/>
          </a:xfrm>
          <a:prstGeom prst="rect">
            <a:avLst/>
          </a:prstGeom>
          <a:noFill/>
        </p:spPr>
        <p:txBody>
          <a:bodyPr wrap="square" rtlCol="0">
            <a:spAutoFit/>
          </a:bodyPr>
          <a:lstStyle/>
          <a:p>
            <a:pPr algn="ctr"/>
            <a:r>
              <a:rPr lang="en-US" sz="900" dirty="0"/>
              <a:t>58</a:t>
            </a:r>
          </a:p>
        </p:txBody>
      </p:sp>
      <p:sp>
        <p:nvSpPr>
          <p:cNvPr id="13" name="TextBox 12">
            <a:extLst>
              <a:ext uri="{FF2B5EF4-FFF2-40B4-BE49-F238E27FC236}">
                <a16:creationId xmlns:a16="http://schemas.microsoft.com/office/drawing/2014/main" id="{DBC33DAB-6002-2942-DBC9-966CFFFA1321}"/>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0B8D7992-4DEA-1262-30D2-3B64735C1E2A}"/>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24" name="TextBox 23">
            <a:extLst>
              <a:ext uri="{FF2B5EF4-FFF2-40B4-BE49-F238E27FC236}">
                <a16:creationId xmlns:a16="http://schemas.microsoft.com/office/drawing/2014/main" id="{4A6291CE-00B3-2749-DEFD-71E053FACE3D}"/>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F1B1A2EE-881B-F693-B0D2-C828DE764C2B}"/>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11DC2BDE-AA27-250B-A9EF-632A459E1DE9}"/>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339D3598-5330-4013-A5A8-65316C6AAE78}"/>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6" name="TextBox 35">
            <a:extLst>
              <a:ext uri="{FF2B5EF4-FFF2-40B4-BE49-F238E27FC236}">
                <a16:creationId xmlns:a16="http://schemas.microsoft.com/office/drawing/2014/main" id="{BC53C881-42E4-2BC4-7A4E-3BFE2EF48E74}"/>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7" name="TextBox 36">
            <a:extLst>
              <a:ext uri="{FF2B5EF4-FFF2-40B4-BE49-F238E27FC236}">
                <a16:creationId xmlns:a16="http://schemas.microsoft.com/office/drawing/2014/main" id="{9E17F16D-2BA7-6DF6-7244-5867F32C465F}"/>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7EFF2D41-5094-560E-70C7-50E4649C7A97}"/>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CE45843F-6E3D-97D0-BF50-AAC25978296E}"/>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EE00541-3C08-24C2-45E5-B768E271EAB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B8FB7A08-7214-921C-02A8-C9DE80BF8D2D}"/>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BEA5EB99-1AC3-AD52-EF6C-016A50F8AC84}"/>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83EE63F7-8A49-6178-6DD2-CCF1C7DF8AE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81018FDE-51E5-BBB1-56FE-F69F39A4BA6B}"/>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A8689A20-2E0A-01F7-612E-C3E557AECECB}"/>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CFBFB381-2256-AA40-EAC5-BAA1DF0A9FE0}"/>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6765DBDA-7B7F-2D95-64E9-926417F25D67}"/>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8A87AD9E-4EE7-3FDC-9198-48F12405474B}"/>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CB923428-348B-30A6-B4A3-EC73B917400B}"/>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2C377253-1984-6CAB-F122-A1C0E32E5A5C}"/>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897CEAC6-CB0D-7239-6CD0-D0C5096225BA}"/>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172F96BC-6F0F-84B5-5A80-0F1E1DAE52C3}"/>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D26379E1-83BB-44DA-8948-38883A8728B8}"/>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8F4D22AA-ABC9-9F84-7733-FC6B377B4E05}"/>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029CFD53-8111-06E2-9DB7-485AB281F272}"/>
              </a:ext>
            </a:extLst>
          </p:cNvPr>
          <p:cNvSpPr txBox="1"/>
          <p:nvPr/>
        </p:nvSpPr>
        <p:spPr>
          <a:xfrm>
            <a:off x="5147734" y="901933"/>
            <a:ext cx="570089" cy="230832"/>
          </a:xfrm>
          <a:prstGeom prst="rect">
            <a:avLst/>
          </a:prstGeom>
          <a:noFill/>
        </p:spPr>
        <p:txBody>
          <a:bodyPr wrap="square" rtlCol="0">
            <a:spAutoFit/>
          </a:bodyPr>
          <a:lstStyle/>
          <a:p>
            <a:pPr algn="ctr"/>
            <a:r>
              <a:rPr lang="en-US" sz="900" dirty="0"/>
              <a:t>678</a:t>
            </a:r>
          </a:p>
        </p:txBody>
      </p:sp>
      <p:sp>
        <p:nvSpPr>
          <p:cNvPr id="17" name="TextBox 16">
            <a:extLst>
              <a:ext uri="{FF2B5EF4-FFF2-40B4-BE49-F238E27FC236}">
                <a16:creationId xmlns:a16="http://schemas.microsoft.com/office/drawing/2014/main" id="{399E0B48-5D66-47C4-E389-6A9ED7874746}"/>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C8E51DD4-2755-E3D7-0A43-CE3B77BD34E4}"/>
              </a:ext>
            </a:extLst>
          </p:cNvPr>
          <p:cNvSpPr txBox="1"/>
          <p:nvPr/>
        </p:nvSpPr>
        <p:spPr>
          <a:xfrm>
            <a:off x="5147734" y="2905709"/>
            <a:ext cx="570089" cy="230832"/>
          </a:xfrm>
          <a:prstGeom prst="rect">
            <a:avLst/>
          </a:prstGeom>
          <a:noFill/>
        </p:spPr>
        <p:txBody>
          <a:bodyPr wrap="square" rtlCol="0">
            <a:spAutoFit/>
          </a:bodyPr>
          <a:lstStyle/>
          <a:p>
            <a:pPr algn="ctr"/>
            <a:r>
              <a:rPr lang="en-US" sz="900" dirty="0"/>
              <a:t>289</a:t>
            </a:r>
          </a:p>
        </p:txBody>
      </p:sp>
      <p:sp>
        <p:nvSpPr>
          <p:cNvPr id="49" name="TextBox 48">
            <a:extLst>
              <a:ext uri="{FF2B5EF4-FFF2-40B4-BE49-F238E27FC236}">
                <a16:creationId xmlns:a16="http://schemas.microsoft.com/office/drawing/2014/main" id="{2433D044-7746-F5DA-E313-CFD2E023078F}"/>
              </a:ext>
            </a:extLst>
          </p:cNvPr>
          <p:cNvSpPr txBox="1"/>
          <p:nvPr/>
        </p:nvSpPr>
        <p:spPr>
          <a:xfrm>
            <a:off x="5147734" y="3907597"/>
            <a:ext cx="570089" cy="230832"/>
          </a:xfrm>
          <a:prstGeom prst="rect">
            <a:avLst/>
          </a:prstGeom>
          <a:noFill/>
        </p:spPr>
        <p:txBody>
          <a:bodyPr wrap="square" rtlCol="0">
            <a:spAutoFit/>
          </a:bodyPr>
          <a:lstStyle/>
          <a:p>
            <a:pPr algn="ctr"/>
            <a:r>
              <a:rPr lang="en-US" sz="900" dirty="0"/>
              <a:t>289</a:t>
            </a:r>
          </a:p>
        </p:txBody>
      </p:sp>
      <p:sp>
        <p:nvSpPr>
          <p:cNvPr id="50" name="TextBox 49">
            <a:extLst>
              <a:ext uri="{FF2B5EF4-FFF2-40B4-BE49-F238E27FC236}">
                <a16:creationId xmlns:a16="http://schemas.microsoft.com/office/drawing/2014/main" id="{384A2E47-9DB1-F2D4-DDF6-402AAB426FA4}"/>
              </a:ext>
            </a:extLst>
          </p:cNvPr>
          <p:cNvSpPr txBox="1"/>
          <p:nvPr/>
        </p:nvSpPr>
        <p:spPr>
          <a:xfrm>
            <a:off x="4645378" y="901933"/>
            <a:ext cx="570089" cy="230832"/>
          </a:xfrm>
          <a:prstGeom prst="rect">
            <a:avLst/>
          </a:prstGeom>
          <a:noFill/>
        </p:spPr>
        <p:txBody>
          <a:bodyPr wrap="square" rtlCol="0">
            <a:spAutoFit/>
          </a:bodyPr>
          <a:lstStyle/>
          <a:p>
            <a:pPr algn="ctr"/>
            <a:r>
              <a:rPr lang="en-US" sz="900" dirty="0"/>
              <a:t>51</a:t>
            </a:r>
          </a:p>
        </p:txBody>
      </p:sp>
      <p:sp>
        <p:nvSpPr>
          <p:cNvPr id="52" name="TextBox 51">
            <a:extLst>
              <a:ext uri="{FF2B5EF4-FFF2-40B4-BE49-F238E27FC236}">
                <a16:creationId xmlns:a16="http://schemas.microsoft.com/office/drawing/2014/main" id="{D85356CB-01F2-D0C4-B1D0-59D52D399185}"/>
              </a:ext>
            </a:extLst>
          </p:cNvPr>
          <p:cNvSpPr txBox="1"/>
          <p:nvPr/>
        </p:nvSpPr>
        <p:spPr>
          <a:xfrm>
            <a:off x="4645378" y="1903821"/>
            <a:ext cx="570089" cy="230832"/>
          </a:xfrm>
          <a:prstGeom prst="rect">
            <a:avLst/>
          </a:prstGeom>
          <a:noFill/>
        </p:spPr>
        <p:txBody>
          <a:bodyPr wrap="square" rtlCol="0">
            <a:spAutoFit/>
          </a:bodyPr>
          <a:lstStyle/>
          <a:p>
            <a:pPr algn="ctr"/>
            <a:r>
              <a:rPr lang="en-US" sz="900" dirty="0"/>
              <a:t>15</a:t>
            </a:r>
          </a:p>
        </p:txBody>
      </p:sp>
      <p:sp>
        <p:nvSpPr>
          <p:cNvPr id="53" name="TextBox 52">
            <a:extLst>
              <a:ext uri="{FF2B5EF4-FFF2-40B4-BE49-F238E27FC236}">
                <a16:creationId xmlns:a16="http://schemas.microsoft.com/office/drawing/2014/main" id="{FD917834-C5B9-4DAB-CF58-420D1ADD1BD9}"/>
              </a:ext>
            </a:extLst>
          </p:cNvPr>
          <p:cNvSpPr txBox="1"/>
          <p:nvPr/>
        </p:nvSpPr>
        <p:spPr>
          <a:xfrm>
            <a:off x="4645378" y="2905709"/>
            <a:ext cx="570089" cy="230832"/>
          </a:xfrm>
          <a:prstGeom prst="rect">
            <a:avLst/>
          </a:prstGeom>
          <a:noFill/>
        </p:spPr>
        <p:txBody>
          <a:bodyPr wrap="square" rtlCol="0">
            <a:spAutoFit/>
          </a:bodyPr>
          <a:lstStyle/>
          <a:p>
            <a:pPr algn="ctr"/>
            <a:r>
              <a:rPr lang="en-US" sz="900" dirty="0"/>
              <a:t>28</a:t>
            </a:r>
          </a:p>
        </p:txBody>
      </p:sp>
      <p:sp>
        <p:nvSpPr>
          <p:cNvPr id="55" name="TextBox 54">
            <a:extLst>
              <a:ext uri="{FF2B5EF4-FFF2-40B4-BE49-F238E27FC236}">
                <a16:creationId xmlns:a16="http://schemas.microsoft.com/office/drawing/2014/main" id="{A6927986-9839-4F1B-DF16-6D7F0C4BD370}"/>
              </a:ext>
            </a:extLst>
          </p:cNvPr>
          <p:cNvSpPr txBox="1"/>
          <p:nvPr/>
        </p:nvSpPr>
        <p:spPr>
          <a:xfrm>
            <a:off x="4645378" y="3907597"/>
            <a:ext cx="570089" cy="230832"/>
          </a:xfrm>
          <a:prstGeom prst="rect">
            <a:avLst/>
          </a:prstGeom>
          <a:noFill/>
        </p:spPr>
        <p:txBody>
          <a:bodyPr wrap="square" rtlCol="0">
            <a:spAutoFit/>
          </a:bodyPr>
          <a:lstStyle/>
          <a:p>
            <a:pPr algn="ctr"/>
            <a:r>
              <a:rPr lang="en-US" sz="900" dirty="0"/>
              <a:t>238</a:t>
            </a:r>
          </a:p>
        </p:txBody>
      </p:sp>
      <p:sp>
        <p:nvSpPr>
          <p:cNvPr id="56" name="TextBox 55">
            <a:extLst>
              <a:ext uri="{FF2B5EF4-FFF2-40B4-BE49-F238E27FC236}">
                <a16:creationId xmlns:a16="http://schemas.microsoft.com/office/drawing/2014/main" id="{77885400-E26D-D3C6-4E66-0BD83224B5A9}"/>
              </a:ext>
            </a:extLst>
          </p:cNvPr>
          <p:cNvSpPr txBox="1"/>
          <p:nvPr/>
        </p:nvSpPr>
        <p:spPr>
          <a:xfrm>
            <a:off x="4645378" y="4909484"/>
            <a:ext cx="570089" cy="230832"/>
          </a:xfrm>
          <a:prstGeom prst="rect">
            <a:avLst/>
          </a:prstGeom>
          <a:noFill/>
        </p:spPr>
        <p:txBody>
          <a:bodyPr wrap="square" rtlCol="0">
            <a:spAutoFit/>
          </a:bodyPr>
          <a:lstStyle/>
          <a:p>
            <a:pPr algn="ctr"/>
            <a:r>
              <a:rPr lang="en-US" sz="900" dirty="0"/>
              <a:t>238</a:t>
            </a:r>
          </a:p>
        </p:txBody>
      </p:sp>
      <p:sp>
        <p:nvSpPr>
          <p:cNvPr id="59" name="TextBox 58">
            <a:extLst>
              <a:ext uri="{FF2B5EF4-FFF2-40B4-BE49-F238E27FC236}">
                <a16:creationId xmlns:a16="http://schemas.microsoft.com/office/drawing/2014/main" id="{9668D35F-857F-E779-0F83-A13C14B3B2BB}"/>
              </a:ext>
            </a:extLst>
          </p:cNvPr>
          <p:cNvSpPr txBox="1"/>
          <p:nvPr/>
        </p:nvSpPr>
        <p:spPr>
          <a:xfrm>
            <a:off x="4143022" y="1402877"/>
            <a:ext cx="570089" cy="230832"/>
          </a:xfrm>
          <a:prstGeom prst="rect">
            <a:avLst/>
          </a:prstGeom>
          <a:noFill/>
        </p:spPr>
        <p:txBody>
          <a:bodyPr wrap="square" rtlCol="0">
            <a:spAutoFit/>
          </a:bodyPr>
          <a:lstStyle/>
          <a:p>
            <a:pPr algn="ctr"/>
            <a:r>
              <a:rPr lang="en-US" sz="900" dirty="0"/>
              <a:t>26</a:t>
            </a:r>
          </a:p>
        </p:txBody>
      </p:sp>
      <p:sp>
        <p:nvSpPr>
          <p:cNvPr id="60" name="TextBox 59">
            <a:extLst>
              <a:ext uri="{FF2B5EF4-FFF2-40B4-BE49-F238E27FC236}">
                <a16:creationId xmlns:a16="http://schemas.microsoft.com/office/drawing/2014/main" id="{992C9864-C9EE-86A5-344F-4745F5816EA7}"/>
              </a:ext>
            </a:extLst>
          </p:cNvPr>
          <p:cNvSpPr txBox="1"/>
          <p:nvPr/>
        </p:nvSpPr>
        <p:spPr>
          <a:xfrm>
            <a:off x="6152446" y="5048384"/>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9AEC4AF4-A404-6DA8-A21A-BA0C627DB4A5}"/>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3022BCFE-D8DE-B03A-1381-D4C98FB60908}"/>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CDF740AD-1762-2B48-AE54-5793EE347926}"/>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68420036-B3C8-DDB1-A1A7-6B126812BAC3}"/>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F7084281-5904-D2B3-1E97-542EA3654A9B}"/>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2EF82AED-7A9D-0CE7-2006-3DACC113F729}"/>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6DDC5EE0-36AC-3994-28AE-4B95B4255A50}"/>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1162202D-88D3-9054-D2B5-635E8CD2E631}"/>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4BC68EE7-1FB6-6634-9311-F30AD1757FDD}"/>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0610EBFB-FA42-0128-F318-326453B2789A}"/>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4" name="TextBox 53">
            <a:extLst>
              <a:ext uri="{FF2B5EF4-FFF2-40B4-BE49-F238E27FC236}">
                <a16:creationId xmlns:a16="http://schemas.microsoft.com/office/drawing/2014/main" id="{A445F794-0A9E-5420-73DF-29DBCBD69B7B}"/>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49CB47C-BE94-B3D0-79B7-FF2306F6281C}"/>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AE18142D-07F7-3399-8A77-592BD89B4CE8}"/>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51" name="TextBox 50">
            <a:extLst>
              <a:ext uri="{FF2B5EF4-FFF2-40B4-BE49-F238E27FC236}">
                <a16:creationId xmlns:a16="http://schemas.microsoft.com/office/drawing/2014/main" id="{E4B0977C-2776-8010-287D-896BF1AD79E5}"/>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770ED99F-ED6C-062D-52E9-8D3E86BB6AF8}"/>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58" name="TextBox 57">
            <a:extLst>
              <a:ext uri="{FF2B5EF4-FFF2-40B4-BE49-F238E27FC236}">
                <a16:creationId xmlns:a16="http://schemas.microsoft.com/office/drawing/2014/main" id="{91B710FD-7693-EF25-0B02-3014AEBA28AB}"/>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6323711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DFFC5-189D-4514-AF3D-4A964546990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9B6E023-F3EE-D7D0-7812-61585BBAA03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CDA87A4-DDD3-D595-E7EB-8526B04126C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7AACA92-C4DC-4D69-46C6-12C36397BCD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362BAAB-C6E2-A118-AB98-3CEDB9F4595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5B0D163-C2F8-348F-94A2-42E68DF5AC2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C10CBBE-8905-90A2-6C45-882437C6F7D0}"/>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1" name="TextBox 10">
            <a:extLst>
              <a:ext uri="{FF2B5EF4-FFF2-40B4-BE49-F238E27FC236}">
                <a16:creationId xmlns:a16="http://schemas.microsoft.com/office/drawing/2014/main" id="{F3C189B9-7DBC-1C32-AF62-912F3A2CC7E8}"/>
              </a:ext>
            </a:extLst>
          </p:cNvPr>
          <p:cNvSpPr txBox="1"/>
          <p:nvPr/>
        </p:nvSpPr>
        <p:spPr>
          <a:xfrm>
            <a:off x="3640666" y="3406653"/>
            <a:ext cx="570089" cy="230832"/>
          </a:xfrm>
          <a:prstGeom prst="rect">
            <a:avLst/>
          </a:prstGeom>
          <a:noFill/>
        </p:spPr>
        <p:txBody>
          <a:bodyPr wrap="square" rtlCol="0">
            <a:spAutoFit/>
          </a:bodyPr>
          <a:lstStyle/>
          <a:p>
            <a:pPr algn="ctr"/>
            <a:r>
              <a:rPr lang="en-US" sz="900" dirty="0"/>
              <a:t>59</a:t>
            </a:r>
          </a:p>
        </p:txBody>
      </p:sp>
      <p:sp>
        <p:nvSpPr>
          <p:cNvPr id="13" name="TextBox 12">
            <a:extLst>
              <a:ext uri="{FF2B5EF4-FFF2-40B4-BE49-F238E27FC236}">
                <a16:creationId xmlns:a16="http://schemas.microsoft.com/office/drawing/2014/main" id="{3CFD2B38-A1BE-EA57-38C9-EF56DA6CEF6D}"/>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24" name="TextBox 23">
            <a:extLst>
              <a:ext uri="{FF2B5EF4-FFF2-40B4-BE49-F238E27FC236}">
                <a16:creationId xmlns:a16="http://schemas.microsoft.com/office/drawing/2014/main" id="{64035B58-BF08-6C84-970F-D81470EEC11E}"/>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BF6FBF2B-CCD6-E87E-7D41-5F13C11E3BEA}"/>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46A64A19-1F37-F59B-C616-942995003BF6}"/>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A031549C-6EB5-9627-D867-D222B578993D}"/>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E031722F-5CC5-5DC9-4915-2E65040354FB}"/>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1ECA4195-7239-B617-27F0-55DDE87944BD}"/>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A3555A18-7247-360B-1DFE-BD01CB5BB11F}"/>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C894C434-0E10-A732-D7A9-A6F6A4D951AB}"/>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792E70BF-9B06-EB67-7DF3-C4016136F79D}"/>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A6178C04-C889-9F03-4FB0-6665565E84D5}"/>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9DC3DF89-A53A-E5E4-FF84-D6AF8E600C42}"/>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F1E556B6-4B66-285F-5B06-35F7685FDB50}"/>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A8137E50-688B-82BD-DD74-D697DBA6B364}"/>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52D9C16F-71D0-4F4F-6BCA-80B2B490E468}"/>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02385160-22EF-BF58-B91A-4F864C9DA5DC}"/>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296EF969-C3C8-A88C-9795-166674D7CEE3}"/>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F56C926D-0B94-8A4A-B860-02D4C05E3DEC}"/>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AD236A6F-E466-8062-1F7C-91475B476E75}"/>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46" name="TextBox 45">
            <a:extLst>
              <a:ext uri="{FF2B5EF4-FFF2-40B4-BE49-F238E27FC236}">
                <a16:creationId xmlns:a16="http://schemas.microsoft.com/office/drawing/2014/main" id="{29D30385-C30E-BA68-4BFE-EDEAF7337127}"/>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8" name="TextBox 27">
            <a:extLst>
              <a:ext uri="{FF2B5EF4-FFF2-40B4-BE49-F238E27FC236}">
                <a16:creationId xmlns:a16="http://schemas.microsoft.com/office/drawing/2014/main" id="{A1951D65-403B-ACDF-CDD3-5484EC38E898}"/>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3AF2DC64-DAB7-2FE0-6C1C-793941CC4219}"/>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1FCEDEBE-BDD5-CC36-68B1-B9A54AF0D7EB}"/>
              </a:ext>
            </a:extLst>
          </p:cNvPr>
          <p:cNvSpPr txBox="1"/>
          <p:nvPr/>
        </p:nvSpPr>
        <p:spPr>
          <a:xfrm>
            <a:off x="5147734" y="901933"/>
            <a:ext cx="570089" cy="230832"/>
          </a:xfrm>
          <a:prstGeom prst="rect">
            <a:avLst/>
          </a:prstGeom>
          <a:noFill/>
        </p:spPr>
        <p:txBody>
          <a:bodyPr wrap="square" rtlCol="0">
            <a:spAutoFit/>
          </a:bodyPr>
          <a:lstStyle/>
          <a:p>
            <a:pPr algn="ctr"/>
            <a:r>
              <a:rPr lang="en-US" sz="900" dirty="0"/>
              <a:t>78</a:t>
            </a:r>
          </a:p>
        </p:txBody>
      </p:sp>
      <p:sp>
        <p:nvSpPr>
          <p:cNvPr id="17" name="TextBox 16">
            <a:extLst>
              <a:ext uri="{FF2B5EF4-FFF2-40B4-BE49-F238E27FC236}">
                <a16:creationId xmlns:a16="http://schemas.microsoft.com/office/drawing/2014/main" id="{0D67EE42-5C83-032C-5C5E-E930E984DCD0}"/>
              </a:ext>
            </a:extLst>
          </p:cNvPr>
          <p:cNvSpPr txBox="1"/>
          <p:nvPr/>
        </p:nvSpPr>
        <p:spPr>
          <a:xfrm>
            <a:off x="5147734" y="1402877"/>
            <a:ext cx="570089" cy="230832"/>
          </a:xfrm>
          <a:prstGeom prst="rect">
            <a:avLst/>
          </a:prstGeom>
          <a:noFill/>
        </p:spPr>
        <p:txBody>
          <a:bodyPr wrap="square" rtlCol="0">
            <a:spAutoFit/>
          </a:bodyPr>
          <a:lstStyle/>
          <a:p>
            <a:pPr algn="ctr"/>
            <a:r>
              <a:rPr lang="en-US" sz="900" dirty="0"/>
              <a:t>87</a:t>
            </a:r>
          </a:p>
        </p:txBody>
      </p:sp>
      <p:sp>
        <p:nvSpPr>
          <p:cNvPr id="47" name="TextBox 46">
            <a:extLst>
              <a:ext uri="{FF2B5EF4-FFF2-40B4-BE49-F238E27FC236}">
                <a16:creationId xmlns:a16="http://schemas.microsoft.com/office/drawing/2014/main" id="{734611C7-B54A-9EEC-5438-0A34EAFBFEA6}"/>
              </a:ext>
            </a:extLst>
          </p:cNvPr>
          <p:cNvSpPr txBox="1"/>
          <p:nvPr/>
        </p:nvSpPr>
        <p:spPr>
          <a:xfrm>
            <a:off x="5147734" y="2905709"/>
            <a:ext cx="570089" cy="230832"/>
          </a:xfrm>
          <a:prstGeom prst="rect">
            <a:avLst/>
          </a:prstGeom>
          <a:noFill/>
        </p:spPr>
        <p:txBody>
          <a:bodyPr wrap="square" rtlCol="0">
            <a:spAutoFit/>
          </a:bodyPr>
          <a:lstStyle/>
          <a:p>
            <a:pPr algn="ctr"/>
            <a:r>
              <a:rPr lang="en-US" sz="900" dirty="0"/>
              <a:t>92</a:t>
            </a:r>
          </a:p>
        </p:txBody>
      </p:sp>
      <p:sp>
        <p:nvSpPr>
          <p:cNvPr id="49" name="TextBox 48">
            <a:extLst>
              <a:ext uri="{FF2B5EF4-FFF2-40B4-BE49-F238E27FC236}">
                <a16:creationId xmlns:a16="http://schemas.microsoft.com/office/drawing/2014/main" id="{97117E1D-4675-951A-C1E3-E04480D2B81F}"/>
              </a:ext>
            </a:extLst>
          </p:cNvPr>
          <p:cNvSpPr txBox="1"/>
          <p:nvPr/>
        </p:nvSpPr>
        <p:spPr>
          <a:xfrm>
            <a:off x="5147734" y="3907597"/>
            <a:ext cx="570089" cy="230832"/>
          </a:xfrm>
          <a:prstGeom prst="rect">
            <a:avLst/>
          </a:prstGeom>
          <a:noFill/>
        </p:spPr>
        <p:txBody>
          <a:bodyPr wrap="square" rtlCol="0">
            <a:spAutoFit/>
          </a:bodyPr>
          <a:lstStyle/>
          <a:p>
            <a:pPr algn="ctr"/>
            <a:r>
              <a:rPr lang="en-US" sz="900" dirty="0"/>
              <a:t>29</a:t>
            </a:r>
          </a:p>
        </p:txBody>
      </p:sp>
      <p:sp>
        <p:nvSpPr>
          <p:cNvPr id="55" name="TextBox 54">
            <a:extLst>
              <a:ext uri="{FF2B5EF4-FFF2-40B4-BE49-F238E27FC236}">
                <a16:creationId xmlns:a16="http://schemas.microsoft.com/office/drawing/2014/main" id="{7BBB0677-D9F7-B5F3-D727-E2B3CD40250F}"/>
              </a:ext>
            </a:extLst>
          </p:cNvPr>
          <p:cNvSpPr txBox="1"/>
          <p:nvPr/>
        </p:nvSpPr>
        <p:spPr>
          <a:xfrm>
            <a:off x="4645378" y="3907597"/>
            <a:ext cx="570089" cy="230832"/>
          </a:xfrm>
          <a:prstGeom prst="rect">
            <a:avLst/>
          </a:prstGeom>
          <a:noFill/>
        </p:spPr>
        <p:txBody>
          <a:bodyPr wrap="square" rtlCol="0">
            <a:spAutoFit/>
          </a:bodyPr>
          <a:lstStyle/>
          <a:p>
            <a:pPr algn="ctr"/>
            <a:r>
              <a:rPr lang="en-US" sz="900" dirty="0"/>
              <a:t>238</a:t>
            </a:r>
          </a:p>
        </p:txBody>
      </p:sp>
      <p:sp>
        <p:nvSpPr>
          <p:cNvPr id="56" name="TextBox 55">
            <a:extLst>
              <a:ext uri="{FF2B5EF4-FFF2-40B4-BE49-F238E27FC236}">
                <a16:creationId xmlns:a16="http://schemas.microsoft.com/office/drawing/2014/main" id="{4F1DE19C-3F2E-04BF-55DC-0DEA7216E9F0}"/>
              </a:ext>
            </a:extLst>
          </p:cNvPr>
          <p:cNvSpPr txBox="1"/>
          <p:nvPr/>
        </p:nvSpPr>
        <p:spPr>
          <a:xfrm>
            <a:off x="4645378" y="4909484"/>
            <a:ext cx="570089" cy="230832"/>
          </a:xfrm>
          <a:prstGeom prst="rect">
            <a:avLst/>
          </a:prstGeom>
          <a:noFill/>
        </p:spPr>
        <p:txBody>
          <a:bodyPr wrap="square" rtlCol="0">
            <a:spAutoFit/>
          </a:bodyPr>
          <a:lstStyle/>
          <a:p>
            <a:pPr algn="ctr"/>
            <a:r>
              <a:rPr lang="en-US" sz="900" dirty="0"/>
              <a:t>238</a:t>
            </a:r>
          </a:p>
        </p:txBody>
      </p:sp>
      <p:sp>
        <p:nvSpPr>
          <p:cNvPr id="60" name="TextBox 59">
            <a:extLst>
              <a:ext uri="{FF2B5EF4-FFF2-40B4-BE49-F238E27FC236}">
                <a16:creationId xmlns:a16="http://schemas.microsoft.com/office/drawing/2014/main" id="{C789C488-9A5C-A1EE-169B-2827656B0B0A}"/>
              </a:ext>
            </a:extLst>
          </p:cNvPr>
          <p:cNvSpPr txBox="1"/>
          <p:nvPr/>
        </p:nvSpPr>
        <p:spPr>
          <a:xfrm>
            <a:off x="6152446" y="5048384"/>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0E861D2E-16AE-FEAF-8176-D1B3B144F5A8}"/>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9FF90EFE-7AD4-04FA-DD23-D8DD17A722F4}"/>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0C9EF39C-1B1A-AAE6-8931-AEE34A1F425D}"/>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2201D7E2-C2C3-9101-EE3D-8E796C49B9F4}"/>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05E86C6D-3CAA-FC73-57AA-5496FDA4C96D}"/>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9D5C3BF8-1668-189C-7B40-B9AF2A8BE1D5}"/>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A6A63511-7B55-5345-B2C2-D912F4E29160}"/>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71D56252-F714-E624-33D5-7F7B10F3F8C7}"/>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4A72098E-3121-00F1-8E8D-1F073D3549C3}"/>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7D72B1D6-F689-1D9E-58C3-A9D136375880}"/>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4" name="TextBox 53">
            <a:extLst>
              <a:ext uri="{FF2B5EF4-FFF2-40B4-BE49-F238E27FC236}">
                <a16:creationId xmlns:a16="http://schemas.microsoft.com/office/drawing/2014/main" id="{36073519-73D0-B6A7-6C68-86CE5EC5A8C8}"/>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83E6D69-4544-65DE-1C5B-088F2E9A3806}"/>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F5001642-6FF9-6924-00DD-C9F93A2A4A65}"/>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51" name="TextBox 50">
            <a:extLst>
              <a:ext uri="{FF2B5EF4-FFF2-40B4-BE49-F238E27FC236}">
                <a16:creationId xmlns:a16="http://schemas.microsoft.com/office/drawing/2014/main" id="{9286F95A-6384-0240-B229-D7F786D58B3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DAD05781-0B4D-1524-65D9-70C6DDE08E1F}"/>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90FD5664-774B-B7D3-EA56-FEC0AE6AE76E}"/>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3F9EBF78-037A-77B4-8FD7-7EA86EAFA3DB}"/>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BB690A27-3FD4-45DB-D580-A2AA0351D89B}"/>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44F5FF90-DF3D-B13B-53EB-81E8E112207D}"/>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7969AA32-4501-90E6-C439-5351C4041C25}"/>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D15C037A-29D2-4A50-12B6-6DCCE06E798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74C3FAA4-5F68-261A-8EF9-3198BE980F18}"/>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71" name="TextBox 70">
            <a:extLst>
              <a:ext uri="{FF2B5EF4-FFF2-40B4-BE49-F238E27FC236}">
                <a16:creationId xmlns:a16="http://schemas.microsoft.com/office/drawing/2014/main" id="{D0B1CC27-ACD2-7409-5FC4-532B0787FA25}"/>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72" name="TextBox 71">
            <a:extLst>
              <a:ext uri="{FF2B5EF4-FFF2-40B4-BE49-F238E27FC236}">
                <a16:creationId xmlns:a16="http://schemas.microsoft.com/office/drawing/2014/main" id="{51219EEE-E7E4-4B16-D1D1-0881FA09572A}"/>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5061318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2DD0C-7251-196A-D596-CD4CFD9DA15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14FD9E-84FE-E25B-25E5-04A8CD7248E0}"/>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86B8F70-0045-503C-78A6-7394116DA33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7A928DF-0DCC-46E3-4158-13E85934F57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5970740-2A2F-ACCC-AAE3-2D4192FBB04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37242CA-2423-2309-F860-25A2981DD9C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3D782B4-ACD2-BD23-C4C9-7FBF952BC86A}"/>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E70E5152-A96A-F47C-094C-8764D5988460}"/>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63C8A01E-EB8B-559C-BD7B-A428C1846A31}"/>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A88EBFFB-6AD7-52F6-B244-579585A65A82}"/>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4A1CA743-2117-2B4B-6B87-EEC01E025CFB}"/>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A911CF31-844B-ABB8-DBED-36F78693DA48}"/>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70F03287-0F70-D9C0-6516-F4E97B624FD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0DEB9E14-2420-7974-DB4A-AA6688E5D662}"/>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B2877140-2DAE-9A41-1931-E2091C792DA3}"/>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C8C65BB0-6065-EE04-A31D-B9F40DE4F021}"/>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1" name="TextBox 20">
            <a:extLst>
              <a:ext uri="{FF2B5EF4-FFF2-40B4-BE49-F238E27FC236}">
                <a16:creationId xmlns:a16="http://schemas.microsoft.com/office/drawing/2014/main" id="{466A0A6F-440A-5943-E830-68F4BAD0F26B}"/>
              </a:ext>
            </a:extLst>
          </p:cNvPr>
          <p:cNvSpPr txBox="1"/>
          <p:nvPr/>
        </p:nvSpPr>
        <p:spPr>
          <a:xfrm>
            <a:off x="5650090" y="3293763"/>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FC76A50D-827E-5D04-7DBC-AF4787619F2D}"/>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8064C387-E7D0-64F6-7531-AC044A1B4847}"/>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7843CD4B-CAB0-431D-FCAD-8BEE226F8C25}"/>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586ACE01-9142-C3B3-32D5-A8AFFEFE1DF7}"/>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9E7FD379-0B18-D72C-9AF7-1AA7F87983B4}"/>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6217728C-7685-9C79-3CAB-6B18C482E4E9}"/>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04055F5B-E30D-9DBE-D708-4410F0268833}"/>
              </a:ext>
            </a:extLst>
          </p:cNvPr>
          <p:cNvSpPr txBox="1"/>
          <p:nvPr/>
        </p:nvSpPr>
        <p:spPr>
          <a:xfrm>
            <a:off x="6152446" y="4031776"/>
            <a:ext cx="570089" cy="230832"/>
          </a:xfrm>
          <a:prstGeom prst="rect">
            <a:avLst/>
          </a:prstGeom>
          <a:noFill/>
        </p:spPr>
        <p:txBody>
          <a:bodyPr wrap="square" rtlCol="0">
            <a:spAutoFit/>
          </a:bodyPr>
          <a:lstStyle/>
          <a:p>
            <a:pPr algn="ctr"/>
            <a:r>
              <a:rPr lang="en-US" sz="900" dirty="0"/>
              <a:t>182</a:t>
            </a:r>
          </a:p>
        </p:txBody>
      </p:sp>
      <p:sp>
        <p:nvSpPr>
          <p:cNvPr id="28" name="TextBox 27">
            <a:extLst>
              <a:ext uri="{FF2B5EF4-FFF2-40B4-BE49-F238E27FC236}">
                <a16:creationId xmlns:a16="http://schemas.microsoft.com/office/drawing/2014/main" id="{B607CFA4-474C-2F1F-120E-EB1019345E85}"/>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A2E920FE-A3D5-73CF-421E-BDAA348863B2}"/>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323B14A7-DB33-70D9-3B05-7A64ECFFB440}"/>
              </a:ext>
            </a:extLst>
          </p:cNvPr>
          <p:cNvSpPr txBox="1"/>
          <p:nvPr/>
        </p:nvSpPr>
        <p:spPr>
          <a:xfrm>
            <a:off x="5147734" y="901933"/>
            <a:ext cx="570089" cy="230832"/>
          </a:xfrm>
          <a:prstGeom prst="rect">
            <a:avLst/>
          </a:prstGeom>
          <a:noFill/>
        </p:spPr>
        <p:txBody>
          <a:bodyPr wrap="square" rtlCol="0">
            <a:spAutoFit/>
          </a:bodyPr>
          <a:lstStyle/>
          <a:p>
            <a:pPr algn="ctr"/>
            <a:r>
              <a:rPr lang="en-US" sz="900" dirty="0"/>
              <a:t>78</a:t>
            </a:r>
          </a:p>
        </p:txBody>
      </p:sp>
      <p:sp>
        <p:nvSpPr>
          <p:cNvPr id="17" name="TextBox 16">
            <a:extLst>
              <a:ext uri="{FF2B5EF4-FFF2-40B4-BE49-F238E27FC236}">
                <a16:creationId xmlns:a16="http://schemas.microsoft.com/office/drawing/2014/main" id="{65D19BCC-79FD-8C3A-4EA9-682C4C8BF1E6}"/>
              </a:ext>
            </a:extLst>
          </p:cNvPr>
          <p:cNvSpPr txBox="1"/>
          <p:nvPr/>
        </p:nvSpPr>
        <p:spPr>
          <a:xfrm>
            <a:off x="5147734" y="1402877"/>
            <a:ext cx="570089" cy="230832"/>
          </a:xfrm>
          <a:prstGeom prst="rect">
            <a:avLst/>
          </a:prstGeom>
          <a:noFill/>
        </p:spPr>
        <p:txBody>
          <a:bodyPr wrap="square" rtlCol="0">
            <a:spAutoFit/>
          </a:bodyPr>
          <a:lstStyle/>
          <a:p>
            <a:pPr algn="ctr"/>
            <a:r>
              <a:rPr lang="en-US" sz="900" dirty="0"/>
              <a:t>87</a:t>
            </a:r>
          </a:p>
        </p:txBody>
      </p:sp>
      <p:sp>
        <p:nvSpPr>
          <p:cNvPr id="55" name="TextBox 54">
            <a:extLst>
              <a:ext uri="{FF2B5EF4-FFF2-40B4-BE49-F238E27FC236}">
                <a16:creationId xmlns:a16="http://schemas.microsoft.com/office/drawing/2014/main" id="{2A9CB17F-2B78-EED3-9894-0AE396ED01AD}"/>
              </a:ext>
            </a:extLst>
          </p:cNvPr>
          <p:cNvSpPr txBox="1"/>
          <p:nvPr/>
        </p:nvSpPr>
        <p:spPr>
          <a:xfrm>
            <a:off x="4645378" y="3907597"/>
            <a:ext cx="570089" cy="230832"/>
          </a:xfrm>
          <a:prstGeom prst="rect">
            <a:avLst/>
          </a:prstGeom>
          <a:noFill/>
        </p:spPr>
        <p:txBody>
          <a:bodyPr wrap="square" rtlCol="0">
            <a:spAutoFit/>
          </a:bodyPr>
          <a:lstStyle/>
          <a:p>
            <a:pPr algn="ctr"/>
            <a:r>
              <a:rPr lang="en-US" sz="900" dirty="0"/>
              <a:t>238</a:t>
            </a:r>
          </a:p>
        </p:txBody>
      </p:sp>
      <p:sp>
        <p:nvSpPr>
          <p:cNvPr id="56" name="TextBox 55">
            <a:extLst>
              <a:ext uri="{FF2B5EF4-FFF2-40B4-BE49-F238E27FC236}">
                <a16:creationId xmlns:a16="http://schemas.microsoft.com/office/drawing/2014/main" id="{68D11F43-4A3D-A251-8E95-55F0D5EB5D39}"/>
              </a:ext>
            </a:extLst>
          </p:cNvPr>
          <p:cNvSpPr txBox="1"/>
          <p:nvPr/>
        </p:nvSpPr>
        <p:spPr>
          <a:xfrm>
            <a:off x="4645378" y="4909484"/>
            <a:ext cx="570089" cy="230832"/>
          </a:xfrm>
          <a:prstGeom prst="rect">
            <a:avLst/>
          </a:prstGeom>
          <a:noFill/>
        </p:spPr>
        <p:txBody>
          <a:bodyPr wrap="square" rtlCol="0">
            <a:spAutoFit/>
          </a:bodyPr>
          <a:lstStyle/>
          <a:p>
            <a:pPr algn="ctr"/>
            <a:r>
              <a:rPr lang="en-US" sz="900" dirty="0"/>
              <a:t>238</a:t>
            </a:r>
          </a:p>
        </p:txBody>
      </p:sp>
      <p:sp>
        <p:nvSpPr>
          <p:cNvPr id="60" name="TextBox 59">
            <a:extLst>
              <a:ext uri="{FF2B5EF4-FFF2-40B4-BE49-F238E27FC236}">
                <a16:creationId xmlns:a16="http://schemas.microsoft.com/office/drawing/2014/main" id="{2760D114-76B4-2AEA-C486-7D9D4568D2B0}"/>
              </a:ext>
            </a:extLst>
          </p:cNvPr>
          <p:cNvSpPr txBox="1"/>
          <p:nvPr/>
        </p:nvSpPr>
        <p:spPr>
          <a:xfrm>
            <a:off x="6152446" y="5048384"/>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68D1C72F-AC92-DB14-2414-26812ECC57ED}"/>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3BDEFD9C-328B-BCA1-76DD-EA50D1DF779B}"/>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06EA4740-75A8-D172-5160-AB73D90B1E0B}"/>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027636F9-7F2E-0DC7-1238-742694FAC89F}"/>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81AD136A-FA8B-C3C7-960E-F0E871B045E2}"/>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9C1C0C85-2461-4FBA-1FDF-68EAC782F98D}"/>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DBCB10E2-FAC4-426A-B59B-A527FA792DED}"/>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A66CA02B-C9CE-7355-9223-2BD437F215D8}"/>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1CB6161E-80F0-D671-C224-65791E3D2B90}"/>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295632B0-8B31-A81E-F156-AFB1D3D9AA16}"/>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4" name="TextBox 53">
            <a:extLst>
              <a:ext uri="{FF2B5EF4-FFF2-40B4-BE49-F238E27FC236}">
                <a16:creationId xmlns:a16="http://schemas.microsoft.com/office/drawing/2014/main" id="{DAA26FF8-28BE-590F-E5CF-E227448F268D}"/>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9DA32D1-C6F2-1DF8-F01E-1416F96B7187}"/>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16379134-AA78-CC6C-629B-5F9C342E9994}"/>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51" name="TextBox 50">
            <a:extLst>
              <a:ext uri="{FF2B5EF4-FFF2-40B4-BE49-F238E27FC236}">
                <a16:creationId xmlns:a16="http://schemas.microsoft.com/office/drawing/2014/main" id="{E4D5113F-D4C6-BEEB-52D9-57D2C260EEA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C4243C5F-CCF8-46BB-906B-A87D4DF3AC3D}"/>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8D85F0A4-0C45-CC08-FC81-0908740B4D04}"/>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25FAA033-BF5E-9FEA-5EEF-0962C6218B3A}"/>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871076E-1C1E-3261-8400-A503C263A9D4}"/>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2D15535D-36EC-5A5D-C198-6227B5A8E649}"/>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58" name="TextBox 57">
            <a:extLst>
              <a:ext uri="{FF2B5EF4-FFF2-40B4-BE49-F238E27FC236}">
                <a16:creationId xmlns:a16="http://schemas.microsoft.com/office/drawing/2014/main" id="{8056E981-A7F9-CA1E-B030-68F05747E0BF}"/>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02D76D8B-001B-5BCB-81BC-1434DE01C9D1}"/>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66" name="TextBox 65">
            <a:extLst>
              <a:ext uri="{FF2B5EF4-FFF2-40B4-BE49-F238E27FC236}">
                <a16:creationId xmlns:a16="http://schemas.microsoft.com/office/drawing/2014/main" id="{54BC456C-D004-21FB-2B21-77F985AAF1CE}"/>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67" name="TextBox 66">
            <a:extLst>
              <a:ext uri="{FF2B5EF4-FFF2-40B4-BE49-F238E27FC236}">
                <a16:creationId xmlns:a16="http://schemas.microsoft.com/office/drawing/2014/main" id="{B23F849C-6E2D-B7B4-AD13-9B7182C6AAE5}"/>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9E6E6D3E-0FF8-2367-90EB-5ECD9ED8FF6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69" name="TextBox 68">
            <a:extLst>
              <a:ext uri="{FF2B5EF4-FFF2-40B4-BE49-F238E27FC236}">
                <a16:creationId xmlns:a16="http://schemas.microsoft.com/office/drawing/2014/main" id="{0FB8427B-3096-2637-D060-0103211D2579}"/>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70" name="TextBox 69">
            <a:extLst>
              <a:ext uri="{FF2B5EF4-FFF2-40B4-BE49-F238E27FC236}">
                <a16:creationId xmlns:a16="http://schemas.microsoft.com/office/drawing/2014/main" id="{D7D36027-14E4-9B8B-A8E0-C3EE18B8A51E}"/>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9DF352EE-45E0-CED9-297E-FAAE1FF18CC7}"/>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26DFBDAC-43B0-4CD5-3CC4-EFF2B5FD3593}"/>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73" name="TextBox 72">
            <a:extLst>
              <a:ext uri="{FF2B5EF4-FFF2-40B4-BE49-F238E27FC236}">
                <a16:creationId xmlns:a16="http://schemas.microsoft.com/office/drawing/2014/main" id="{7219AF2F-C6DC-EC9B-DD2E-485006055871}"/>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D2519273-8072-E409-FB55-4CFDC74DD5A5}"/>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959344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CDF1-1DCD-3592-1C1E-B3827424C19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03A8B05-E00C-76CD-91B7-9942A3B9BD4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0800633-55D4-2B00-1C31-92AD6F2E12E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0EEFD03-2AD7-F98E-7DD0-FA99BAFF859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1099FCB-1D80-8432-C50D-CA78B8FF0A6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BE8CE4D-5C55-D872-1618-5172A8C8B56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B85D47F-2861-E4C7-74B0-6B777A3AE08C}"/>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F5209475-5A30-4432-3293-102F7F9BA938}"/>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401D5384-16D1-DC2F-68DD-0ACBE895DF2E}"/>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1F247F33-0454-7C34-7FD2-4D17B8BEB5C7}"/>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EB8433D3-496E-F5BE-BB72-BEA582C94BB8}"/>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502878F7-6668-A3F3-E507-41DC64A03509}"/>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5E7A26D-51D7-0B56-A9E1-070E209EEA9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03C52C71-A668-3693-2B21-EF6CBBE48360}"/>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ADEAB453-C14E-1F40-5825-5934F73023B1}"/>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F65B068B-7749-D516-FAAE-9C3A1C99C17A}"/>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3CDF2ED1-8633-37BA-76FF-D55926A7DAD7}"/>
              </a:ext>
            </a:extLst>
          </p:cNvPr>
          <p:cNvSpPr txBox="1"/>
          <p:nvPr/>
        </p:nvSpPr>
        <p:spPr>
          <a:xfrm>
            <a:off x="5638801" y="3907597"/>
            <a:ext cx="570089" cy="230832"/>
          </a:xfrm>
          <a:prstGeom prst="rect">
            <a:avLst/>
          </a:prstGeom>
          <a:noFill/>
        </p:spPr>
        <p:txBody>
          <a:bodyPr wrap="square" rtlCol="0">
            <a:spAutoFit/>
          </a:bodyPr>
          <a:lstStyle/>
          <a:p>
            <a:pPr algn="ctr"/>
            <a:r>
              <a:rPr lang="en-US" sz="900" dirty="0"/>
              <a:t>789</a:t>
            </a:r>
          </a:p>
        </p:txBody>
      </p:sp>
      <p:sp>
        <p:nvSpPr>
          <p:cNvPr id="33" name="TextBox 32">
            <a:extLst>
              <a:ext uri="{FF2B5EF4-FFF2-40B4-BE49-F238E27FC236}">
                <a16:creationId xmlns:a16="http://schemas.microsoft.com/office/drawing/2014/main" id="{DCF1C7D7-7F5D-BAB4-664A-51945356B80F}"/>
              </a:ext>
            </a:extLst>
          </p:cNvPr>
          <p:cNvSpPr txBox="1"/>
          <p:nvPr/>
        </p:nvSpPr>
        <p:spPr>
          <a:xfrm>
            <a:off x="5650090" y="4295651"/>
            <a:ext cx="570089" cy="230832"/>
          </a:xfrm>
          <a:prstGeom prst="rect">
            <a:avLst/>
          </a:prstGeom>
          <a:noFill/>
        </p:spPr>
        <p:txBody>
          <a:bodyPr wrap="square" rtlCol="0">
            <a:spAutoFit/>
          </a:bodyPr>
          <a:lstStyle/>
          <a:p>
            <a:pPr algn="ctr"/>
            <a:r>
              <a:rPr lang="en-US" sz="900" dirty="0"/>
              <a:t>1789</a:t>
            </a:r>
          </a:p>
        </p:txBody>
      </p:sp>
      <p:sp>
        <p:nvSpPr>
          <p:cNvPr id="40" name="TextBox 39">
            <a:extLst>
              <a:ext uri="{FF2B5EF4-FFF2-40B4-BE49-F238E27FC236}">
                <a16:creationId xmlns:a16="http://schemas.microsoft.com/office/drawing/2014/main" id="{247ABE5E-3527-D6C7-DD01-4C43E5FA6BB3}"/>
              </a:ext>
            </a:extLst>
          </p:cNvPr>
          <p:cNvSpPr txBox="1"/>
          <p:nvPr/>
        </p:nvSpPr>
        <p:spPr>
          <a:xfrm>
            <a:off x="5650090" y="4909484"/>
            <a:ext cx="570089" cy="230832"/>
          </a:xfrm>
          <a:prstGeom prst="rect">
            <a:avLst/>
          </a:prstGeom>
          <a:noFill/>
        </p:spPr>
        <p:txBody>
          <a:bodyPr wrap="square" rtlCol="0">
            <a:spAutoFit/>
          </a:bodyPr>
          <a:lstStyle/>
          <a:p>
            <a:pPr algn="ctr"/>
            <a:r>
              <a:rPr lang="en-US" sz="900" dirty="0"/>
              <a:t>1789</a:t>
            </a:r>
          </a:p>
        </p:txBody>
      </p:sp>
      <p:sp>
        <p:nvSpPr>
          <p:cNvPr id="42" name="TextBox 41">
            <a:extLst>
              <a:ext uri="{FF2B5EF4-FFF2-40B4-BE49-F238E27FC236}">
                <a16:creationId xmlns:a16="http://schemas.microsoft.com/office/drawing/2014/main" id="{D1F1B5FC-D325-ABCF-8F25-8F1E9FACC458}"/>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30ED26FA-7C51-AF59-0CCE-627962CF3BCE}"/>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1D0BF02A-E1F1-524B-082B-00231DAEE0CD}"/>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36BAEC36-EF8F-CCEF-B8D4-C43765B588EB}"/>
              </a:ext>
            </a:extLst>
          </p:cNvPr>
          <p:cNvSpPr txBox="1"/>
          <p:nvPr/>
        </p:nvSpPr>
        <p:spPr>
          <a:xfrm>
            <a:off x="6152446" y="4031776"/>
            <a:ext cx="570089" cy="230832"/>
          </a:xfrm>
          <a:prstGeom prst="rect">
            <a:avLst/>
          </a:prstGeom>
          <a:noFill/>
        </p:spPr>
        <p:txBody>
          <a:bodyPr wrap="square" rtlCol="0">
            <a:spAutoFit/>
          </a:bodyPr>
          <a:lstStyle/>
          <a:p>
            <a:pPr algn="ctr"/>
            <a:r>
              <a:rPr lang="en-US" sz="900" dirty="0"/>
              <a:t>82</a:t>
            </a:r>
          </a:p>
        </p:txBody>
      </p:sp>
      <p:sp>
        <p:nvSpPr>
          <p:cNvPr id="28" name="TextBox 27">
            <a:extLst>
              <a:ext uri="{FF2B5EF4-FFF2-40B4-BE49-F238E27FC236}">
                <a16:creationId xmlns:a16="http://schemas.microsoft.com/office/drawing/2014/main" id="{D73AE6DB-8A62-1D0F-A232-EDB26C663329}"/>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26D61F37-2A98-277A-CE45-E6AF83C8868C}"/>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86E88AC1-E940-B0DE-237F-A4CEB9946856}"/>
              </a:ext>
            </a:extLst>
          </p:cNvPr>
          <p:cNvSpPr txBox="1"/>
          <p:nvPr/>
        </p:nvSpPr>
        <p:spPr>
          <a:xfrm>
            <a:off x="5147734" y="901933"/>
            <a:ext cx="570089" cy="230832"/>
          </a:xfrm>
          <a:prstGeom prst="rect">
            <a:avLst/>
          </a:prstGeom>
          <a:noFill/>
        </p:spPr>
        <p:txBody>
          <a:bodyPr wrap="square" rtlCol="0">
            <a:spAutoFit/>
          </a:bodyPr>
          <a:lstStyle/>
          <a:p>
            <a:pPr algn="ctr"/>
            <a:r>
              <a:rPr lang="en-US" sz="900" dirty="0"/>
              <a:t>78</a:t>
            </a:r>
          </a:p>
        </p:txBody>
      </p:sp>
      <p:sp>
        <p:nvSpPr>
          <p:cNvPr id="17" name="TextBox 16">
            <a:extLst>
              <a:ext uri="{FF2B5EF4-FFF2-40B4-BE49-F238E27FC236}">
                <a16:creationId xmlns:a16="http://schemas.microsoft.com/office/drawing/2014/main" id="{A57D2376-1ABB-4FE7-5CA0-4EE190FB41F7}"/>
              </a:ext>
            </a:extLst>
          </p:cNvPr>
          <p:cNvSpPr txBox="1"/>
          <p:nvPr/>
        </p:nvSpPr>
        <p:spPr>
          <a:xfrm>
            <a:off x="5147734" y="1402877"/>
            <a:ext cx="570089" cy="230832"/>
          </a:xfrm>
          <a:prstGeom prst="rect">
            <a:avLst/>
          </a:prstGeom>
          <a:noFill/>
        </p:spPr>
        <p:txBody>
          <a:bodyPr wrap="square" rtlCol="0">
            <a:spAutoFit/>
          </a:bodyPr>
          <a:lstStyle/>
          <a:p>
            <a:pPr algn="ctr"/>
            <a:r>
              <a:rPr lang="en-US" sz="900" dirty="0"/>
              <a:t>87</a:t>
            </a:r>
          </a:p>
        </p:txBody>
      </p:sp>
      <p:sp>
        <p:nvSpPr>
          <p:cNvPr id="55" name="TextBox 54">
            <a:extLst>
              <a:ext uri="{FF2B5EF4-FFF2-40B4-BE49-F238E27FC236}">
                <a16:creationId xmlns:a16="http://schemas.microsoft.com/office/drawing/2014/main" id="{E65673A4-F51C-BCD8-CF59-1E1C2F8C5B53}"/>
              </a:ext>
            </a:extLst>
          </p:cNvPr>
          <p:cNvSpPr txBox="1"/>
          <p:nvPr/>
        </p:nvSpPr>
        <p:spPr>
          <a:xfrm>
            <a:off x="4645378" y="3907597"/>
            <a:ext cx="570089" cy="230832"/>
          </a:xfrm>
          <a:prstGeom prst="rect">
            <a:avLst/>
          </a:prstGeom>
          <a:noFill/>
        </p:spPr>
        <p:txBody>
          <a:bodyPr wrap="square" rtlCol="0">
            <a:spAutoFit/>
          </a:bodyPr>
          <a:lstStyle/>
          <a:p>
            <a:pPr algn="ctr"/>
            <a:r>
              <a:rPr lang="en-US" sz="900" dirty="0"/>
              <a:t>38</a:t>
            </a:r>
          </a:p>
        </p:txBody>
      </p:sp>
      <p:sp>
        <p:nvSpPr>
          <p:cNvPr id="56" name="TextBox 55">
            <a:extLst>
              <a:ext uri="{FF2B5EF4-FFF2-40B4-BE49-F238E27FC236}">
                <a16:creationId xmlns:a16="http://schemas.microsoft.com/office/drawing/2014/main" id="{5B0C7B10-0AC2-9B33-28C1-38B8C02ADB99}"/>
              </a:ext>
            </a:extLst>
          </p:cNvPr>
          <p:cNvSpPr txBox="1"/>
          <p:nvPr/>
        </p:nvSpPr>
        <p:spPr>
          <a:xfrm>
            <a:off x="4645378" y="4909484"/>
            <a:ext cx="570089" cy="230832"/>
          </a:xfrm>
          <a:prstGeom prst="rect">
            <a:avLst/>
          </a:prstGeom>
          <a:noFill/>
        </p:spPr>
        <p:txBody>
          <a:bodyPr wrap="square" rtlCol="0">
            <a:spAutoFit/>
          </a:bodyPr>
          <a:lstStyle/>
          <a:p>
            <a:pPr algn="ctr"/>
            <a:r>
              <a:rPr lang="en-US" sz="900" dirty="0"/>
              <a:t>83</a:t>
            </a:r>
          </a:p>
        </p:txBody>
      </p:sp>
      <p:sp>
        <p:nvSpPr>
          <p:cNvPr id="60" name="TextBox 59">
            <a:extLst>
              <a:ext uri="{FF2B5EF4-FFF2-40B4-BE49-F238E27FC236}">
                <a16:creationId xmlns:a16="http://schemas.microsoft.com/office/drawing/2014/main" id="{280286E1-7186-8933-9387-152870FF083A}"/>
              </a:ext>
            </a:extLst>
          </p:cNvPr>
          <p:cNvSpPr txBox="1"/>
          <p:nvPr/>
        </p:nvSpPr>
        <p:spPr>
          <a:xfrm>
            <a:off x="6152446" y="5048384"/>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E7163989-53DD-6F67-5D27-87336440A82C}"/>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5F0987A3-9E2B-9DF1-60E4-225A4AC8610D}"/>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047ACA0B-93AE-75ED-23F2-DA408407480F}"/>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571618F1-2F6D-E7A7-3244-F636ADB72CA0}"/>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89E627F5-A390-F796-7565-073C988ADEEB}"/>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59801467-8FC0-6502-09B6-6D9D680708FC}"/>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93B94D01-E263-0486-9F5D-F03E554F3D82}"/>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89525E09-6743-AD11-276C-86A87F568408}"/>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303F6E52-D442-76CF-0451-9EF8354104FD}"/>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41FA4921-4D5A-C00F-5183-5DC339BA00EA}"/>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4" name="TextBox 53">
            <a:extLst>
              <a:ext uri="{FF2B5EF4-FFF2-40B4-BE49-F238E27FC236}">
                <a16:creationId xmlns:a16="http://schemas.microsoft.com/office/drawing/2014/main" id="{579F6B19-4BBF-52F4-F731-3C62C16A54D2}"/>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E3E7480-1914-08BF-BEA1-D6EECCC57CA9}"/>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B3013023-0472-92EA-9319-51C1EA410629}"/>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51" name="TextBox 50">
            <a:extLst>
              <a:ext uri="{FF2B5EF4-FFF2-40B4-BE49-F238E27FC236}">
                <a16:creationId xmlns:a16="http://schemas.microsoft.com/office/drawing/2014/main" id="{5C89596B-D627-47BA-E570-2350596AD4D3}"/>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B98C15AA-9C55-EEE3-CC7A-EE1F54992581}"/>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81CA1070-01AA-7E5D-4F43-68B44CF08D7C}"/>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7A489D2E-7457-57B6-F237-4BAFD857DE57}"/>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777F2542-AA78-A6FE-21BF-00DE05D8FBDD}"/>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9C8C6234-B3BA-8F8D-246C-D7B44FBD45FA}"/>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58" name="TextBox 57">
            <a:extLst>
              <a:ext uri="{FF2B5EF4-FFF2-40B4-BE49-F238E27FC236}">
                <a16:creationId xmlns:a16="http://schemas.microsoft.com/office/drawing/2014/main" id="{03A8E530-F846-BAC5-45A7-34ACCB9E2BEF}"/>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0561C192-E9C8-C7CC-FA06-56EF394E891B}"/>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41941FD3-E8B3-0633-3A28-DBC90EB76318}"/>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49" name="TextBox 48">
            <a:extLst>
              <a:ext uri="{FF2B5EF4-FFF2-40B4-BE49-F238E27FC236}">
                <a16:creationId xmlns:a16="http://schemas.microsoft.com/office/drawing/2014/main" id="{2F03AC8A-3533-864B-0582-F593B4B9FF53}"/>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65" name="TextBox 64">
            <a:extLst>
              <a:ext uri="{FF2B5EF4-FFF2-40B4-BE49-F238E27FC236}">
                <a16:creationId xmlns:a16="http://schemas.microsoft.com/office/drawing/2014/main" id="{DCB04A8A-654D-DAB2-ECC4-7118D2B5B722}"/>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6" name="TextBox 65">
            <a:extLst>
              <a:ext uri="{FF2B5EF4-FFF2-40B4-BE49-F238E27FC236}">
                <a16:creationId xmlns:a16="http://schemas.microsoft.com/office/drawing/2014/main" id="{397C788A-32F0-7DE9-589B-B936EB8DDE0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67" name="TextBox 66">
            <a:extLst>
              <a:ext uri="{FF2B5EF4-FFF2-40B4-BE49-F238E27FC236}">
                <a16:creationId xmlns:a16="http://schemas.microsoft.com/office/drawing/2014/main" id="{C1B2B2A0-AD9D-51A0-AD28-591EA10C4B7D}"/>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E74F25EF-4A50-3B10-1922-95E136D1F6F0}"/>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69" name="TextBox 68">
            <a:extLst>
              <a:ext uri="{FF2B5EF4-FFF2-40B4-BE49-F238E27FC236}">
                <a16:creationId xmlns:a16="http://schemas.microsoft.com/office/drawing/2014/main" id="{A8AE51CA-4F36-2ECE-29F7-72ACE7BB981E}"/>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8ABA7451-53F1-F842-9F59-CBB70F33007E}"/>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D61BB23C-5AC5-A539-DAD0-6D8B99CF8577}"/>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72" name="TextBox 71">
            <a:extLst>
              <a:ext uri="{FF2B5EF4-FFF2-40B4-BE49-F238E27FC236}">
                <a16:creationId xmlns:a16="http://schemas.microsoft.com/office/drawing/2014/main" id="{C46E716B-AB13-1DFD-6380-81EC29209035}"/>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37807431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348D9-3F12-E5AB-0ECC-47068383C1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7A7D7F-BB85-DC49-7FE9-0D3ADA80588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3140CCA-9F8C-718B-767F-4B6259D948B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841E814-DEAF-3CBF-A3AF-EB451E22F80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DD95CEE-2F7E-6E1A-AD26-905FBA91F86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E45A7ED-6FB1-6F99-EC8D-157B686D76C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DCB7E95-53CE-CAC0-AAD4-1237078768AB}"/>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327F9672-8D2E-EAFB-A4BC-5637CA31B0DD}"/>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7805BF35-E870-9F90-11F0-654C049FA3C4}"/>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D99EE4E9-F39D-A682-6941-A496C7636C2D}"/>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EE4D60D1-FD26-94C7-1063-C35D315C14A8}"/>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C0A25809-087C-DBEF-9BFD-BFF384BCF0EE}"/>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6E6F9F7B-223E-CBDD-5D58-04E037EA756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7BD67E4F-E9CC-1859-C8A3-C577D862209C}"/>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6E4AC57E-1396-97DF-5083-C8F63D24CEF5}"/>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8EB10068-F1E4-B981-72BC-FB7BCDAEB38A}"/>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D5EF6BC9-5875-ADC9-4CAB-2078D1F77B7E}"/>
              </a:ext>
            </a:extLst>
          </p:cNvPr>
          <p:cNvSpPr txBox="1"/>
          <p:nvPr/>
        </p:nvSpPr>
        <p:spPr>
          <a:xfrm>
            <a:off x="5638801" y="390759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4CD66037-DEF4-DFCC-44DF-60D31893CB53}"/>
              </a:ext>
            </a:extLst>
          </p:cNvPr>
          <p:cNvSpPr txBox="1"/>
          <p:nvPr/>
        </p:nvSpPr>
        <p:spPr>
          <a:xfrm>
            <a:off x="5650090" y="4295651"/>
            <a:ext cx="570089" cy="230832"/>
          </a:xfrm>
          <a:prstGeom prst="rect">
            <a:avLst/>
          </a:prstGeom>
          <a:noFill/>
        </p:spPr>
        <p:txBody>
          <a:bodyPr wrap="square" rtlCol="0">
            <a:spAutoFit/>
          </a:bodyPr>
          <a:lstStyle/>
          <a:p>
            <a:pPr algn="ctr"/>
            <a:r>
              <a:rPr lang="en-US" sz="900" dirty="0"/>
              <a:t>179</a:t>
            </a:r>
          </a:p>
        </p:txBody>
      </p:sp>
      <p:sp>
        <p:nvSpPr>
          <p:cNvPr id="40" name="TextBox 39">
            <a:extLst>
              <a:ext uri="{FF2B5EF4-FFF2-40B4-BE49-F238E27FC236}">
                <a16:creationId xmlns:a16="http://schemas.microsoft.com/office/drawing/2014/main" id="{C6D16281-ADB2-7657-C4C6-C673A20389EA}"/>
              </a:ext>
            </a:extLst>
          </p:cNvPr>
          <p:cNvSpPr txBox="1"/>
          <p:nvPr/>
        </p:nvSpPr>
        <p:spPr>
          <a:xfrm>
            <a:off x="5650090" y="4909484"/>
            <a:ext cx="570089" cy="230832"/>
          </a:xfrm>
          <a:prstGeom prst="rect">
            <a:avLst/>
          </a:prstGeom>
          <a:noFill/>
        </p:spPr>
        <p:txBody>
          <a:bodyPr wrap="square" rtlCol="0">
            <a:spAutoFit/>
          </a:bodyPr>
          <a:lstStyle/>
          <a:p>
            <a:pPr algn="ctr"/>
            <a:r>
              <a:rPr lang="en-US" sz="900" dirty="0"/>
              <a:t>179</a:t>
            </a:r>
          </a:p>
        </p:txBody>
      </p:sp>
      <p:sp>
        <p:nvSpPr>
          <p:cNvPr id="42" name="TextBox 41">
            <a:extLst>
              <a:ext uri="{FF2B5EF4-FFF2-40B4-BE49-F238E27FC236}">
                <a16:creationId xmlns:a16="http://schemas.microsoft.com/office/drawing/2014/main" id="{0525D584-FAD9-00AD-5F32-7147F341E995}"/>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43" name="TextBox 42">
            <a:extLst>
              <a:ext uri="{FF2B5EF4-FFF2-40B4-BE49-F238E27FC236}">
                <a16:creationId xmlns:a16="http://schemas.microsoft.com/office/drawing/2014/main" id="{0A065487-A97F-5E20-0233-C24DA7857E55}"/>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71E78D0C-BB39-BE92-5114-92173B5A4242}"/>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5" name="TextBox 44">
            <a:extLst>
              <a:ext uri="{FF2B5EF4-FFF2-40B4-BE49-F238E27FC236}">
                <a16:creationId xmlns:a16="http://schemas.microsoft.com/office/drawing/2014/main" id="{CD4ECE79-5D42-B326-385E-B714D609CCF3}"/>
              </a:ext>
            </a:extLst>
          </p:cNvPr>
          <p:cNvSpPr txBox="1"/>
          <p:nvPr/>
        </p:nvSpPr>
        <p:spPr>
          <a:xfrm>
            <a:off x="6152446" y="4031776"/>
            <a:ext cx="570089" cy="230832"/>
          </a:xfrm>
          <a:prstGeom prst="rect">
            <a:avLst/>
          </a:prstGeom>
          <a:noFill/>
        </p:spPr>
        <p:txBody>
          <a:bodyPr wrap="square" rtlCol="0">
            <a:spAutoFit/>
          </a:bodyPr>
          <a:lstStyle/>
          <a:p>
            <a:pPr algn="ctr"/>
            <a:r>
              <a:rPr lang="en-US" sz="900" dirty="0"/>
              <a:t>82</a:t>
            </a:r>
          </a:p>
        </p:txBody>
      </p:sp>
      <p:sp>
        <p:nvSpPr>
          <p:cNvPr id="28" name="TextBox 27">
            <a:extLst>
              <a:ext uri="{FF2B5EF4-FFF2-40B4-BE49-F238E27FC236}">
                <a16:creationId xmlns:a16="http://schemas.microsoft.com/office/drawing/2014/main" id="{88D62F20-736E-CB82-9B56-B5848EA2B465}"/>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8E6798D3-4537-8996-8864-180F8AFE81B9}"/>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FF517620-E766-8D98-F76E-61E600FFB92C}"/>
              </a:ext>
            </a:extLst>
          </p:cNvPr>
          <p:cNvSpPr txBox="1"/>
          <p:nvPr/>
        </p:nvSpPr>
        <p:spPr>
          <a:xfrm>
            <a:off x="5147734" y="901933"/>
            <a:ext cx="570089" cy="230832"/>
          </a:xfrm>
          <a:prstGeom prst="rect">
            <a:avLst/>
          </a:prstGeom>
          <a:noFill/>
        </p:spPr>
        <p:txBody>
          <a:bodyPr wrap="square" rtlCol="0">
            <a:spAutoFit/>
          </a:bodyPr>
          <a:lstStyle/>
          <a:p>
            <a:pPr algn="ctr"/>
            <a:r>
              <a:rPr lang="en-US" sz="900" dirty="0"/>
              <a:t>78</a:t>
            </a:r>
          </a:p>
        </p:txBody>
      </p:sp>
      <p:sp>
        <p:nvSpPr>
          <p:cNvPr id="17" name="TextBox 16">
            <a:extLst>
              <a:ext uri="{FF2B5EF4-FFF2-40B4-BE49-F238E27FC236}">
                <a16:creationId xmlns:a16="http://schemas.microsoft.com/office/drawing/2014/main" id="{EF5E771A-5ACB-79B8-4558-B5BB42A4C542}"/>
              </a:ext>
            </a:extLst>
          </p:cNvPr>
          <p:cNvSpPr txBox="1"/>
          <p:nvPr/>
        </p:nvSpPr>
        <p:spPr>
          <a:xfrm>
            <a:off x="5147734" y="1402877"/>
            <a:ext cx="570089" cy="230832"/>
          </a:xfrm>
          <a:prstGeom prst="rect">
            <a:avLst/>
          </a:prstGeom>
          <a:noFill/>
        </p:spPr>
        <p:txBody>
          <a:bodyPr wrap="square" rtlCol="0">
            <a:spAutoFit/>
          </a:bodyPr>
          <a:lstStyle/>
          <a:p>
            <a:pPr algn="ctr"/>
            <a:r>
              <a:rPr lang="en-US" sz="900" dirty="0"/>
              <a:t>87</a:t>
            </a:r>
          </a:p>
        </p:txBody>
      </p:sp>
      <p:sp>
        <p:nvSpPr>
          <p:cNvPr id="55" name="TextBox 54">
            <a:extLst>
              <a:ext uri="{FF2B5EF4-FFF2-40B4-BE49-F238E27FC236}">
                <a16:creationId xmlns:a16="http://schemas.microsoft.com/office/drawing/2014/main" id="{3E923A29-3126-6AE8-A653-A44D09EAF5EF}"/>
              </a:ext>
            </a:extLst>
          </p:cNvPr>
          <p:cNvSpPr txBox="1"/>
          <p:nvPr/>
        </p:nvSpPr>
        <p:spPr>
          <a:xfrm>
            <a:off x="4645378" y="3907597"/>
            <a:ext cx="570089" cy="230832"/>
          </a:xfrm>
          <a:prstGeom prst="rect">
            <a:avLst/>
          </a:prstGeom>
          <a:noFill/>
        </p:spPr>
        <p:txBody>
          <a:bodyPr wrap="square" rtlCol="0">
            <a:spAutoFit/>
          </a:bodyPr>
          <a:lstStyle/>
          <a:p>
            <a:pPr algn="ctr"/>
            <a:r>
              <a:rPr lang="en-US" sz="900" dirty="0"/>
              <a:t>38</a:t>
            </a:r>
          </a:p>
        </p:txBody>
      </p:sp>
      <p:sp>
        <p:nvSpPr>
          <p:cNvPr id="56" name="TextBox 55">
            <a:extLst>
              <a:ext uri="{FF2B5EF4-FFF2-40B4-BE49-F238E27FC236}">
                <a16:creationId xmlns:a16="http://schemas.microsoft.com/office/drawing/2014/main" id="{C7F7DE9D-3344-B03A-BAA4-78CD90DC8301}"/>
              </a:ext>
            </a:extLst>
          </p:cNvPr>
          <p:cNvSpPr txBox="1"/>
          <p:nvPr/>
        </p:nvSpPr>
        <p:spPr>
          <a:xfrm>
            <a:off x="4645378" y="4909484"/>
            <a:ext cx="570089" cy="230832"/>
          </a:xfrm>
          <a:prstGeom prst="rect">
            <a:avLst/>
          </a:prstGeom>
          <a:noFill/>
        </p:spPr>
        <p:txBody>
          <a:bodyPr wrap="square" rtlCol="0">
            <a:spAutoFit/>
          </a:bodyPr>
          <a:lstStyle/>
          <a:p>
            <a:pPr algn="ctr"/>
            <a:r>
              <a:rPr lang="en-US" sz="900" dirty="0"/>
              <a:t>83</a:t>
            </a:r>
          </a:p>
        </p:txBody>
      </p:sp>
      <p:sp>
        <p:nvSpPr>
          <p:cNvPr id="60" name="TextBox 59">
            <a:extLst>
              <a:ext uri="{FF2B5EF4-FFF2-40B4-BE49-F238E27FC236}">
                <a16:creationId xmlns:a16="http://schemas.microsoft.com/office/drawing/2014/main" id="{DA8C2181-7702-C625-4C09-4DE266D58A24}"/>
              </a:ext>
            </a:extLst>
          </p:cNvPr>
          <p:cNvSpPr txBox="1"/>
          <p:nvPr/>
        </p:nvSpPr>
        <p:spPr>
          <a:xfrm>
            <a:off x="6152446" y="5048384"/>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981BFC55-8DFD-9E57-CE5A-40D42CC98991}"/>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A91420FD-8794-7A71-22E8-4A71FBAEFA60}"/>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3304DB60-F1AB-8F67-4321-0371106A3A7C}"/>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BDDA9B25-4710-AC09-FBB2-E2374CB83453}"/>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2C6DC595-18FB-7DEB-7987-AED028682A63}"/>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757473AA-7B87-9708-5B60-BBFF44933458}"/>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F1F73C84-AEB1-9E1A-3FB2-E64829315B36}"/>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D180FC15-0A24-2032-4D00-E0AA819A94DE}"/>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D990E4E5-0C2C-BD03-BE23-CEE4A082CFA3}"/>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CF03B9E3-4677-3346-3559-9BE48011505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4" name="TextBox 53">
            <a:extLst>
              <a:ext uri="{FF2B5EF4-FFF2-40B4-BE49-F238E27FC236}">
                <a16:creationId xmlns:a16="http://schemas.microsoft.com/office/drawing/2014/main" id="{BFA30E5C-0B0D-8BBB-F646-AC5E803C49DE}"/>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ECB2F4D-E0C8-FB65-8314-3743D5773580}"/>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038D0CEF-C0FF-7A0D-583F-98205893AE56}"/>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51" name="TextBox 50">
            <a:extLst>
              <a:ext uri="{FF2B5EF4-FFF2-40B4-BE49-F238E27FC236}">
                <a16:creationId xmlns:a16="http://schemas.microsoft.com/office/drawing/2014/main" id="{A19C8A1D-DEB5-0241-4027-AFAD71E1932E}"/>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37EAF7AA-5BD7-4C56-482E-FE5BF0F7E372}"/>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8B6A99C0-2218-C45D-24AF-5D0AA7D8C75C}"/>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E5B81595-4B01-DE17-E2D4-D5ECCDB11567}"/>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3273AED-BD80-9F77-BF25-41E93F70C568}"/>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5C4288C7-3D34-152D-5FC5-8C68BB0CD36D}"/>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58" name="TextBox 57">
            <a:extLst>
              <a:ext uri="{FF2B5EF4-FFF2-40B4-BE49-F238E27FC236}">
                <a16:creationId xmlns:a16="http://schemas.microsoft.com/office/drawing/2014/main" id="{26D63D82-0BFB-0AC2-45C8-66EF34AC0C12}"/>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06232B62-C09E-DD02-8884-E52798FF9114}"/>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5B7341F-A2AE-1DF8-262F-E077B0C58D8F}"/>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6BDC1699-C4C1-3156-B4D4-B10BE3B42DE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89E7FC6C-21EC-8D1B-F83B-BB8A71362099}"/>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5" name="TextBox 64">
            <a:extLst>
              <a:ext uri="{FF2B5EF4-FFF2-40B4-BE49-F238E27FC236}">
                <a16:creationId xmlns:a16="http://schemas.microsoft.com/office/drawing/2014/main" id="{03C2AD72-B694-BADC-E5FF-EA1ACE4950CC}"/>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F1453763-777C-FD4C-1CBD-30EAA92B3BC2}"/>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01C78459-2B13-0A55-78DE-E538AF1A77B9}"/>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C082CADD-85FD-7978-9066-6ABC2C4FE94B}"/>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69" name="TextBox 68">
            <a:extLst>
              <a:ext uri="{FF2B5EF4-FFF2-40B4-BE49-F238E27FC236}">
                <a16:creationId xmlns:a16="http://schemas.microsoft.com/office/drawing/2014/main" id="{8E983D3A-D993-DD0C-A088-5932CDF8EDB0}"/>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75052EEE-E09A-7304-10DB-8F2EBBB2C8E8}"/>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71" name="TextBox 70">
            <a:extLst>
              <a:ext uri="{FF2B5EF4-FFF2-40B4-BE49-F238E27FC236}">
                <a16:creationId xmlns:a16="http://schemas.microsoft.com/office/drawing/2014/main" id="{44C3FBEA-2A35-E6FF-694F-811CA9F83963}"/>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8426513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28790-93CA-0B2C-7B3F-AA6A8E6E335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12FA6DD-74C8-FA5A-4D59-DB2965A63870}"/>
              </a:ext>
            </a:extLst>
          </p:cNvPr>
          <p:cNvSpPr>
            <a:spLocks noGrp="1"/>
          </p:cNvSpPr>
          <p:nvPr>
            <p:ph sz="half" idx="1"/>
          </p:nvPr>
        </p:nvSpPr>
        <p:spPr/>
        <p:txBody>
          <a:bodyPr>
            <a:normAutofit/>
          </a:bodyPr>
          <a:lstStyle/>
          <a:p>
            <a:r>
              <a:rPr lang="en-US" dirty="0"/>
              <a:t>Last possible line for 8².</a:t>
            </a:r>
          </a:p>
        </p:txBody>
      </p:sp>
      <p:pic>
        <p:nvPicPr>
          <p:cNvPr id="4" name="Picture 3" descr="A grid of sudoku puzzle&#10;&#10;Description automatically generated">
            <a:extLst>
              <a:ext uri="{FF2B5EF4-FFF2-40B4-BE49-F238E27FC236}">
                <a16:creationId xmlns:a16="http://schemas.microsoft.com/office/drawing/2014/main" id="{64AE64BE-6420-CBD0-0FCD-F9AF490A616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EF89001-7F50-2D3A-0F30-C4AE5DA3A14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E776208-CE86-DA34-434C-EB12C8C6EA3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FC92186-8590-B5DA-F442-1D823A86F46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D12D922-F1B0-713C-9F8A-45BC324C8E6D}"/>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47B4DF85-93DC-6FC8-E5E1-67908A4A4115}"/>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0CDC9F1-FCE9-7B3F-DAE8-46B92F44188D}"/>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BD44664F-EA9F-7152-F247-46962607A687}"/>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AB082F9A-DFE0-85C7-0D0B-43AED561A79D}"/>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2FCB0C1-A465-B26C-0ACB-63B9E2AFF459}"/>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BDCAD17F-3625-2ED9-4629-AC50D229817D}"/>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928C6F5F-1E7E-8AD4-D86F-9C72BEDDDEE4}"/>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2DFD16FE-DA9F-133B-2452-3873FB1A0811}"/>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BCB0288E-9E3D-8591-FAF1-9F7BD9BAF783}"/>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33" name="TextBox 32">
            <a:extLst>
              <a:ext uri="{FF2B5EF4-FFF2-40B4-BE49-F238E27FC236}">
                <a16:creationId xmlns:a16="http://schemas.microsoft.com/office/drawing/2014/main" id="{6E22EA30-A5A8-EFF6-842E-8FD42F7787BB}"/>
              </a:ext>
            </a:extLst>
          </p:cNvPr>
          <p:cNvSpPr txBox="1"/>
          <p:nvPr/>
        </p:nvSpPr>
        <p:spPr>
          <a:xfrm>
            <a:off x="5650090" y="4295651"/>
            <a:ext cx="570089" cy="230832"/>
          </a:xfrm>
          <a:prstGeom prst="rect">
            <a:avLst/>
          </a:prstGeom>
          <a:noFill/>
        </p:spPr>
        <p:txBody>
          <a:bodyPr wrap="square" rtlCol="0">
            <a:spAutoFit/>
          </a:bodyPr>
          <a:lstStyle/>
          <a:p>
            <a:pPr algn="ctr"/>
            <a:r>
              <a:rPr lang="en-US" sz="900" dirty="0"/>
              <a:t>179</a:t>
            </a:r>
          </a:p>
        </p:txBody>
      </p:sp>
      <p:sp>
        <p:nvSpPr>
          <p:cNvPr id="40" name="TextBox 39">
            <a:extLst>
              <a:ext uri="{FF2B5EF4-FFF2-40B4-BE49-F238E27FC236}">
                <a16:creationId xmlns:a16="http://schemas.microsoft.com/office/drawing/2014/main" id="{E65A273F-BBE8-4F0C-F212-CCA032AB0FAE}"/>
              </a:ext>
            </a:extLst>
          </p:cNvPr>
          <p:cNvSpPr txBox="1"/>
          <p:nvPr/>
        </p:nvSpPr>
        <p:spPr>
          <a:xfrm>
            <a:off x="5650090" y="4909484"/>
            <a:ext cx="570089" cy="230832"/>
          </a:xfrm>
          <a:prstGeom prst="rect">
            <a:avLst/>
          </a:prstGeom>
          <a:noFill/>
        </p:spPr>
        <p:txBody>
          <a:bodyPr wrap="square" rtlCol="0">
            <a:spAutoFit/>
          </a:bodyPr>
          <a:lstStyle/>
          <a:p>
            <a:pPr algn="ctr"/>
            <a:r>
              <a:rPr lang="en-US" sz="900" dirty="0"/>
              <a:t>179</a:t>
            </a:r>
          </a:p>
        </p:txBody>
      </p:sp>
      <p:sp>
        <p:nvSpPr>
          <p:cNvPr id="43" name="TextBox 42">
            <a:extLst>
              <a:ext uri="{FF2B5EF4-FFF2-40B4-BE49-F238E27FC236}">
                <a16:creationId xmlns:a16="http://schemas.microsoft.com/office/drawing/2014/main" id="{A58EC46C-A9AB-F3BA-3E5B-D862982DF2E6}"/>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4" name="TextBox 43">
            <a:extLst>
              <a:ext uri="{FF2B5EF4-FFF2-40B4-BE49-F238E27FC236}">
                <a16:creationId xmlns:a16="http://schemas.microsoft.com/office/drawing/2014/main" id="{1BDB7466-9A96-A188-2645-CD88C0DFB267}"/>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28" name="TextBox 27">
            <a:extLst>
              <a:ext uri="{FF2B5EF4-FFF2-40B4-BE49-F238E27FC236}">
                <a16:creationId xmlns:a16="http://schemas.microsoft.com/office/drawing/2014/main" id="{030BD246-CA18-EC89-9C49-6DCC5D35247F}"/>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8364DE97-134C-B567-3D3D-1CE4D5649F27}"/>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0857E690-7452-08B9-2B67-2E016D84D637}"/>
              </a:ext>
            </a:extLst>
          </p:cNvPr>
          <p:cNvSpPr txBox="1"/>
          <p:nvPr/>
        </p:nvSpPr>
        <p:spPr>
          <a:xfrm>
            <a:off x="5147734" y="901933"/>
            <a:ext cx="570089" cy="230832"/>
          </a:xfrm>
          <a:prstGeom prst="rect">
            <a:avLst/>
          </a:prstGeom>
          <a:noFill/>
        </p:spPr>
        <p:txBody>
          <a:bodyPr wrap="square" rtlCol="0">
            <a:spAutoFit/>
          </a:bodyPr>
          <a:lstStyle/>
          <a:p>
            <a:pPr algn="ctr"/>
            <a:r>
              <a:rPr lang="en-US" sz="900" dirty="0"/>
              <a:t>78</a:t>
            </a:r>
          </a:p>
        </p:txBody>
      </p:sp>
      <p:sp>
        <p:nvSpPr>
          <p:cNvPr id="17" name="TextBox 16">
            <a:extLst>
              <a:ext uri="{FF2B5EF4-FFF2-40B4-BE49-F238E27FC236}">
                <a16:creationId xmlns:a16="http://schemas.microsoft.com/office/drawing/2014/main" id="{E57F0D75-5B23-697B-CACE-D4A85B988A14}"/>
              </a:ext>
            </a:extLst>
          </p:cNvPr>
          <p:cNvSpPr txBox="1"/>
          <p:nvPr/>
        </p:nvSpPr>
        <p:spPr>
          <a:xfrm>
            <a:off x="5147734" y="1402877"/>
            <a:ext cx="570089" cy="230832"/>
          </a:xfrm>
          <a:prstGeom prst="rect">
            <a:avLst/>
          </a:prstGeom>
          <a:noFill/>
        </p:spPr>
        <p:txBody>
          <a:bodyPr wrap="square" rtlCol="0">
            <a:spAutoFit/>
          </a:bodyPr>
          <a:lstStyle/>
          <a:p>
            <a:pPr algn="ctr"/>
            <a:r>
              <a:rPr lang="en-US" sz="900" dirty="0"/>
              <a:t>87</a:t>
            </a:r>
          </a:p>
        </p:txBody>
      </p:sp>
      <p:sp>
        <p:nvSpPr>
          <p:cNvPr id="55" name="TextBox 54">
            <a:extLst>
              <a:ext uri="{FF2B5EF4-FFF2-40B4-BE49-F238E27FC236}">
                <a16:creationId xmlns:a16="http://schemas.microsoft.com/office/drawing/2014/main" id="{7AB8E6AE-E910-D43A-87BC-9BC89EA82AC6}"/>
              </a:ext>
            </a:extLst>
          </p:cNvPr>
          <p:cNvSpPr txBox="1"/>
          <p:nvPr/>
        </p:nvSpPr>
        <p:spPr>
          <a:xfrm>
            <a:off x="4645378" y="3907597"/>
            <a:ext cx="570089" cy="230832"/>
          </a:xfrm>
          <a:prstGeom prst="rect">
            <a:avLst/>
          </a:prstGeom>
          <a:noFill/>
        </p:spPr>
        <p:txBody>
          <a:bodyPr wrap="square" rtlCol="0">
            <a:spAutoFit/>
          </a:bodyPr>
          <a:lstStyle/>
          <a:p>
            <a:pPr algn="ctr"/>
            <a:r>
              <a:rPr lang="en-US" sz="900" dirty="0"/>
              <a:t>38</a:t>
            </a:r>
          </a:p>
        </p:txBody>
      </p:sp>
      <p:sp>
        <p:nvSpPr>
          <p:cNvPr id="56" name="TextBox 55">
            <a:extLst>
              <a:ext uri="{FF2B5EF4-FFF2-40B4-BE49-F238E27FC236}">
                <a16:creationId xmlns:a16="http://schemas.microsoft.com/office/drawing/2014/main" id="{F63D1EA3-B797-8E91-DE4B-D75184A1037A}"/>
              </a:ext>
            </a:extLst>
          </p:cNvPr>
          <p:cNvSpPr txBox="1"/>
          <p:nvPr/>
        </p:nvSpPr>
        <p:spPr>
          <a:xfrm>
            <a:off x="4645378" y="4909484"/>
            <a:ext cx="570089" cy="230832"/>
          </a:xfrm>
          <a:prstGeom prst="rect">
            <a:avLst/>
          </a:prstGeom>
          <a:noFill/>
        </p:spPr>
        <p:txBody>
          <a:bodyPr wrap="square" rtlCol="0">
            <a:spAutoFit/>
          </a:bodyPr>
          <a:lstStyle/>
          <a:p>
            <a:pPr algn="ctr"/>
            <a:r>
              <a:rPr lang="en-US" sz="900" dirty="0"/>
              <a:t>83</a:t>
            </a:r>
          </a:p>
        </p:txBody>
      </p:sp>
      <p:sp>
        <p:nvSpPr>
          <p:cNvPr id="60" name="TextBox 59">
            <a:extLst>
              <a:ext uri="{FF2B5EF4-FFF2-40B4-BE49-F238E27FC236}">
                <a16:creationId xmlns:a16="http://schemas.microsoft.com/office/drawing/2014/main" id="{1F5271BC-3D6F-BBC0-8930-5543B4417E50}"/>
              </a:ext>
            </a:extLst>
          </p:cNvPr>
          <p:cNvSpPr txBox="1"/>
          <p:nvPr/>
        </p:nvSpPr>
        <p:spPr>
          <a:xfrm>
            <a:off x="6152446" y="5048384"/>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F29E9EF7-98AF-90FE-7B86-D6CEC313CBC7}"/>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7088D76F-1F6B-ECAD-D507-16F0904D871E}"/>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F83184C4-359C-C94B-9206-9A52A44F35DD}"/>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5C27EB89-7F4C-22CD-1F23-EC1D1111B88E}"/>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DEAA64D8-9791-874E-0F00-70A25CF4DAE0}"/>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83226266-F19D-AC32-2624-BC41B8721BA0}"/>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4E61E645-8C8F-EA88-FCBB-617D6623F957}"/>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30378794-010B-FFF8-97D6-FF8F581D2081}"/>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9842117F-9E9E-24CF-4396-6E13DC58344E}"/>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CCBDC87E-4040-5DC0-63D0-788C6CC52B8D}"/>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4" name="TextBox 53">
            <a:extLst>
              <a:ext uri="{FF2B5EF4-FFF2-40B4-BE49-F238E27FC236}">
                <a16:creationId xmlns:a16="http://schemas.microsoft.com/office/drawing/2014/main" id="{3850DBC4-D541-B2C0-2A67-3A9BF39B60D1}"/>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EFE0687-58F4-C634-AD92-C5A53CCBC9FC}"/>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B9B1E6BB-C6B1-FB1F-E95E-0481E07EFFC8}"/>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51" name="TextBox 50">
            <a:extLst>
              <a:ext uri="{FF2B5EF4-FFF2-40B4-BE49-F238E27FC236}">
                <a16:creationId xmlns:a16="http://schemas.microsoft.com/office/drawing/2014/main" id="{DBD11887-19B6-4347-EB7E-CC926F5E575E}"/>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9C91F358-FA45-1036-5370-4EE9ED386498}"/>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C1E7ABDD-BBC8-CEF4-4BCB-DD3EF52D9169}"/>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6C0F08CB-B157-03FD-09F4-FD3AD9C7C092}"/>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4949B3EB-24EF-E576-F0E0-0265924B0D4E}"/>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EBCF866C-0516-ED95-3587-AE29BE145E23}"/>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58" name="TextBox 57">
            <a:extLst>
              <a:ext uri="{FF2B5EF4-FFF2-40B4-BE49-F238E27FC236}">
                <a16:creationId xmlns:a16="http://schemas.microsoft.com/office/drawing/2014/main" id="{EE17278A-163B-B5D3-9869-150B438232F4}"/>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1C717828-595E-FF03-D3AB-E29E3EFDE815}"/>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49BC819-5B9A-8204-7AA1-43F08A6D6B09}"/>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BEE8DBBF-05BD-D2B1-D15A-F8A25E384B7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BBEE7988-BEB8-DBAC-D70E-0701F872284A}"/>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5" name="TextBox 64">
            <a:extLst>
              <a:ext uri="{FF2B5EF4-FFF2-40B4-BE49-F238E27FC236}">
                <a16:creationId xmlns:a16="http://schemas.microsoft.com/office/drawing/2014/main" id="{75FB4465-2E16-1C7F-EB32-D3203EE346B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288270FB-DDDB-BD95-3DC5-482DB10B2FD7}"/>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AB5BCC07-31B8-3A43-8621-9A8BFC5649DD}"/>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D9244AEF-80ED-EDF1-5B35-1F784D3EA72A}"/>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69" name="TextBox 68">
            <a:extLst>
              <a:ext uri="{FF2B5EF4-FFF2-40B4-BE49-F238E27FC236}">
                <a16:creationId xmlns:a16="http://schemas.microsoft.com/office/drawing/2014/main" id="{1D392F7B-A94B-B493-0D5D-264A91E1F216}"/>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2944BE6B-05E2-1522-8FB7-A4AC62FF978A}"/>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C047C816-83B5-4AA4-7ED1-ED3C7B40EA20}"/>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14" name="TextBox 13">
            <a:extLst>
              <a:ext uri="{FF2B5EF4-FFF2-40B4-BE49-F238E27FC236}">
                <a16:creationId xmlns:a16="http://schemas.microsoft.com/office/drawing/2014/main" id="{69C55B3B-04E2-233B-C2A8-BAD67A2786BF}"/>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24" name="TextBox 23">
            <a:extLst>
              <a:ext uri="{FF2B5EF4-FFF2-40B4-BE49-F238E27FC236}">
                <a16:creationId xmlns:a16="http://schemas.microsoft.com/office/drawing/2014/main" id="{0A8717E0-9F5F-D1EF-E808-9EA4970659CB}"/>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712CE3D3-E81B-571B-31B5-B7FF97324BB3}"/>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1909336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E417AA-0B5F-AACF-29A2-EEAA1A744E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D59B68-772D-ECEB-43FF-40DC227689F8}"/>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C80F743-B0A4-6954-2BBB-55094F7B53D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55D54EF-1651-1856-4EEE-C93C9A13DDC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115CB8E-82D3-F961-029B-8866F574664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3CF7764-9962-E3E1-C580-CE6439B7B90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C5E064C-C6B7-DA95-B8E2-CC7D9931146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DDBC5F64-B1D0-415D-8AB5-F34186A6CE61}"/>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1E9557ED-C6E0-85CA-D59D-D2D0501EABE5}"/>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E253FBCA-FBE2-B3A6-F942-DB6BEA2B7090}"/>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33067D93-06F2-C26A-A255-EEF6166736E1}"/>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334D5FE-A542-7B87-4FA1-55E09809C708}"/>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B73AA460-C78B-F059-5A4D-8F56AB955BE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43009992-F259-B74C-6067-7CE2E0829A89}"/>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847E2173-5C0A-C845-26BD-ABF1047BCA29}"/>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99BBDA9E-963C-6CCF-1E2A-36CA2796B8BD}"/>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33" name="TextBox 32">
            <a:extLst>
              <a:ext uri="{FF2B5EF4-FFF2-40B4-BE49-F238E27FC236}">
                <a16:creationId xmlns:a16="http://schemas.microsoft.com/office/drawing/2014/main" id="{0471092F-37F3-8FFB-74D1-CBE650F243EA}"/>
              </a:ext>
            </a:extLst>
          </p:cNvPr>
          <p:cNvSpPr txBox="1"/>
          <p:nvPr/>
        </p:nvSpPr>
        <p:spPr>
          <a:xfrm>
            <a:off x="5650090" y="4295651"/>
            <a:ext cx="570089" cy="230832"/>
          </a:xfrm>
          <a:prstGeom prst="rect">
            <a:avLst/>
          </a:prstGeom>
          <a:noFill/>
        </p:spPr>
        <p:txBody>
          <a:bodyPr wrap="square" rtlCol="0">
            <a:spAutoFit/>
          </a:bodyPr>
          <a:lstStyle/>
          <a:p>
            <a:pPr algn="ctr"/>
            <a:r>
              <a:rPr lang="en-US" sz="900" dirty="0"/>
              <a:t>19</a:t>
            </a:r>
          </a:p>
        </p:txBody>
      </p:sp>
      <p:sp>
        <p:nvSpPr>
          <p:cNvPr id="40" name="TextBox 39">
            <a:extLst>
              <a:ext uri="{FF2B5EF4-FFF2-40B4-BE49-F238E27FC236}">
                <a16:creationId xmlns:a16="http://schemas.microsoft.com/office/drawing/2014/main" id="{1CDFBD37-9D15-0F75-915A-59FF1E8BC6C7}"/>
              </a:ext>
            </a:extLst>
          </p:cNvPr>
          <p:cNvSpPr txBox="1"/>
          <p:nvPr/>
        </p:nvSpPr>
        <p:spPr>
          <a:xfrm>
            <a:off x="5650090" y="4909484"/>
            <a:ext cx="570089" cy="230832"/>
          </a:xfrm>
          <a:prstGeom prst="rect">
            <a:avLst/>
          </a:prstGeom>
          <a:noFill/>
        </p:spPr>
        <p:txBody>
          <a:bodyPr wrap="square" rtlCol="0">
            <a:spAutoFit/>
          </a:bodyPr>
          <a:lstStyle/>
          <a:p>
            <a:pPr algn="ctr"/>
            <a:r>
              <a:rPr lang="en-US" sz="900" dirty="0"/>
              <a:t>91</a:t>
            </a:r>
          </a:p>
        </p:txBody>
      </p:sp>
      <p:sp>
        <p:nvSpPr>
          <p:cNvPr id="43" name="TextBox 42">
            <a:extLst>
              <a:ext uri="{FF2B5EF4-FFF2-40B4-BE49-F238E27FC236}">
                <a16:creationId xmlns:a16="http://schemas.microsoft.com/office/drawing/2014/main" id="{9CFF1CED-AD0F-6F02-3690-8ADE889EA8A2}"/>
              </a:ext>
            </a:extLst>
          </p:cNvPr>
          <p:cNvSpPr txBox="1"/>
          <p:nvPr/>
        </p:nvSpPr>
        <p:spPr>
          <a:xfrm>
            <a:off x="6654802"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BE1248BB-D587-F368-2E35-BE071359569F}"/>
              </a:ext>
            </a:extLst>
          </p:cNvPr>
          <p:cNvSpPr txBox="1"/>
          <p:nvPr/>
        </p:nvSpPr>
        <p:spPr>
          <a:xfrm>
            <a:off x="7157158" y="3406653"/>
            <a:ext cx="570089" cy="230832"/>
          </a:xfrm>
          <a:prstGeom prst="rect">
            <a:avLst/>
          </a:prstGeom>
          <a:noFill/>
        </p:spPr>
        <p:txBody>
          <a:bodyPr wrap="square" rtlCol="0">
            <a:spAutoFit/>
          </a:bodyPr>
          <a:lstStyle/>
          <a:p>
            <a:pPr algn="ctr"/>
            <a:r>
              <a:rPr lang="en-US" sz="900" dirty="0"/>
              <a:t>76</a:t>
            </a:r>
          </a:p>
        </p:txBody>
      </p:sp>
      <p:sp>
        <p:nvSpPr>
          <p:cNvPr id="28" name="TextBox 27">
            <a:extLst>
              <a:ext uri="{FF2B5EF4-FFF2-40B4-BE49-F238E27FC236}">
                <a16:creationId xmlns:a16="http://schemas.microsoft.com/office/drawing/2014/main" id="{6AA4447C-017C-A253-E381-04EAA64D5D25}"/>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2AD23B77-72CE-9DE9-FAD5-0950B7285E73}"/>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E6D7D529-600F-37E2-F290-7C39CED65051}"/>
              </a:ext>
            </a:extLst>
          </p:cNvPr>
          <p:cNvSpPr txBox="1"/>
          <p:nvPr/>
        </p:nvSpPr>
        <p:spPr>
          <a:xfrm>
            <a:off x="5147734" y="901933"/>
            <a:ext cx="570089" cy="230832"/>
          </a:xfrm>
          <a:prstGeom prst="rect">
            <a:avLst/>
          </a:prstGeom>
          <a:noFill/>
        </p:spPr>
        <p:txBody>
          <a:bodyPr wrap="square" rtlCol="0">
            <a:spAutoFit/>
          </a:bodyPr>
          <a:lstStyle/>
          <a:p>
            <a:pPr algn="ctr"/>
            <a:r>
              <a:rPr lang="en-US" sz="900" dirty="0"/>
              <a:t>78</a:t>
            </a:r>
          </a:p>
        </p:txBody>
      </p:sp>
      <p:sp>
        <p:nvSpPr>
          <p:cNvPr id="17" name="TextBox 16">
            <a:extLst>
              <a:ext uri="{FF2B5EF4-FFF2-40B4-BE49-F238E27FC236}">
                <a16:creationId xmlns:a16="http://schemas.microsoft.com/office/drawing/2014/main" id="{05D59961-9E87-B78B-FC5E-F217B2CC7F71}"/>
              </a:ext>
            </a:extLst>
          </p:cNvPr>
          <p:cNvSpPr txBox="1"/>
          <p:nvPr/>
        </p:nvSpPr>
        <p:spPr>
          <a:xfrm>
            <a:off x="5147734" y="1402877"/>
            <a:ext cx="570089" cy="230832"/>
          </a:xfrm>
          <a:prstGeom prst="rect">
            <a:avLst/>
          </a:prstGeom>
          <a:noFill/>
        </p:spPr>
        <p:txBody>
          <a:bodyPr wrap="square" rtlCol="0">
            <a:spAutoFit/>
          </a:bodyPr>
          <a:lstStyle/>
          <a:p>
            <a:pPr algn="ctr"/>
            <a:r>
              <a:rPr lang="en-US" sz="900" dirty="0"/>
              <a:t>87</a:t>
            </a:r>
          </a:p>
        </p:txBody>
      </p:sp>
      <p:sp>
        <p:nvSpPr>
          <p:cNvPr id="60" name="TextBox 59">
            <a:extLst>
              <a:ext uri="{FF2B5EF4-FFF2-40B4-BE49-F238E27FC236}">
                <a16:creationId xmlns:a16="http://schemas.microsoft.com/office/drawing/2014/main" id="{0E6D5335-A52D-E622-80DA-C7B17B85262B}"/>
              </a:ext>
            </a:extLst>
          </p:cNvPr>
          <p:cNvSpPr txBox="1"/>
          <p:nvPr/>
        </p:nvSpPr>
        <p:spPr>
          <a:xfrm>
            <a:off x="6152446" y="5048384"/>
            <a:ext cx="570089" cy="230832"/>
          </a:xfrm>
          <a:prstGeom prst="rect">
            <a:avLst/>
          </a:prstGeom>
          <a:noFill/>
        </p:spPr>
        <p:txBody>
          <a:bodyPr wrap="square" rtlCol="0">
            <a:spAutoFit/>
          </a:bodyPr>
          <a:lstStyle/>
          <a:p>
            <a:pPr algn="ctr"/>
            <a:r>
              <a:rPr lang="en-US" sz="900" dirty="0"/>
              <a:t>17</a:t>
            </a:r>
          </a:p>
        </p:txBody>
      </p:sp>
      <p:sp>
        <p:nvSpPr>
          <p:cNvPr id="61" name="TextBox 60">
            <a:extLst>
              <a:ext uri="{FF2B5EF4-FFF2-40B4-BE49-F238E27FC236}">
                <a16:creationId xmlns:a16="http://schemas.microsoft.com/office/drawing/2014/main" id="{63B1784C-46B7-2192-104E-C5C0969C5F92}"/>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D0A1C07E-F91F-740A-9281-A24540D72F0D}"/>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3BF96515-FA75-1989-C1F7-7636F21C30C3}"/>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9A039067-7A76-02F0-122F-057D798E1D2D}"/>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A24720B3-DF83-AA4A-5B72-5728E7D81A66}"/>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B8CB453C-2F5A-ACCA-8674-4BE86C932C16}"/>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9B60999A-39F9-CDF7-2600-73C78E00DC8A}"/>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2BF884DD-E06D-8A43-5CE0-FFDB36B0994D}"/>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39308F3B-FC92-0041-1630-A6F490506429}"/>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6A7C5E30-7382-D6B9-2F23-E48DE7BBC7A9}"/>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4" name="TextBox 53">
            <a:extLst>
              <a:ext uri="{FF2B5EF4-FFF2-40B4-BE49-F238E27FC236}">
                <a16:creationId xmlns:a16="http://schemas.microsoft.com/office/drawing/2014/main" id="{008DC2B7-270D-601D-C8B8-6E366C44F737}"/>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FAC79AD-16C9-188F-2291-7A15A0743DEB}"/>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E69D1474-0E2B-F95A-A2FC-F29A135CF909}"/>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51" name="TextBox 50">
            <a:extLst>
              <a:ext uri="{FF2B5EF4-FFF2-40B4-BE49-F238E27FC236}">
                <a16:creationId xmlns:a16="http://schemas.microsoft.com/office/drawing/2014/main" id="{09C281BE-E23C-6A03-CAA3-D5AF2D15384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81D1BB0A-A263-06CE-872B-806E89BF7F9A}"/>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704F3818-0832-17ED-84A8-AA3FC7685B17}"/>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1F29BD55-0458-5351-428E-B6AB1CB908C6}"/>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B8408E5-0683-DFB4-B70D-C6963E01E546}"/>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6583108C-C05F-8219-6D4A-7BD82608C7FE}"/>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58" name="TextBox 57">
            <a:extLst>
              <a:ext uri="{FF2B5EF4-FFF2-40B4-BE49-F238E27FC236}">
                <a16:creationId xmlns:a16="http://schemas.microsoft.com/office/drawing/2014/main" id="{54B7FF96-E908-1E7A-8FEA-01A6522395F5}"/>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0B88A67D-4B8C-D9B7-C5E8-82AFA40E7710}"/>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1ABA982-8595-8DE4-E593-0150B5A430E0}"/>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90846D92-16B1-54AC-0087-03F799DD93C6}"/>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6F2AB163-1400-4450-0EE7-A079B5EAD2C3}"/>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5" name="TextBox 64">
            <a:extLst>
              <a:ext uri="{FF2B5EF4-FFF2-40B4-BE49-F238E27FC236}">
                <a16:creationId xmlns:a16="http://schemas.microsoft.com/office/drawing/2014/main" id="{59387326-AEB5-A2A2-AF98-259F41986ED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D3BB903D-54C4-7584-4540-D4EF7EC3E4CC}"/>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B5469711-A269-84B4-DCFD-F32CD71762A2}"/>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490249D4-C30E-0252-E7A5-E08F264EEE01}"/>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69" name="TextBox 68">
            <a:extLst>
              <a:ext uri="{FF2B5EF4-FFF2-40B4-BE49-F238E27FC236}">
                <a16:creationId xmlns:a16="http://schemas.microsoft.com/office/drawing/2014/main" id="{B90820D9-48C7-BBF7-4146-B49287C5B627}"/>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670AD567-DB9C-82F0-EA97-B1A280A94879}"/>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04D08334-0492-133E-C715-A27D1A5EA9CE}"/>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14" name="TextBox 13">
            <a:extLst>
              <a:ext uri="{FF2B5EF4-FFF2-40B4-BE49-F238E27FC236}">
                <a16:creationId xmlns:a16="http://schemas.microsoft.com/office/drawing/2014/main" id="{C46524E4-D87F-3682-8DF6-793FFBB72BA7}"/>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24" name="TextBox 23">
            <a:extLst>
              <a:ext uri="{FF2B5EF4-FFF2-40B4-BE49-F238E27FC236}">
                <a16:creationId xmlns:a16="http://schemas.microsoft.com/office/drawing/2014/main" id="{BC6748D9-3D0E-CC1D-BD1D-418448053468}"/>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32" name="TextBox 31">
            <a:extLst>
              <a:ext uri="{FF2B5EF4-FFF2-40B4-BE49-F238E27FC236}">
                <a16:creationId xmlns:a16="http://schemas.microsoft.com/office/drawing/2014/main" id="{CA45AC73-2B5E-625E-C2CD-4299BBB3A5FD}"/>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5" name="TextBox 34">
            <a:extLst>
              <a:ext uri="{FF2B5EF4-FFF2-40B4-BE49-F238E27FC236}">
                <a16:creationId xmlns:a16="http://schemas.microsoft.com/office/drawing/2014/main" id="{00B6271D-5CD5-E72B-0371-69F3FADD930B}"/>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36" name="TextBox 35">
            <a:extLst>
              <a:ext uri="{FF2B5EF4-FFF2-40B4-BE49-F238E27FC236}">
                <a16:creationId xmlns:a16="http://schemas.microsoft.com/office/drawing/2014/main" id="{8C1F0086-32A1-8D00-96B0-135FCF999575}"/>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45041510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01160-17BC-F75B-BFE2-8339FA6D1C4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70D9C6-039F-1119-93CF-590EBCB743DA}"/>
              </a:ext>
            </a:extLst>
          </p:cNvPr>
          <p:cNvSpPr>
            <a:spLocks noGrp="1"/>
          </p:cNvSpPr>
          <p:nvPr>
            <p:ph sz="half" idx="1"/>
          </p:nvPr>
        </p:nvSpPr>
        <p:spPr/>
        <p:txBody>
          <a:bodyPr>
            <a:normAutofit/>
          </a:bodyPr>
          <a:lstStyle/>
          <a:p>
            <a:r>
              <a:rPr lang="en-US" dirty="0"/>
              <a:t>Last possible line for 1².</a:t>
            </a:r>
          </a:p>
        </p:txBody>
      </p:sp>
      <p:pic>
        <p:nvPicPr>
          <p:cNvPr id="4" name="Picture 3" descr="A grid of sudoku puzzle&#10;&#10;Description automatically generated">
            <a:extLst>
              <a:ext uri="{FF2B5EF4-FFF2-40B4-BE49-F238E27FC236}">
                <a16:creationId xmlns:a16="http://schemas.microsoft.com/office/drawing/2014/main" id="{E3EA93F7-46FF-560C-DD93-DA0F16FFC62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9083EDE-430D-F4F7-F50D-B5CBF4DB314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F63D920-141D-89CD-2A78-A1CD4CD9FC8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49E0C29-199D-3FD8-3192-26BE39CC58B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9B02821-F3C6-33E9-DA18-32D8CEBD27AB}"/>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E4ECF8E8-6AE3-4AEF-C79F-9294E4D3C3B4}"/>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819A8CFD-F6CA-1512-E863-BC3440417BE5}"/>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A153FF35-6C8F-5552-A28B-4852D17B5452}"/>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EB8BC623-BA39-C868-5914-A90805D9596F}"/>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18054C6-DA7F-1A49-7317-FAC5D82231BA}"/>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67CF9580-4C6D-A1B8-85D5-302CE58615FB}"/>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95CA0F27-C289-C87C-1D0C-8495C1BCAE60}"/>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FBD6B237-C20E-8457-DF0B-6A31B4AB3611}"/>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89E2A6D6-EFBE-68E3-ED3B-6A8DC8FFBA5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43" name="TextBox 42">
            <a:extLst>
              <a:ext uri="{FF2B5EF4-FFF2-40B4-BE49-F238E27FC236}">
                <a16:creationId xmlns:a16="http://schemas.microsoft.com/office/drawing/2014/main" id="{577E42AA-2320-9DEB-CBF9-5F47D1C9E7C0}"/>
              </a:ext>
            </a:extLst>
          </p:cNvPr>
          <p:cNvSpPr txBox="1"/>
          <p:nvPr/>
        </p:nvSpPr>
        <p:spPr>
          <a:xfrm>
            <a:off x="6654802"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8DB5181E-4E03-93CB-383D-A89692467EAD}"/>
              </a:ext>
            </a:extLst>
          </p:cNvPr>
          <p:cNvSpPr txBox="1"/>
          <p:nvPr/>
        </p:nvSpPr>
        <p:spPr>
          <a:xfrm>
            <a:off x="7157158" y="3406653"/>
            <a:ext cx="570089" cy="230832"/>
          </a:xfrm>
          <a:prstGeom prst="rect">
            <a:avLst/>
          </a:prstGeom>
          <a:noFill/>
        </p:spPr>
        <p:txBody>
          <a:bodyPr wrap="square" rtlCol="0">
            <a:spAutoFit/>
          </a:bodyPr>
          <a:lstStyle/>
          <a:p>
            <a:pPr algn="ctr"/>
            <a:r>
              <a:rPr lang="en-US" sz="900" dirty="0"/>
              <a:t>76</a:t>
            </a:r>
          </a:p>
        </p:txBody>
      </p:sp>
      <p:sp>
        <p:nvSpPr>
          <p:cNvPr id="28" name="TextBox 27">
            <a:extLst>
              <a:ext uri="{FF2B5EF4-FFF2-40B4-BE49-F238E27FC236}">
                <a16:creationId xmlns:a16="http://schemas.microsoft.com/office/drawing/2014/main" id="{DFEBD0D6-A397-5BF7-AA21-CE08F342C3C2}"/>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BE986E85-D2F2-5AD8-E56B-D463486F2703}"/>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5074B089-4DF2-B819-9849-4BE68B64E9FD}"/>
              </a:ext>
            </a:extLst>
          </p:cNvPr>
          <p:cNvSpPr txBox="1"/>
          <p:nvPr/>
        </p:nvSpPr>
        <p:spPr>
          <a:xfrm>
            <a:off x="5147734" y="901933"/>
            <a:ext cx="570089" cy="230832"/>
          </a:xfrm>
          <a:prstGeom prst="rect">
            <a:avLst/>
          </a:prstGeom>
          <a:noFill/>
        </p:spPr>
        <p:txBody>
          <a:bodyPr wrap="square" rtlCol="0">
            <a:spAutoFit/>
          </a:bodyPr>
          <a:lstStyle/>
          <a:p>
            <a:pPr algn="ctr"/>
            <a:r>
              <a:rPr lang="en-US" sz="900" dirty="0"/>
              <a:t>78</a:t>
            </a:r>
          </a:p>
        </p:txBody>
      </p:sp>
      <p:sp>
        <p:nvSpPr>
          <p:cNvPr id="17" name="TextBox 16">
            <a:extLst>
              <a:ext uri="{FF2B5EF4-FFF2-40B4-BE49-F238E27FC236}">
                <a16:creationId xmlns:a16="http://schemas.microsoft.com/office/drawing/2014/main" id="{41B78DCC-842D-6DD5-D9DE-59A2E4CEB4D1}"/>
              </a:ext>
            </a:extLst>
          </p:cNvPr>
          <p:cNvSpPr txBox="1"/>
          <p:nvPr/>
        </p:nvSpPr>
        <p:spPr>
          <a:xfrm>
            <a:off x="5147734" y="1402877"/>
            <a:ext cx="570089" cy="230832"/>
          </a:xfrm>
          <a:prstGeom prst="rect">
            <a:avLst/>
          </a:prstGeom>
          <a:noFill/>
        </p:spPr>
        <p:txBody>
          <a:bodyPr wrap="square" rtlCol="0">
            <a:spAutoFit/>
          </a:bodyPr>
          <a:lstStyle/>
          <a:p>
            <a:pPr algn="ctr"/>
            <a:r>
              <a:rPr lang="en-US" sz="900" dirty="0"/>
              <a:t>87</a:t>
            </a:r>
          </a:p>
        </p:txBody>
      </p:sp>
      <p:sp>
        <p:nvSpPr>
          <p:cNvPr id="61" name="TextBox 60">
            <a:extLst>
              <a:ext uri="{FF2B5EF4-FFF2-40B4-BE49-F238E27FC236}">
                <a16:creationId xmlns:a16="http://schemas.microsoft.com/office/drawing/2014/main" id="{ECADF09E-66F4-C16A-3674-AA8B16440D3B}"/>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77209DDC-A952-2883-D12D-E564BE4D53F7}"/>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78716B13-25D3-D615-F62D-168AC35E3211}"/>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ACAC5C4C-6170-2544-6573-87DEAD08838D}"/>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5A3AD90A-A2A8-CF5C-97B2-8A09C31279B3}"/>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CC60CBF8-3C1F-21D0-A7F3-F43E1C255397}"/>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56271F5C-8516-92A2-DB73-4256954BB2FB}"/>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9F5532D0-6BB9-F8B7-5BF8-3ADB673AD53A}"/>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AC1B874A-829A-5B12-4EAA-799C90400855}"/>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2ADECA4E-01AF-C4C0-0A29-5A1B78CC348D}"/>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4" name="TextBox 53">
            <a:extLst>
              <a:ext uri="{FF2B5EF4-FFF2-40B4-BE49-F238E27FC236}">
                <a16:creationId xmlns:a16="http://schemas.microsoft.com/office/drawing/2014/main" id="{86A8B252-1D34-FA70-60B7-4BE2467CA290}"/>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7BD8140-7E25-B032-60DB-84EBC8C4F001}"/>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8C7690B1-EFEE-A889-E9DC-7F1868B3F58B}"/>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51" name="TextBox 50">
            <a:extLst>
              <a:ext uri="{FF2B5EF4-FFF2-40B4-BE49-F238E27FC236}">
                <a16:creationId xmlns:a16="http://schemas.microsoft.com/office/drawing/2014/main" id="{F5DEDC0C-D9C3-F499-C695-80B63DCDC036}"/>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C2E38158-4277-974E-95B3-7C93BAF5D6A0}"/>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C4A0FC66-605A-54BA-3FEF-58FFA52E40B9}"/>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D0341BBF-1C22-8B31-AFCB-5D9F289D4F85}"/>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B03AE8E5-ED42-D3B3-A3E3-F2B047F89271}"/>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D9C07132-04EB-0AE3-1CAC-5B06D3B05C3F}"/>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58" name="TextBox 57">
            <a:extLst>
              <a:ext uri="{FF2B5EF4-FFF2-40B4-BE49-F238E27FC236}">
                <a16:creationId xmlns:a16="http://schemas.microsoft.com/office/drawing/2014/main" id="{353566A3-6301-607F-9A78-67BC1D690938}"/>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E1862FE2-7B78-C490-9972-987547532ADD}"/>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FFCEA63-4446-12CB-09F4-E02CD4C8CF8F}"/>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31BC6D4B-66ED-906F-7AE3-BB726AB5903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EDC88654-E9EE-47A5-1D51-DFDA1F3A72FA}"/>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5" name="TextBox 64">
            <a:extLst>
              <a:ext uri="{FF2B5EF4-FFF2-40B4-BE49-F238E27FC236}">
                <a16:creationId xmlns:a16="http://schemas.microsoft.com/office/drawing/2014/main" id="{9883D242-380B-D7EF-DED1-46B4B074D77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C2B0872E-767D-BF16-96A4-7BC8DF6EC904}"/>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C3E851DE-9524-38A0-26C4-8A23E5C85B09}"/>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BB1D1E3A-8A9F-7625-1AA3-402335B638BB}"/>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69" name="TextBox 68">
            <a:extLst>
              <a:ext uri="{FF2B5EF4-FFF2-40B4-BE49-F238E27FC236}">
                <a16:creationId xmlns:a16="http://schemas.microsoft.com/office/drawing/2014/main" id="{0C0B49B1-A5BC-DCB4-9C8F-902DCCFCA48C}"/>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799A209F-2CA6-39B7-7057-9D7B369965E0}"/>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4BB22B77-6703-1F70-7FA2-273C55E853D2}"/>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14" name="TextBox 13">
            <a:extLst>
              <a:ext uri="{FF2B5EF4-FFF2-40B4-BE49-F238E27FC236}">
                <a16:creationId xmlns:a16="http://schemas.microsoft.com/office/drawing/2014/main" id="{25FBAF99-7237-6D9C-9555-06EEF6834F0A}"/>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24" name="TextBox 23">
            <a:extLst>
              <a:ext uri="{FF2B5EF4-FFF2-40B4-BE49-F238E27FC236}">
                <a16:creationId xmlns:a16="http://schemas.microsoft.com/office/drawing/2014/main" id="{010184C0-E2CD-1E47-25DF-485ED2468BE1}"/>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32" name="TextBox 31">
            <a:extLst>
              <a:ext uri="{FF2B5EF4-FFF2-40B4-BE49-F238E27FC236}">
                <a16:creationId xmlns:a16="http://schemas.microsoft.com/office/drawing/2014/main" id="{84B95A92-F550-E00C-A212-C9464AC28F73}"/>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5" name="TextBox 34">
            <a:extLst>
              <a:ext uri="{FF2B5EF4-FFF2-40B4-BE49-F238E27FC236}">
                <a16:creationId xmlns:a16="http://schemas.microsoft.com/office/drawing/2014/main" id="{16FA5568-4624-708D-C8D7-2CC570876934}"/>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36" name="TextBox 35">
            <a:extLst>
              <a:ext uri="{FF2B5EF4-FFF2-40B4-BE49-F238E27FC236}">
                <a16:creationId xmlns:a16="http://schemas.microsoft.com/office/drawing/2014/main" id="{4ACA4117-80A8-7EA2-B2E2-0454C341EAE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881CFB60-4FE1-9BD5-9CA6-0C340DD99837}"/>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45" name="TextBox 44">
            <a:extLst>
              <a:ext uri="{FF2B5EF4-FFF2-40B4-BE49-F238E27FC236}">
                <a16:creationId xmlns:a16="http://schemas.microsoft.com/office/drawing/2014/main" id="{6F6B7266-67D4-676E-503D-9BF56938D6ED}"/>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DBEEAF69-7AC1-221F-A402-AF0210C1D3B7}"/>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41447205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B76AD5-F7A6-6386-CE88-6D6893504F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6A14A4-20EC-6811-311D-87F4AC374EDC}"/>
              </a:ext>
            </a:extLst>
          </p:cNvPr>
          <p:cNvSpPr>
            <a:spLocks noGrp="1"/>
          </p:cNvSpPr>
          <p:nvPr>
            <p:ph sz="half" idx="1"/>
          </p:nvPr>
        </p:nvSpPr>
        <p:spPr/>
        <p:txBody>
          <a:bodyPr>
            <a:normAutofit/>
          </a:bodyPr>
          <a:lstStyle/>
          <a:p>
            <a:r>
              <a:rPr lang="en-US" dirty="0"/>
              <a:t>Reality check on the cages. One, size 1, with 1². One, size 1, with 2². One, size 3, with 3². One, size 4, with 4². Three, size 4, with 5². One, size 7, with 6². One, size 10, with 7². One, size 14, with 8². One, size 15, with 9².  Check!</a:t>
            </a:r>
          </a:p>
        </p:txBody>
      </p:sp>
      <p:pic>
        <p:nvPicPr>
          <p:cNvPr id="4" name="Picture 3" descr="A grid of sudoku puzzle&#10;&#10;Description automatically generated">
            <a:extLst>
              <a:ext uri="{FF2B5EF4-FFF2-40B4-BE49-F238E27FC236}">
                <a16:creationId xmlns:a16="http://schemas.microsoft.com/office/drawing/2014/main" id="{2055A467-C929-6DCD-6921-5F2E57EE913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4B61821-1A02-C5E4-A120-A5ADE5EE7FF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06AEBDE-D2B7-782B-4B2A-AF2C35FE59E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A510888-216C-DC74-9142-1F3596EBEAB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25841D8-8AC1-836D-A589-20CE569ED498}"/>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CD1E8217-37C8-B5EF-D949-46A0E13E7A9D}"/>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64F08FD-6E95-58DE-10D0-6C111CD4CF9B}"/>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07EA2755-3265-38E9-B4B8-AD5E5E15AFD0}"/>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1D1CEE39-9D86-11D2-B365-6D85C89C68B5}"/>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9CDEB5F9-BB3B-B643-0415-235320078E72}"/>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51201F4-D1AF-35F2-32DF-8FC19D5F3F2B}"/>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B32EA164-8D27-376B-B71E-EBC5644E4519}"/>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0E9FE17E-0D0B-6CE2-A2E6-13066CC2885C}"/>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3E2EF727-60FB-7AD9-1367-7643F4BE45FD}"/>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43" name="TextBox 42">
            <a:extLst>
              <a:ext uri="{FF2B5EF4-FFF2-40B4-BE49-F238E27FC236}">
                <a16:creationId xmlns:a16="http://schemas.microsoft.com/office/drawing/2014/main" id="{37B38A01-8761-02CA-0D16-0CFC3FB84C17}"/>
              </a:ext>
            </a:extLst>
          </p:cNvPr>
          <p:cNvSpPr txBox="1"/>
          <p:nvPr/>
        </p:nvSpPr>
        <p:spPr>
          <a:xfrm>
            <a:off x="6654802"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B3CA29A8-22AE-7C8F-5154-6E81931C1B57}"/>
              </a:ext>
            </a:extLst>
          </p:cNvPr>
          <p:cNvSpPr txBox="1"/>
          <p:nvPr/>
        </p:nvSpPr>
        <p:spPr>
          <a:xfrm>
            <a:off x="7157158" y="3406653"/>
            <a:ext cx="570089" cy="230832"/>
          </a:xfrm>
          <a:prstGeom prst="rect">
            <a:avLst/>
          </a:prstGeom>
          <a:noFill/>
        </p:spPr>
        <p:txBody>
          <a:bodyPr wrap="square" rtlCol="0">
            <a:spAutoFit/>
          </a:bodyPr>
          <a:lstStyle/>
          <a:p>
            <a:pPr algn="ctr"/>
            <a:r>
              <a:rPr lang="en-US" sz="900" dirty="0"/>
              <a:t>76</a:t>
            </a:r>
          </a:p>
        </p:txBody>
      </p:sp>
      <p:sp>
        <p:nvSpPr>
          <p:cNvPr id="28" name="TextBox 27">
            <a:extLst>
              <a:ext uri="{FF2B5EF4-FFF2-40B4-BE49-F238E27FC236}">
                <a16:creationId xmlns:a16="http://schemas.microsoft.com/office/drawing/2014/main" id="{80EE50C0-5AE6-FA9C-CA9A-A30150C2038B}"/>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38899BDB-9A0D-7A8D-C3FA-3A1C1C832445}"/>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B1E001AD-1308-A17E-82B6-68ED381530AE}"/>
              </a:ext>
            </a:extLst>
          </p:cNvPr>
          <p:cNvSpPr txBox="1"/>
          <p:nvPr/>
        </p:nvSpPr>
        <p:spPr>
          <a:xfrm>
            <a:off x="5147734" y="901933"/>
            <a:ext cx="570089" cy="230832"/>
          </a:xfrm>
          <a:prstGeom prst="rect">
            <a:avLst/>
          </a:prstGeom>
          <a:noFill/>
        </p:spPr>
        <p:txBody>
          <a:bodyPr wrap="square" rtlCol="0">
            <a:spAutoFit/>
          </a:bodyPr>
          <a:lstStyle/>
          <a:p>
            <a:pPr algn="ctr"/>
            <a:r>
              <a:rPr lang="en-US" sz="900" dirty="0"/>
              <a:t>78</a:t>
            </a:r>
          </a:p>
        </p:txBody>
      </p:sp>
      <p:sp>
        <p:nvSpPr>
          <p:cNvPr id="17" name="TextBox 16">
            <a:extLst>
              <a:ext uri="{FF2B5EF4-FFF2-40B4-BE49-F238E27FC236}">
                <a16:creationId xmlns:a16="http://schemas.microsoft.com/office/drawing/2014/main" id="{D893EF80-34BB-41F1-2440-FC9D71BF0E49}"/>
              </a:ext>
            </a:extLst>
          </p:cNvPr>
          <p:cNvSpPr txBox="1"/>
          <p:nvPr/>
        </p:nvSpPr>
        <p:spPr>
          <a:xfrm>
            <a:off x="5147734" y="1402877"/>
            <a:ext cx="570089" cy="230832"/>
          </a:xfrm>
          <a:prstGeom prst="rect">
            <a:avLst/>
          </a:prstGeom>
          <a:noFill/>
        </p:spPr>
        <p:txBody>
          <a:bodyPr wrap="square" rtlCol="0">
            <a:spAutoFit/>
          </a:bodyPr>
          <a:lstStyle/>
          <a:p>
            <a:pPr algn="ctr"/>
            <a:r>
              <a:rPr lang="en-US" sz="900" dirty="0"/>
              <a:t>87</a:t>
            </a:r>
          </a:p>
        </p:txBody>
      </p:sp>
      <p:sp>
        <p:nvSpPr>
          <p:cNvPr id="61" name="TextBox 60">
            <a:extLst>
              <a:ext uri="{FF2B5EF4-FFF2-40B4-BE49-F238E27FC236}">
                <a16:creationId xmlns:a16="http://schemas.microsoft.com/office/drawing/2014/main" id="{771FFA06-F5CB-E4BD-D08C-4A1124664ACC}"/>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49DD7E5C-0614-1ED0-6296-4709FCD36ADE}"/>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A3EBB59B-8D30-519F-F541-A8CB5E6F27EF}"/>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4FD6C63E-C843-F8F9-EF1F-8F96E92D403C}"/>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BA7E2FF2-D8D2-6281-2689-E0C3432B4575}"/>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1673B256-2CE5-A56B-075C-51B79182BA50}"/>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FCE8A321-C984-DE97-5AC2-A1B1E8631B6E}"/>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5715D519-164A-2DBA-13B3-E1C001433DB2}"/>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26281344-824A-B54B-7F0B-39C4841B2E5E}"/>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CF322369-A762-50CF-6085-53F2FCF4BF5D}"/>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4" name="TextBox 53">
            <a:extLst>
              <a:ext uri="{FF2B5EF4-FFF2-40B4-BE49-F238E27FC236}">
                <a16:creationId xmlns:a16="http://schemas.microsoft.com/office/drawing/2014/main" id="{58909631-F4E1-6DDE-A94B-2DF86708879B}"/>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DFE9366-CB8B-D505-8E9A-D004DC148919}"/>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BAED7D8E-3DAB-99DA-9DC7-F63438DAEA1D}"/>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51" name="TextBox 50">
            <a:extLst>
              <a:ext uri="{FF2B5EF4-FFF2-40B4-BE49-F238E27FC236}">
                <a16:creationId xmlns:a16="http://schemas.microsoft.com/office/drawing/2014/main" id="{1367B561-57F4-B6C1-25B7-958816CD7D48}"/>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D7F39EB4-7926-15C7-7518-DB535728784D}"/>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E9A90FDF-293E-C0D9-DB1C-CAB9CF070397}"/>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9651022A-A5A8-5359-4354-4D372A2F4F20}"/>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9B6BBB89-412C-FDA0-0C2D-751EE7B4A526}"/>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F494A316-0B34-C942-B6EE-8A4B2C88E4FA}"/>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58" name="TextBox 57">
            <a:extLst>
              <a:ext uri="{FF2B5EF4-FFF2-40B4-BE49-F238E27FC236}">
                <a16:creationId xmlns:a16="http://schemas.microsoft.com/office/drawing/2014/main" id="{0CDA7E55-4C2A-DEFB-FC6C-E4341531AD29}"/>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1E65FD8F-0667-AB6F-B40C-A10FDDCB6BE6}"/>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E22F6B4-8D15-6060-5408-3FAE805F5A0B}"/>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80BD7358-EC11-7584-1AC2-5C15F6D9FECF}"/>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83A4D91E-2748-C1B3-CE77-2631C21653AC}"/>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5" name="TextBox 64">
            <a:extLst>
              <a:ext uri="{FF2B5EF4-FFF2-40B4-BE49-F238E27FC236}">
                <a16:creationId xmlns:a16="http://schemas.microsoft.com/office/drawing/2014/main" id="{230C8CC7-4F87-7D19-D1B0-114ABFEC637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7F938B2D-8C16-A890-F6DC-B7814CEB82AD}"/>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DCE28662-FBB9-5337-9B30-05E32FFBD998}"/>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39C58DAE-686F-3B04-9955-223142BDA59D}"/>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69" name="TextBox 68">
            <a:extLst>
              <a:ext uri="{FF2B5EF4-FFF2-40B4-BE49-F238E27FC236}">
                <a16:creationId xmlns:a16="http://schemas.microsoft.com/office/drawing/2014/main" id="{09A3BBAD-6204-1CF0-387F-4EA7623097FB}"/>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4262C2DD-F540-EACF-5175-0A87CE24E66A}"/>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44207AF8-0659-D23B-32F3-1E899BCF88ED}"/>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14" name="TextBox 13">
            <a:extLst>
              <a:ext uri="{FF2B5EF4-FFF2-40B4-BE49-F238E27FC236}">
                <a16:creationId xmlns:a16="http://schemas.microsoft.com/office/drawing/2014/main" id="{E39598C8-46AD-1A37-B2CF-3B6C1B995D93}"/>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24" name="TextBox 23">
            <a:extLst>
              <a:ext uri="{FF2B5EF4-FFF2-40B4-BE49-F238E27FC236}">
                <a16:creationId xmlns:a16="http://schemas.microsoft.com/office/drawing/2014/main" id="{FCFE4EDF-F9C2-C3A6-FD5D-123857FEC8E1}"/>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32" name="TextBox 31">
            <a:extLst>
              <a:ext uri="{FF2B5EF4-FFF2-40B4-BE49-F238E27FC236}">
                <a16:creationId xmlns:a16="http://schemas.microsoft.com/office/drawing/2014/main" id="{83CCE148-18F7-9B0C-475E-948203035973}"/>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5" name="TextBox 34">
            <a:extLst>
              <a:ext uri="{FF2B5EF4-FFF2-40B4-BE49-F238E27FC236}">
                <a16:creationId xmlns:a16="http://schemas.microsoft.com/office/drawing/2014/main" id="{46D69CF2-7A92-68B6-7BD7-1B083F41C3EA}"/>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36" name="TextBox 35">
            <a:extLst>
              <a:ext uri="{FF2B5EF4-FFF2-40B4-BE49-F238E27FC236}">
                <a16:creationId xmlns:a16="http://schemas.microsoft.com/office/drawing/2014/main" id="{0FC5365D-6BAD-893E-5745-BACDEAC62C8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6ECC8480-8BC3-DE51-DE8C-C5185B448D24}"/>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45" name="TextBox 44">
            <a:extLst>
              <a:ext uri="{FF2B5EF4-FFF2-40B4-BE49-F238E27FC236}">
                <a16:creationId xmlns:a16="http://schemas.microsoft.com/office/drawing/2014/main" id="{2C580A46-7FCF-B0F4-FB8E-71C466FD2738}"/>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61B0F618-C58F-C981-7EC4-F497548271FE}"/>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2773418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D0626-F9E4-B803-8F6F-8D3F9F087EB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C1A995-7364-8CEA-B6C6-ACA76E5BD36A}"/>
              </a:ext>
            </a:extLst>
          </p:cNvPr>
          <p:cNvSpPr>
            <a:spLocks noGrp="1"/>
          </p:cNvSpPr>
          <p:nvPr>
            <p:ph sz="half" idx="1"/>
          </p:nvPr>
        </p:nvSpPr>
        <p:spPr/>
        <p:txBody>
          <a:bodyPr>
            <a:normAutofit lnSpcReduction="10000"/>
          </a:bodyPr>
          <a:lstStyle/>
          <a:p>
            <a:r>
              <a:rPr lang="en-US" dirty="0"/>
              <a:t>Last possible 1 in upper right block.</a:t>
            </a:r>
          </a:p>
          <a:p>
            <a:r>
              <a:rPr lang="en-US" dirty="0"/>
              <a:t>Last possible 6 in upper left block.</a:t>
            </a:r>
          </a:p>
          <a:p>
            <a:r>
              <a:rPr lang="en-US" dirty="0"/>
              <a:t>Last possible 8 in lower left block.</a:t>
            </a:r>
          </a:p>
        </p:txBody>
      </p:sp>
      <p:pic>
        <p:nvPicPr>
          <p:cNvPr id="4" name="Picture 3" descr="A grid of sudoku puzzle&#10;&#10;Description automatically generated">
            <a:extLst>
              <a:ext uri="{FF2B5EF4-FFF2-40B4-BE49-F238E27FC236}">
                <a16:creationId xmlns:a16="http://schemas.microsoft.com/office/drawing/2014/main" id="{2908D2F2-0B1A-9AF7-3970-77A3A4E4856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7AD36E0-C9F4-1808-02CA-EC5A0A58E12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D4F1201-4F3C-D652-301E-A2CAC984C0F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76CB48E-765E-F983-996C-22F715A47C6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6305A0F-2D1A-DF36-5C38-B554F1BC8691}"/>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EA535B77-7022-69AC-8D32-CAC52D6DD214}"/>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DC21271C-2DAA-4662-396E-695A5130CA8C}"/>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D10C5C3D-B48C-ACE2-4F06-F7C50E0015D1}"/>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BB195D70-1E19-A548-4029-FB4E83AD528D}"/>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B3FB1F8-4EE1-C900-3548-680C99036785}"/>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763F1C50-0BE2-3242-F4CB-2F9581879FEA}"/>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37A84016-E0FA-7F3C-F443-38751ABAF604}"/>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20E71505-01B6-F701-8BC4-0C7E6B04D457}"/>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8C71A676-8D71-EC90-2443-72AFEF3899B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43" name="TextBox 42">
            <a:extLst>
              <a:ext uri="{FF2B5EF4-FFF2-40B4-BE49-F238E27FC236}">
                <a16:creationId xmlns:a16="http://schemas.microsoft.com/office/drawing/2014/main" id="{0232260F-32AC-063A-5BDA-FF6A0CC55908}"/>
              </a:ext>
            </a:extLst>
          </p:cNvPr>
          <p:cNvSpPr txBox="1"/>
          <p:nvPr/>
        </p:nvSpPr>
        <p:spPr>
          <a:xfrm>
            <a:off x="6654802"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9E1E8E8F-5CD3-499B-7338-508E70C64ED4}"/>
              </a:ext>
            </a:extLst>
          </p:cNvPr>
          <p:cNvSpPr txBox="1"/>
          <p:nvPr/>
        </p:nvSpPr>
        <p:spPr>
          <a:xfrm>
            <a:off x="7157158" y="3406653"/>
            <a:ext cx="570089" cy="230832"/>
          </a:xfrm>
          <a:prstGeom prst="rect">
            <a:avLst/>
          </a:prstGeom>
          <a:noFill/>
        </p:spPr>
        <p:txBody>
          <a:bodyPr wrap="square" rtlCol="0">
            <a:spAutoFit/>
          </a:bodyPr>
          <a:lstStyle/>
          <a:p>
            <a:pPr algn="ctr"/>
            <a:r>
              <a:rPr lang="en-US" sz="900" dirty="0"/>
              <a:t>76</a:t>
            </a:r>
          </a:p>
        </p:txBody>
      </p:sp>
      <p:sp>
        <p:nvSpPr>
          <p:cNvPr id="28" name="TextBox 27">
            <a:extLst>
              <a:ext uri="{FF2B5EF4-FFF2-40B4-BE49-F238E27FC236}">
                <a16:creationId xmlns:a16="http://schemas.microsoft.com/office/drawing/2014/main" id="{92BB1AEA-3742-D42F-078E-FAC0A4959F17}"/>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CC18FCDB-FDA3-D163-8F8F-865B874B7E9A}"/>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34781089-0400-B9A9-5B99-891312B55E1C}"/>
              </a:ext>
            </a:extLst>
          </p:cNvPr>
          <p:cNvSpPr txBox="1"/>
          <p:nvPr/>
        </p:nvSpPr>
        <p:spPr>
          <a:xfrm>
            <a:off x="5147734" y="901933"/>
            <a:ext cx="570089" cy="230832"/>
          </a:xfrm>
          <a:prstGeom prst="rect">
            <a:avLst/>
          </a:prstGeom>
          <a:noFill/>
        </p:spPr>
        <p:txBody>
          <a:bodyPr wrap="square" rtlCol="0">
            <a:spAutoFit/>
          </a:bodyPr>
          <a:lstStyle/>
          <a:p>
            <a:pPr algn="ctr"/>
            <a:r>
              <a:rPr lang="en-US" sz="900" dirty="0"/>
              <a:t>78</a:t>
            </a:r>
          </a:p>
        </p:txBody>
      </p:sp>
      <p:sp>
        <p:nvSpPr>
          <p:cNvPr id="17" name="TextBox 16">
            <a:extLst>
              <a:ext uri="{FF2B5EF4-FFF2-40B4-BE49-F238E27FC236}">
                <a16:creationId xmlns:a16="http://schemas.microsoft.com/office/drawing/2014/main" id="{B2DC2226-A570-EBFD-712F-2C79EB055DD0}"/>
              </a:ext>
            </a:extLst>
          </p:cNvPr>
          <p:cNvSpPr txBox="1"/>
          <p:nvPr/>
        </p:nvSpPr>
        <p:spPr>
          <a:xfrm>
            <a:off x="5147734" y="1402877"/>
            <a:ext cx="570089" cy="230832"/>
          </a:xfrm>
          <a:prstGeom prst="rect">
            <a:avLst/>
          </a:prstGeom>
          <a:noFill/>
        </p:spPr>
        <p:txBody>
          <a:bodyPr wrap="square" rtlCol="0">
            <a:spAutoFit/>
          </a:bodyPr>
          <a:lstStyle/>
          <a:p>
            <a:pPr algn="ctr"/>
            <a:r>
              <a:rPr lang="en-US" sz="900" dirty="0"/>
              <a:t>87</a:t>
            </a:r>
          </a:p>
        </p:txBody>
      </p:sp>
      <p:sp>
        <p:nvSpPr>
          <p:cNvPr id="61" name="TextBox 60">
            <a:extLst>
              <a:ext uri="{FF2B5EF4-FFF2-40B4-BE49-F238E27FC236}">
                <a16:creationId xmlns:a16="http://schemas.microsoft.com/office/drawing/2014/main" id="{850441D7-6D1A-D30E-C4B7-720BDBBCC47D}"/>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1DDA93E9-EFFE-C6EF-267A-640A2A483DE8}"/>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EBA84904-85DF-91FA-DE15-9FB9126206EA}"/>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F45CF886-B1F6-54EA-1651-ADBBC8BC064B}"/>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7195EBB7-FD7B-16FE-69C5-B0A644B3C546}"/>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F236A158-BE5E-5641-3870-BE10E50C475E}"/>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3CF9C8FD-EA37-2AA0-2546-E59E73764080}"/>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F04F8626-2322-59DA-685A-86A309E01165}"/>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A6429DB6-FAAA-F60F-B2D5-12E9508B53B5}"/>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AA5735CC-FA0D-70A6-F535-50EC7904A673}"/>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4" name="TextBox 53">
            <a:extLst>
              <a:ext uri="{FF2B5EF4-FFF2-40B4-BE49-F238E27FC236}">
                <a16:creationId xmlns:a16="http://schemas.microsoft.com/office/drawing/2014/main" id="{66125AEE-419D-CCDB-EA93-707A3E031FB6}"/>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9C8B05E-B32F-27C9-D020-C0F1ADF6769C}"/>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9D32DB38-33C2-6B9C-8C2C-5973870F8688}"/>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51" name="TextBox 50">
            <a:extLst>
              <a:ext uri="{FF2B5EF4-FFF2-40B4-BE49-F238E27FC236}">
                <a16:creationId xmlns:a16="http://schemas.microsoft.com/office/drawing/2014/main" id="{7F8E827A-FCC5-6558-27C7-98B6D5CF0350}"/>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9B0A218F-FE86-CD0F-37F1-A30569A1D636}"/>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B1B5ED2B-B6C1-93FC-E2C9-DB7E8D3080B3}"/>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457DC2E3-D48E-6886-5521-550FE5157C61}"/>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535DD148-B820-E0D4-EDB2-4C9C7100A03C}"/>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75ACB192-A49F-142D-C709-5850690EA185}"/>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58" name="TextBox 57">
            <a:extLst>
              <a:ext uri="{FF2B5EF4-FFF2-40B4-BE49-F238E27FC236}">
                <a16:creationId xmlns:a16="http://schemas.microsoft.com/office/drawing/2014/main" id="{CD3E31F7-1BDB-8492-98A4-C615E5311810}"/>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BC11B5B0-67AD-F8E8-0E3F-2A1FF5A22382}"/>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6FDE9B0-73DB-ACB0-DE02-F46493E9B8C1}"/>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136C5452-80C5-F585-E856-43D769FF9BC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183893E9-FBEA-0959-1AC7-D5F440B4BEAE}"/>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5" name="TextBox 64">
            <a:extLst>
              <a:ext uri="{FF2B5EF4-FFF2-40B4-BE49-F238E27FC236}">
                <a16:creationId xmlns:a16="http://schemas.microsoft.com/office/drawing/2014/main" id="{7D94530D-7F4A-577C-CB77-DAF08DDA243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BEFCD006-CF0C-6959-F829-6B071D739AEA}"/>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81601C65-58CC-6644-B5FB-2A54D8DBD27A}"/>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E28A38D2-AEAE-97D2-4B62-807362445465}"/>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69" name="TextBox 68">
            <a:extLst>
              <a:ext uri="{FF2B5EF4-FFF2-40B4-BE49-F238E27FC236}">
                <a16:creationId xmlns:a16="http://schemas.microsoft.com/office/drawing/2014/main" id="{465D78BB-D3D2-34EC-640F-0C80CDA43D78}"/>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C0693276-F5F0-6D3A-914B-E6D7F7AE78C2}"/>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70986CB-F4E4-A688-7D75-EB2AA175D975}"/>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14" name="TextBox 13">
            <a:extLst>
              <a:ext uri="{FF2B5EF4-FFF2-40B4-BE49-F238E27FC236}">
                <a16:creationId xmlns:a16="http://schemas.microsoft.com/office/drawing/2014/main" id="{4FAD0909-F3FC-7EE0-7165-01E9EFA62849}"/>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24" name="TextBox 23">
            <a:extLst>
              <a:ext uri="{FF2B5EF4-FFF2-40B4-BE49-F238E27FC236}">
                <a16:creationId xmlns:a16="http://schemas.microsoft.com/office/drawing/2014/main" id="{637F7019-78D1-0853-0C12-8B5BEA5803D0}"/>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32" name="TextBox 31">
            <a:extLst>
              <a:ext uri="{FF2B5EF4-FFF2-40B4-BE49-F238E27FC236}">
                <a16:creationId xmlns:a16="http://schemas.microsoft.com/office/drawing/2014/main" id="{242C2D3E-CFF7-1B5B-E0A2-A5F257A5C37A}"/>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5" name="TextBox 34">
            <a:extLst>
              <a:ext uri="{FF2B5EF4-FFF2-40B4-BE49-F238E27FC236}">
                <a16:creationId xmlns:a16="http://schemas.microsoft.com/office/drawing/2014/main" id="{96DBB02C-E38E-F1AF-0C35-CE7A7C2BE27F}"/>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36" name="TextBox 35">
            <a:extLst>
              <a:ext uri="{FF2B5EF4-FFF2-40B4-BE49-F238E27FC236}">
                <a16:creationId xmlns:a16="http://schemas.microsoft.com/office/drawing/2014/main" id="{28CF0DC7-D7C4-CE14-49B3-879E61CB286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DD735B1D-577B-CCA8-FE7C-76F142D9FA7F}"/>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45" name="TextBox 44">
            <a:extLst>
              <a:ext uri="{FF2B5EF4-FFF2-40B4-BE49-F238E27FC236}">
                <a16:creationId xmlns:a16="http://schemas.microsoft.com/office/drawing/2014/main" id="{E1B540D9-D47A-D829-EB05-86FBD2ADD21E}"/>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D0F54848-4244-BBA6-FC58-5D99E97B93C5}"/>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B565F8CD-7216-6BF2-6339-DF20C41B5C7B}"/>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84C8080A-744E-1FE0-D804-D7AEF233A353}"/>
              </a:ext>
            </a:extLst>
          </p:cNvPr>
          <p:cNvSpPr txBox="1"/>
          <p:nvPr/>
        </p:nvSpPr>
        <p:spPr>
          <a:xfrm>
            <a:off x="3217333" y="122455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A5D49FD4-C082-5E1A-D884-4B21C271473C}"/>
              </a:ext>
            </a:extLst>
          </p:cNvPr>
          <p:cNvSpPr txBox="1"/>
          <p:nvPr/>
        </p:nvSpPr>
        <p:spPr>
          <a:xfrm>
            <a:off x="3640666" y="901933"/>
            <a:ext cx="570089" cy="230832"/>
          </a:xfrm>
          <a:prstGeom prst="rect">
            <a:avLst/>
          </a:prstGeom>
          <a:noFill/>
        </p:spPr>
        <p:txBody>
          <a:bodyPr wrap="square" rtlCol="0">
            <a:spAutoFit/>
          </a:bodyPr>
          <a:lstStyle/>
          <a:p>
            <a:pPr algn="ctr"/>
            <a:r>
              <a:rPr lang="en-US" sz="900" dirty="0"/>
              <a:t>35</a:t>
            </a:r>
          </a:p>
        </p:txBody>
      </p:sp>
      <p:sp>
        <p:nvSpPr>
          <p:cNvPr id="50" name="TextBox 49">
            <a:extLst>
              <a:ext uri="{FF2B5EF4-FFF2-40B4-BE49-F238E27FC236}">
                <a16:creationId xmlns:a16="http://schemas.microsoft.com/office/drawing/2014/main" id="{3AC6ED80-C57D-5767-B41F-91D9F2846B9A}"/>
              </a:ext>
            </a:extLst>
          </p:cNvPr>
          <p:cNvSpPr txBox="1"/>
          <p:nvPr/>
        </p:nvSpPr>
        <p:spPr>
          <a:xfrm>
            <a:off x="3640666" y="1903821"/>
            <a:ext cx="570089" cy="230832"/>
          </a:xfrm>
          <a:prstGeom prst="rect">
            <a:avLst/>
          </a:prstGeom>
          <a:noFill/>
        </p:spPr>
        <p:txBody>
          <a:bodyPr wrap="square" rtlCol="0">
            <a:spAutoFit/>
          </a:bodyPr>
          <a:lstStyle/>
          <a:p>
            <a:pPr algn="ctr"/>
            <a:r>
              <a:rPr lang="en-US" sz="900" dirty="0"/>
              <a:t>53</a:t>
            </a:r>
          </a:p>
        </p:txBody>
      </p:sp>
      <p:sp>
        <p:nvSpPr>
          <p:cNvPr id="52" name="TextBox 51">
            <a:extLst>
              <a:ext uri="{FF2B5EF4-FFF2-40B4-BE49-F238E27FC236}">
                <a16:creationId xmlns:a16="http://schemas.microsoft.com/office/drawing/2014/main" id="{591012D9-A28D-B7D4-C4CF-CF4F0A949518}"/>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C220154C-BB2A-D2F0-E5FA-8880FE5AE41C}"/>
              </a:ext>
            </a:extLst>
          </p:cNvPr>
          <p:cNvSpPr txBox="1"/>
          <p:nvPr/>
        </p:nvSpPr>
        <p:spPr>
          <a:xfrm>
            <a:off x="6152446" y="1903821"/>
            <a:ext cx="570089" cy="230832"/>
          </a:xfrm>
          <a:prstGeom prst="rect">
            <a:avLst/>
          </a:prstGeom>
          <a:noFill/>
        </p:spPr>
        <p:txBody>
          <a:bodyPr wrap="square" rtlCol="0">
            <a:spAutoFit/>
          </a:bodyPr>
          <a:lstStyle/>
          <a:p>
            <a:pPr algn="ctr"/>
            <a:r>
              <a:rPr lang="en-US" sz="900" dirty="0"/>
              <a:t>35</a:t>
            </a:r>
          </a:p>
        </p:txBody>
      </p:sp>
    </p:spTree>
    <p:extLst>
      <p:ext uri="{BB962C8B-B14F-4D97-AF65-F5344CB8AC3E}">
        <p14:creationId xmlns:p14="http://schemas.microsoft.com/office/powerpoint/2010/main" val="328223792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6BC7A9-7DF1-AE88-05CE-92575AA30A3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E992324-5F37-574D-8AEE-9A51EFCA52A7}"/>
              </a:ext>
            </a:extLst>
          </p:cNvPr>
          <p:cNvSpPr>
            <a:spLocks noGrp="1"/>
          </p:cNvSpPr>
          <p:nvPr>
            <p:ph sz="half" idx="1"/>
          </p:nvPr>
        </p:nvSpPr>
        <p:spPr/>
        <p:txBody>
          <a:bodyPr>
            <a:normAutofit lnSpcReduction="10000"/>
          </a:bodyPr>
          <a:lstStyle/>
          <a:p>
            <a:r>
              <a:rPr lang="en-US" dirty="0"/>
              <a:t>Reduce upper left block.</a:t>
            </a:r>
          </a:p>
          <a:p>
            <a:r>
              <a:rPr lang="en-US" dirty="0"/>
              <a:t>Reduce Row 3.</a:t>
            </a:r>
          </a:p>
          <a:p>
            <a:r>
              <a:rPr lang="en-US" dirty="0"/>
              <a:t>Last possible 2 in lower left block.</a:t>
            </a:r>
          </a:p>
        </p:txBody>
      </p:sp>
      <p:pic>
        <p:nvPicPr>
          <p:cNvPr id="4" name="Picture 3" descr="A grid of sudoku puzzle&#10;&#10;Description automatically generated">
            <a:extLst>
              <a:ext uri="{FF2B5EF4-FFF2-40B4-BE49-F238E27FC236}">
                <a16:creationId xmlns:a16="http://schemas.microsoft.com/office/drawing/2014/main" id="{D31049D2-E4C4-4E9E-E0EA-CA683977F97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6CC0632-4161-4569-314C-BA78F14ABC6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39E6B37-8431-0C00-D91B-96C3591C243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CEEEA4E-7B00-E433-BEED-9F234221A40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E67888B-2AD1-7C88-E2DF-F2E3559730CC}"/>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03608AAA-2404-AF99-ADD5-82797D3543FD}"/>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CEE5EF8D-4437-0DFE-5503-60789EFF2FA3}"/>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D66B1B34-0B63-BC5F-8B4B-48C4BF20C4D0}"/>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1ED03475-CE8C-8DBB-DEC0-8E178C3DCBCD}"/>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B171DA63-28E7-9A6A-DEDA-8B438089B5B1}"/>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C305E93A-8B29-DBA4-3D4A-B28E066E035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12EB3F61-EECE-5B9A-656B-253DBCB2DC60}"/>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4411C404-4A89-5C62-5226-5F85CC2A0039}"/>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333AFC39-EC15-5E15-F914-D4196FDE423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43" name="TextBox 42">
            <a:extLst>
              <a:ext uri="{FF2B5EF4-FFF2-40B4-BE49-F238E27FC236}">
                <a16:creationId xmlns:a16="http://schemas.microsoft.com/office/drawing/2014/main" id="{376FE1A2-193A-EDB9-DAC2-CD62C93A1FF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CFF0CC65-948F-9CC2-EA44-CACC3A2FECFE}"/>
              </a:ext>
            </a:extLst>
          </p:cNvPr>
          <p:cNvSpPr txBox="1"/>
          <p:nvPr/>
        </p:nvSpPr>
        <p:spPr>
          <a:xfrm>
            <a:off x="7157158" y="3406653"/>
            <a:ext cx="570089" cy="230832"/>
          </a:xfrm>
          <a:prstGeom prst="rect">
            <a:avLst/>
          </a:prstGeom>
          <a:noFill/>
        </p:spPr>
        <p:txBody>
          <a:bodyPr wrap="square" rtlCol="0">
            <a:spAutoFit/>
          </a:bodyPr>
          <a:lstStyle/>
          <a:p>
            <a:pPr algn="ctr"/>
            <a:r>
              <a:rPr lang="en-US" sz="900" dirty="0"/>
              <a:t>76</a:t>
            </a:r>
          </a:p>
        </p:txBody>
      </p:sp>
      <p:sp>
        <p:nvSpPr>
          <p:cNvPr id="28" name="TextBox 27">
            <a:extLst>
              <a:ext uri="{FF2B5EF4-FFF2-40B4-BE49-F238E27FC236}">
                <a16:creationId xmlns:a16="http://schemas.microsoft.com/office/drawing/2014/main" id="{BD91E2C7-D33D-7181-95FE-ED409A02C71A}"/>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F58A5A27-ED88-EAA2-9F34-7117AA82DB64}"/>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48D44678-B76D-DD65-2641-69544050FAE0}"/>
              </a:ext>
            </a:extLst>
          </p:cNvPr>
          <p:cNvSpPr txBox="1"/>
          <p:nvPr/>
        </p:nvSpPr>
        <p:spPr>
          <a:xfrm>
            <a:off x="5147734" y="901933"/>
            <a:ext cx="570089" cy="230832"/>
          </a:xfrm>
          <a:prstGeom prst="rect">
            <a:avLst/>
          </a:prstGeom>
          <a:noFill/>
        </p:spPr>
        <p:txBody>
          <a:bodyPr wrap="square" rtlCol="0">
            <a:spAutoFit/>
          </a:bodyPr>
          <a:lstStyle/>
          <a:p>
            <a:pPr algn="ctr"/>
            <a:r>
              <a:rPr lang="en-US" sz="900" dirty="0"/>
              <a:t>78</a:t>
            </a:r>
          </a:p>
        </p:txBody>
      </p:sp>
      <p:sp>
        <p:nvSpPr>
          <p:cNvPr id="17" name="TextBox 16">
            <a:extLst>
              <a:ext uri="{FF2B5EF4-FFF2-40B4-BE49-F238E27FC236}">
                <a16:creationId xmlns:a16="http://schemas.microsoft.com/office/drawing/2014/main" id="{4B5432AC-4FBD-AF71-ECDA-602A9CBB4AB0}"/>
              </a:ext>
            </a:extLst>
          </p:cNvPr>
          <p:cNvSpPr txBox="1"/>
          <p:nvPr/>
        </p:nvSpPr>
        <p:spPr>
          <a:xfrm>
            <a:off x="5147734" y="1402877"/>
            <a:ext cx="570089" cy="230832"/>
          </a:xfrm>
          <a:prstGeom prst="rect">
            <a:avLst/>
          </a:prstGeom>
          <a:noFill/>
        </p:spPr>
        <p:txBody>
          <a:bodyPr wrap="square" rtlCol="0">
            <a:spAutoFit/>
          </a:bodyPr>
          <a:lstStyle/>
          <a:p>
            <a:pPr algn="ctr"/>
            <a:r>
              <a:rPr lang="en-US" sz="900" dirty="0"/>
              <a:t>87</a:t>
            </a:r>
          </a:p>
        </p:txBody>
      </p:sp>
      <p:sp>
        <p:nvSpPr>
          <p:cNvPr id="61" name="TextBox 60">
            <a:extLst>
              <a:ext uri="{FF2B5EF4-FFF2-40B4-BE49-F238E27FC236}">
                <a16:creationId xmlns:a16="http://schemas.microsoft.com/office/drawing/2014/main" id="{0CBDE27D-A506-6F00-7487-8D3CEFB6E04B}"/>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F1C14F55-C8B6-0B3A-4504-1070BCAF9347}"/>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45DB1C14-0C1D-753F-9C3F-871928BC9E9A}"/>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CBD924FD-52ED-1930-0CF2-B1862CC23914}"/>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6A929E1D-F300-B261-3D83-A143788BA1CD}"/>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E86352BD-1545-3874-8D90-D2A430204D5A}"/>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11F3E503-720F-78A9-6D12-E6F6F5BDB66C}"/>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6B65C5F8-521D-F8F5-9213-2CD7FCBFC75B}"/>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7C7B32F8-A4B4-C987-FA8A-82868D599591}"/>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DD53DF2E-10EC-0598-EBF7-65429175D759}"/>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4" name="TextBox 53">
            <a:extLst>
              <a:ext uri="{FF2B5EF4-FFF2-40B4-BE49-F238E27FC236}">
                <a16:creationId xmlns:a16="http://schemas.microsoft.com/office/drawing/2014/main" id="{583F1792-120A-4864-5C14-6864869FFDBF}"/>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CA4E242-E2C0-8BBE-68CA-DCC61550C797}"/>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CE0945E6-67FF-79C0-5841-1115348BF8D1}"/>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51" name="TextBox 50">
            <a:extLst>
              <a:ext uri="{FF2B5EF4-FFF2-40B4-BE49-F238E27FC236}">
                <a16:creationId xmlns:a16="http://schemas.microsoft.com/office/drawing/2014/main" id="{F840736F-8A3D-01AE-263E-9117CC1FA12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4A0B7AF8-98BB-F1DE-A7D9-E88999E32093}"/>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777F6466-3E87-91D6-DAFD-3491BB494EFB}"/>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AA984029-2876-7E71-273F-180612A6A713}"/>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B6A6063-5DF9-3A65-DE1D-0CDC3CF30FDF}"/>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27663CFB-3737-F137-2084-2F93C89D1A22}"/>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58" name="TextBox 57">
            <a:extLst>
              <a:ext uri="{FF2B5EF4-FFF2-40B4-BE49-F238E27FC236}">
                <a16:creationId xmlns:a16="http://schemas.microsoft.com/office/drawing/2014/main" id="{15503D4A-BE6F-C44B-AD28-956C9BCE89B1}"/>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B9F2C400-13CC-8287-B916-1D0912B30BF5}"/>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E9D298B-D537-571D-3368-D94E69214340}"/>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D2637410-4B42-3BAE-9D51-C138562B1BF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5F8AF338-6729-9BDE-AB4A-9148F16BD707}"/>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5" name="TextBox 64">
            <a:extLst>
              <a:ext uri="{FF2B5EF4-FFF2-40B4-BE49-F238E27FC236}">
                <a16:creationId xmlns:a16="http://schemas.microsoft.com/office/drawing/2014/main" id="{DAF68EFA-483C-30DA-DCC2-1959D79B780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22433F29-6C1F-023B-3CFC-97DB3CD87C2F}"/>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4BC445C6-BCCD-5300-77C0-BB4E38D6E322}"/>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B3BC881D-4CC3-60F2-62BC-76B2D57CBCC2}"/>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69" name="TextBox 68">
            <a:extLst>
              <a:ext uri="{FF2B5EF4-FFF2-40B4-BE49-F238E27FC236}">
                <a16:creationId xmlns:a16="http://schemas.microsoft.com/office/drawing/2014/main" id="{134AAF15-4F14-66A2-2BE7-8BA34E40C84F}"/>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303CCA78-F066-86A1-F3FD-92912DAA4A74}"/>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07F63F6-6382-E5F9-DDFC-384DB8B49EDC}"/>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14" name="TextBox 13">
            <a:extLst>
              <a:ext uri="{FF2B5EF4-FFF2-40B4-BE49-F238E27FC236}">
                <a16:creationId xmlns:a16="http://schemas.microsoft.com/office/drawing/2014/main" id="{1C9A2119-B5B7-AEB3-0EA3-F8F07B4F0CFA}"/>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24" name="TextBox 23">
            <a:extLst>
              <a:ext uri="{FF2B5EF4-FFF2-40B4-BE49-F238E27FC236}">
                <a16:creationId xmlns:a16="http://schemas.microsoft.com/office/drawing/2014/main" id="{044B6186-D58C-A58F-19EE-3AF81DB7DFA5}"/>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32" name="TextBox 31">
            <a:extLst>
              <a:ext uri="{FF2B5EF4-FFF2-40B4-BE49-F238E27FC236}">
                <a16:creationId xmlns:a16="http://schemas.microsoft.com/office/drawing/2014/main" id="{E9D6E93E-1A17-5B6C-074D-1514F2F1D33D}"/>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5" name="TextBox 34">
            <a:extLst>
              <a:ext uri="{FF2B5EF4-FFF2-40B4-BE49-F238E27FC236}">
                <a16:creationId xmlns:a16="http://schemas.microsoft.com/office/drawing/2014/main" id="{052389AF-A84D-6459-F1E8-34525819DD2D}"/>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36" name="TextBox 35">
            <a:extLst>
              <a:ext uri="{FF2B5EF4-FFF2-40B4-BE49-F238E27FC236}">
                <a16:creationId xmlns:a16="http://schemas.microsoft.com/office/drawing/2014/main" id="{DD2EC78B-7541-49F2-6F4D-83F11E302AD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2064D123-F6B5-4AE7-6EC5-FE104330196D}"/>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45" name="TextBox 44">
            <a:extLst>
              <a:ext uri="{FF2B5EF4-FFF2-40B4-BE49-F238E27FC236}">
                <a16:creationId xmlns:a16="http://schemas.microsoft.com/office/drawing/2014/main" id="{BB3AEE8B-5F92-0BC5-88B5-0BBF9C894F88}"/>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17658462-E2B6-27F9-1725-A45B387A3948}"/>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3689B814-3C69-CFA1-EB03-CB520A5CD36B}"/>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12394B76-C718-5C75-6E6C-DAA4B5D21B2A}"/>
              </a:ext>
            </a:extLst>
          </p:cNvPr>
          <p:cNvSpPr txBox="1"/>
          <p:nvPr/>
        </p:nvSpPr>
        <p:spPr>
          <a:xfrm>
            <a:off x="3217333" y="122455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06FB1843-C599-81F7-59C3-923F83EC3A8B}"/>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8DC6D2D2-EFE7-25EA-8A4B-0A34D961346D}"/>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56" name="TextBox 55">
            <a:extLst>
              <a:ext uri="{FF2B5EF4-FFF2-40B4-BE49-F238E27FC236}">
                <a16:creationId xmlns:a16="http://schemas.microsoft.com/office/drawing/2014/main" id="{251EC65D-C4B1-2568-07F0-667E0F1BB37C}"/>
              </a:ext>
            </a:extLst>
          </p:cNvPr>
          <p:cNvSpPr txBox="1"/>
          <p:nvPr/>
        </p:nvSpPr>
        <p:spPr>
          <a:xfrm>
            <a:off x="3716867" y="1727886"/>
            <a:ext cx="462845" cy="584775"/>
          </a:xfrm>
          <a:prstGeom prst="rect">
            <a:avLst/>
          </a:prstGeom>
          <a:noFill/>
        </p:spPr>
        <p:txBody>
          <a:bodyPr wrap="square" rtlCol="0">
            <a:spAutoFit/>
          </a:bodyPr>
          <a:lstStyle/>
          <a:p>
            <a:pPr algn="ctr"/>
            <a:r>
              <a:rPr lang="en-US" sz="3200" dirty="0"/>
              <a:t>5</a:t>
            </a:r>
          </a:p>
        </p:txBody>
      </p:sp>
      <p:sp>
        <p:nvSpPr>
          <p:cNvPr id="59" name="TextBox 58">
            <a:extLst>
              <a:ext uri="{FF2B5EF4-FFF2-40B4-BE49-F238E27FC236}">
                <a16:creationId xmlns:a16="http://schemas.microsoft.com/office/drawing/2014/main" id="{3F62CC71-13DD-4237-8363-05779E5C6DCE}"/>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60" name="TextBox 59">
            <a:extLst>
              <a:ext uri="{FF2B5EF4-FFF2-40B4-BE49-F238E27FC236}">
                <a16:creationId xmlns:a16="http://schemas.microsoft.com/office/drawing/2014/main" id="{AAF9DC90-1997-77F2-455D-9D058BC6EE31}"/>
              </a:ext>
            </a:extLst>
          </p:cNvPr>
          <p:cNvSpPr txBox="1"/>
          <p:nvPr/>
        </p:nvSpPr>
        <p:spPr>
          <a:xfrm>
            <a:off x="4143022" y="4408541"/>
            <a:ext cx="570089" cy="230832"/>
          </a:xfrm>
          <a:prstGeom prst="rect">
            <a:avLst/>
          </a:prstGeom>
          <a:noFill/>
        </p:spPr>
        <p:txBody>
          <a:bodyPr wrap="square" rtlCol="0">
            <a:spAutoFit/>
          </a:bodyPr>
          <a:lstStyle/>
          <a:p>
            <a:pPr algn="ctr"/>
            <a:r>
              <a:rPr lang="en-US" sz="900" dirty="0"/>
              <a:t>36</a:t>
            </a:r>
          </a:p>
        </p:txBody>
      </p:sp>
      <p:sp>
        <p:nvSpPr>
          <p:cNvPr id="71" name="TextBox 70">
            <a:extLst>
              <a:ext uri="{FF2B5EF4-FFF2-40B4-BE49-F238E27FC236}">
                <a16:creationId xmlns:a16="http://schemas.microsoft.com/office/drawing/2014/main" id="{6D4E75D8-B0CC-D8A2-2172-E9D4DE4B68FE}"/>
              </a:ext>
            </a:extLst>
          </p:cNvPr>
          <p:cNvSpPr txBox="1"/>
          <p:nvPr/>
        </p:nvSpPr>
        <p:spPr>
          <a:xfrm>
            <a:off x="4143022" y="4909484"/>
            <a:ext cx="570089" cy="230832"/>
          </a:xfrm>
          <a:prstGeom prst="rect">
            <a:avLst/>
          </a:prstGeom>
          <a:noFill/>
        </p:spPr>
        <p:txBody>
          <a:bodyPr wrap="square" rtlCol="0">
            <a:spAutoFit/>
          </a:bodyPr>
          <a:lstStyle/>
          <a:p>
            <a:pPr algn="ctr"/>
            <a:r>
              <a:rPr lang="en-US" sz="900" dirty="0"/>
              <a:t>63</a:t>
            </a:r>
          </a:p>
        </p:txBody>
      </p:sp>
      <p:sp>
        <p:nvSpPr>
          <p:cNvPr id="72" name="TextBox 71">
            <a:extLst>
              <a:ext uri="{FF2B5EF4-FFF2-40B4-BE49-F238E27FC236}">
                <a16:creationId xmlns:a16="http://schemas.microsoft.com/office/drawing/2014/main" id="{BCB3929A-5149-64C8-373B-029DA740F30C}"/>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73" name="TextBox 72">
            <a:extLst>
              <a:ext uri="{FF2B5EF4-FFF2-40B4-BE49-F238E27FC236}">
                <a16:creationId xmlns:a16="http://schemas.microsoft.com/office/drawing/2014/main" id="{13D1D620-089B-3C01-D5D2-F7DFC0EB865C}"/>
              </a:ext>
            </a:extLst>
          </p:cNvPr>
          <p:cNvSpPr txBox="1"/>
          <p:nvPr/>
        </p:nvSpPr>
        <p:spPr>
          <a:xfrm>
            <a:off x="3138310" y="3907597"/>
            <a:ext cx="570089" cy="230832"/>
          </a:xfrm>
          <a:prstGeom prst="rect">
            <a:avLst/>
          </a:prstGeom>
          <a:noFill/>
        </p:spPr>
        <p:txBody>
          <a:bodyPr wrap="square" rtlCol="0">
            <a:spAutoFit/>
          </a:bodyPr>
          <a:lstStyle/>
          <a:p>
            <a:pPr algn="ctr"/>
            <a:r>
              <a:rPr lang="en-US" sz="900" dirty="0"/>
              <a:t>579</a:t>
            </a:r>
          </a:p>
        </p:txBody>
      </p:sp>
      <p:sp>
        <p:nvSpPr>
          <p:cNvPr id="74" name="TextBox 73">
            <a:extLst>
              <a:ext uri="{FF2B5EF4-FFF2-40B4-BE49-F238E27FC236}">
                <a16:creationId xmlns:a16="http://schemas.microsoft.com/office/drawing/2014/main" id="{F7BC3DFC-22B6-44FF-37CC-E8ED9167CD09}"/>
              </a:ext>
            </a:extLst>
          </p:cNvPr>
          <p:cNvSpPr txBox="1"/>
          <p:nvPr/>
        </p:nvSpPr>
        <p:spPr>
          <a:xfrm>
            <a:off x="3138310" y="4408541"/>
            <a:ext cx="570089" cy="230832"/>
          </a:xfrm>
          <a:prstGeom prst="rect">
            <a:avLst/>
          </a:prstGeom>
          <a:noFill/>
        </p:spPr>
        <p:txBody>
          <a:bodyPr wrap="square" rtlCol="0">
            <a:spAutoFit/>
          </a:bodyPr>
          <a:lstStyle/>
          <a:p>
            <a:pPr algn="ctr"/>
            <a:r>
              <a:rPr lang="en-US" sz="900" dirty="0"/>
              <a:t>579</a:t>
            </a:r>
          </a:p>
        </p:txBody>
      </p:sp>
      <p:sp>
        <p:nvSpPr>
          <p:cNvPr id="75" name="TextBox 74">
            <a:extLst>
              <a:ext uri="{FF2B5EF4-FFF2-40B4-BE49-F238E27FC236}">
                <a16:creationId xmlns:a16="http://schemas.microsoft.com/office/drawing/2014/main" id="{A64CABF6-473E-549F-3829-38A21BA79779}"/>
              </a:ext>
            </a:extLst>
          </p:cNvPr>
          <p:cNvSpPr txBox="1"/>
          <p:nvPr/>
        </p:nvSpPr>
        <p:spPr>
          <a:xfrm>
            <a:off x="3138310" y="4909484"/>
            <a:ext cx="570089" cy="230832"/>
          </a:xfrm>
          <a:prstGeom prst="rect">
            <a:avLst/>
          </a:prstGeom>
          <a:noFill/>
        </p:spPr>
        <p:txBody>
          <a:bodyPr wrap="square" rtlCol="0">
            <a:spAutoFit/>
          </a:bodyPr>
          <a:lstStyle/>
          <a:p>
            <a:pPr algn="ctr"/>
            <a:r>
              <a:rPr lang="en-US" sz="900" dirty="0"/>
              <a:t>579</a:t>
            </a:r>
          </a:p>
        </p:txBody>
      </p:sp>
    </p:spTree>
    <p:extLst>
      <p:ext uri="{BB962C8B-B14F-4D97-AF65-F5344CB8AC3E}">
        <p14:creationId xmlns:p14="http://schemas.microsoft.com/office/powerpoint/2010/main" val="183408390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2D8E93-6726-D4F0-53DB-98272C795CF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D2D2A7-CF0C-7EB0-C0A8-01F32834CE7D}"/>
              </a:ext>
            </a:extLst>
          </p:cNvPr>
          <p:cNvSpPr>
            <a:spLocks noGrp="1"/>
          </p:cNvSpPr>
          <p:nvPr>
            <p:ph sz="half" idx="1"/>
          </p:nvPr>
        </p:nvSpPr>
        <p:spPr/>
        <p:txBody>
          <a:bodyPr>
            <a:normAutofit/>
          </a:bodyPr>
          <a:lstStyle/>
          <a:p>
            <a:r>
              <a:rPr lang="en-US" dirty="0"/>
              <a:t>Reduce lower left block.</a:t>
            </a:r>
          </a:p>
          <a:p>
            <a:r>
              <a:rPr lang="en-US" dirty="0"/>
              <a:t>Then, complete Row 7.</a:t>
            </a:r>
          </a:p>
        </p:txBody>
      </p:sp>
      <p:pic>
        <p:nvPicPr>
          <p:cNvPr id="4" name="Picture 3" descr="A grid of sudoku puzzle&#10;&#10;Description automatically generated">
            <a:extLst>
              <a:ext uri="{FF2B5EF4-FFF2-40B4-BE49-F238E27FC236}">
                <a16:creationId xmlns:a16="http://schemas.microsoft.com/office/drawing/2014/main" id="{BAD4A2AD-FAC5-8547-D3C0-2236629506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EA9C0A3-D616-0683-4379-7C9923B5889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D903442-BAAB-BB39-C856-9D7E5A915FC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2816AF7-67A3-6957-E124-D856ED68E9A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B08924A-FD63-166C-D7CC-09C87139011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88901445-06C4-8298-58C5-F82D54E22EA1}"/>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5953A8DF-1AA4-6193-DDB9-D50C1B0A3A5D}"/>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6454B825-892D-56DD-8CBF-B3564059FFC0}"/>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99B6FC2F-64A3-6010-BD65-79D5D944E745}"/>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557034C8-F723-8D3C-7AB7-A0FF64917E76}"/>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974397B-337D-8BB7-C990-AF3DF6843004}"/>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FACD553A-CAC6-5946-607A-29D5DF6C6669}"/>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9683BDE5-42C3-D1C1-76B5-E5BFFBA0766E}"/>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6972D3F7-A925-3B37-FA51-8737C5898618}"/>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43" name="TextBox 42">
            <a:extLst>
              <a:ext uri="{FF2B5EF4-FFF2-40B4-BE49-F238E27FC236}">
                <a16:creationId xmlns:a16="http://schemas.microsoft.com/office/drawing/2014/main" id="{A2B9B241-EB31-0CA2-81DA-88ED09F21A3B}"/>
              </a:ext>
            </a:extLst>
          </p:cNvPr>
          <p:cNvSpPr txBox="1"/>
          <p:nvPr/>
        </p:nvSpPr>
        <p:spPr>
          <a:xfrm>
            <a:off x="6654802"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4318D6DE-9087-BEB0-C62E-30CC647CEE06}"/>
              </a:ext>
            </a:extLst>
          </p:cNvPr>
          <p:cNvSpPr txBox="1"/>
          <p:nvPr/>
        </p:nvSpPr>
        <p:spPr>
          <a:xfrm>
            <a:off x="7157158" y="3406653"/>
            <a:ext cx="570089" cy="230832"/>
          </a:xfrm>
          <a:prstGeom prst="rect">
            <a:avLst/>
          </a:prstGeom>
          <a:noFill/>
        </p:spPr>
        <p:txBody>
          <a:bodyPr wrap="square" rtlCol="0">
            <a:spAutoFit/>
          </a:bodyPr>
          <a:lstStyle/>
          <a:p>
            <a:pPr algn="ctr"/>
            <a:r>
              <a:rPr lang="en-US" sz="900" dirty="0"/>
              <a:t>76</a:t>
            </a:r>
          </a:p>
        </p:txBody>
      </p:sp>
      <p:sp>
        <p:nvSpPr>
          <p:cNvPr id="28" name="TextBox 27">
            <a:extLst>
              <a:ext uri="{FF2B5EF4-FFF2-40B4-BE49-F238E27FC236}">
                <a16:creationId xmlns:a16="http://schemas.microsoft.com/office/drawing/2014/main" id="{3720C50F-7C39-F3C7-670B-4D3942947604}"/>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583D5355-3D53-1C52-360E-0CBC9374E6CA}"/>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5E58AAE7-4F19-6341-C5D4-A51EA4B44B3A}"/>
              </a:ext>
            </a:extLst>
          </p:cNvPr>
          <p:cNvSpPr txBox="1"/>
          <p:nvPr/>
        </p:nvSpPr>
        <p:spPr>
          <a:xfrm>
            <a:off x="5147734" y="901933"/>
            <a:ext cx="570089" cy="230832"/>
          </a:xfrm>
          <a:prstGeom prst="rect">
            <a:avLst/>
          </a:prstGeom>
          <a:noFill/>
        </p:spPr>
        <p:txBody>
          <a:bodyPr wrap="square" rtlCol="0">
            <a:spAutoFit/>
          </a:bodyPr>
          <a:lstStyle/>
          <a:p>
            <a:pPr algn="ctr"/>
            <a:r>
              <a:rPr lang="en-US" sz="900" dirty="0"/>
              <a:t>78</a:t>
            </a:r>
          </a:p>
        </p:txBody>
      </p:sp>
      <p:sp>
        <p:nvSpPr>
          <p:cNvPr id="17" name="TextBox 16">
            <a:extLst>
              <a:ext uri="{FF2B5EF4-FFF2-40B4-BE49-F238E27FC236}">
                <a16:creationId xmlns:a16="http://schemas.microsoft.com/office/drawing/2014/main" id="{B97164D3-B071-77FF-4946-B6301ABFABFF}"/>
              </a:ext>
            </a:extLst>
          </p:cNvPr>
          <p:cNvSpPr txBox="1"/>
          <p:nvPr/>
        </p:nvSpPr>
        <p:spPr>
          <a:xfrm>
            <a:off x="5147734" y="1402877"/>
            <a:ext cx="570089" cy="230832"/>
          </a:xfrm>
          <a:prstGeom prst="rect">
            <a:avLst/>
          </a:prstGeom>
          <a:noFill/>
        </p:spPr>
        <p:txBody>
          <a:bodyPr wrap="square" rtlCol="0">
            <a:spAutoFit/>
          </a:bodyPr>
          <a:lstStyle/>
          <a:p>
            <a:pPr algn="ctr"/>
            <a:r>
              <a:rPr lang="en-US" sz="900" dirty="0"/>
              <a:t>87</a:t>
            </a:r>
          </a:p>
        </p:txBody>
      </p:sp>
      <p:sp>
        <p:nvSpPr>
          <p:cNvPr id="61" name="TextBox 60">
            <a:extLst>
              <a:ext uri="{FF2B5EF4-FFF2-40B4-BE49-F238E27FC236}">
                <a16:creationId xmlns:a16="http://schemas.microsoft.com/office/drawing/2014/main" id="{ABFBCD04-2622-FFD5-8EF4-D3B42CD42DAC}"/>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E43A9C6A-F801-22EC-D83B-72CACDA6B60F}"/>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E77BB50B-19E3-4096-3D9D-E5E5B1B52575}"/>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311177D1-EC68-268B-A416-25D34123331F}"/>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FB512473-1C32-1B81-35D1-F5E34C2D1263}"/>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5A4D7DAD-D7E2-4457-4278-F6DA0DC0109F}"/>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0EDE9D0D-7584-8782-54FC-F6EF34937487}"/>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C87AAE15-2778-A587-1480-65CD7785D9C2}"/>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19574B80-E6EB-7BD9-3333-42BFE5F00848}"/>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D7342960-D82D-6C4E-426C-D5881FD5C53A}"/>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4" name="TextBox 53">
            <a:extLst>
              <a:ext uri="{FF2B5EF4-FFF2-40B4-BE49-F238E27FC236}">
                <a16:creationId xmlns:a16="http://schemas.microsoft.com/office/drawing/2014/main" id="{F6E3DF02-3AAC-D124-C0AB-59619D00EF1D}"/>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D44EE3B-970C-27E0-E7CE-41E867AC5163}"/>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43E638EA-0444-26C7-A5AA-77A188413B40}"/>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51" name="TextBox 50">
            <a:extLst>
              <a:ext uri="{FF2B5EF4-FFF2-40B4-BE49-F238E27FC236}">
                <a16:creationId xmlns:a16="http://schemas.microsoft.com/office/drawing/2014/main" id="{4186AFB0-D9F8-BBEF-9128-37E3F9B9B674}"/>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0DBC8847-EBD3-AE2C-0329-EE16A5154351}"/>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FE86B4D6-5F64-5CE7-F252-733E37833DA2}"/>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4EF66295-60AB-CB44-9320-AE74A6F8C712}"/>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1E647779-FF8F-14FE-2A75-A96AFD6BFDD8}"/>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FC1E577C-47CA-43EA-DEC0-03C821B5E080}"/>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58" name="TextBox 57">
            <a:extLst>
              <a:ext uri="{FF2B5EF4-FFF2-40B4-BE49-F238E27FC236}">
                <a16:creationId xmlns:a16="http://schemas.microsoft.com/office/drawing/2014/main" id="{914FD724-E5D0-2647-B65E-B0CEB9D8D03A}"/>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0FB64E68-79C4-E192-D2B8-02D41FB73259}"/>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ACAB95D5-8560-D74C-2D43-11739FBBFD94}"/>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793D7547-2423-4A12-452F-1030BA73A1E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BCE0181B-82E0-1F65-0288-C2E659FA85B5}"/>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5" name="TextBox 64">
            <a:extLst>
              <a:ext uri="{FF2B5EF4-FFF2-40B4-BE49-F238E27FC236}">
                <a16:creationId xmlns:a16="http://schemas.microsoft.com/office/drawing/2014/main" id="{22554947-869F-62E3-D87F-C9405699FD2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E8C86BCF-7A11-33BE-6A95-4CA44C608B86}"/>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4DC97E8A-23B6-3241-4BB5-67D97A4BF953}"/>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5BD55A14-45C6-1029-8BC2-9CAD205FF1F5}"/>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69" name="TextBox 68">
            <a:extLst>
              <a:ext uri="{FF2B5EF4-FFF2-40B4-BE49-F238E27FC236}">
                <a16:creationId xmlns:a16="http://schemas.microsoft.com/office/drawing/2014/main" id="{CDCC27AE-183D-8114-2F9F-0AF34D9F74DA}"/>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19641AC0-21E1-7A2F-A55B-A6A3E5305397}"/>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A11881FE-A922-F685-A0BD-0D3DE8441D1A}"/>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14" name="TextBox 13">
            <a:extLst>
              <a:ext uri="{FF2B5EF4-FFF2-40B4-BE49-F238E27FC236}">
                <a16:creationId xmlns:a16="http://schemas.microsoft.com/office/drawing/2014/main" id="{D25F90BD-28C1-BF59-A757-07B174B1B2C2}"/>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24" name="TextBox 23">
            <a:extLst>
              <a:ext uri="{FF2B5EF4-FFF2-40B4-BE49-F238E27FC236}">
                <a16:creationId xmlns:a16="http://schemas.microsoft.com/office/drawing/2014/main" id="{C197041C-3F86-FA81-1AB6-059C11382569}"/>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32" name="TextBox 31">
            <a:extLst>
              <a:ext uri="{FF2B5EF4-FFF2-40B4-BE49-F238E27FC236}">
                <a16:creationId xmlns:a16="http://schemas.microsoft.com/office/drawing/2014/main" id="{0B1DCC19-4F95-1B56-8CF8-E3511B60C4B2}"/>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5" name="TextBox 34">
            <a:extLst>
              <a:ext uri="{FF2B5EF4-FFF2-40B4-BE49-F238E27FC236}">
                <a16:creationId xmlns:a16="http://schemas.microsoft.com/office/drawing/2014/main" id="{B8D5653C-E059-AF2D-AEE0-98F30CBDFDED}"/>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36" name="TextBox 35">
            <a:extLst>
              <a:ext uri="{FF2B5EF4-FFF2-40B4-BE49-F238E27FC236}">
                <a16:creationId xmlns:a16="http://schemas.microsoft.com/office/drawing/2014/main" id="{2737CD7A-50F7-CFF0-937B-769F5379197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875AEF16-1D4F-FD89-82D4-7B9732FCDC08}"/>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45" name="TextBox 44">
            <a:extLst>
              <a:ext uri="{FF2B5EF4-FFF2-40B4-BE49-F238E27FC236}">
                <a16:creationId xmlns:a16="http://schemas.microsoft.com/office/drawing/2014/main" id="{B469852C-F20D-E735-1696-F3716E2A2AE0}"/>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FE1F617E-0474-52C7-D38A-1D175F5B08B1}"/>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5776B267-0014-5612-0F4F-51C8042E7C2C}"/>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2282C1A7-3143-21F0-8489-05AEC8948E2F}"/>
              </a:ext>
            </a:extLst>
          </p:cNvPr>
          <p:cNvSpPr txBox="1"/>
          <p:nvPr/>
        </p:nvSpPr>
        <p:spPr>
          <a:xfrm>
            <a:off x="3217333" y="122455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E9338381-AF0C-D04A-1552-337E9C9CB7DE}"/>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5A393D22-DD50-BECB-E2CB-A5FAB4E1F2E7}"/>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56" name="TextBox 55">
            <a:extLst>
              <a:ext uri="{FF2B5EF4-FFF2-40B4-BE49-F238E27FC236}">
                <a16:creationId xmlns:a16="http://schemas.microsoft.com/office/drawing/2014/main" id="{704E27E7-422A-2A24-5A97-8CA43C83E9BD}"/>
              </a:ext>
            </a:extLst>
          </p:cNvPr>
          <p:cNvSpPr txBox="1"/>
          <p:nvPr/>
        </p:nvSpPr>
        <p:spPr>
          <a:xfrm>
            <a:off x="3716867" y="1727886"/>
            <a:ext cx="462845" cy="584775"/>
          </a:xfrm>
          <a:prstGeom prst="rect">
            <a:avLst/>
          </a:prstGeom>
          <a:noFill/>
        </p:spPr>
        <p:txBody>
          <a:bodyPr wrap="square" rtlCol="0">
            <a:spAutoFit/>
          </a:bodyPr>
          <a:lstStyle/>
          <a:p>
            <a:pPr algn="ctr"/>
            <a:r>
              <a:rPr lang="en-US" sz="3200" dirty="0"/>
              <a:t>5</a:t>
            </a:r>
          </a:p>
        </p:txBody>
      </p:sp>
      <p:sp>
        <p:nvSpPr>
          <p:cNvPr id="59" name="TextBox 58">
            <a:extLst>
              <a:ext uri="{FF2B5EF4-FFF2-40B4-BE49-F238E27FC236}">
                <a16:creationId xmlns:a16="http://schemas.microsoft.com/office/drawing/2014/main" id="{EFA0290E-6F78-C939-29B6-DFAA2A36916D}"/>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72" name="TextBox 71">
            <a:extLst>
              <a:ext uri="{FF2B5EF4-FFF2-40B4-BE49-F238E27FC236}">
                <a16:creationId xmlns:a16="http://schemas.microsoft.com/office/drawing/2014/main" id="{DCC5A807-740C-EAAA-CF4D-5DBF89655F30}"/>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40" name="TextBox 39">
            <a:extLst>
              <a:ext uri="{FF2B5EF4-FFF2-40B4-BE49-F238E27FC236}">
                <a16:creationId xmlns:a16="http://schemas.microsoft.com/office/drawing/2014/main" id="{85D0A39C-DADD-1B9D-1551-095C32BBB032}"/>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50" name="TextBox 49">
            <a:extLst>
              <a:ext uri="{FF2B5EF4-FFF2-40B4-BE49-F238E27FC236}">
                <a16:creationId xmlns:a16="http://schemas.microsoft.com/office/drawing/2014/main" id="{7D4F71C3-0A9C-15A5-13D1-E6102636EEC9}"/>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F7E6BFC3-ADE8-3571-B33B-BE69078FB511}"/>
              </a:ext>
            </a:extLst>
          </p:cNvPr>
          <p:cNvSpPr txBox="1"/>
          <p:nvPr/>
        </p:nvSpPr>
        <p:spPr>
          <a:xfrm>
            <a:off x="3217333" y="4244561"/>
            <a:ext cx="462845" cy="584775"/>
          </a:xfrm>
          <a:prstGeom prst="rect">
            <a:avLst/>
          </a:prstGeom>
          <a:noFill/>
        </p:spPr>
        <p:txBody>
          <a:bodyPr wrap="square" rtlCol="0">
            <a:spAutoFit/>
          </a:bodyPr>
          <a:lstStyle/>
          <a:p>
            <a:pPr algn="ctr"/>
            <a:r>
              <a:rPr lang="en-US" sz="3200" dirty="0"/>
              <a:t>7</a:t>
            </a:r>
          </a:p>
        </p:txBody>
      </p:sp>
      <p:sp>
        <p:nvSpPr>
          <p:cNvPr id="77" name="TextBox 76">
            <a:extLst>
              <a:ext uri="{FF2B5EF4-FFF2-40B4-BE49-F238E27FC236}">
                <a16:creationId xmlns:a16="http://schemas.microsoft.com/office/drawing/2014/main" id="{1DC41605-7446-A3D6-6361-4AE7A944D2BA}"/>
              </a:ext>
            </a:extLst>
          </p:cNvPr>
          <p:cNvSpPr txBox="1"/>
          <p:nvPr/>
        </p:nvSpPr>
        <p:spPr>
          <a:xfrm>
            <a:off x="4216401" y="4244561"/>
            <a:ext cx="462845" cy="584775"/>
          </a:xfrm>
          <a:prstGeom prst="rect">
            <a:avLst/>
          </a:prstGeom>
          <a:noFill/>
        </p:spPr>
        <p:txBody>
          <a:bodyPr wrap="square" rtlCol="0">
            <a:spAutoFit/>
          </a:bodyPr>
          <a:lstStyle/>
          <a:p>
            <a:pPr algn="ctr"/>
            <a:r>
              <a:rPr lang="en-US" sz="3200" dirty="0"/>
              <a:t>3</a:t>
            </a:r>
          </a:p>
        </p:txBody>
      </p:sp>
      <p:sp>
        <p:nvSpPr>
          <p:cNvPr id="78" name="TextBox 77">
            <a:extLst>
              <a:ext uri="{FF2B5EF4-FFF2-40B4-BE49-F238E27FC236}">
                <a16:creationId xmlns:a16="http://schemas.microsoft.com/office/drawing/2014/main" id="{A2A1B052-0940-8730-DC31-F511E3DBE4AC}"/>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D2F981CF-BC83-5ED9-A061-23D9F96CA051}"/>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4B7FC5B9-CA6E-92B2-E623-92F28F9CC8BB}"/>
              </a:ext>
            </a:extLst>
          </p:cNvPr>
          <p:cNvSpPr txBox="1"/>
          <p:nvPr/>
        </p:nvSpPr>
        <p:spPr>
          <a:xfrm>
            <a:off x="6654802" y="4408541"/>
            <a:ext cx="570089" cy="230832"/>
          </a:xfrm>
          <a:prstGeom prst="rect">
            <a:avLst/>
          </a:prstGeom>
          <a:noFill/>
        </p:spPr>
        <p:txBody>
          <a:bodyPr wrap="square" rtlCol="0">
            <a:spAutoFit/>
          </a:bodyPr>
          <a:lstStyle/>
          <a:p>
            <a:pPr algn="ctr"/>
            <a:r>
              <a:rPr lang="en-US" sz="900" dirty="0"/>
              <a:t>29</a:t>
            </a:r>
          </a:p>
        </p:txBody>
      </p:sp>
      <p:sp>
        <p:nvSpPr>
          <p:cNvPr id="81" name="TextBox 80">
            <a:extLst>
              <a:ext uri="{FF2B5EF4-FFF2-40B4-BE49-F238E27FC236}">
                <a16:creationId xmlns:a16="http://schemas.microsoft.com/office/drawing/2014/main" id="{3CDC3402-1BB2-F8A8-E312-94FEEFC74D0C}"/>
              </a:ext>
            </a:extLst>
          </p:cNvPr>
          <p:cNvSpPr txBox="1"/>
          <p:nvPr/>
        </p:nvSpPr>
        <p:spPr>
          <a:xfrm>
            <a:off x="7157158" y="4408541"/>
            <a:ext cx="570089" cy="230832"/>
          </a:xfrm>
          <a:prstGeom prst="rect">
            <a:avLst/>
          </a:prstGeom>
          <a:noFill/>
        </p:spPr>
        <p:txBody>
          <a:bodyPr wrap="square" rtlCol="0">
            <a:spAutoFit/>
          </a:bodyPr>
          <a:lstStyle/>
          <a:p>
            <a:pPr algn="ctr"/>
            <a:r>
              <a:rPr lang="en-US" sz="900" dirty="0"/>
              <a:t>92</a:t>
            </a:r>
          </a:p>
        </p:txBody>
      </p:sp>
      <p:sp>
        <p:nvSpPr>
          <p:cNvPr id="82" name="TextBox 81">
            <a:extLst>
              <a:ext uri="{FF2B5EF4-FFF2-40B4-BE49-F238E27FC236}">
                <a16:creationId xmlns:a16="http://schemas.microsoft.com/office/drawing/2014/main" id="{286C43E5-FAA0-DCFE-25BD-58070322902A}"/>
              </a:ext>
            </a:extLst>
          </p:cNvPr>
          <p:cNvSpPr txBox="1"/>
          <p:nvPr/>
        </p:nvSpPr>
        <p:spPr>
          <a:xfrm>
            <a:off x="6654802" y="4909484"/>
            <a:ext cx="570089" cy="230832"/>
          </a:xfrm>
          <a:prstGeom prst="rect">
            <a:avLst/>
          </a:prstGeom>
          <a:noFill/>
        </p:spPr>
        <p:txBody>
          <a:bodyPr wrap="square" rtlCol="0">
            <a:spAutoFit/>
          </a:bodyPr>
          <a:lstStyle/>
          <a:p>
            <a:pPr algn="ctr"/>
            <a:r>
              <a:rPr lang="en-US" sz="900" dirty="0"/>
              <a:t>37</a:t>
            </a:r>
          </a:p>
        </p:txBody>
      </p:sp>
      <p:sp>
        <p:nvSpPr>
          <p:cNvPr id="83" name="TextBox 82">
            <a:extLst>
              <a:ext uri="{FF2B5EF4-FFF2-40B4-BE49-F238E27FC236}">
                <a16:creationId xmlns:a16="http://schemas.microsoft.com/office/drawing/2014/main" id="{DD0BC81E-C16B-7EAB-4729-E5252AD3F8CC}"/>
              </a:ext>
            </a:extLst>
          </p:cNvPr>
          <p:cNvSpPr txBox="1"/>
          <p:nvPr/>
        </p:nvSpPr>
        <p:spPr>
          <a:xfrm>
            <a:off x="7157158" y="4909484"/>
            <a:ext cx="570089" cy="230832"/>
          </a:xfrm>
          <a:prstGeom prst="rect">
            <a:avLst/>
          </a:prstGeom>
          <a:noFill/>
        </p:spPr>
        <p:txBody>
          <a:bodyPr wrap="square" rtlCol="0">
            <a:spAutoFit/>
          </a:bodyPr>
          <a:lstStyle/>
          <a:p>
            <a:pPr algn="ctr"/>
            <a:r>
              <a:rPr lang="en-US" sz="900" dirty="0"/>
              <a:t>73</a:t>
            </a:r>
          </a:p>
        </p:txBody>
      </p:sp>
    </p:spTree>
    <p:extLst>
      <p:ext uri="{BB962C8B-B14F-4D97-AF65-F5344CB8AC3E}">
        <p14:creationId xmlns:p14="http://schemas.microsoft.com/office/powerpoint/2010/main" val="358900057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BDF5E-E855-EE9B-C723-DA9AB7D0399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2B34CAF-EE5B-38DA-5C28-84253FF436E9}"/>
              </a:ext>
            </a:extLst>
          </p:cNvPr>
          <p:cNvSpPr>
            <a:spLocks noGrp="1"/>
          </p:cNvSpPr>
          <p:nvPr>
            <p:ph sz="half" idx="1"/>
          </p:nvPr>
        </p:nvSpPr>
        <p:spPr/>
        <p:txBody>
          <a:bodyPr>
            <a:normAutofit lnSpcReduction="10000"/>
          </a:bodyPr>
          <a:lstStyle/>
          <a:p>
            <a:r>
              <a:rPr lang="en-US" dirty="0"/>
              <a:t>Reduce right center block.</a:t>
            </a:r>
          </a:p>
          <a:p>
            <a:r>
              <a:rPr lang="en-US" dirty="0"/>
              <a:t>Reduce lower right block.</a:t>
            </a:r>
          </a:p>
          <a:p>
            <a:r>
              <a:rPr lang="en-US" dirty="0"/>
              <a:t>Then, complete Column 9.</a:t>
            </a:r>
          </a:p>
        </p:txBody>
      </p:sp>
      <p:pic>
        <p:nvPicPr>
          <p:cNvPr id="4" name="Picture 3" descr="A grid of sudoku puzzle&#10;&#10;Description automatically generated">
            <a:extLst>
              <a:ext uri="{FF2B5EF4-FFF2-40B4-BE49-F238E27FC236}">
                <a16:creationId xmlns:a16="http://schemas.microsoft.com/office/drawing/2014/main" id="{99B7464B-D192-8462-3CB3-5E66A912A5A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81BE146-B097-3887-3D30-052E98AE17A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731988C-AC6B-20F6-43FE-69E009E1EB7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C92DA52-5577-D27B-D1A7-60FB1C96449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7018A2C-36DE-30C1-4137-98D2EAA7F8FF}"/>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00935E0C-8DB6-1744-008F-305F4DD3EAF5}"/>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4033F90-5523-98DB-0126-8415EBFA39F1}"/>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BE50FE34-36D8-2509-4D5D-C0E97F317710}"/>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9DB38EAA-20CF-57EC-120B-B7E252E9C651}"/>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4D1EE93D-4EFD-4CE4-E5F0-2A6ADC9E345A}"/>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79EEE707-41E1-78ED-064D-6E359E71837F}"/>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05F7D5B1-2BA3-DEFD-72E6-D0BBC69704A7}"/>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18ABA4A1-4B4C-CDC9-D3D9-A856F8D39A7B}"/>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FBCFD451-D406-71C7-9283-13A6DD5A91E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330DF042-73B0-B257-633A-FB7B09FD1B88}"/>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55B6CA4C-E2A3-52C8-A290-0477F4F57CF1}"/>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5" name="TextBox 14">
            <a:extLst>
              <a:ext uri="{FF2B5EF4-FFF2-40B4-BE49-F238E27FC236}">
                <a16:creationId xmlns:a16="http://schemas.microsoft.com/office/drawing/2014/main" id="{E46959F7-68F8-0799-43E5-A05498993E30}"/>
              </a:ext>
            </a:extLst>
          </p:cNvPr>
          <p:cNvSpPr txBox="1"/>
          <p:nvPr/>
        </p:nvSpPr>
        <p:spPr>
          <a:xfrm>
            <a:off x="5147734" y="901933"/>
            <a:ext cx="570089" cy="230832"/>
          </a:xfrm>
          <a:prstGeom prst="rect">
            <a:avLst/>
          </a:prstGeom>
          <a:noFill/>
        </p:spPr>
        <p:txBody>
          <a:bodyPr wrap="square" rtlCol="0">
            <a:spAutoFit/>
          </a:bodyPr>
          <a:lstStyle/>
          <a:p>
            <a:pPr algn="ctr"/>
            <a:r>
              <a:rPr lang="en-US" sz="900" dirty="0"/>
              <a:t>78</a:t>
            </a:r>
          </a:p>
        </p:txBody>
      </p:sp>
      <p:sp>
        <p:nvSpPr>
          <p:cNvPr id="17" name="TextBox 16">
            <a:extLst>
              <a:ext uri="{FF2B5EF4-FFF2-40B4-BE49-F238E27FC236}">
                <a16:creationId xmlns:a16="http://schemas.microsoft.com/office/drawing/2014/main" id="{5ABED37B-1586-6567-F606-8874F9AA9ECF}"/>
              </a:ext>
            </a:extLst>
          </p:cNvPr>
          <p:cNvSpPr txBox="1"/>
          <p:nvPr/>
        </p:nvSpPr>
        <p:spPr>
          <a:xfrm>
            <a:off x="5147734" y="1402877"/>
            <a:ext cx="570089" cy="230832"/>
          </a:xfrm>
          <a:prstGeom prst="rect">
            <a:avLst/>
          </a:prstGeom>
          <a:noFill/>
        </p:spPr>
        <p:txBody>
          <a:bodyPr wrap="square" rtlCol="0">
            <a:spAutoFit/>
          </a:bodyPr>
          <a:lstStyle/>
          <a:p>
            <a:pPr algn="ctr"/>
            <a:r>
              <a:rPr lang="en-US" sz="900" dirty="0"/>
              <a:t>87</a:t>
            </a:r>
          </a:p>
        </p:txBody>
      </p:sp>
      <p:sp>
        <p:nvSpPr>
          <p:cNvPr id="61" name="TextBox 60">
            <a:extLst>
              <a:ext uri="{FF2B5EF4-FFF2-40B4-BE49-F238E27FC236}">
                <a16:creationId xmlns:a16="http://schemas.microsoft.com/office/drawing/2014/main" id="{85F5A516-1B97-E8BC-9F8D-FD6E996763C4}"/>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67FB3B12-FAB6-1E57-1577-224EEE9D4888}"/>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EE738052-25ED-861A-4713-4FA220AED808}"/>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D797DA37-2311-FDE9-CEF5-EBC555EC312E}"/>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E7321DEA-002C-2D56-AF01-1A46251CA1B9}"/>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963AECD1-059A-7EF5-FFCB-773F75E0156D}"/>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7B567DBB-3A73-F7D5-B854-9FCCA6915735}"/>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36345A70-4AF9-126E-0643-FC3BC3A3DD89}"/>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E0E78933-A8BB-8E11-206E-BD0F29FFE38A}"/>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837A587F-CBBE-E1C8-6C7E-81F2170C52ED}"/>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4" name="TextBox 53">
            <a:extLst>
              <a:ext uri="{FF2B5EF4-FFF2-40B4-BE49-F238E27FC236}">
                <a16:creationId xmlns:a16="http://schemas.microsoft.com/office/drawing/2014/main" id="{831DE7C6-0938-B48C-4C10-FD989E312D99}"/>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AB4BCB2-792F-F3A9-489E-A537805557F3}"/>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6037D50D-5BF0-D83B-5D04-F2656389EC62}"/>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51" name="TextBox 50">
            <a:extLst>
              <a:ext uri="{FF2B5EF4-FFF2-40B4-BE49-F238E27FC236}">
                <a16:creationId xmlns:a16="http://schemas.microsoft.com/office/drawing/2014/main" id="{C99370A8-F71B-7C3F-9739-C85EF7A3C99F}"/>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D00717EF-046D-CD65-FE5C-AF5E961E97A0}"/>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28581FA3-E5F7-D266-7A58-5CBBCAD071CA}"/>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256D5562-CD55-7126-A41F-0F9A0D49BDBC}"/>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9E1B0D9A-8CC8-32B5-490A-CD7119BD2F3E}"/>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C1FB0B53-75AC-1718-E4ED-C91261F41B9C}"/>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58" name="TextBox 57">
            <a:extLst>
              <a:ext uri="{FF2B5EF4-FFF2-40B4-BE49-F238E27FC236}">
                <a16:creationId xmlns:a16="http://schemas.microsoft.com/office/drawing/2014/main" id="{EE21838D-4CB1-71FF-F657-49734538F904}"/>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54E845A5-9B3F-0913-5E9A-30D3C27DD29C}"/>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B9F05F29-021E-F175-3586-0ACB0119F174}"/>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57806B57-D4F8-1F65-B5CE-D029C81E0572}"/>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51BD7F43-A52B-8CFE-AA8E-8D016C47B231}"/>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5" name="TextBox 64">
            <a:extLst>
              <a:ext uri="{FF2B5EF4-FFF2-40B4-BE49-F238E27FC236}">
                <a16:creationId xmlns:a16="http://schemas.microsoft.com/office/drawing/2014/main" id="{4571B7EF-954A-C0C7-9104-79FA26603C8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D279C57C-C1F7-6E3F-106A-D53F8893C4F7}"/>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35FE459C-2E8B-0405-0261-191C9D3EF849}"/>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53176A9F-294E-493E-1E26-7BDB16E3E116}"/>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69" name="TextBox 68">
            <a:extLst>
              <a:ext uri="{FF2B5EF4-FFF2-40B4-BE49-F238E27FC236}">
                <a16:creationId xmlns:a16="http://schemas.microsoft.com/office/drawing/2014/main" id="{9EFD7CFF-B5E2-9732-E7B0-AB82B115DB69}"/>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70CCC536-425F-9C29-C337-D7AEF86CC11A}"/>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CB427B3-4808-D779-F3D6-829D673734E6}"/>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14" name="TextBox 13">
            <a:extLst>
              <a:ext uri="{FF2B5EF4-FFF2-40B4-BE49-F238E27FC236}">
                <a16:creationId xmlns:a16="http://schemas.microsoft.com/office/drawing/2014/main" id="{F0CCA119-8CCF-1036-C3BC-22203816DB8C}"/>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24" name="TextBox 23">
            <a:extLst>
              <a:ext uri="{FF2B5EF4-FFF2-40B4-BE49-F238E27FC236}">
                <a16:creationId xmlns:a16="http://schemas.microsoft.com/office/drawing/2014/main" id="{C4A7E62D-3116-F387-C2AA-E15AFD667060}"/>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32" name="TextBox 31">
            <a:extLst>
              <a:ext uri="{FF2B5EF4-FFF2-40B4-BE49-F238E27FC236}">
                <a16:creationId xmlns:a16="http://schemas.microsoft.com/office/drawing/2014/main" id="{30219985-EB36-349C-09AA-D9552A3841B8}"/>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5" name="TextBox 34">
            <a:extLst>
              <a:ext uri="{FF2B5EF4-FFF2-40B4-BE49-F238E27FC236}">
                <a16:creationId xmlns:a16="http://schemas.microsoft.com/office/drawing/2014/main" id="{09748B56-6674-4B1F-3B4F-6791EC3D3AF1}"/>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36" name="TextBox 35">
            <a:extLst>
              <a:ext uri="{FF2B5EF4-FFF2-40B4-BE49-F238E27FC236}">
                <a16:creationId xmlns:a16="http://schemas.microsoft.com/office/drawing/2014/main" id="{41ABD889-81EE-AD2E-87F6-0673C481135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D36E9724-0351-7093-6D45-333DD3583053}"/>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45" name="TextBox 44">
            <a:extLst>
              <a:ext uri="{FF2B5EF4-FFF2-40B4-BE49-F238E27FC236}">
                <a16:creationId xmlns:a16="http://schemas.microsoft.com/office/drawing/2014/main" id="{59E2EEC7-3F26-90AB-368D-CD923DA91033}"/>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13540854-CEF9-BDE7-158A-3CBB57064EBA}"/>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4C0B7773-9A89-C8C2-3E2B-DF3D242D5D53}"/>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D7E53772-5D11-CAE3-DCE7-C1C002421E3C}"/>
              </a:ext>
            </a:extLst>
          </p:cNvPr>
          <p:cNvSpPr txBox="1"/>
          <p:nvPr/>
        </p:nvSpPr>
        <p:spPr>
          <a:xfrm>
            <a:off x="3217333" y="122455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8A235C4B-4E42-8D26-35A5-FC278E5E8F59}"/>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BB648EF9-DB3E-B4AE-59AC-BF305C6D6207}"/>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56" name="TextBox 55">
            <a:extLst>
              <a:ext uri="{FF2B5EF4-FFF2-40B4-BE49-F238E27FC236}">
                <a16:creationId xmlns:a16="http://schemas.microsoft.com/office/drawing/2014/main" id="{8FCE10C9-2D19-5157-46C1-90BD4DF6EB87}"/>
              </a:ext>
            </a:extLst>
          </p:cNvPr>
          <p:cNvSpPr txBox="1"/>
          <p:nvPr/>
        </p:nvSpPr>
        <p:spPr>
          <a:xfrm>
            <a:off x="3716867" y="1727886"/>
            <a:ext cx="462845" cy="584775"/>
          </a:xfrm>
          <a:prstGeom prst="rect">
            <a:avLst/>
          </a:prstGeom>
          <a:noFill/>
        </p:spPr>
        <p:txBody>
          <a:bodyPr wrap="square" rtlCol="0">
            <a:spAutoFit/>
          </a:bodyPr>
          <a:lstStyle/>
          <a:p>
            <a:pPr algn="ctr"/>
            <a:r>
              <a:rPr lang="en-US" sz="3200" dirty="0"/>
              <a:t>5</a:t>
            </a:r>
          </a:p>
        </p:txBody>
      </p:sp>
      <p:sp>
        <p:nvSpPr>
          <p:cNvPr id="59" name="TextBox 58">
            <a:extLst>
              <a:ext uri="{FF2B5EF4-FFF2-40B4-BE49-F238E27FC236}">
                <a16:creationId xmlns:a16="http://schemas.microsoft.com/office/drawing/2014/main" id="{F9FC1407-91A7-432B-281D-68D2D006DA95}"/>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72" name="TextBox 71">
            <a:extLst>
              <a:ext uri="{FF2B5EF4-FFF2-40B4-BE49-F238E27FC236}">
                <a16:creationId xmlns:a16="http://schemas.microsoft.com/office/drawing/2014/main" id="{C385DB34-D3F7-385B-96AA-F8585B72DF0E}"/>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40" name="TextBox 39">
            <a:extLst>
              <a:ext uri="{FF2B5EF4-FFF2-40B4-BE49-F238E27FC236}">
                <a16:creationId xmlns:a16="http://schemas.microsoft.com/office/drawing/2014/main" id="{554AF735-7432-BDB9-032B-622D07C43ED5}"/>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50" name="TextBox 49">
            <a:extLst>
              <a:ext uri="{FF2B5EF4-FFF2-40B4-BE49-F238E27FC236}">
                <a16:creationId xmlns:a16="http://schemas.microsoft.com/office/drawing/2014/main" id="{60A7E7A6-F737-C2C7-A09D-C84465376E45}"/>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6147D022-FD96-AFB7-4380-9EC34F9A63B1}"/>
              </a:ext>
            </a:extLst>
          </p:cNvPr>
          <p:cNvSpPr txBox="1"/>
          <p:nvPr/>
        </p:nvSpPr>
        <p:spPr>
          <a:xfrm>
            <a:off x="3217333" y="4244561"/>
            <a:ext cx="462845" cy="584775"/>
          </a:xfrm>
          <a:prstGeom prst="rect">
            <a:avLst/>
          </a:prstGeom>
          <a:noFill/>
        </p:spPr>
        <p:txBody>
          <a:bodyPr wrap="square" rtlCol="0">
            <a:spAutoFit/>
          </a:bodyPr>
          <a:lstStyle/>
          <a:p>
            <a:pPr algn="ctr"/>
            <a:r>
              <a:rPr lang="en-US" sz="3200" dirty="0"/>
              <a:t>7</a:t>
            </a:r>
          </a:p>
        </p:txBody>
      </p:sp>
      <p:sp>
        <p:nvSpPr>
          <p:cNvPr id="77" name="TextBox 76">
            <a:extLst>
              <a:ext uri="{FF2B5EF4-FFF2-40B4-BE49-F238E27FC236}">
                <a16:creationId xmlns:a16="http://schemas.microsoft.com/office/drawing/2014/main" id="{F89FB589-EBAB-EE8F-CADA-066436F6B178}"/>
              </a:ext>
            </a:extLst>
          </p:cNvPr>
          <p:cNvSpPr txBox="1"/>
          <p:nvPr/>
        </p:nvSpPr>
        <p:spPr>
          <a:xfrm>
            <a:off x="4216401" y="4244561"/>
            <a:ext cx="462845" cy="584775"/>
          </a:xfrm>
          <a:prstGeom prst="rect">
            <a:avLst/>
          </a:prstGeom>
          <a:noFill/>
        </p:spPr>
        <p:txBody>
          <a:bodyPr wrap="square" rtlCol="0">
            <a:spAutoFit/>
          </a:bodyPr>
          <a:lstStyle/>
          <a:p>
            <a:pPr algn="ctr"/>
            <a:r>
              <a:rPr lang="en-US" sz="3200" dirty="0"/>
              <a:t>3</a:t>
            </a:r>
          </a:p>
        </p:txBody>
      </p:sp>
      <p:sp>
        <p:nvSpPr>
          <p:cNvPr id="78" name="TextBox 77">
            <a:extLst>
              <a:ext uri="{FF2B5EF4-FFF2-40B4-BE49-F238E27FC236}">
                <a16:creationId xmlns:a16="http://schemas.microsoft.com/office/drawing/2014/main" id="{D7D4A4F9-E2A6-B051-61B2-66FB82DEF09A}"/>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45F046ED-B431-0B77-D5B1-B5B7C4E5FE05}"/>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0" name="TextBox 59">
            <a:extLst>
              <a:ext uri="{FF2B5EF4-FFF2-40B4-BE49-F238E27FC236}">
                <a16:creationId xmlns:a16="http://schemas.microsoft.com/office/drawing/2014/main" id="{FA131CA0-117E-B16D-D76A-C767A1A62270}"/>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91939946-9961-5132-5B4A-88C516BDEAF7}"/>
              </a:ext>
            </a:extLst>
          </p:cNvPr>
          <p:cNvSpPr txBox="1"/>
          <p:nvPr/>
        </p:nvSpPr>
        <p:spPr>
          <a:xfrm>
            <a:off x="6714071" y="323789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D1F241A1-3B67-4FBF-F79C-3F2CF8E3395A}"/>
              </a:ext>
            </a:extLst>
          </p:cNvPr>
          <p:cNvSpPr txBox="1"/>
          <p:nvPr/>
        </p:nvSpPr>
        <p:spPr>
          <a:xfrm>
            <a:off x="7213604" y="3237891"/>
            <a:ext cx="462845" cy="584775"/>
          </a:xfrm>
          <a:prstGeom prst="rect">
            <a:avLst/>
          </a:prstGeom>
          <a:noFill/>
        </p:spPr>
        <p:txBody>
          <a:bodyPr wrap="square" rtlCol="0">
            <a:spAutoFit/>
          </a:bodyPr>
          <a:lstStyle/>
          <a:p>
            <a:pPr algn="ctr"/>
            <a:r>
              <a:rPr lang="en-US" sz="3200" dirty="0"/>
              <a:t>6</a:t>
            </a:r>
          </a:p>
        </p:txBody>
      </p:sp>
      <p:sp>
        <p:nvSpPr>
          <p:cNvPr id="74" name="TextBox 73">
            <a:extLst>
              <a:ext uri="{FF2B5EF4-FFF2-40B4-BE49-F238E27FC236}">
                <a16:creationId xmlns:a16="http://schemas.microsoft.com/office/drawing/2014/main" id="{F826389F-3C72-5B35-D26C-FF0058456D27}"/>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5" name="TextBox 74">
            <a:extLst>
              <a:ext uri="{FF2B5EF4-FFF2-40B4-BE49-F238E27FC236}">
                <a16:creationId xmlns:a16="http://schemas.microsoft.com/office/drawing/2014/main" id="{FA393D93-F8A8-D024-1C9E-C2A77A88937D}"/>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84" name="TextBox 83">
            <a:extLst>
              <a:ext uri="{FF2B5EF4-FFF2-40B4-BE49-F238E27FC236}">
                <a16:creationId xmlns:a16="http://schemas.microsoft.com/office/drawing/2014/main" id="{13385800-2AFB-6F35-FB1F-63F98A1F1F57}"/>
              </a:ext>
            </a:extLst>
          </p:cNvPr>
          <p:cNvSpPr txBox="1"/>
          <p:nvPr/>
        </p:nvSpPr>
        <p:spPr>
          <a:xfrm>
            <a:off x="6714071" y="4747898"/>
            <a:ext cx="462845" cy="584775"/>
          </a:xfrm>
          <a:prstGeom prst="rect">
            <a:avLst/>
          </a:prstGeom>
          <a:noFill/>
        </p:spPr>
        <p:txBody>
          <a:bodyPr wrap="square" rtlCol="0">
            <a:spAutoFit/>
          </a:bodyPr>
          <a:lstStyle/>
          <a:p>
            <a:pPr algn="ctr"/>
            <a:r>
              <a:rPr lang="en-US" sz="3200" dirty="0"/>
              <a:t>3</a:t>
            </a:r>
          </a:p>
        </p:txBody>
      </p:sp>
      <p:sp>
        <p:nvSpPr>
          <p:cNvPr id="85" name="TextBox 84">
            <a:extLst>
              <a:ext uri="{FF2B5EF4-FFF2-40B4-BE49-F238E27FC236}">
                <a16:creationId xmlns:a16="http://schemas.microsoft.com/office/drawing/2014/main" id="{2737FC2C-C709-A068-E191-5403A9E843ED}"/>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24673264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AD4C7-79BF-B34B-2630-1E08E581E1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BF8C80F-E280-0BA9-846B-8B83D76D49EA}"/>
              </a:ext>
            </a:extLst>
          </p:cNvPr>
          <p:cNvSpPr>
            <a:spLocks noGrp="1"/>
          </p:cNvSpPr>
          <p:nvPr>
            <p:ph sz="half" idx="1"/>
          </p:nvPr>
        </p:nvSpPr>
        <p:spPr/>
        <p:txBody>
          <a:bodyPr>
            <a:normAutofit/>
          </a:bodyPr>
          <a:lstStyle/>
          <a:p>
            <a:r>
              <a:rPr lang="en-US" dirty="0"/>
              <a:t>Reduce and finish puzzle.</a:t>
            </a:r>
          </a:p>
        </p:txBody>
      </p:sp>
      <p:pic>
        <p:nvPicPr>
          <p:cNvPr id="4" name="Picture 3" descr="A grid of sudoku puzzle&#10;&#10;Description automatically generated">
            <a:extLst>
              <a:ext uri="{FF2B5EF4-FFF2-40B4-BE49-F238E27FC236}">
                <a16:creationId xmlns:a16="http://schemas.microsoft.com/office/drawing/2014/main" id="{8216D399-2247-4AA6-2B23-DC06A996BC5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D319D23-4D4B-BAC5-BB62-E462C5BA2DC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5FAB56D-C595-1919-D309-292D7414D09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2E103A-7CF9-DE9A-D9D2-808BB8C722D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DD174A3-2076-7D03-C07A-7B9E2A8CF12E}"/>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C254C70A-42BA-28C4-3A0D-1EC15F68E6B6}"/>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8785E357-D954-C25A-91F7-0093CFC645B2}"/>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77D05BAA-49E9-1AB4-6404-02DA8706DB20}"/>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DC3695A9-0E6E-F4DE-ECD3-0D6F3C4DDBAA}"/>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E2F2BCCE-A14D-4871-B74A-706869C834FE}"/>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1EB4549B-9533-4BF6-F9BF-9BB26F1E456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21D2CCB9-D4C0-702F-9ECC-291C193E8763}"/>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57686496-549B-4909-B802-69566D6125DA}"/>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001E7249-110D-AA63-519F-55A25CFDD2D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52CAAC3E-A258-2B52-1ED0-AA3695D54ECF}"/>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A1ED2AB5-0BBE-D276-AED8-FC85D2318463}"/>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2A84EEEF-C729-33A4-EB2D-6D758D695F6C}"/>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1127C633-980F-9759-AB18-97DC4115B234}"/>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9C96D265-EC8A-729A-5692-8570B789F0E6}"/>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23CC9994-FF5D-190B-434D-14F85D1734A8}"/>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71EA820F-3451-5FAE-04BF-0E0B5EFB527C}"/>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922213D8-E055-E560-1C70-2019F1BA41AD}"/>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52BC1E20-0D43-5CBF-E681-B6F322F7279D}"/>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6E0C2DDC-8CD5-3626-CCD6-370E703F7853}"/>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30E62C2A-4C5F-5E7F-8BB6-FFC15735527B}"/>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A3CD1B0D-BE2E-B8CF-A012-81D5BFA53163}"/>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4" name="TextBox 53">
            <a:extLst>
              <a:ext uri="{FF2B5EF4-FFF2-40B4-BE49-F238E27FC236}">
                <a16:creationId xmlns:a16="http://schemas.microsoft.com/office/drawing/2014/main" id="{01B6983F-8215-01D8-E3CA-29A92E556A40}"/>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EDF8DB1-A1EE-2F04-86C8-8B2B3EDFA462}"/>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29BCF5AE-CC6D-F928-3C68-0DBA6471B822}"/>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51" name="TextBox 50">
            <a:extLst>
              <a:ext uri="{FF2B5EF4-FFF2-40B4-BE49-F238E27FC236}">
                <a16:creationId xmlns:a16="http://schemas.microsoft.com/office/drawing/2014/main" id="{35336F05-3CCD-9607-B898-E83027F5F994}"/>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66BE809E-01B4-3C35-1763-16EF53E9D8ED}"/>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7437D63B-D7BA-BC23-4AAD-04CA5D5FC34E}"/>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6548E787-1C07-28A4-BE56-A69C6956F566}"/>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C922FCD4-3DBF-8527-44C8-73B5C615F23C}"/>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3EF1E441-A0DC-8877-947A-71BFA3DF23B7}"/>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58" name="TextBox 57">
            <a:extLst>
              <a:ext uri="{FF2B5EF4-FFF2-40B4-BE49-F238E27FC236}">
                <a16:creationId xmlns:a16="http://schemas.microsoft.com/office/drawing/2014/main" id="{DCF0F292-E60A-079A-10DB-282103CE80B9}"/>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CDA5351B-E2DF-6333-BF7B-6C54C684F420}"/>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72045E9-885C-DBDD-4149-B4B55AA6B57B}"/>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634C29D4-69E4-CB02-B9C1-A670575373F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A9710B8A-36C4-C9DF-3ACC-7BDA1042FEE2}"/>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5" name="TextBox 64">
            <a:extLst>
              <a:ext uri="{FF2B5EF4-FFF2-40B4-BE49-F238E27FC236}">
                <a16:creationId xmlns:a16="http://schemas.microsoft.com/office/drawing/2014/main" id="{FCEA9472-265E-BA08-69ED-16DABD8DD1E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901AD28C-A5C3-23C5-9CAE-FD79CBA19498}"/>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08A94665-51E1-4C9E-5C63-7717B27AD16A}"/>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535E13BF-9E91-14B5-C7E1-B8C908C01E3F}"/>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69" name="TextBox 68">
            <a:extLst>
              <a:ext uri="{FF2B5EF4-FFF2-40B4-BE49-F238E27FC236}">
                <a16:creationId xmlns:a16="http://schemas.microsoft.com/office/drawing/2014/main" id="{EDAD7C0C-E7AF-5C6F-66EA-091DCB0AD967}"/>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D2C5749E-B00D-B171-A02E-17DD06EA6267}"/>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FCD417EE-F10A-C576-C032-931B12A0FD97}"/>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14" name="TextBox 13">
            <a:extLst>
              <a:ext uri="{FF2B5EF4-FFF2-40B4-BE49-F238E27FC236}">
                <a16:creationId xmlns:a16="http://schemas.microsoft.com/office/drawing/2014/main" id="{D06F7A33-59B6-F277-C623-2A174BADAA45}"/>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24" name="TextBox 23">
            <a:extLst>
              <a:ext uri="{FF2B5EF4-FFF2-40B4-BE49-F238E27FC236}">
                <a16:creationId xmlns:a16="http://schemas.microsoft.com/office/drawing/2014/main" id="{EE6B6B59-2469-9C22-4E11-00FA3274560C}"/>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32" name="TextBox 31">
            <a:extLst>
              <a:ext uri="{FF2B5EF4-FFF2-40B4-BE49-F238E27FC236}">
                <a16:creationId xmlns:a16="http://schemas.microsoft.com/office/drawing/2014/main" id="{BF0D5E81-1715-AA7C-5B2C-AED2035AEEB8}"/>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35" name="TextBox 34">
            <a:extLst>
              <a:ext uri="{FF2B5EF4-FFF2-40B4-BE49-F238E27FC236}">
                <a16:creationId xmlns:a16="http://schemas.microsoft.com/office/drawing/2014/main" id="{992FE45A-6369-7730-21D4-4644D0E48B08}"/>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36" name="TextBox 35">
            <a:extLst>
              <a:ext uri="{FF2B5EF4-FFF2-40B4-BE49-F238E27FC236}">
                <a16:creationId xmlns:a16="http://schemas.microsoft.com/office/drawing/2014/main" id="{24EA6B5C-F9C0-D030-EA3C-E1FE2C6E816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22F8459C-E7E3-F9D6-E0FC-F50F85C36516}"/>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45" name="TextBox 44">
            <a:extLst>
              <a:ext uri="{FF2B5EF4-FFF2-40B4-BE49-F238E27FC236}">
                <a16:creationId xmlns:a16="http://schemas.microsoft.com/office/drawing/2014/main" id="{FF5F7F1C-5C96-7AC6-4B26-899206CAE220}"/>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A74C7F18-92E7-740F-AEA4-9DF823C46B5B}"/>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89953EFD-60C4-A6EE-13F4-E20524C3C8CF}"/>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788B11C6-D655-D9CC-790D-7F2BCB486133}"/>
              </a:ext>
            </a:extLst>
          </p:cNvPr>
          <p:cNvSpPr txBox="1"/>
          <p:nvPr/>
        </p:nvSpPr>
        <p:spPr>
          <a:xfrm>
            <a:off x="3217333" y="122455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8AC1035D-54F8-FF1C-1A7A-AF684576B016}"/>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4D0A3947-D992-F34E-EC42-21963D74CCFF}"/>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56" name="TextBox 55">
            <a:extLst>
              <a:ext uri="{FF2B5EF4-FFF2-40B4-BE49-F238E27FC236}">
                <a16:creationId xmlns:a16="http://schemas.microsoft.com/office/drawing/2014/main" id="{C9233D4F-CDD3-4622-6CDF-71033F10310E}"/>
              </a:ext>
            </a:extLst>
          </p:cNvPr>
          <p:cNvSpPr txBox="1"/>
          <p:nvPr/>
        </p:nvSpPr>
        <p:spPr>
          <a:xfrm>
            <a:off x="3716867" y="1727886"/>
            <a:ext cx="462845" cy="584775"/>
          </a:xfrm>
          <a:prstGeom prst="rect">
            <a:avLst/>
          </a:prstGeom>
          <a:noFill/>
        </p:spPr>
        <p:txBody>
          <a:bodyPr wrap="square" rtlCol="0">
            <a:spAutoFit/>
          </a:bodyPr>
          <a:lstStyle/>
          <a:p>
            <a:pPr algn="ctr"/>
            <a:r>
              <a:rPr lang="en-US" sz="3200" dirty="0"/>
              <a:t>5</a:t>
            </a:r>
          </a:p>
        </p:txBody>
      </p:sp>
      <p:sp>
        <p:nvSpPr>
          <p:cNvPr id="59" name="TextBox 58">
            <a:extLst>
              <a:ext uri="{FF2B5EF4-FFF2-40B4-BE49-F238E27FC236}">
                <a16:creationId xmlns:a16="http://schemas.microsoft.com/office/drawing/2014/main" id="{D02CF27D-98FA-A90D-32BE-994051D59200}"/>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72" name="TextBox 71">
            <a:extLst>
              <a:ext uri="{FF2B5EF4-FFF2-40B4-BE49-F238E27FC236}">
                <a16:creationId xmlns:a16="http://schemas.microsoft.com/office/drawing/2014/main" id="{1775D45F-CB1A-DC76-FFE1-A1DBB7408403}"/>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40" name="TextBox 39">
            <a:extLst>
              <a:ext uri="{FF2B5EF4-FFF2-40B4-BE49-F238E27FC236}">
                <a16:creationId xmlns:a16="http://schemas.microsoft.com/office/drawing/2014/main" id="{930964E7-A0F3-CD9D-82C1-F44A4100D8D3}"/>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50" name="TextBox 49">
            <a:extLst>
              <a:ext uri="{FF2B5EF4-FFF2-40B4-BE49-F238E27FC236}">
                <a16:creationId xmlns:a16="http://schemas.microsoft.com/office/drawing/2014/main" id="{08950D45-E97F-37A1-0DFB-7DFB83A6DF7A}"/>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4693CFDA-B29F-C175-E169-004E10179197}"/>
              </a:ext>
            </a:extLst>
          </p:cNvPr>
          <p:cNvSpPr txBox="1"/>
          <p:nvPr/>
        </p:nvSpPr>
        <p:spPr>
          <a:xfrm>
            <a:off x="3217333" y="4244561"/>
            <a:ext cx="462845" cy="584775"/>
          </a:xfrm>
          <a:prstGeom prst="rect">
            <a:avLst/>
          </a:prstGeom>
          <a:noFill/>
        </p:spPr>
        <p:txBody>
          <a:bodyPr wrap="square" rtlCol="0">
            <a:spAutoFit/>
          </a:bodyPr>
          <a:lstStyle/>
          <a:p>
            <a:pPr algn="ctr"/>
            <a:r>
              <a:rPr lang="en-US" sz="3200" dirty="0"/>
              <a:t>7</a:t>
            </a:r>
          </a:p>
        </p:txBody>
      </p:sp>
      <p:sp>
        <p:nvSpPr>
          <p:cNvPr id="77" name="TextBox 76">
            <a:extLst>
              <a:ext uri="{FF2B5EF4-FFF2-40B4-BE49-F238E27FC236}">
                <a16:creationId xmlns:a16="http://schemas.microsoft.com/office/drawing/2014/main" id="{9A43AFFB-0868-74BE-4CF6-F3A6EBB9BE35}"/>
              </a:ext>
            </a:extLst>
          </p:cNvPr>
          <p:cNvSpPr txBox="1"/>
          <p:nvPr/>
        </p:nvSpPr>
        <p:spPr>
          <a:xfrm>
            <a:off x="4216401" y="4244561"/>
            <a:ext cx="462845" cy="584775"/>
          </a:xfrm>
          <a:prstGeom prst="rect">
            <a:avLst/>
          </a:prstGeom>
          <a:noFill/>
        </p:spPr>
        <p:txBody>
          <a:bodyPr wrap="square" rtlCol="0">
            <a:spAutoFit/>
          </a:bodyPr>
          <a:lstStyle/>
          <a:p>
            <a:pPr algn="ctr"/>
            <a:r>
              <a:rPr lang="en-US" sz="3200" dirty="0"/>
              <a:t>3</a:t>
            </a:r>
          </a:p>
        </p:txBody>
      </p:sp>
      <p:sp>
        <p:nvSpPr>
          <p:cNvPr id="78" name="TextBox 77">
            <a:extLst>
              <a:ext uri="{FF2B5EF4-FFF2-40B4-BE49-F238E27FC236}">
                <a16:creationId xmlns:a16="http://schemas.microsoft.com/office/drawing/2014/main" id="{2EC2FA81-BC4C-891C-E60C-3A707744FA21}"/>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E8449D5C-95DA-F3B3-FE77-854DDAFFFF7D}"/>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0" name="TextBox 59">
            <a:extLst>
              <a:ext uri="{FF2B5EF4-FFF2-40B4-BE49-F238E27FC236}">
                <a16:creationId xmlns:a16="http://schemas.microsoft.com/office/drawing/2014/main" id="{E0A0A4FF-3EB0-341D-FC0D-DF0F9024D892}"/>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022F267F-ED69-E729-4DFD-7094C21E153F}"/>
              </a:ext>
            </a:extLst>
          </p:cNvPr>
          <p:cNvSpPr txBox="1"/>
          <p:nvPr/>
        </p:nvSpPr>
        <p:spPr>
          <a:xfrm>
            <a:off x="6714071" y="3237891"/>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ECB751F0-5237-E21B-E034-B8EA331432F5}"/>
              </a:ext>
            </a:extLst>
          </p:cNvPr>
          <p:cNvSpPr txBox="1"/>
          <p:nvPr/>
        </p:nvSpPr>
        <p:spPr>
          <a:xfrm>
            <a:off x="7213604" y="3237891"/>
            <a:ext cx="462845" cy="584775"/>
          </a:xfrm>
          <a:prstGeom prst="rect">
            <a:avLst/>
          </a:prstGeom>
          <a:noFill/>
        </p:spPr>
        <p:txBody>
          <a:bodyPr wrap="square" rtlCol="0">
            <a:spAutoFit/>
          </a:bodyPr>
          <a:lstStyle/>
          <a:p>
            <a:pPr algn="ctr"/>
            <a:r>
              <a:rPr lang="en-US" sz="3200" dirty="0"/>
              <a:t>6</a:t>
            </a:r>
          </a:p>
        </p:txBody>
      </p:sp>
      <p:sp>
        <p:nvSpPr>
          <p:cNvPr id="74" name="TextBox 73">
            <a:extLst>
              <a:ext uri="{FF2B5EF4-FFF2-40B4-BE49-F238E27FC236}">
                <a16:creationId xmlns:a16="http://schemas.microsoft.com/office/drawing/2014/main" id="{D56AF2AD-7CC1-7CC8-0C14-DBBAF3C815F9}"/>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5" name="TextBox 74">
            <a:extLst>
              <a:ext uri="{FF2B5EF4-FFF2-40B4-BE49-F238E27FC236}">
                <a16:creationId xmlns:a16="http://schemas.microsoft.com/office/drawing/2014/main" id="{15D2F589-3A65-CA2D-C44F-2446A8409777}"/>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84" name="TextBox 83">
            <a:extLst>
              <a:ext uri="{FF2B5EF4-FFF2-40B4-BE49-F238E27FC236}">
                <a16:creationId xmlns:a16="http://schemas.microsoft.com/office/drawing/2014/main" id="{8DD3D564-3F74-DC29-D281-9F5FFACD972D}"/>
              </a:ext>
            </a:extLst>
          </p:cNvPr>
          <p:cNvSpPr txBox="1"/>
          <p:nvPr/>
        </p:nvSpPr>
        <p:spPr>
          <a:xfrm>
            <a:off x="6714071" y="4747898"/>
            <a:ext cx="462845" cy="584775"/>
          </a:xfrm>
          <a:prstGeom prst="rect">
            <a:avLst/>
          </a:prstGeom>
          <a:noFill/>
        </p:spPr>
        <p:txBody>
          <a:bodyPr wrap="square" rtlCol="0">
            <a:spAutoFit/>
          </a:bodyPr>
          <a:lstStyle/>
          <a:p>
            <a:pPr algn="ctr"/>
            <a:r>
              <a:rPr lang="en-US" sz="3200" dirty="0"/>
              <a:t>3</a:t>
            </a:r>
          </a:p>
        </p:txBody>
      </p:sp>
      <p:sp>
        <p:nvSpPr>
          <p:cNvPr id="85" name="TextBox 84">
            <a:extLst>
              <a:ext uri="{FF2B5EF4-FFF2-40B4-BE49-F238E27FC236}">
                <a16:creationId xmlns:a16="http://schemas.microsoft.com/office/drawing/2014/main" id="{2FD76303-FB58-4F20-8964-9A5FBEE3C043}"/>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DABA5A5D-357F-27BD-AFBC-954931875F82}"/>
              </a:ext>
            </a:extLst>
          </p:cNvPr>
          <p:cNvSpPr txBox="1"/>
          <p:nvPr/>
        </p:nvSpPr>
        <p:spPr>
          <a:xfrm>
            <a:off x="5215469" y="1224551"/>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69F41F8E-62B9-5B28-BAC6-7ADF84662944}"/>
              </a:ext>
            </a:extLst>
          </p:cNvPr>
          <p:cNvSpPr txBox="1"/>
          <p:nvPr/>
        </p:nvSpPr>
        <p:spPr>
          <a:xfrm>
            <a:off x="5215469" y="721216"/>
            <a:ext cx="462845" cy="584775"/>
          </a:xfrm>
          <a:prstGeom prst="rect">
            <a:avLst/>
          </a:prstGeom>
          <a:noFill/>
        </p:spPr>
        <p:txBody>
          <a:bodyPr wrap="square" rtlCol="0">
            <a:spAutoFit/>
          </a:bodyPr>
          <a:lstStyle/>
          <a:p>
            <a:pPr algn="ctr"/>
            <a:r>
              <a:rPr lang="en-US" sz="3200" dirty="0"/>
              <a:t>7</a:t>
            </a:r>
          </a:p>
        </p:txBody>
      </p:sp>
      <p:sp>
        <p:nvSpPr>
          <p:cNvPr id="80" name="TextBox 79">
            <a:extLst>
              <a:ext uri="{FF2B5EF4-FFF2-40B4-BE49-F238E27FC236}">
                <a16:creationId xmlns:a16="http://schemas.microsoft.com/office/drawing/2014/main" id="{756B7712-22D0-5DCC-FF8B-18AB9FFAB34E}"/>
              </a:ext>
            </a:extLst>
          </p:cNvPr>
          <p:cNvSpPr txBox="1"/>
          <p:nvPr/>
        </p:nvSpPr>
        <p:spPr>
          <a:xfrm>
            <a:off x="6214537" y="1224551"/>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710B0931-BBC2-75FF-A72F-9DE4376C51A9}"/>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82" name="TextBox 81">
            <a:extLst>
              <a:ext uri="{FF2B5EF4-FFF2-40B4-BE49-F238E27FC236}">
                <a16:creationId xmlns:a16="http://schemas.microsoft.com/office/drawing/2014/main" id="{EA8E32F0-578F-B8AC-E80F-6720E5C57801}"/>
              </a:ext>
            </a:extLst>
          </p:cNvPr>
          <p:cNvSpPr txBox="1"/>
          <p:nvPr/>
        </p:nvSpPr>
        <p:spPr>
          <a:xfrm>
            <a:off x="6214537" y="72121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CA8DDF71-47F2-77C7-A7D5-C1C35C40574C}"/>
              </a:ext>
            </a:extLst>
          </p:cNvPr>
          <p:cNvSpPr txBox="1"/>
          <p:nvPr/>
        </p:nvSpPr>
        <p:spPr>
          <a:xfrm>
            <a:off x="6714071"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8154649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11673</TotalTime>
  <Words>4176</Words>
  <Application>Microsoft Macintosh PowerPoint</Application>
  <PresentationFormat>Widescreen</PresentationFormat>
  <Paragraphs>2874</Paragraphs>
  <Slides>69</Slides>
  <Notes>69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69</vt:i4>
      </vt:variant>
    </vt:vector>
  </HeadingPairs>
  <TitlesOfParts>
    <vt:vector size="73"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424</cp:revision>
  <cp:lastPrinted>2026-08-22T10:11:11Z</cp:lastPrinted>
  <dcterms:created xsi:type="dcterms:W3CDTF">2024-03-19T02:13:08Z</dcterms:created>
  <dcterms:modified xsi:type="dcterms:W3CDTF">2026-08-22T23:51:55Z</dcterms:modified>
</cp:coreProperties>
</file>