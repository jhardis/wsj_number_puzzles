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457" r:id="rId2"/>
    <p:sldId id="614" r:id="rId3"/>
    <p:sldId id="615" r:id="rId4"/>
    <p:sldId id="616" r:id="rId5"/>
    <p:sldId id="617" r:id="rId6"/>
    <p:sldId id="618" r:id="rId7"/>
    <p:sldId id="619" r:id="rId8"/>
    <p:sldId id="620" r:id="rId9"/>
    <p:sldId id="621" r:id="rId10"/>
    <p:sldId id="622" r:id="rId11"/>
    <p:sldId id="623" r:id="rId12"/>
    <p:sldId id="624" r:id="rId13"/>
    <p:sldId id="625" r:id="rId14"/>
    <p:sldId id="626" r:id="rId15"/>
    <p:sldId id="627" r:id="rId16"/>
    <p:sldId id="628" r:id="rId17"/>
    <p:sldId id="629" r:id="rId18"/>
    <p:sldId id="630" r:id="rId19"/>
    <p:sldId id="631" r:id="rId20"/>
    <p:sldId id="632" r:id="rId21"/>
    <p:sldId id="633" r:id="rId22"/>
    <p:sldId id="634" r:id="rId23"/>
    <p:sldId id="635" r:id="rId24"/>
    <p:sldId id="636" r:id="rId25"/>
    <p:sldId id="637" r:id="rId26"/>
    <p:sldId id="638" r:id="rId27"/>
    <p:sldId id="642" r:id="rId28"/>
    <p:sldId id="643" r:id="rId29"/>
    <p:sldId id="645" r:id="rId30"/>
    <p:sldId id="639" r:id="rId31"/>
    <p:sldId id="640" r:id="rId32"/>
    <p:sldId id="646" r:id="rId33"/>
    <p:sldId id="647" r:id="rId34"/>
    <p:sldId id="648" r:id="rId35"/>
    <p:sldId id="649" r:id="rId36"/>
    <p:sldId id="650" r:id="rId37"/>
    <p:sldId id="651" r:id="rId38"/>
    <p:sldId id="652" r:id="rId39"/>
    <p:sldId id="653" r:id="rId40"/>
    <p:sldId id="654" r:id="rId41"/>
    <p:sldId id="655" r:id="rId42"/>
    <p:sldId id="656" r:id="rId43"/>
    <p:sldId id="657" r:id="rId44"/>
    <p:sldId id="658" r:id="rId45"/>
    <p:sldId id="659" r:id="rId46"/>
    <p:sldId id="660" r:id="rId47"/>
    <p:sldId id="661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8"/>
    <p:restoredTop sz="94670"/>
  </p:normalViewPr>
  <p:slideViewPr>
    <p:cSldViewPr snapToGrid="0">
      <p:cViewPr varScale="1">
        <p:scale>
          <a:sx n="113" d="100"/>
          <a:sy n="113" d="100"/>
        </p:scale>
        <p:origin x="1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6B375-92A7-5831-A372-A9677C81D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0D8B82-8951-6257-6182-1FE2572FD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02EE0E-C808-03CB-BCC0-83EC66F5C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ADD7D-2A4B-50FD-79AF-5F707D9197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126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24970-181F-B529-EA88-95A35E613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347362-B16C-95F7-F5AD-CE51BED48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E0F6E3-00CD-1581-F0E9-E29BFF821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716AD-0062-AA38-8B6B-0B75F8845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03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8033D-5AAB-90F7-FCE3-A83D26FED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C8AE94-2D5A-D5A1-D08B-D9934F12A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A1A105-F0AA-0F8C-7B2D-32CDCB424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12768-AB1A-2D4E-1646-93733E82B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4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F1CFA-0940-0607-D240-D1E3750EE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91186-FC24-3A24-041A-BDA9B2D80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01C78C-C37D-CD7C-D64E-B23882760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7D430-F763-FAA5-C45F-3A2CDB85D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55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8F6B0-BBF6-239B-1CF8-270E947FD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D42DB4-8329-6154-2179-A9E06868C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D5ED66-D783-AB3B-6B33-CEC466401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1553E-12EA-36B4-EE65-35D1AEF78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734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8A248-6F2A-2B37-FE59-8D837740E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033A5-7565-7CDD-54AD-2B6C3EBB6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B13CA4-6933-37B4-29EB-F1E0361518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404FD-9F78-4A5C-9AAB-3B6F1FB87E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967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47692-3F7D-31C9-B124-BAEBA542F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8D8E74-FC2E-264A-9392-32B153F73A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31AA64-0072-B972-DBD0-BDDF04E35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A77E0-E2A6-4268-6F00-1E1E6261D6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04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8B7AF-F966-89A1-BCE0-22BCD68FA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5CAC1B-E031-0A1B-4467-2E3963E8D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27717-A0B6-01B8-1132-3614F23B5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50203-803C-0FFA-93E1-A6C396584F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504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6D174-836E-7337-9A20-641453F57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320DE7-CDB2-B9C4-9113-3F4606323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46B83-22D9-21F0-0360-4B7EE8DCC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FFCFA-993C-8AE1-B76E-141CF4F122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890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217F9-2A2E-11D4-1D15-5109F3D2A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179A0-A1E5-77FA-3EB8-23B15E472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17DD08-B4D0-A7A8-BA35-1F1F1402E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0F66A-C487-80E4-E13B-B3A78B3EF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95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9820E-A164-63C9-7256-7FA6D5925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431C06-5E4C-1FD0-C142-2F284FDD7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52B6FE-EF88-2383-B988-9623352BD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10E87-D53D-B982-B1E0-642642806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005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99627-1ADB-7CD8-D4D4-60A597798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F35E8-5692-6958-6DF2-CB409D8406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B14F9-037C-95F3-CEBB-2EE480C10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DCC4F-FCCA-5BA2-7D21-12206CD30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532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8CA1A-3394-3D69-B184-4D5D64A8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ADE5E2-9621-0AD5-1334-5D901FF90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03563-2782-1D72-D2C0-1DA01E262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91425-08ED-573E-DA1C-931C18638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777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29164-D516-4AA5-0EDA-FD7A4A9AC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25CD0-3829-CD83-3113-BE0BE7EE7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8EB186-3E92-AE81-56D9-DACC12A7F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EC09E-C601-37F3-63FB-CB67E9F71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685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6FB32-8BE3-AC0A-C5A0-66920076F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D19AFE-81C3-76A9-C800-0BDCCB6793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EEEBE0-508F-99F2-8A09-7C943A385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9F58-E204-875E-DCFF-E46D4E65D2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449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AB801-3C82-3D9D-E6A5-6B054CBA6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80C1D5-4573-6969-B8DF-F23FA02AB3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DF140-D151-7AFB-0DE9-309941B19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1006C-996C-D2F6-03ED-95199319A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288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C787B-81EC-A6E6-E104-86633C989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4F3BD4-03A5-F513-FFF2-A61B1E055B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07BB2A-03E7-F472-0C14-B8626C91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CBAFB-1125-DDF9-277D-7600C8C94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103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43086-AE38-0977-BD3C-EC6915D57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B1123-84E9-A6FD-E018-2E037879E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4BE04-2AB1-F9CE-F89A-DC919F01D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E0062-22BB-2B4B-4823-AE1FD37D2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817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1A940-1BF0-4EFE-BF1A-88B6C7DDC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739217-39AB-74FB-7CDD-CC45ADC1E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7894D-72EB-A48A-305E-4165AC237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1D779-FEA6-5D86-E477-9DC9D1657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7539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04CD6-DF8D-A69F-687E-3114C8D87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005B6-A78E-8B5E-CFD1-5A2E7504B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9F059F-373D-1013-2F3A-E11701343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327E1-9E20-29FA-9829-75A918BA5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9007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749FF-1623-641C-9CAE-C29312407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F779C3-175E-277C-3FB5-AC6296892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37DC4-2583-86F4-780E-E4F4A92E0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FE05A-124F-5FD1-FC6F-1ABF72747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311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D08C0-8C42-6694-F3ED-1BCBCBE0B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1E403-F5F5-9A72-4309-949200C1C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0A6E5E-7568-44F3-D7A8-47365953B2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8E2FF-27FE-E5BF-17F0-06D403A1A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390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776E5-2A2F-71FD-723F-1B174B523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B3C5B8-C39C-8F60-7465-A427DCE19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43DA8F-A3D6-7B46-015F-D51DA6F0D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A68C5-40C8-6BF3-6FAF-533EDC3B6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642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8A4D3-8517-7E1A-277A-755986D93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FE61CB-6A84-E764-9C27-952D41062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7FE87-BCEF-00A4-FC67-83CA7A1AB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75A2F-9592-4393-8CEC-511005F21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684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5A6C8-5CF9-33F6-E95F-F8CBF0B04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A9DCC-7F58-AA7D-EA28-671D1D347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6B3357-4146-2587-809F-E48224D0F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96343-A0C1-E34E-2C26-13291BFCC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7890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00724-B22E-6B08-5B2F-5AD7098C6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572445-2F81-2F93-8B55-E3EC895C1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3FF319-629D-B76D-8BF4-1025166FFE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37AE9-10EE-0D52-2BAF-A04758895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048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7E853-C46A-1BCD-D9D9-9A4D202EC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E226F5-E1A6-DF17-BB2A-183A58FE8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88AEF-1978-709B-1F6D-3D613D7F88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22879-F06A-9584-476F-088F1794F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7118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5FE71-6044-DB55-99C3-F47BCCFC3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99B299-8A90-1809-80E3-A8C68E042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5D43FB-285D-56D9-DA95-4424F56D2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E2BF1-C23A-B0AA-1D1C-F3F43FA38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026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7F411-C3C9-DFB5-09C8-B85E395DF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2B3967-EBC9-F2FC-1571-41EE8FE20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1347CC-4DC1-AE56-5C8B-4ED3B1551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8A5FA-7C50-EF5C-D34E-709C3E0CF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9951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6F21F-CEB1-D2AB-309D-E9E9F52C4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2AC211-396B-5709-6C64-BEAC300DA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9EA49-3B03-609F-6611-A64D8DAE6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6D52B-691E-32FA-6469-C978925D0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256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D7983-51A5-A0EB-B602-99F98F9FD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1D9907-B890-ADF9-BC12-E2579C826E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5F900-DE2B-80A3-240F-D1CB3127A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3FFA02-CB18-4D75-5B43-BCE963093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761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8409-4C99-BAB2-324C-D49B1E0A0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CE177-3576-CDB1-5B68-6D8F8E4E0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4B6EF-1424-DA77-40B2-3C75545DE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554082-F857-54AE-F21E-A9388115B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6856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30A00-A327-F52D-37EC-74F363536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C373E7-D0AA-D479-3CF3-90AE189EB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FCC96D-7BBA-C672-2909-E4A2A3E80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25738-F401-9701-0632-2D4CC55D1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925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7D9D6-17EC-1398-6A63-4BAB240D8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A2592-C6A2-6272-7913-3F67F4AE9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CAA01-D518-42AF-0CED-7045C4A3B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95488-66E9-5741-E509-96BA38598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1631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45B8F-0BD6-ADF9-CDC8-374415C6A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C6BC8-301E-852E-F2C5-EC23790CF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BD1EA1-36CC-FBBB-91F4-4D3E4DE61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1698E-B0D6-EC34-DA8B-2DA60DBB4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188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26DBF-D52B-ADDC-A47A-C9C2CFD46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B83805-FFF6-9352-01E3-6155BD88B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47D9F-CDBA-AEFB-586E-BE966CB4E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8D4BD-3BDE-595D-6B1E-4AF022EF23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1279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1C21B-C4CF-B48F-5D18-FC650D164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51A088-5432-5D8F-1867-1F509523C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10CC4F-1236-70DA-AA27-96E40D9FD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86F5D-2772-7287-474D-D83285E1F1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9221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7E877-09AF-33D6-BB0E-3CB165780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39AFEC-BD7A-86B8-1659-40F282EFB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723031-1B54-1A88-7753-6066282A0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C28C6-6560-B4BC-76F1-334A75796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220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923A6-7337-A5D4-ADDC-CDA36192A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11235E-78BC-2C12-FA64-45F761339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C5A06-C0B6-04D8-431E-D7E6645F92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D8125-B0B7-D3EC-5147-0DC84D307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929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B007C-6694-4E0B-4E54-23DEBB6E2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AC1FF-55CA-F77A-8A4D-21DBDD486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DAE02-0F30-7432-2831-BB6D41C18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B4CF3-70BD-A56E-6E52-B2FDFAEB3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4828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F0627-3854-446E-FF51-B9BB0BEA6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DB5FA-F5D0-2033-2B53-932775580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E9E988-C90E-7D37-CC01-718C1FE78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1A848-E1B7-47B7-CD04-7EBA651825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8327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4749D-3BB6-14B9-F8EB-EBE1D19B0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84AF6-176B-313B-4FCA-65A2B4029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0C25A-F05E-4236-91F1-C4419399D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6BD6A-4AD4-9760-D3D2-F1932557D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75864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8008F-0007-82DE-6999-AD0540D8B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D11A6-3CB1-8FA0-7142-EE39C2814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253849-38EA-DAAD-791C-DFD0FEB1C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C2EE5-882D-6AEE-7B52-219658531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0963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C4B36-6168-9493-40CF-DB7FA6A7C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F0B79C-15B1-3DFF-BD91-37F70D602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6F81E-FB27-6821-8B63-9615ECDA9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63BC2-D9E0-3662-255F-8E82F9A3BF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0727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809A4-87D2-75E8-57F2-E162A235E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48637-5F20-3177-3D6A-E770DB155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B8B188-D1EF-D068-CF45-182B7BFB6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6A7D0-9541-90DA-2BFC-41E863334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85124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CD108-0D24-C468-10C3-4FB37736D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0F251-4207-AF49-67FC-525CB75E8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E63999-19EE-7EDE-D0FA-8835254E8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EC556-99DB-D994-C9BC-816D69FBC0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62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69BF26-D3D3-FFB0-C066-4EF3AE2FB8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82757"/>
            <a:ext cx="4543224" cy="501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6492C-AE0C-14D2-AB7A-BB86FFB57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AA3A0F-D482-E34E-8235-140EC833AC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There is only one way to fill this 2-cage.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BFB5095-9AC1-DB27-C350-946902BA6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9DE4A55-3E38-BB42-B9E7-A2F65BF04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EC55568-0A9C-9F17-8F02-0C6676A5D5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14C46D7-A018-54AD-0F27-36FF97F4CC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24F61E-C45D-1865-7024-1A83E20AAF2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4EE94D-5114-D2B9-0E29-031DD733DC2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58776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D2888-F91B-19F6-16A4-F71E9FF47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ECE113-E826-E769-257A-34ABFFF967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Since each column contains each digit once, Columns 2–4 together contain each digit three times. Each digit appears once in each of the 9-cages (that sum to 45), so each digit must appear (only) once in the nine cells in Rows 1, 5, and 9. Since 1 and 3 are taken, there is only one remaining possibility for this 2-cage.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CDA11BD-36EC-1EC5-5A02-8D759A122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CBBC1F3-80DE-2FF5-7332-D12FFD23C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72CCCC3-9A3D-8B60-ABE1-4BB359AD9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9EC6CC7-C3F7-8667-4E91-D1EB950944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8FE6AF-09AB-1D75-41DD-25B063EEE1B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4D62A1-9790-DAFB-F34E-21EBE383EDA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FC33CA-30D6-6A25-8915-697B2D578E5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123487-7903-BF4E-F0E7-3A1FE6A4467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999516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5399-EEBC-773B-0C43-567AA7983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49402C-E143-A4FB-10AB-C8870910EA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Since 3 and 5 are taken, there is only one remaining possibility for this 2-cage.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E8B0184-4099-45B6-4A88-FA85D3028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E4B822-08FE-4D8B-EBC8-77E10AEAE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B930690-903A-950B-2446-7D4539C75A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5FC5C9E-46B6-6E68-A908-37554AFD3F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624405-C012-37E7-DDBD-8BDF141C207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FDF9C9-6207-EDC2-82C6-E6D2374220F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9F4804-37FC-35A7-CE30-763011A31FE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C6DDD9-B116-95E5-5DA4-412416E4072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886699-0A82-5C80-0B71-9631DCD1EAB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63B142-5412-F95D-962E-CF177CDABD56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3032742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51DAE-CC23-0D70-2EAB-12FC1EEEF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B7A31E-A742-D522-CCEC-D11CD54A14B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Since there can’t be a 7 in [7 in 2] or [14 in 2], it goes here.</a:t>
            </a:r>
          </a:p>
          <a:p>
            <a:r>
              <a:rPr lang="en-US" dirty="0"/>
              <a:t>Then, complete the 2-cage.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F4DAE06-874D-4CE3-799D-2922CD2C9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2BD9ECF-0953-4F46-9D13-05476F57B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46D1A18-05D6-397C-6920-1362E03684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2CEE3DD-2ABF-28B9-63CF-8AB788441F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BAA804-77FB-8E29-4132-BBDD32A0CF9F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F1E89B-8573-58A5-A55D-E801EBB3D1C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8BCC77-E76E-7CD8-2F98-1B100178721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A3C8F9-3C3F-6717-359D-D67A8C3FCC4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E46FDC-4637-6908-8AA1-CD63CCD8CB6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602F73-AA93-2FF1-9133-F9BE1E8E6BB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CE0633-6ABF-916E-1FBC-E2CB2027D54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A14842-459A-79EB-88C0-E9297C4A287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80921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A19D0-ED3F-2E26-A499-ACE4ACB9B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8B1B0E-719E-E904-DDC7-774D95E31A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Since there can’t be a 9 in [7 in 2], it goes here.</a:t>
            </a:r>
          </a:p>
          <a:p>
            <a:r>
              <a:rPr lang="en-US" dirty="0"/>
              <a:t>Then, complete the 2-cage.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FA69511-91F3-56BE-564C-2285D3A8B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DDF1766-4938-F7C8-788C-BEDDD595B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D7C0F99-77F5-BE6B-1856-ED3A6F1BC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5974E29-522E-FDD6-FFA9-BC4ABFB7E8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9C59CA-2083-45AE-8AB5-B7C4B1A2666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1A9E82-95AF-3E2D-1F5A-E385E62325B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20D7E4-413A-24E3-9980-9BDF22967FA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292CDB-2547-667D-FBFF-3A1955FA5CF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1BA237-5369-4449-E47D-83081E49E00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CDD123-9550-3C8E-3F27-2119FE2573E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33DB40-348A-465B-DEE6-4946BDC60A5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3D382B-16A3-5000-6EBE-89DE4FE83D0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034A15-7CCA-59FD-B52C-D8325320B10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6638F8-3845-A76D-3147-121BED2A9CC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86714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E1362-F7B1-C75A-A61D-FA5E47683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B5A4E5-1C6E-A4E6-92B6-B7A48F53A3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remaining digit is 6.</a:t>
            </a:r>
          </a:p>
          <a:p>
            <a:r>
              <a:rPr lang="en-US" dirty="0"/>
              <a:t>Then, complete the 2-cage.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95A9F68-F220-3582-DEAA-E0554E62A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BFD40B-636B-799F-5F3C-B44DBA904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78EF631-5B26-9EB4-B45D-DE736BD679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C504B9A-96A1-B3FC-A581-855DA3647E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E7AAED-1A6E-9E01-35AD-5516B4BC670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70DED4-784D-EE58-91D7-50F7116CD26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3BE474-AC29-18A5-F7C1-4D1C31DB444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8E1C2E-FFD1-9905-A059-9075BE72576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BEA0AB-1AB1-7DD4-8896-29E7AE02A64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BA0411-1E8F-67BC-1499-94A45E4B8DA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CF6CC0-757E-0895-915C-54CC257E7A4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8444C7-B712-4808-1F0C-C3339F81E14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26078C-F11A-754C-CA39-F10933A8160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993155-2848-22A2-2724-744DFD9111E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7234C7-D31E-C450-71B7-18756BA5EDB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D728D5-C7D5-DBD5-ACC0-A47C15856BB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920037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456B7-D24A-1F57-47EB-592F81C46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9A6CEC-9B7D-CF29-29D8-3DAAC8A9E3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right center block, 45–(15+6+13) = 11, in 2. Since 2, 4, and 5 are taken (in Row 5), there is only one way to fill this virtual cage.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34E47E8-6790-3291-DE85-BF2824F7E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0946289-39EA-E29D-05D8-6ECB88FFC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ED86C45-DCD4-F96E-9F04-34341103B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10772CA-8659-8CDC-AD6D-5A895EB3DA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227C6-0BCC-1840-70CE-9A17D4DB98A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2D503-5D87-4F8F-3064-867BAD0F210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4E3820-DE5C-6A2C-8869-63FCC1CC6B1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159E63-ADF1-08B8-1EC6-F18B2084806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0B71F3-BC7D-6939-3F1D-13CB73E7C28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2B2F71-8BA7-295D-FCBB-55F759A2865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25AE90-2CE6-ABC2-C783-A203E18637B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3759B4-462F-28E1-EC28-281D975E145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E3F829-FA26-CA6C-DEBE-5B8BA9C7349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8D9261-22E3-8D7B-991A-5C546510DCB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369AE9-4D0B-198A-1C1E-8FC22491346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C0D3FB-E1DD-04DF-641B-E0FF3024D7A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ECC631-412A-4EC2-2F2D-0189A6CE713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FD9E7E-B912-A420-5E49-56523432222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1572216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E26C7-3460-DBA9-223F-F8DA47B91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8601E6-EAA3-AFC9-E4A2-1D50B3FB91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[8 in 3] could be 125 or 134. However, the 4 in the central cell precludes 134.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4844B48-4F29-9DB4-670C-A38519E15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7FBE1DD-7F6D-0CE5-CC86-440E825A3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786E039-4239-B651-3AD4-55507140CB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7739A23-898C-4E43-48D2-1DC2982D57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B6C9F4-BCF1-E01A-0A4F-10C76FC6D45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0883BC-49E6-6729-460E-C76890B485C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39B84-3E35-3A2D-5C17-47CE255CF0F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9CA6BA-DAA4-6DC7-4D0F-EFEA7B0E3BD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BA331B-9B3E-250C-65EA-A22483203C5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571325-3DC4-032D-B9C5-A6E2E274555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8D1448-0A33-C5BF-756C-6E248E942D5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32F419-E70B-F60B-BF3D-30532492A20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BC479C-39CA-DEC7-FDAC-3F96F6085BA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A631D2-ACF1-EB9F-F0F7-4D907CDB9D8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DAE14E-2CD5-76CC-F6C9-06F88F7E21A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85DA04-B03D-1547-9C21-B263B13A50C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63E934-04EA-15DC-53D3-156DA50028F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4B04D6-1CA8-D168-4AA5-23FA7AB5E15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1FFA2C-F0FB-036A-A8A3-9E72FD59D80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000679-49DB-A479-A058-55896E06E47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7C7AA5-9463-D662-2D51-F29DFB1AA81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</p:spTree>
    <p:extLst>
      <p:ext uri="{BB962C8B-B14F-4D97-AF65-F5344CB8AC3E}">
        <p14:creationId xmlns:p14="http://schemas.microsoft.com/office/powerpoint/2010/main" val="3657145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D685B-9FDC-DC89-49CC-28AE4843A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10B9B8-2AC2-058F-1FBA-049B46BD38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12541A-800C-6DFB-5788-2F6AD2529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F77C819-16E1-F85C-7E5A-670D8976D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61B33E8-1BBB-8EA2-1861-0A2DD01F5C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6B36E1F-E7DF-C0E5-128C-38A8915B2A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0B01C3-0794-C181-0248-C0D2FB90EF3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2D1A5-25B0-3718-C90C-6125954B776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0E3EB3-613A-210F-CB1E-64E8E33AC0F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AF234A-3821-4871-3289-82E7514A2BB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D730E9-02E5-5F19-4055-93B8E5809B6F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1FFE50-5D9E-D6D5-FB81-583A8E76617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789547-E545-0593-0FB8-91E2F6CD334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2BB438-5FB4-2903-6A53-16DBBC19413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A6530C-4B26-985A-2BC4-B78486CFF13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3C396E-ABE6-A370-B5FB-BA0215F053C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A09C72-D5FC-EEFE-14B0-7B2A4B9A86B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2AD605-9B91-3393-A8FC-AA6146B7026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1E2862-BA77-22B6-A5BB-87D79816C1D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4FD9B3-28E8-8D96-339F-1D0456668A4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52066A-6C4F-34DC-CB20-5114E70D2B3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793E9F-2FD3-EF4F-26EA-950F55A1022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0649DA-C6BB-9653-F659-A7D8EE5F9A1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38088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BABF8-9AEE-A84A-C708-05CCBCA2D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572287-1782-05DF-9ED9-D06C9BAA96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Column 5, the two cells outside of cages must sum to 45–(18+4+8) = 15. Since 78 is precluded, they must be 69.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39C28D5-7E7C-77C2-7E3F-4CFBFC88A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EF7705-E7EE-7EC1-7AF5-669E0BDA4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162E02C-BE0A-503A-E25A-A0E0DBEEBD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2B1B323-5A04-4B80-ECF8-C8FBA865F2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B7CD3E-630B-5844-86A4-D6D90495DAE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61DF66-08A4-231D-A3C5-4F354D81BA8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A5BA4-50F0-0210-DEBF-6C8251DE384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17DA62-F604-0A3F-9065-6A1BD0354B0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7C9373-E827-EDD8-C520-39FDD473694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CF862F-5FD0-9A9D-8442-B49E2F38C5E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B9F1A1-D89D-6B74-7C8F-BE32F969979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9475B1-D3D3-3134-285B-21EE8885364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A66D5A-90FA-95D0-F698-3EE21C69982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1C327E-F9B3-5E70-2F21-8B9FB414F9B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1BC6EB-95E9-41BE-C397-A852D0DBC0B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A8370B-E9B3-E13A-502F-4585FC8045E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A1E487-681C-16F5-075E-79192738881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D51E1F-9284-EFB1-1018-454A6545B92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C5BEB7-FA06-CF63-E83E-AB929489C88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63FE42-DD36-8E7D-A283-92B6526000D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45C5E5-378D-C9C8-88B3-A8790C7E3A3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8A3CF5-57D5-DD6C-1E8D-D703DCF49DA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003BAA-27D1-0298-9531-419B5E76AFF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</p:spTree>
    <p:extLst>
      <p:ext uri="{BB962C8B-B14F-4D97-AF65-F5344CB8AC3E}">
        <p14:creationId xmlns:p14="http://schemas.microsoft.com/office/powerpoint/2010/main" val="1157348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29BCC-C6F2-25B5-DE70-1BAC534E1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D62260-5FD4-D1B5-E2F5-954FFDD2A7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remaining cells in Row 5 are 1, 6, and 9. The location of the 1 is forced.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7675DA7-A308-9E71-0313-80B42A1DC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03B6A2D-7123-BD8F-12A4-D03360639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689EBE1-60B4-6C02-4E0C-29AA4F8A44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33EA83D-88FA-BA08-1D5A-E2573AF02C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42B3D7-9CED-D15C-F522-A8D8AEBF2AB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361D70-3C44-FBB8-82D2-67C41CC239A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ED8D74-AF76-1C83-68C4-7643A51A182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999970-9F74-3E98-11F2-FC348BB9EAE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0D82DD-33EB-9C2F-2BEC-C83F67A8750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CB8643-7DC8-7CA4-25D7-F8FD78BDCAE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3056F5-DCDD-37DB-3EEF-FC7659D7B48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A5475F-0AEB-6D35-9166-5D0806D4E41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CE9C3F-708D-6B3B-4F24-6C746C3535B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6B4CFA-B6F1-D824-F797-9FA9F2C9C08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75E3A5-1CA0-8818-E397-F8F07FC3562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CE6825-EFEF-0DBE-EC66-361ADAA4D02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472A0C-D779-DA0A-D09B-9F8A4DC0A11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1365FA-5F49-334A-4D80-D5F644AE419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FA2D13-3F9D-D04E-F439-3B8844A740B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BA75F4-C824-53C6-38FB-530B9481722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A0BE24-CFBB-D4AF-C7DC-7079DEFB48B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502A58-3EE9-AD79-0C28-D4A95C4B21B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7237FA-634C-4A28-B2F9-D2321FD7781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16E5E0-7E62-0627-B926-6763A92365A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1A0655-EE06-2676-7BF8-12DFF37B679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3352B6-A284-FD79-001F-439532B0C0A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81090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6FBDB-F364-7511-B64A-0609A0350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B9E7E1-D382-9317-3082-8525AD9EFA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remaining cells in Column 5 are 3, 7, and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8FCD736-CC85-06E1-2EE9-55C408147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7C3F6AF-C6A7-CC0F-FF4B-FAF641715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7B0793B-7392-389D-5341-F14F2DF57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131C5CF-50AC-30C6-6653-C2EB552F37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47337B-6C72-1E8C-9A35-A7AAD768CC3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3D1F00-4B36-9111-F326-6BF03326CD0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7770F0-A1DB-4CBC-F8DA-F20C0455236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2B2B68-6823-7B31-D556-1FD3E5C9854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E91A80-8390-1CA9-8552-0BA156480BD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A9BB29-6472-3A7E-DCB8-E6B0CD17BAC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0A2026-B484-AD1C-5DFA-D8A80D95757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1DD82F-DD44-3972-01F3-07FCB98AF07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646B37-8535-6FAC-6F8B-BEECDC5172A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4EAD86-EFBC-6B59-AD41-0C4BF552DED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B5C774-5E1B-13BE-25BB-C50792C5D0E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FB2A59-13E7-F7B1-A0FC-DEB24DC0152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926E44-E22D-0424-7387-28864160BBC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CA8EDA-BA47-B562-A2B5-2B13C9E6D34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48EF38-7082-5EA7-F374-CD402E52FD8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BA75D9-2F06-D302-6B25-92A9E017189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987DF8-91D3-BDDA-682D-00D06AEBFCD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BCDB14-5E86-3424-5EB0-7C8B85813CC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53186A-D3C3-D6DB-3283-5F67C883ECE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F81E34-2710-CCF8-957F-80D1820EFA2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20DE2D-119A-90F8-D109-09A446CB404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9D4391-4A3A-7714-E63F-FF8BF18C1A8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1DD0BA-D1E9-9EE7-2F04-4148001CD19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1CA205-045F-5447-4C60-919D11A5246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5A670B-C471-5F8D-548C-AB2383CD29C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</p:spTree>
    <p:extLst>
      <p:ext uri="{BB962C8B-B14F-4D97-AF65-F5344CB8AC3E}">
        <p14:creationId xmlns:p14="http://schemas.microsoft.com/office/powerpoint/2010/main" val="1253798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83C4C-DF6D-F93E-C6EE-19B4FCB00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052F00-D624-6FB5-3969-D839760D2C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D75CE3D-1EB8-D9D6-5A03-90335A429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251CEE9-6431-34A6-2563-1F3CC44C4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1DB0464-0B25-3171-49EA-D945B12286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B506D72-68D9-69CD-5D56-41861507A4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FB5B59-8E3C-2506-00CC-F353E37A7C9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337143-87F6-4DF8-F1A8-F68F577C5AF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E83A67-E177-F0CF-6437-7D122EE7082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9119F8-A855-2077-240E-69FC38D705A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2DF30C-1745-A8EF-BFB9-A48122BAB59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5B5931-E2D5-2331-A2EB-44C545F8F62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6A09EE-6009-D46E-95A0-5AA4D833401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C23438-77CF-768E-203D-C2847A267EB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DD1483-6D32-E36B-2082-40E46FC3EA3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60D613-8B4C-CECD-9905-1C2B9EEF616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A32243-534C-E1C6-3A9A-C1993BD49E1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A00B29-BFEE-B87C-4C6D-3F3F3D1AD7B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CCCF4D-3D89-67B0-5D0D-6922FD2326E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8EB65A-6EA6-6B4D-FF29-3E80C514A73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17BE68-84C4-EE16-AE3B-9A795022018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654023-812D-E346-6E19-556EFF1AC81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48DDE9-DFBF-1AC8-BADE-D9721D16300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5C5A97-DB2B-FC80-24D2-8AD13343175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FADF9F-0744-FBA3-2BA7-4E6F350FC0C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F689CF-4CEC-06EB-A2DE-E603B8A2433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B4B0E3-0BA3-6AEF-2395-1F5BB2A83DE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4407E1-F992-72C7-BE5D-9E7B49530AB2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10EA48-20C7-F2C7-A4E8-81E63EE5ED6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A87912-04AB-01F6-EEE3-E13457CC0DE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0256DC-1CB5-71FC-67AE-1566A50AFD8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14724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BA400-FB5F-D14D-E0BB-32568D6CA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5A7127-839C-60E0-DE82-E4EB6F796DD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upper right block, neither [6 in 2] nor [10 in 3] can contain 8. Since 8 can’t be in Row 1, it must be in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50D5562-F47E-8153-EDE7-BEAA3A652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8F703A-606E-A7CB-C620-4B2C9E89A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62751B0-2F65-9126-1179-234923E89D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29CBE51-8431-8391-5B97-50FD9EC9EE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04C54B-9DBE-4FDD-E2B5-69207E29B90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43C73F-68A7-CC42-5599-F521B94AAC4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94FF22-2758-6B97-BEA8-A533FC7F869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CDC451-41BB-870E-D5D5-9EC1104FE88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7FB2C9-B02B-5EA9-BEC7-344686D04A4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42B219-6373-8AD5-92E6-08E1839663C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6114A3-912C-E686-0DDD-F2531138D9E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EA5207-5E9C-9D58-975F-62406F50E42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AFB16E-D41C-9AB6-2783-92C4269A173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9021CC-B9BE-5240-371E-7FE7E59CBA5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DE5627-6D9D-432B-B204-AA80ECA4F3A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44EDA5-8E48-AC2D-8F9B-D73C65B1DE6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15D5F0-7B82-536E-6B77-D7477A307A6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969C34-5139-5C15-402E-96E968D4922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A49A23-19F3-689A-5E73-F38230F4DCA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4999A1-D844-4001-82DE-BF9DEEBEE04E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75A28E-66E6-DBFE-DF1D-F844E661355C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CB1A66-B364-02A2-EBC5-454B17C4032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55EC39-C173-ED18-0659-F8B96C3396F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7989B8-D847-3A21-F8AF-0BB10FF675D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5E8CA7-448D-26AD-C082-1FA1A477245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9AA37C-78CE-91A3-61F8-05C3E5732FE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5B4078-7BA2-3210-763E-54B854931B0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78FCCA-52A0-2B95-0E5A-CF60FC6D909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4D0565-1130-99F7-E4D9-9F7720938BF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08088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6A11F-E46A-C72F-1D04-4A57C9B0E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1F2972-2F3B-CF39-5050-F633BA83A4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2264283-FD43-79FF-F627-EA4B797E5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2A16F9-6082-6E3A-57ED-C6C2F0A9B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320BA73-C3C0-58B1-C120-286501FA3F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5C3B3A8-4877-9389-ED7A-215DDE8067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AEE69B-7761-F8E6-A058-931C60C4CEC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E20399-953B-5476-F46C-885E2E6B584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D29EE1-5B8B-55C4-C892-8B0967FC2FF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ED498F-B39E-E671-BC4E-3A16F2372DC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F8F3EB-A9B9-2C67-DA73-0F1F20C8509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0D0300-E979-9F6D-7B10-5EF3D5F8E8A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A0C1A0-899E-C6AF-D005-DE662E5CAF4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2AFF48-ABCB-E353-B838-CDC6493B178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5E5EF3-0FB7-BBD7-7460-6E9E774B97D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8EA1D1-715B-66A4-E2BC-8812A7854AC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2055B1-549B-838D-64AB-18D043160AA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2EA030-98D3-CEBB-EA22-F2DC5D37235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0B092F-9674-9F89-A844-3CBDFFC6D1B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5C859D-1768-61B2-7FCB-4E4EB1EF5EE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0E4EA6-8F82-A129-4652-FA2ADB138C3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B27AA2-A5EC-E5D2-F80D-56D63666029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70EB8A-851D-1612-3A57-8012D94D842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F6992-EA66-D47C-B3A7-B97462FD2B8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A09C8B-34AE-7B9B-DAB2-2875D794E0C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EB2C91-1020-B97A-BED9-C64C341CB7A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CF8965-428D-3604-DD58-1EF32240DFA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D298EE-24F2-D4EC-C0B0-D4793930099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5C4171-2D59-154B-F28A-6A1C2A89A8C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88700D-8E53-0277-4785-A9C1BEE90E4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8C849E-4539-28BD-90A6-EC3FA718EEA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951052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2BE43-C150-59E5-8760-2F90348A7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2C9E00-D986-E44B-C80A-33F9965030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lower right block, neither [15 in 2] nor [22 in 3] can contain 1. Since 1 can’t be in Row 9, it must be in Row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D2C775A-60EB-1FD6-E64F-30E0D9778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E0CF892-59FF-F839-D864-D2EC23F8F9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C6843F7-D11E-1413-D7A3-D3123D12E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9CFA1CE-3DA5-F880-EDEC-A41A9EFBFA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DC980A-2D62-11D6-0F43-BC07EC0F757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173DAC-E9CE-BBDD-C262-43243CA7E8C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C04690-D4D3-11C6-0FF7-0D6A3470137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6B02A8-2A90-95C6-35D3-A8B51DDC7C7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B297C5-C3C7-EFB5-0856-09335BE24AB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0EF70B-A30C-A513-52B5-DE86AC8AF3E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78EC9A-19F2-DFB5-FBA0-7CD581138FF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2DC1E2-26B5-20B6-BD24-F5A40DEF180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129821-FFFF-3F09-6308-BC372535EDD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09C536-063C-7DFA-40F5-18881877657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71CC2A-F6C1-011E-D313-8EE70700882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DF3B3E-1910-5582-633C-209B3463A52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DD4E78-D809-02E7-A3ED-74E1B7A26D2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19719D-2978-1A56-CDC5-31568FF974A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E455D2-3B77-E9A3-9AEF-CE0A002C19E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7C44A1-0D49-997B-240D-84540967274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BE41AC-F041-EB48-29BD-C471187CC62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2A7685-3A1C-6822-6414-16CCE3557E9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EBDE15-3860-04B9-8791-AAD66B1EA23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B2DF12-9AF5-5578-B690-4F6892C4137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C4192E-F4CF-20B7-8F4F-9BD3313C9B7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6529F9-9762-B24C-785E-3959A2C35E1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11BB4A-AA86-34C6-892D-14183618FEB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372E78-DFF3-5D94-1888-25514EABE49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C26EAD-607E-A770-BDD4-BF5FB8AFB73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21687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B3650-BC03-D9B4-27DD-72523A5B8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AC3112-7637-0B01-4430-AEA490E57D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location of 5 in the cage.</a:t>
            </a:r>
          </a:p>
          <a:p>
            <a:r>
              <a:rPr lang="en-US" dirty="0"/>
              <a:t>Then, last possible location of 1 in the cage.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91FAF3A-E71D-EB01-5F71-0A7EDAEC5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168D866-0105-3A02-6A68-D20F94361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C3CF82D-7E44-F78C-3585-DB3CCB15B8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3DD0519-27DE-DBE3-3A3B-C94D57257E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788B73-9088-37D1-75E9-CF40C7502391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565856-412C-8E73-F200-1442969940A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538BF1-2C60-54FF-097A-B9200E8AA44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63EE0A-6853-D31D-68F0-33574C3BBB3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D72F3C-CB78-1D25-9DEE-D6DDFB4E2A4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4C5A2F-CF14-AA79-469A-B313747FDF2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5595C8-6B98-5BA7-1812-19FFC152F46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813B42-C727-8178-8CDD-77FA8CC59D0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C90A1A-55AB-7A88-86E3-E8E60D0B557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E00F06-87CD-8BEA-D266-E1A63331583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A3D1EA-9DDF-F3A8-1A44-2FDC7191D22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D3D420-0BC1-5B4C-0D9B-06A7B6A9FE9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B1778F-DA2D-8B59-DD4B-20E76B38684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5DD5CC-81FC-98BE-342C-BD88244239BD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50802D-6719-700D-3462-6CDBD9C63AC9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F79C5C-D3C7-C05A-2A4E-209999002D0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D0CEA0-BB32-DDEF-02BE-063513EE346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0095F7-EEBB-59DF-674C-D605544FA64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877651-CB58-AA1B-88C5-BBDE2B0C290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9A5AE1-685B-B4D5-7F4A-C6056B0E125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1114AE-C138-B748-4014-AF9140F1238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3FA3AF-A3B8-6C76-C4C5-3D56DDD2EBE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513387-1A86-A570-2A02-91F56333342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84045C-435A-A4DA-3AA7-A5BDBB8BAE0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F5C8FD-2BFF-C906-7872-CFF7095A2F4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BD9144-82B0-5DF1-5DA3-CD441847061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825C82-B9BB-7DA7-C8E1-9B67EE1B724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1066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61102-155D-F66B-4FCB-46B7832BA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A3CAAA-87E9-2278-61FF-5C3FE1CF15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right center block, 1 and 5 must be in Row 5. Therefore, at least one of them must be in [6 in 2]. Therefore, the other one must also be in [6 in 2]. 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20F2789-714E-EDAA-0ED6-BBB3ED278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770DA22-37DA-FEBA-5FB2-477EE5C05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B18EC8B-008D-CBD8-9531-A4B7EFC774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D9E2C44-5936-6450-3299-9285D2C90A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635E2E-A742-928F-877F-A96428BA8E8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F3AE16-3C62-4C5F-022A-2BEC787585D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714ACA-34E3-A892-63AB-3779D09351E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81FA22-A80F-064F-1F43-910C1AC5C47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FFFB93-3C29-C7C9-4C79-6EA4F79DC46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698D11-81F1-9898-A5FC-C05F879C44E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7539AF-1AC5-7B38-E9BC-AAF8FB34813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023A8-EF35-EB22-4B05-CF103173ED9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C28979-2695-7FE9-9341-E5E0CFFB690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2A3AC4-B68B-7D90-253C-B5E41094BA9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817A43-5467-8AC2-1F12-AE0B4B01A85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8A68B4-3C46-4F73-3464-3FF51939730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84A98CB-4397-F0C0-679D-78E85B4732F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03FCBE-A584-7E1C-367D-B73D6D6B045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D6BB35-5D8F-24D8-5FE4-6A312C0ACAB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01E413-17E7-603E-3FC4-E415ABA12AF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34E7F4-22ED-5BE4-845C-24473E56721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049C86-854C-BED3-E5E8-7ED0A5E056B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3F66C1-56C2-DC47-D429-B5E41FD50A2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2AC8BB-A7DB-0A60-0036-308F9D41444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930897-30E3-2954-F06C-37FF19A58D9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FBF24B-376A-DDD7-1AE5-952F52BD5EC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F7DC3-8380-BE5A-B526-F1ADE64082A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0A673E-EF2E-E59E-5F8C-8215F9B4DB2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D8A858-0F5B-DA35-ECFC-FF68F0AAF66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8248DE-9A6C-499B-88FE-C73CE60BF80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CB49E3-EF31-EE7C-F39B-0A57D3CDB4E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55E6B3-9814-48D7-DFC5-A932CF242B3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97742C-4336-31E6-0B8B-784855F33AD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2786312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C9617-B25C-8484-A014-4E4A94F60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38880B-8685-6756-265F-FB0E917AC9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[6 in 2] cannot also be 15. Therefore, it must be 24, which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EA8F632-28E6-51A9-DBCD-A79B571B8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D61E3C7-4E32-A702-B206-C2F217CCB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E32C78A-5ACD-3EEF-2C1C-8F4887746B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C48A54F-0CD1-E912-4B42-F376D969E7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6A7777-D8F1-E828-FE3D-9AA3D94F79F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D66553-5533-F331-CFEE-0E9C26AA8DB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AC2CD6-EABD-5092-6A66-D384850154D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79F606-5828-0AF2-AC0D-702C0E140EE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621979-3CFD-5724-2790-5F9D9B20E10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859F8E-A42D-5D01-5700-DF5DB445211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6E2A60-3495-A96D-51BA-F56076D8CE3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65CC88-7658-818A-45A2-F8B19E28120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1E6165-9BF8-CC9B-14B4-441A9AA37C8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E86A3E-16C7-8378-5160-AE2D52246D2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A32983-BD88-F369-D67C-4907A4616BC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C83CFD-EFDB-E6B2-28E1-7DA9B075D6D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E23704-DB22-36E8-A94A-211FCF2AAF6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7E9B1F-66F9-72BA-4786-0AF991D8B17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A7D556-1BC7-0965-8593-4744EEFBC03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2C013B-B313-DE1B-9633-AA3FCB66779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AABC1E-A38B-4890-7260-D83DCB08A7E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ED2EAC-F5B2-97C7-D8AE-A43C9FE4A4F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5F2888-8D32-24A7-1B10-4E51D9A2825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1231B2-2C86-3630-B8FA-3F22BC26649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F198B5-43CD-A00B-FBB4-17ABB3A7F1F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EF44F8B-977A-BC78-486C-630EBAD58FE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C0FE48-91D5-8984-B61C-2A60068829C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0D8E9D-B6D6-345D-BC45-320E15A3797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4029FB-616E-4A59-8433-171A9EF8C61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910E6A-B154-855B-A23F-1403A0F6C8E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B12649-0172-214D-A405-206A0717287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3A131A-18CC-F921-65AD-A2ED206CC6C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A4E8DD-1BCB-8DA8-EA35-CC0FA484E04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4AB5B0-704D-BC69-E6B9-EB31D324C9D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1DF5D4-115A-3CEF-8186-C9AD9FE8BC3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2853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B1EE9-1C74-77F0-5001-6203E8B4D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65D2C3-8524-7A0E-35B2-4D8B23828C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right center block, [13 in 2] cannot contain 2. Therefore, the 2 is in Column 7. Therefore, in the lower right block, 2 is in Column 8. Since [22 in 3] cannot contain 2, and since it can’t be in Row 9, it must be in Row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45FCCDD-D935-7436-D63B-D071B8192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AE12247-FBBF-C17F-EDF7-569C369C0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034FFB0-D2E9-E030-6D30-AEF5620BFE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A4D3D86-8833-5C30-620E-256D762EDA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ADB103-1203-0AD0-F08F-68764F39CF0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0C38FA-6610-B8D8-AF4E-6285FE8658C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117FF1-104B-F18F-8159-78D45015A3B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29D241-69C2-80B8-A2F3-FDE88DC5600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880562-CC07-FB64-CC6D-F9FB956C7A9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AD0ACD-8A10-722E-A6D4-CB4A637E212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07C0BB-F1FC-962E-696F-3809C8659AA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1D97A5-9909-F976-185A-C4661E03E4C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B84759-7379-A155-0459-E93B0E62ADB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23DA71-24E8-555C-C6D6-F60E8E0938D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6A8CDA-2DBF-7E6D-CF76-8B3041A1B3F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60FA54-E248-5924-F48A-14C5A257708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1F8967-0281-B149-16C9-8CD6B7E191D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E1B25-E755-D8B7-78F6-23B80CF2FFF5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B5AA66-B4A7-11F0-8BB4-8703C7E61D8A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8359C4-1CD4-D871-D429-B6868C28462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047A7F-2C54-208D-8C6F-B17E57B0395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FA4097-9247-41B5-167D-C4B949302A2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DC9CDB-D2B8-DB92-99B0-B3689A40CC2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157935-1402-F9F5-6F34-CBADA0B17AC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28FB68-8476-60ED-2AC3-4EAA9635256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A47554-A18F-3951-89E6-EE7D636B9E5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031A54-AAF3-23B6-3FFF-F0832C07AA0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23C065-5CCB-E667-5E1D-B27B6BE3FE2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FFFB54-3F12-9CBF-1C2E-9ACA1C1B940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827CD0-66E5-C05C-E633-7E684EC0F0E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F185FE-2D35-FA17-AF71-52AA4780CAF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459F28-08BF-C5C8-423F-DEF4373FCB6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FDC12D-B90A-1EA7-E962-5EC894103D2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B1BB45-B7FD-1CF6-7D45-E27FBCE77F3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4E7D37-B688-2CF0-3952-F80104B7500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117D8C-8384-042E-CB6F-2E8380D2112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18697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74C80-122B-0D59-034B-7210B5342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D5E7FE-E97E-8B76-467B-769F93E06D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lower right block, 5 is in Row 8. Since [15 in 2] cannot contain 5, it must be in [22 in 3]. Therefore, this [22 in 3] is 589 (as opposed to 679).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7A1D890-FEC1-1390-3151-29CE8C963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10B115A-D27C-5A0E-4315-0916420D3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FFB48B5-FD4C-D0F9-7D12-0E62041255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A169761-CDAB-0995-B8B1-A1C20178BC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0256C4-6461-3EAB-59C7-19270E8B12F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BCBE7B-6C32-D0B5-3C13-863325C6AB7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00696C-98E3-D10D-B9D5-DAE17EEB6F6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47D5C9-D1D8-A97D-BDF1-FF789DBCEBF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4AB760-5111-3B91-2DF5-DCDDA9A45EC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59A98A-A8E4-BDC1-E803-0D54E2B948E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1E1E6E-0059-41C0-4F0F-23493D37123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B07162-68AA-E2E9-1C25-5FFE393F61B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33AF62-6D90-43DB-5F84-03C9D5062E8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F98ADF-520E-DB51-BFFE-5A6FB6EF857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2653E5-1921-D197-C614-79082C9B083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9367F5-8357-9A4B-B658-80A4E1257DA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257637-01BE-F691-5F21-FF6D16FD184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70A1F1-42CF-327E-7D6B-CC8F3711F848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AFCCBE-8235-0BD8-34F8-7DDF853FA7D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55D493-0B89-0FFB-AC42-792481EF12B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CA834F-3936-4237-5362-791AD613C10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09A097-C5F1-0776-4332-B0578E47BF0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A7BDCA-DAF2-9C03-76BC-B1F7E14700C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E21EAB-1181-C9A4-2C7A-7B318EFC375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A74439-E081-BD24-AA93-08C606A9AC5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ED5673-25C2-FE8B-7469-4FC415BE522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A4AE9C-A0C4-7EFC-71CF-FBB8B376E5D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43E272-3ACF-0CD6-E28F-CBEE1AED031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880CE4-4E18-E250-E7F9-6678C0451C7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F45358-70E3-6EA0-FD8E-287E573F867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E6CDDB-1CCE-0D1D-2164-D3794AFD30A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60C099-D609-316F-EFDB-02D8DF9A75D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8098B9-14D0-2055-2B5C-79F8604AD25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A06A9A-81C0-5B40-2AF8-4E607FAD123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A5B873-A9DB-B7CD-C1E4-04A48D0B0D9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9A322A-E461-9527-2941-9E3D43FB4AE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8C988D-8A8C-EE3E-C108-B83A1190CE6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038506-E73A-77CD-1F54-4806B7E5E6E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5C8301-6ADB-A875-D1D2-BC396941C5D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</p:spTree>
    <p:extLst>
      <p:ext uri="{BB962C8B-B14F-4D97-AF65-F5344CB8AC3E}">
        <p14:creationId xmlns:p14="http://schemas.microsoft.com/office/powerpoint/2010/main" val="1987620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67665-38AE-DE60-FC11-7F9BD5533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7525F0-4887-E71B-8B19-427737D2BA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Since 9’s are spoken for in both Rows 8 and 9, [15 in 2] must be 78 (as opposed to 69), which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F2C6B9B-9326-727B-A829-15D015806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76F4836-BAFC-9D55-F3B5-D8ABB1642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6570AF7-5F74-87D5-4767-8B49744A74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0C22C68-A086-A3B3-3F77-B22F4B1B75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0FA3EB-FEBA-C5DE-58DB-32DA480432F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9FFF0F-CB60-4866-3D8F-84DC179D2D2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84FE9B-35F7-575E-181D-B31C5E0A86C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DEF055-59D7-EB3A-6311-614D92F3C90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888A31-2249-E63A-DC36-3465B1AD8B5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9B3E2F-4247-5EC9-1FAC-BD5011DA78E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39971A-B7F6-E7CD-DF78-93FBFE27BBA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B60D25-8183-0580-B740-5F72F672DCC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26DC22-5303-6488-D5AD-7B6593ECA26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B966A9-78FA-4DB8-F6DD-70299EBD546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4E26C2-7E2C-A5CD-F88A-8EF96D2F020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CC7BD0-C4B2-7961-AFBB-E38899201B4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C26B93-6DD5-EFE4-C8DE-98CD28DE2595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A7E003-E549-C95F-CF6E-92CD2229292B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975F5A-9315-90C2-5F96-FA01E183DE2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333E95-E3BD-476B-BC15-1D4619E7A9D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0BB347-EF1D-5DAB-2A62-9900108937C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5C47E4-BB85-1E4E-4C38-2D637D36A01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808881-4A1A-7F60-DD59-05030A0DFE6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B3787D-D4E7-51B4-9A4D-30746A3B193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2BEFE6-8FC7-0B11-FF20-A93A4539574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45C8BA-C788-FFB1-D69D-0DF099F76FC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4ECDB5-D240-249D-E789-84DE14A6970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BAA6C1-DF5B-653E-D02B-D6C15A3B79A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838E74-28C9-F722-2A74-28DA1F7B0A7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043B46-CC1E-3605-9A08-0C34B1CEEC5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3B48C8-69E2-B394-B241-30CD2D03DEB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EED8A5-C861-7685-47A3-C208CC37DEF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9C6657-E9D1-D83C-A58A-9DEB3B4B1F4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0EAF51-BB0B-F02C-18FC-18A5983BF10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FC90A3-6FD8-A583-51FA-54C4AFAF7D0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3DE688-FDE8-DC65-D0E6-ECCACF9BDD4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E5342C-263B-258A-A76A-047203F7B6C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67CC8F-894E-667B-B143-9A1F68E5870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18E463B-4385-7C6E-B176-4F956A9648A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3E4855-7ADF-54EF-CA6F-F098B698BAD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2297F0-FB1E-B0BE-6366-F66008F2714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95422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75B84-991D-98BD-FC4F-4EDA7EEDC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66A813-DF89-D109-BA75-59763998FF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90891DF-79FD-80D2-09E2-B74A5D798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89D788C-8459-0A1C-6238-7ADAE5E6A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6E4EBA7-36C7-93F7-3B09-BA9E832FB8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6769105-CDCE-304E-CB27-6CBFAFD0E8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6AFF6A-B2B1-AF76-999D-FAC019C76D8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CFD059-C286-2201-D2BF-7CF04D48FB5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551897-D544-BF2F-AC14-B217B6350AD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F5EA44-9CBB-947E-84C1-2C691F3C09A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CAE35C-A547-A162-6373-398D2D59FE6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A38A80-6565-8DE6-BA11-4285160764C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2EFC8E-561C-426A-E004-3A1F5C6056C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554DE6-3F69-D58F-062D-5C0BE44BDBD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3AF669-76ED-B9A0-2EEC-0E287AFD757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57E2A3-0498-8DF5-21E9-DF06687BF74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F3EAB8-D126-4DD2-EBBE-B3ACB2E55BD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E1A17C-C2B5-B679-BA41-F6B00877399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3B5CC0-973D-D2D0-DC75-A6342C4093C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C753DC-6BCA-B1DF-1785-FC66F73E6F7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021939-F68D-2174-3F19-59262C01EDA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6C9AE9-3489-5A9E-73E2-484CD7C70F5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3D7A47-E651-FEB4-73EB-E8F1FEECF16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B34A81-EC75-4CFA-069C-75C9F4A3725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35AB73-D222-7DC5-743C-0024BE4D69D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C07D18-679C-46FE-04F2-FCC22630F06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56F938-FA0E-78F1-6EAC-A5B631B976F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12E51D-DD2E-BD80-16E7-815623595A0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D10AAA-6DF6-BEC5-DFF9-2E383EBC69B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FC2670-0AAF-BCA3-3E9E-A7B68A009B9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BEE614-D664-9F1C-841D-9423B6F3979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E547DA-ADB7-C00F-0DF9-0BDDB56BCDF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8C2E2B-DB8E-F675-D3AA-0C2E7F1C5DE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EA7FAB-97E0-77FC-FF2D-446EFC588CB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7C520A-488B-ADCC-E68B-88E24513319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D6203A-AC3C-33AF-2372-9AAE3755D92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31D1A1-6D2F-82D6-8A73-E92E7A868AC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CFAC83-B3AF-F53C-0F00-C7DF868A941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DCBCE1-4626-3E75-48E1-FA5859B86CF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C353CD-145B-9483-4A7F-76559C3CC90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142C2D-AEF0-4E11-2A66-76194DF3EE3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27D705-BD3C-17C6-F2CF-05896CEDA31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10ECE5-4358-C283-E131-C7F5445C646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37761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2481F-5269-E2DA-7B56-54B2E4328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F5F9AC-BD85-11AA-B317-6CD007B0CD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8 in upper right block and center block.</a:t>
            </a:r>
          </a:p>
          <a:p>
            <a:r>
              <a:rPr lang="en-US" dirty="0"/>
              <a:t>Last possible 3 in lower right block.</a:t>
            </a:r>
          </a:p>
          <a:p>
            <a:r>
              <a:rPr lang="en-US" dirty="0"/>
              <a:t>Then, last possible 1 in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F178198-7DA1-15C7-2D0B-574EF0593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3C41751-263E-F8C3-D213-DA7520A12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2EA3930-62E8-921F-FB0C-52F4C5FD2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4112174-77A9-55BA-B6CD-B5D0D69813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CA360D-3ADB-42D1-8D2C-08006465FCE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787339-164F-442B-15B4-D76840BF069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BB0F61-72CE-FA8C-7980-31CF2DA88A0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F8E9E9-5C56-FA2A-B665-46F9F0DC4BB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2D667E-2AAD-93E8-41FB-B4371843608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6F27F7-2EFE-55A3-1E1A-52AD4DB212F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783535-7E83-8ABF-59E0-3751A550AA8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6CB59E-5A96-D35E-74FA-9502832A62C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62F504-2101-E45C-38FE-8E1D2F8B9A9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AF69EB-22F2-F82A-9192-C39C4195B02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CD1165-4032-9E52-E154-118EC7A11C80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AAD7BF-A0DF-0260-7457-14E9412C85A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382DD2-E50A-5A54-ECF0-D8590EF5C61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26D0CB-3F11-6D41-C56E-08B1E85E8A8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624443-858E-E788-9689-12C27C392A9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855F4D-3B31-1E97-0C5E-00F7666DF42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525548-B5AB-80C2-971E-02ACF1C2614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C60CC1-9219-0540-3D37-3DF01EDEA87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7FE62E-FD7A-0148-06D4-32F5DDCB5A7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6B2466-0354-AE16-E1DC-910EDA0EB2D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8CA26C-5253-85A2-8C44-39C254FF030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E24B92-5B6C-ADA8-849A-9DEAA1C2C28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8BF1E7-4818-E463-C5B3-1698B505584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2D3362-6228-935E-ED2E-80E260CFFEA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6FCF47-5F81-9B57-68F2-36A0E6530AB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A60D0E-F549-8D3D-EB81-A7433195F9D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DD3FAA-BB02-DC45-CDF5-2ED1FECE26D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C8509D-D971-9392-CF91-18835005BF1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B26A213-3CB1-4648-552C-D55B2FD256C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ED5733-181E-11F6-8B59-8A45D7ADACF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C493FA5-5496-D9FD-73A2-887250CC1ED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DC4B55-02B7-3CDE-D22F-5D208824CAD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5770EB-6D91-B2AE-BA12-2BD7580E93C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725CCA7-BD85-5CEA-5F98-40973A2D12F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6BFF97F-B9D2-E16A-4B28-9C72F374CB4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268C47-CB0B-8C3C-3816-FF228BA01D8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20DFFD-A0FE-F29D-321D-896554A2851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3FA1FA-3260-BAB4-E499-1D5B893F6F6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49E561-609A-3F8A-920A-46939AFA650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C27B7A-9747-53DD-B16F-3E1A65B9CBC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B8849B-4806-7E82-85C2-6EEDD2AB5CB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30670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14BA4-62B8-EF79-8BCD-92B0AE424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DF2362-3A9D-00AB-B6CC-28CD4AF0B3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58599D6-03E2-9424-A92E-E05030DBD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446EECA-3F21-22EF-5E85-58527822B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6A4A13F-4F92-D1FF-3230-F9A7B944D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7958B4D-0C79-8590-6CAE-7A3C413E26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A63C5B-ADA6-3CF1-FC9A-501E6E6A213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57C171-1D6A-6E39-7257-0B9F9A57B3E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68681E-24FD-00FB-44F7-C294D04178C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D89A7C-6AC5-C9DD-9A53-0A8A47A97E7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5C68BE-85E1-AEA8-480E-994C2F7B6FF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E86275-3D12-4453-A094-82A81277D2C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FC12C1-67E6-E0E3-432F-53614ECFA37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0D52C2-4BDF-C6A2-22C2-55CD90B8D50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13EDF1-D02C-2DD1-F6CB-FE7C095DC87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47A7CD-6482-6875-7ED2-76A57146B38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32FC6E-97C9-C03C-85E7-4D541DCF34C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BFAA2-4822-A02E-FC45-56217814791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8E5923-A19E-F209-F7EB-449E3FC4EB6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AC12E2-AFCA-CDC4-24DC-04244A27A93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2B4C19-583D-DEBC-D085-3004B194314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EC89BE-FD8B-19BE-401C-3C91B4D67AB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C48E13-875B-D8A7-4C8D-FCE95E25659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77C5CA-6190-833B-FAAD-040504CB11C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36D6BB-83BB-9D6E-582F-3D4D67913A5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06AFFB-4C42-FDC7-E27A-CDDC2F99433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D0D19C-382B-2AE0-3ABF-C0EAA44FB45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0FD142-C053-6967-4E07-00B6BD78699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678342-4500-804D-ACE3-8C7DCE9C115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2ED54A-7EF4-D278-D9F2-09FC597BC55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936960-C743-0E61-0EE6-6642134C44A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41DDF7-7711-330F-4D6C-189202667D1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266460-AD7B-785F-D83E-E2CDF24E7EA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A8E8BC-88B2-B246-3CD9-C88BA6F995E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0DD696-3E14-0D53-E38F-3B6549C9DF3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286A1F-9940-A3B0-F8ED-36C90AFF681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71F4C3-90E2-D169-DF37-3D42A4D3CDE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6A1AAA-DA97-3144-8353-07B1FECCD99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2ED4EA-5F1D-1450-6E4A-77C93625652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58EF50-BA74-BA0E-0A24-2F64AD485C2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A887F7-8D5B-F884-7694-97647DECC77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544C2C-0D61-E544-3603-C339E5278F3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8931C2-A0AF-DE97-819C-8E5891DDD77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FBA7B5-310E-F821-BAD2-A1B975B2F6F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5DE20B-22BD-ED68-B2FE-34052604100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2D882B-AA79-26A7-6DC8-6934F60C7AC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22B2BC4-BF14-5A3E-33A2-03CF3C58B4A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976832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46D99-9AD5-8071-0FA5-4C0B4F051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984F51-88AB-F8D2-E641-AFBA1788584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1 in upper right block.</a:t>
            </a:r>
          </a:p>
          <a:p>
            <a:r>
              <a:rPr lang="en-US" dirty="0"/>
              <a:t>Then, last possible 1 in upper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A93BB51-DE88-DA99-8DEF-A762E1F23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39493C3-A4CC-D93C-B90C-4AC63AA02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F02C1CD-3209-F2F8-5D82-54F3647CDC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5F4DF06-901B-8275-6016-99D76C4DC5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F5020F-2F75-55A3-1FEF-1715334F1BE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3E5D24-6BEF-9BF8-3A40-D433F610AD5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FF3A80-D553-2B67-487C-1BAD0261AD1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65828C-3047-E939-4F01-A41594A743F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2AB006-103A-DEE9-EF64-EB6F54556F0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03E202-81BB-DA3A-0717-18236C27BA0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450602-E443-39E7-98B8-F8BCA4F8788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9A1EA42-F668-BAE1-D894-A8FDB35AF65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34F717-03D7-A73D-23C2-120D008A433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A49D98-FEA9-4295-945A-F96FEFBA09D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A6C83E-9580-8942-3F38-D2CEE76BBB3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D2C68-3C38-51EE-6749-65FC6C01EB3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0DD709-F383-860C-8B6A-74E615F552A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96FB98-37EE-8567-FEF3-73EBF447A49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970E3F-C783-5628-C232-AFE45235F8F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BAF36E-E2AF-9109-A1C4-85E7A119EEC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2E68A9-704A-3DEE-9DC9-9D3AF4D25D8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E66AA0-AB99-0B7B-26CF-304EBB272B5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5AB752-4409-1A98-F312-F2489BD9A49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4A691D-B9B0-D701-08FE-E652E5BBB9A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852F2D-1017-5BBF-4B27-ED7D368CDE9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D0C1D9-CA5D-5768-34DC-351AF41724E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CABF25-EBFE-59DB-0DBD-A0678CBCB60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CA77E3-8F91-5F5F-A8B1-BEAD00CABA3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0777B5-B403-A3DF-7F67-C3EE02FF4EF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CD64E1-A0EB-91B6-B222-23378303AD3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74280C-6AF4-F34D-2FF1-816D62E53A3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17A31F-3EB9-592B-9C21-00F53765B6A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376284-59D6-44FD-2594-5FA982F9717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248227-AF84-234A-C918-0741A3208A1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D6E959-C656-BBB2-B2F6-52D914DF210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BE8570-5D56-580A-A368-3271268679F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1A9B1F-F06F-DCA2-1AC8-F73C68650BB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77D901-A7A1-8494-3632-0FBA5E00A87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B63EAD-3A02-B5FD-A0EE-A44AD514169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FC24A0-4EE6-7B56-352B-95BE8E6DB37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CF40A3-B9A1-BAD9-3785-14B671D4F87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7C7809-0090-BA13-4D7A-3AFCD5883E3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41F7E5-8E43-A495-026C-DC10EB2F7ED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883C13-2221-8FEF-CAC5-4B6A2B06049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733321-69AB-202E-64E1-133D0F1C756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9FB540-23C1-A382-1647-D61F57F9CE7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25E43C2-A161-7CD8-2183-9B6EF37DD4F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32934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230A0-2B88-F05B-325E-9E92F8B87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3F0FAF-5C55-9D28-0751-4912F5C694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8 in left center block.</a:t>
            </a:r>
          </a:p>
          <a:p>
            <a:r>
              <a:rPr lang="en-US" dirty="0"/>
              <a:t>Then, last possible 8 in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C7F9251-20DC-CEBF-A571-FF8E46274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0B96BA2-9D16-BC1D-8A29-756C93DB9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CB1AD9D-BF8D-7309-84B4-D9C98CB49C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77416FF-2C54-3C71-7802-B5F1D8D8B5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0012A7-6636-084C-658E-F36DBD7A826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C262EB-4059-4D83-636D-BE35BF08E31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5B247A-7181-C912-022D-02D4AF21A8A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DE09D4-E5AF-D1D7-E03B-EA89985B2C8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8008A2-51B7-4503-73D1-0A44CA51F55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8659E4-D00C-0AC4-1306-93B6951FBB1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ACA2D6-D241-08CA-21D2-4E84CAB1837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F2B134-38B5-B72F-DFAF-F2D2AD1F8F1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7FDFA3-8D6A-095F-5FE4-B3F55E97927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C19581-AB85-DEFD-5F69-B4CE9E001DA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B54174-CBD5-AFCC-BE99-C31D37D418B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B069C4-CAF5-AD37-B28B-8B32864CCB8C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BE145B-09A6-1566-603E-46FCE0D5933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F2D89A-4B99-C817-EC28-2FE68D265A1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BCD540-DE58-9165-BAFA-D3F3A9D60C3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5047BC-C99A-AACD-11B8-26DA6567422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9F7558-8BE5-B7F6-4BCE-4335A216565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899E28-C5F4-D4F6-4169-2F7AF49FDD3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5016C5-BBF0-D499-C935-C767D87F8D7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15913E-3490-90C4-2218-04F55668BCA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A9019B-EF21-5427-68AC-2828DF6137D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A38EC7-5FA0-0937-99AB-3C631F6E2B6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FED8B5-CC08-06CC-E641-A2B11B6C020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A58AED-4314-430E-6ED7-7092AA8B3F2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67D45F-22A0-EC12-73C0-17B8DB6819E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DE075E-29E1-20C8-A3AC-D73986829B1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34F2C0-5626-8712-CB81-DC1CAA71A8A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D016F1-4ED1-AEEB-2E5C-913A998BB10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D0B38F3-0FB9-6353-D379-044276CB41E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1107DD-F1A0-726C-243B-35635FF4B8E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970D88-2B25-DCAA-9F59-215BA23E888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C4B094-998B-E094-0570-74B6219472A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1D5486-0F2C-BDCF-874F-002F64ADDBE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C9BD138-EFFE-0639-F4F5-8A586690BB0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745D11E-C36B-4E4F-0A29-6B5D8C96273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76E421-7349-16DE-B9C4-3F822033475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497C66-1CF4-A9F5-F355-0FE042760FD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9F094B-8EC8-C566-5654-BA4431CED79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3E9648-F717-41D6-521D-1D5CD773D0F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34C6A6-4E54-8B6F-980C-B9B54737285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C383585-6304-B68D-F16F-33325877637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72DACD-0355-3D66-1DE6-92B1DDC099C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CA0DDD3-D231-EC2F-7C12-05794657167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D26A827-6AB9-7E6C-E9C2-25AA8B3234A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DCE5EE-2C3C-D747-2053-48D1C3B8034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144986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F6B08-855A-87C6-AB2B-5B7E61F6D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C13867-2B07-6A88-CD5C-12F78317CC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2 in Column 4.</a:t>
            </a:r>
          </a:p>
          <a:p>
            <a:r>
              <a:rPr lang="en-US" dirty="0"/>
              <a:t>Then, last possible 9 in Column 4.</a:t>
            </a:r>
          </a:p>
          <a:p>
            <a:r>
              <a:rPr lang="en-US" dirty="0"/>
              <a:t>Then, last possible 6 in Column 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1217B2B-375D-3F12-01ED-9F39A5499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C105379-5E56-3609-A68A-1733BC2F8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223A445-7272-A4C6-8EE9-DCFAB1AF85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73B400E-CDBF-A8BF-3011-3641DF260A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B90CE0-2A85-4AC2-7F93-23C6587E148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7C231B-A900-12DE-03BC-192B7A890D2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E1383C-0E68-7711-9D02-BD98FED42A2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3F9C22-335A-555C-4AB6-E047BEB8DC8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FC00F9-DFCD-5FD9-99C9-78ABE3C4746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55D6D5-7D9D-4966-6A83-4957AA12A21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1558A9-F510-1498-5B03-E8158FED441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036AAB-CCCD-C953-9F8C-BC616E20893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E2164A-8DE3-4878-589B-356C7181BAD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EDB5DB-635B-FD3F-D85F-79A730FF282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2AC50C-AB19-FE8B-51B3-9123798F4C4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F38284-EA24-4521-F522-92AD9AE47AF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38C3BA-7729-69B3-F40C-CFFE290CCE4B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BD23BB-9B90-F0CC-68AE-6F23DE45159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2BE3C0-3DE0-2612-90B3-4169BBC4E1D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876B8D-9B41-1A50-4A02-A8D74839DB9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2D4140-F703-7D90-3D00-AEFDBF1F21A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82A2E3-8C3F-BF7D-71D3-A98A6C94A86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763C9A-2401-DFF8-0658-DAACFBC8F8C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BDF288-5DD7-2F71-3546-DDE38F6E742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253747-9139-2F23-0CDC-E5E09888F8C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32A6C1-CB1D-55B1-F7FA-EF5213E149A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788969-5412-8413-402E-F80DACBF6D5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03521A-283C-AD8A-1011-0E074BF2592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EFCC40-0F9F-CFCC-BE8D-B970CEE6B85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8516CC-6048-5AC3-4A1C-01AA56A4D1F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51FCDB-89B0-AB8A-7B59-9D340685DFD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D1D5AB-36AB-E2B6-0694-4D291C7E1D4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B1D5E5-DEE2-B6FB-7FD3-942B1AE4CF7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2337D1-E759-EC49-A8EB-1C290BBA9FA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90E3B6-B3D2-7C25-C3C3-28738E7C60A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DB9832-25B8-3EA0-A7DC-077130752FD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41D997-91A4-B703-9325-808271236AC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5C8E5D-2DA3-DF58-25E3-24C60580F0C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60AC07-4B1D-81B1-AF55-8ED81785976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307E05-9396-2566-BCB9-F90D5AD3B47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A66431-B8F7-2A5F-342E-817EF9E4533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740EA4-1105-2879-9424-7865AF556C6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0F1499-1077-AB16-7162-90D074237A0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CA685E-EDB6-697D-1B25-CAA83C8E7A5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DCC58D-781A-8657-61C3-E23F774F4E3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EEE8C5-8E4B-704C-9C0F-02114FADF33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A209DB-1B43-BEDA-5302-ECD7F9F4D37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D8FC1DD-8CF5-7289-AC58-1CD7A724135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0572ADB-9573-A552-D077-7CBED64879E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C7E6A5-E0E0-74F9-C6B4-FAD8E744D7B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F46811A-C86E-3528-51C2-DC768DA5A86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12A3F3B-9DDB-BCCF-7EB9-1810FD00EC0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867646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E86DE-F90E-C589-B0A2-AB2FA0D4B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3F8A92-FDAF-D3DD-8944-CCDE2671FD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Finish Row 9. (Last possible 7 in Row 9.)</a:t>
            </a:r>
          </a:p>
          <a:p>
            <a:r>
              <a:rPr lang="en-US" dirty="0"/>
              <a:t>Then, finish lower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35F5A99-0F61-A5A0-7CDC-892B660AC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4CDC516-4482-5A2B-2BCF-A3D24369A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9568845-C316-C002-F546-851A70F1C2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984B20E-0F3B-374B-78CF-DC2E2ADDC6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485693-0285-998B-4ED4-2B8C7090BF2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B4043C-816F-FBA3-D6E3-B3BCEFA1B28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16E7A1-85DC-9F7A-AC48-BAFC1472011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5B447-5F98-6FA4-6FB5-99432A76F28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4E954A-49C1-8985-374A-CE80D806BE6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25BC12-0EA4-3933-11A0-51A5EB95300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E74906-A29A-A2D5-F4F5-804CE5A4685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5D1C71-05BE-0E08-14C8-1FA3E6F5558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B3F433-19BF-DA7A-8165-1A40032B143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70C525-272B-55F7-4CE2-404EAB20129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17CFFF-AD77-1CC4-53EC-E5D7C247B01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B497C-F7C2-8E98-977F-F31866D0A182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4640D1-4DD0-5C50-BDF4-F84D5BF9125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4C596D-5500-D76E-4E82-D2F79CF0046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F27CD5-0E52-5E94-19F7-FDBFEB5F343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CD194A-5A1A-EF51-33AE-D0D4931E8C8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B4358F-3996-2B6C-DE67-7A7F1671577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630643-5128-0568-84C8-FEDB1F632BF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3E081D-2E9B-4110-DF8B-5FF6513F1B5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58D499-6384-3A77-BF35-7CDA4661FB1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16D16D-26B7-A0FD-0573-326B620DC79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072FBC-2695-7443-FBC0-85D8093F280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D729D7-716F-8F71-AA8E-9CD6589D69B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790080-3B79-06F6-CF86-3F559A7E665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9C7EA2-E963-0F9C-0D8D-EE3E84B91A1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A94454-D02A-298B-0EEA-2267FDC0A62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1B41A3-D7BD-9E87-0C2E-0E8452B2F40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88A014-EF19-0E11-69E8-03FBF7FD7C1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A1679C4-DA6F-D429-D162-7770E143EE5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49D7FA-A09F-1DA3-696A-E051DD8014E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987E99-B59B-6012-3F37-A70E63B666B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42E1E22-F5BD-9AEE-D50A-C5107D78FFB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D92FBC5-49BD-B54A-C438-BFE93DF0656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D7085B-CDBF-A230-C275-A462228FF83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A05B955-428A-25F9-D178-775DA4AD43E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3250F1-DF5C-F3F8-1496-CABA744AEA4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04B770-D33D-659D-11AF-C7280555BD5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E89DC7-5898-A95E-9547-5353C82843C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27F68D-864F-8B28-2228-959B0B13A1E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BC7EAC-003A-0B3C-26DE-F0CFC8F05C7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CB69A0-6056-639D-43EA-84067CFFC0F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29918B-340A-3A86-6540-3DB01DF6018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0796E9-C1D1-A8CA-22EF-ADA8CF7DB9D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3272C1E-D885-1B8D-F735-66FE44EA34C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204975E-3B4F-AF26-1DDB-7925E6F65CE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F6C822-D867-358A-1E71-5BA847B70FC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45BC10-89D5-341F-5FFE-248EB52D72F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E574BB7-4D3C-DB7A-F42E-58873EF4C04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134BFD-7A74-7D66-6879-709908857A1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FC24A3D-EFE4-BF4B-A027-5EECD8131DC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6683DEF-9F77-898F-6E2A-EB4FAC23F6B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74E0276-0665-BA0A-00FA-FD2DE286B38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045388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C85F4-5426-1736-C726-39BDEF2A1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484018-5480-D28A-FE94-AE083D8A56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Finish Column 9.</a:t>
            </a:r>
          </a:p>
          <a:p>
            <a:r>
              <a:rPr lang="en-US" dirty="0"/>
              <a:t>Then, complete [13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9102905-68A4-F70E-FDF8-BC2C8970A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DD824CE-69ED-2D1B-4EAB-A302249EF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28EFC7C-7C3E-7DA7-39DF-29703989C4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830FBAB-8615-ED24-7F49-B8F6953A90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61C547-4A83-1AF4-958B-2870C4819FB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0A97F1-654C-0722-3722-20510365317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D07F63-9922-7AA0-963F-255D9649DDB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5ECC50-EEED-6EAE-3E0C-CCA958DC7DB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6CFF57-179A-36E2-8C6D-FFAF4F2E284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3D06FA-5901-C972-E0E6-91A4289CC16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8D1057-0976-E82F-21D4-9A0B4783179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49B90D-35EB-8E25-B203-01368A0D705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56C46E-98B1-1B62-1087-4927F9A8305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84B641-84C9-FBC6-BF49-11DFD45F714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100E97-F2E2-BAD5-7C09-5C384F65B75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D810D8-6073-C072-3C1D-E92131C8CACA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A2032F-6F5B-282F-AF66-32558BF19842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99DBF6-EECB-54CA-F64B-E296D58E792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7CB5CB-BDD4-36BD-2175-ECC5E94A50A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5414A2-FAC3-74C5-B297-CB0D70B4DC5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26FA9E-3047-623C-140C-4C38294480C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57561F-051E-E831-9A7C-A3E50E34FE5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7BD437-DE2F-A0A2-229C-462C2BB0264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EF40E6-B538-9E26-92EC-C841BDD00C6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DE96AD-EFD1-1C59-6646-4F9A692AFFC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405460-E541-BEB3-1ABD-777EC96CE51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46E0D7-CCE0-37B5-E463-7CDDE222FC8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2053FC-EB8B-3A7E-B790-D6E75F00CC4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C89EB3-D27D-3BEA-5068-8FC4F641B46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A68310-8614-097B-D449-71F02FB3574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84AA4F-826C-EA20-1AAE-D71E649E4A3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339514-84AE-8CED-0EA0-4E4D36F7976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BB907D8-0EF6-98D0-A25A-8521FD9D36D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183C34-7043-A0C9-9A0C-0B3E5366976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751EA0-7C08-D069-ACC5-28DE2673C45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09FDCE-E3C1-AA6D-8A41-06A94B20169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0D683E9-BEB6-639D-4EE7-5210EC6D806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6753B1-D3A4-D069-BD8D-83ACD5652B3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DA5134-8D6B-669B-13CD-7C65D36A0B8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D8DD26-D9B0-A2BD-9905-8E81A5B971C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8A3E4C-7258-90F4-1775-86EE2D77610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B66E9B-84D6-1537-33EF-F45EDA2FEFE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F4E0D8-82B2-51B5-C830-ED1BAB96466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9546A8-A448-7E7C-D61B-C4E1D4250B0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320360C-BF67-406C-E03C-584EB698441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05894A-E71C-C2F1-3958-D72CF2BBE0B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319A1AA-0888-EB5C-DF26-FE64DCC843B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D1085E8-0A67-39AC-21C0-5828EBD1C4F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E08F96-7C72-3C75-EDBA-E092A02653C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00C7DC-5152-1467-82F8-4D4130E3F67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375B27-9818-58AB-11D3-8D5C9B6CCB8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1E47471-DD27-F20E-CCA0-CB08420A7D3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D7C8A3D-A827-8CEB-79B1-693ADE91948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1DF35C2-03CC-47B3-4483-52C0F43294C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3918438-C0B5-0A6D-8C55-672C7A8309B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3342CB-05B8-A074-818F-BB4BB64F6E4F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55855D7-3BF2-3CC3-BE2E-00CA25A94BD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90106B8-9F63-E131-93EA-146F7D51777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8D14354-FC3C-9023-4FBD-191AD3D7F22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089975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466EC-8B21-61DA-9243-460785F71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0BFF4F-5822-D20D-6686-D75B8ED04E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Finish center block.</a:t>
            </a:r>
          </a:p>
          <a:p>
            <a:r>
              <a:rPr lang="en-US" dirty="0"/>
              <a:t>Then, complete [19 in 5].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9F97CDA-5951-3773-BB30-465EB10D6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6A866A-8442-BE20-2B89-8EDA4ABC1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AF10C04-65F7-54FD-E764-4CF30DE7F2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1ED5A07-8328-92B1-BA7D-233A82EA3F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5139E6-7E21-6D5D-8316-C1372320BB1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DFE8BA-739F-70EF-ED01-4D666DECDDA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6B8B71-AC16-C217-BA86-31C94485889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B03F2A-1043-4A84-4154-FD3FCF37C47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E721BC-92AE-0E5B-CC97-CDA4CB69E8F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1C2A19-4D87-8682-831F-FF2D559AE6A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CC1520-3A8C-D4E1-9A4A-B6CE95DB60E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B7DE2B-C6D8-873F-B4BF-852CBA72698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2F7F80-3D23-7861-9030-0D34749392F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06CA49-3B42-FEF0-E2FE-D5E39FE3DB9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875CA4-5B8C-4865-5AEC-241E3C1E1C4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3638A2-39B3-4AD0-D9C9-6B7F948312F3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73FA21-7779-5F4B-27DE-92DAE3D9CDB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0C32A8-05BF-EEBF-4275-4C30F575F32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66F07F-CCA0-1976-F90D-91A5A352E6B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170CAF-5D2C-6AA3-EC1D-B17B9FE5603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40DC3E-4A68-0E13-6C98-3A2E4B2B4A4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40A7B4-7593-698A-AFDE-6123E0FE2A2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4652D7-AA31-4369-5FBC-D7B2E16328B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F24A61-4F7B-3891-D105-EA73E61F4E5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547CE7-64BD-DE35-7BB5-F839719A825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2A46B-3995-F969-65E8-C036AFEDF39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727C6B-D249-2F5F-2E36-FFBB5779CB0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0B51B2-B2DA-5F87-984C-2948DC08A9B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B42530-E9FF-C4AC-DE21-7091DE3FC89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761B01-AAD6-3A79-176E-70CB3F6A7EA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4D1A600-0684-4AEB-C37E-04EC5A47BC3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AE8429-7A12-53A6-74DE-DDEC068034F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CAFD3E-0781-B647-2CC7-84B6B8CE5B6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39625DE-7EFE-8363-DD57-14BA4FA037B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970968-7F30-938C-14D7-073313CD1A1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0DEE391-3D9A-6886-43EB-8A57D847364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1EA1AE-F556-9E30-1AD7-CD7B2C5EC44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249C69-AA17-FF5A-C1C3-1377FAA470E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E6D86C1-D25C-F336-B51A-BB84EA468FB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C5FAF0-16C4-6EA3-B9B5-65A0198E955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DF6482-E5C9-7027-305D-4094D76F6D9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F53E09-060C-C890-D715-6B23E185DF9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C70D45-3B1B-745B-3358-00953ADE774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D2ECDF-1E67-08ED-BC70-0A7ED500C5E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CC694C-64ED-ECDE-3556-0E31B3050E8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50FF25-DE95-7CAF-8DC7-001AB260BB9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EBDE13-26DF-040F-5096-DF9D245FEB5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3CC7E75-4D44-D29C-0517-CAC69F6E851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9E7AF1-FC5F-7A56-260A-583294807A1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B91F64-22CB-E061-AB88-EBBE8B0751A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78791FD-102A-4317-ABBE-342C70BCF2D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7B9161-B139-F0A1-F4BF-E1607FA9EB8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D8B484A-7AFB-7960-BD68-A6B904322E3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1B014F2-7C6E-C914-A469-FC3FDCDE8F2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A80658F-44E3-4FFD-8305-7BC82A4DD2E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4185041-D22B-73EA-FBA5-92D5426ED92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F5BEB23-099E-2A48-F4EA-06562C1B4F7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F788D0-E790-6EE1-1500-11E8B7175EC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ACB8BE7-F376-6D69-9035-7EE0E428F86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C32C5CB-15CF-C52B-91B1-8EFE81D9955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AE38E9-5C5E-82D5-DB4E-C9557D19741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795DB8A-2F85-731C-6407-8209A5817FE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259234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DEF18-6D5B-EDAD-4699-1ECDECB7D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227BE3-0384-CF62-82F2-A11639BA21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DEAA4FD-6693-356D-D5B8-8AED95488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7CF137E-4534-EA27-CB36-3304C9471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4A6CFD9-FB43-9CE3-AF0C-050BE148F6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2D485C7-76CE-DEE4-62D1-598B9D8380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E4DDB6-83F1-7DF0-4EC7-626A6D5444B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346AFB-7348-AE50-6851-BC5D0C3B0A5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FA1638-C830-5487-E1CA-718851D2288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3D2136-AD0F-2900-3CC7-C83BBA20270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6CB274-1964-8B58-05DF-1E9CCCBF65D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AF8A4B-0C79-E90D-0FCC-179DBAEF7FB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9FA703-133A-127D-5896-DF29062FA47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6573DC-CDCD-44DF-333D-F6234AE7937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F5B5B9-9959-EE2E-63D4-579C37E5FB4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6A8E84-DC74-0D2F-692F-A9EF57007DD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E8BB6A-798E-1C83-3A48-6CF0307171A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34E4BC-2368-8F1B-ACBB-131D6385A7D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84B55C-C71A-8356-0D64-97DA7160C22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7C8BFF-922B-ACD0-CA1A-B53018EE8C8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4EB599-98F7-52B6-3471-ADF04FCE1CE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B75A9E-C86B-C72D-F941-4083DBF99E3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11C193-AC1F-4028-AA2F-01C085ACCBD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90C095-F8A9-E4BC-703B-87B76874DC0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2A0961-AD1A-7794-F16B-AEDD1D94274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644DC0-7D4A-51C4-8DEF-2B3042C9674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5B025A-DCB0-1229-5BB8-C8032B48CD3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CC92BC8-BC4D-937F-4375-1557DF194DC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9FB5C0-BADA-9450-201D-C0E180D5D8A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F3EF4F-4F1F-6ADB-3C00-43FC7B69A27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95E1B2-87F6-488E-46F2-FF47D708E91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68AE02-1EB4-F3FD-1687-7A7CE590620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AD7F75-CD72-82C3-BF9F-BB89DDFDC18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BFE53D-C473-D2D1-A425-C3240D68113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3038A51-5527-E7B2-ED39-D23FB5E798B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298FA8-C606-9A20-D327-CC3C5EE932F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C9EA928-9315-D55F-00BB-AE371B22DA6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9AA358-1F3D-30C3-E6B1-E30FE28E5E8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77AF2D-BAEA-9DC3-9114-9B93A774DA4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89A552-8A75-1E27-4605-69EEC324F5F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EC049D-0BB4-8AEA-018B-E6758FC1E07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A189D9-E8FD-E322-8CF8-7A503A6F119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203474-176C-4011-4E95-E936E180D0D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66862F-581D-13AA-6B52-2CC3D5A5382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52AB55-7837-3318-ABDD-C420F47EA04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5C0E427-A2D8-1767-4EAE-1D8CAA0DB96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06ECCB-F98A-A58B-4DEB-5971B788FAE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5CFD98-802D-E565-8EB7-30FA41C2608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A42222-3CAD-EB54-371D-8955B63C029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72003C0-9F3C-E903-08FF-75B7C994926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49D381A-2C61-F566-385C-1A7A9B3A748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FA66F7A-5696-7742-D2E0-654CD276A63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62127A-7F88-4606-9415-F023F34C873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206FBC-45B5-0ABE-3042-4A9BF324E3B5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6443BAF-DEA2-B12F-A69A-8EA89049D54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8D3E273-82CF-37B9-7746-C5CC9476C7E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4470906-2422-DB6C-5ADE-183F5ED59EA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64CA1C6-6499-51FD-7C32-27E326D97AC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A513B7B-CA10-BE1F-E246-375DAFA42D8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B4A268A-7CD0-43E7-07B8-462733C6284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EFACEF1-EDC2-EBCB-9DEF-E44E89F5363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5C9DA50-598C-AC1D-A0DF-CA3006EA45B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BE25A96-94AE-F183-F26E-1F7E2F49165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A1C28DC-5AB0-FE73-5DD9-7C05BCE9192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974060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7F120-3AFC-2DF7-195E-1B64E3C65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BCAFFD-9E1C-55AA-6296-3994284133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Remaining 5 and 6 in upper center block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F356A02-2651-ACDD-77F8-88FAA01C9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0C5EB1C-E7A8-DB7D-E114-F8610ADCF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7F5339D-D701-8FDE-1E9A-58BE43DBBA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8975F7A-8E59-5A20-7398-023372B4BE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366379-7EF6-9055-D7AD-38DAE00AB8C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C7C98-EB76-2058-8665-80EC663D680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9B6BCD-9053-3A7B-D08A-E3C5D7F3FF2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63814E-0D31-2063-D2E0-8CC0A16C404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B4DD62-084F-BDFC-63DD-947B58C43FB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1E9490-1550-F272-734A-FF06E3A81E3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FFC1FA-BFA2-9373-87E4-B4BC6274D16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DE2D2C-6A9E-EB9D-9E89-4281E3128BE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452598-E0B3-905A-B7A8-705A0BC02B8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4E7631-0829-D559-EA29-395BEEF6025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B25064-6C6F-3F25-EB48-422C2247DA2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6C0E05-3090-7239-ECDB-5277C123952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A0FFAB-493D-8331-8EC1-D989E8B9751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31FC19-0DAD-27D0-AE46-ABE11056C78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F4F5D3-A0F5-EDBF-D081-C2CE731EDA5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30B4F34-CF71-F276-F84A-30793658B53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3074D1-3CB5-16D5-EC7C-17E1C8D1797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49E7F4-785D-6F77-BA6D-35FE14685D5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852A2B-B0A0-9AE5-43FD-D65BB7EF449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36509D-D54F-D844-1287-219D0D43389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3A0A7C-6B61-76A5-A9FD-43F569FDD2D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6A2806-0D4A-AFF1-D7D9-5895E9872B9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2B7CDB-B122-C416-8A29-506AB8BFD95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D78B5C-710E-5DA3-C9FC-375755E20E9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3B36FA-8802-7BC1-8B2D-22DACC0667B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223B31-1BAA-3D01-4325-375C7F074F5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7C9D01-EEC4-8A96-06AE-41162561704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B42722E-1504-C600-4787-FC1CE12104F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9C0C30-15FF-9EE6-7C25-71B1369CCD7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959B35-A12A-1F04-378F-5A5B9549E9A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47D6246-1283-D333-AB58-5E8AE05BCF9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313EED-BE2F-E73B-DB15-729FB92DEE6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819743-0584-04FE-DE57-C1A5893D59E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EBD1EA-D0C5-23EC-3982-6D60B389F83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CD0E09-5308-C729-3F0B-1C8AA64D6D9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492788-570B-93FA-A3F4-25310279E48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F0D8CF-E7D9-C34D-C313-1FC66D77988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BAF5D81-8002-96A0-1A71-4E0D1AA6339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F024AAF-7FD8-BEB4-EB83-681FEAE673B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914B20-BF10-2BD5-F830-3263BB280B7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318E61-9974-7946-4FC3-71AF16C1D78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D67104-910A-05F5-6F2E-D54C25E782A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2C52AC0-D43F-0BBE-57E5-0BC93D44EB5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E8967EB-7F36-F52E-4059-89FCC0F8744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9C15AB4-346A-65CD-69A3-A5EEAF99B99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85B73CD-AE92-A79C-C9E6-1839A9317AA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E939A15-914A-2B3B-0D9D-78FD64B5F5F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CED57C-8AB1-2D92-2E01-B4AA74E326E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C821191-A050-9F08-D8E6-D1DB4A7459A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44BA7EE-E0F0-6CE5-D0C7-70BFD872E9A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FE59B5A-6229-0777-7A14-D1B3725217C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8278ED8-17D0-38C7-2F7D-C36CA1C2408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1748E61-3AFB-CF2E-E38A-C338C88ECCE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02C6E26-FBB9-AABA-0231-488CAD5ACC2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FFC0740-C687-4765-3965-CF59A0C7C75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E0698B0-780D-9625-3DF7-D429E932FD4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64A9A35-CF15-062B-DD8E-FEF96574B2E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E81AD49-8591-40A4-F4A3-714605E4F79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DC6D22-E854-AB49-6004-057E8932F23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EA125A-65FD-BA85-5205-F8F063C4D62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058798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2647D-663C-402F-EF5E-5EE4D39F4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82E9BE-8895-3A04-FCDD-A993DEF592E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 7.</a:t>
            </a:r>
          </a:p>
          <a:p>
            <a:r>
              <a:rPr lang="en-US" dirty="0"/>
              <a:t>Complete [10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2C9461A-0411-BC2B-0E13-2A8F78BD2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761675C-1B4A-146C-CD5C-79E3EE99C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B104F5C-9A7B-7848-1FC5-699F123C0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48C23BD-D895-1B28-1B55-F2D439A5CE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5CEB65-C735-3927-D1FE-23CB552E2F1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F0692B-C779-A881-DAE7-166D83D1B29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778783-513C-654D-2248-A286D684884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16B21B-25E2-3B1D-9AB4-170E5C812D5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A27B37-577C-BB93-10A5-B6C47BC7C8F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C82372-6BDA-AF63-C859-A414135D8FF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22C42E-48D5-4413-A8B5-FBD72D20D27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A2FB21-A4E5-6BD0-5E24-C870F8D433B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23001C-5EF2-FFFA-117A-4636BD60777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D7F9A0-EE20-067C-FECE-A1C19478B44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66383A-78B2-73F6-280E-CD90AA0FC5E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FE081C-E9EB-F806-DD83-769BA1069B1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76E200-B826-3999-CB25-357C303C450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127D1E-279A-5E1B-BB69-95D04F7D731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41DA2D-0E98-43F8-9AFB-27F128EF75F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E9C91E-9B47-002A-1C43-B222357F965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39198B-0004-BB41-F6A4-5C178A33CCF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99D88D-BA17-F57D-A19B-BF60BCD08A4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C9520A-4A5C-6E51-5BF0-A4DB46D89B1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066F19-8015-338D-70D4-3B23466F474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B77AB5-B1A7-94C2-5318-45892213137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41A9F9-37F3-8DDB-CD90-E7030DDB5D9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23BF65-7497-E22D-329B-BDEFCA2EF8E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F8E9BC-072A-8308-8B51-30D5CCF0567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CAFB36-3CC0-1090-203A-95AACC06B0E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227D75-B8A4-9581-5938-FADE65B8647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6BD4DE-001D-007B-DA22-3E8A257EA7F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0D170D-2B18-6195-3864-8A13FBFA5E0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D493B4-B6D0-C25C-5BC6-72ABD5D8A2C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608ECE0-AC21-AA5B-DFBB-26088D956BF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CD18B4-F1D9-B885-C162-8F433FBAE15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A5D995-609D-B862-7FEB-A3B187B51C5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487383-0B70-2AC5-5499-348D07225C1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F6824C6-C25D-E57D-5C8F-EC99C0ACE33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0A8C53-1053-B9A6-F2F2-0DF6945ED01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19ACA-4927-3556-D2C2-A1D5DBDFF01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A909D1-E099-82A7-35C1-D467D7C0BCB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FF5C7E5-8DC7-2545-AE29-EE53400DA86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F14FF4C-B275-2B2F-D313-BA64AF6DBC0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0833350-CD62-D711-544E-0D08469C2FA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E6954A-A70F-3FA7-93C3-78733706AA8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34A6092-C4F6-67D7-B58C-FCB72A1E702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12D064-2237-517F-D009-BC6D2002D9D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1C4E19B-50D3-6F78-E57F-8B83F36ACD3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68AA895-2DFF-5B52-91EC-5626012F358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B9CDFCD-7198-E086-60FE-311982F2A61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89AD432-7D5C-DA8B-B9B2-6F0210113E6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C5A56EA-E78C-86CD-906F-C5E89AE5304C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789CFE0-9861-1A38-7C8B-5ECCB6B8CFC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F9D451-47D9-610D-2166-EB4B518893A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58C03C-E595-6417-9BF3-5CC37AE3579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5C4160-847A-63AA-6E2C-A650B5AD03A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82D80F0-78B9-334A-C4A6-4F08AEBBAF1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9F6E914-E2ED-D10A-4BEA-B309978889F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39E6C68-D187-FCAE-BC6E-DA1FAF5BB73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397474C-DD67-7BB1-3D62-C0CBC854EA8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3E0FE99-9D3E-C7B8-2C1F-BFBBAADFAF0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9E211A1-5609-8EE1-1B17-C388E42C87C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D6E175-578B-6FD0-B832-57728E2992C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1F9987-E563-2B9A-F7C7-574EE37C945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CAEF25-C642-43CE-8D24-C802158F5CF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D127D9-630D-780E-F4C7-D00F60D1D41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430862A-9073-101A-18DA-4C2987D19C2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41D4B42-395A-ABE5-42FA-618D9C2397D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4485562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7FCD5-8424-A238-1AB9-7B45DAA40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9A24A1-6B81-C7AC-D870-4BDFFEFACD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93F4DE7-0EA1-F18E-5F3C-D22A4D71B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AE93764-2C3A-FD72-3063-310BC0F12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F4A96C4-F603-CF90-D88E-6C11E53740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DB759AA-411A-9418-37ED-CFB05A0F19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E91504-0202-36E0-4A0A-4FE72DDD445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63B659-6DE6-AEBE-C4FE-332367F56AC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35D40E-D6DE-C833-49CA-D7D040B062F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0BE719-9CEE-597A-DF68-9A774DBFA99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10490E-167B-F338-8CD6-C0D897DB9EC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A21A18-42B3-551E-6FCB-EBD18191E29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DADB45-1CA0-E4CA-96BE-9BE81CBFF49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429BDA-EDB8-8506-9D5F-B82C297D709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94E734-F138-FAC7-6A5C-715E1872CAB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78B4B3-BEF7-8795-E811-6FA164F0B5B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03E04C-A2E9-5B63-B2EE-EF1E40CCA92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37605B-FA0B-B37E-F7DA-F3381D697E4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96C38C-E437-366B-BFC3-5D837D0CA1B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15D8D3-59AC-F9AE-F4A3-193321CAD9C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A20750-01CE-EDFD-92A9-82BC5235BF5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E8F9E9-D17E-A224-12CA-0693183447C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B87FE8-593C-DBB5-660E-D51C56931E1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769E6A-8CCD-ECDD-9D26-0D9317CDE3E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E15960-3587-8473-F9A5-0049DF7F550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E45A1A-A825-8C44-A921-D00020ABD26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4FDB58-D9DF-D67F-354C-1A71A3A04ED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5048D1-3CCB-2E7F-086B-5B845BFD971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28F675-A6AB-35D7-AECF-8EA1CF4E651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97BBD0A-35FE-30BE-BD58-73C41D5F5AB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BE4C04-22B4-04E5-6061-8A0449CBE1C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5EE435-C9EB-1248-72CC-989ED0A2AEE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F2E04F-6531-B174-8300-4AC8EBB060E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9DBF2EF-0369-3F06-0A61-D0DEFA18BFE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4CB4095-DFAB-E969-23F2-062DA65407D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9BB8A3-99CE-0E76-3EE0-318B5ECF2B7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1348DB-184C-4498-384D-02D8731DC08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9EED3C-5137-B62A-2A95-3E521E69D62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3C49A3-66A8-0A90-07D5-1EC38DABCAE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F82D463-4970-504B-B342-AD1A1D55B73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F0263D-13DC-8EDE-C21C-1AEDB7F1AE3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F8DD87B-BBB3-11DE-554F-3F7F0F5694D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5E2030-2352-9466-9B7D-59CB6ABC72B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5B1C0F-58C8-7A81-685B-374D745FE73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89670D-5E03-4BBF-6840-393C89F628A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5968A4-303B-5022-1DAE-471D6A04555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45D70B-5D4E-8201-5820-9B7B0B36841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F882DB7-104A-9180-06FA-7BC38023640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601EC0E-939D-2FE5-0572-7EB9A61A5A9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661195-1501-BEDD-6C34-1641D82C1F3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903454-D2A8-4EB5-EBE1-24E5D05105E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535F0A-215A-39CA-6B30-DF94FB4A1AE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CB3A79F-AE03-5982-412B-47D178D6E33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5C5505B-C2C6-C959-F65C-B49650CB38E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BECB1BC-357C-C97A-78E5-A083E039CF7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1447972-1730-8C45-F3CD-09472965DC1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1AA7F40-16DC-3F00-6FB1-503B33A57BA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8167146-9BE3-0479-B59F-1E3DE34F3D4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0BEFDF4-CACD-938C-22F8-79FF8918633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54871FC-6324-8530-6DB2-E7CEB3B1B71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072EFCF-F06A-CF4D-435C-AEB0F47CCA9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ABDBA99-7616-6A11-325D-5B7C8D28975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DA181F-EF88-6FC0-2D09-5DAF053C2B9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604525-BA41-3138-4327-B9785D58295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6DA6D1-6A14-54E6-BB5B-87097E3B8E8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0A6F8C-B2E6-FB83-487C-5092FC3F862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2AAD43E-5DED-9E42-C0A6-322DA7B6E41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EDD67E-65DE-C445-F804-8731778A08B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2DBF5D-6CC6-001E-0C78-54EF806135B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016AF69-A9E0-2B3B-952A-E4475AC9477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438870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7A501-BD2D-3AAE-DCA6-37E52D0C2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14C841-DAD8-16E7-0FC9-DCE8A8D8C5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Remaining 5 and 7 in upper right block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68D5295-60C5-5A22-4A15-817692EA0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7C021F-8EE7-4D97-49CB-B7E8CB008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A8953D3-C435-5293-83E2-79C40C7D3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F05AB43-7737-A421-6C9B-E819E6BAEC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E93F91-A19B-9F88-F68E-0F054C8EF0E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82FAD6-F39F-680F-84A9-8DEB868BE3A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1C829B-FB84-D7B2-0CB5-82BB291E932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3B82DC-D593-6DDA-E37F-A9CC4C3FB6C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117BD8-14D2-ADE3-BFDA-FA4C0267070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BFFCDF-01F8-3C3C-4266-84369877944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5F139C-D440-D709-4B06-0D5F63CEB67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C2DA09-F970-8201-F899-84703CF4CB6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DF8D6D-CDB8-083D-5EC5-D7B5D139FC1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647AEA-712D-EAF3-F146-80F0CE9FD0F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CE7DAE-2C8E-35F8-D10B-184ACAFF82D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BD3B30-B77E-A098-8E02-1DB16A515BF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A87C3F-84BA-9E44-BF79-639B543E96D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E069B1-5926-9634-B152-5DC65EACF71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FFEE90-CB06-DD63-47F0-42C2B6DDDAF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34ACA0-5745-1A94-2D93-D5BAE74A82D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D3DAB4-B3CC-4369-FFEF-B4CF96A193B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14B0DC-47DC-6F63-D8DE-2C44A1F2BA6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D69D59-71C0-ADAA-5EB2-A05532A32B5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8E4C40-6EF5-C4A6-8557-1C9D5F29210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8BB4F9-80F1-70BB-9FC4-E30A45E0615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1E18C5-CFF6-CEE1-A1E4-617720302BC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103397-3B1A-3D49-9C32-8D65D9A2D13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625156-CFCE-7BF0-DF1E-D375F544CCB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951A12-70BD-04D6-86DA-024C3E70F7F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7AFA8E-39A4-FECE-28FD-1864C4342F0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ACC384-1948-479B-FA8A-B157C41B8BF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8E21E17-F56F-3CDB-88AC-CB86EFBCB1C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F9C530-EFEB-B17B-093D-4C4BAF81F7B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644538-B91A-E357-5523-BDDEB4A59A4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6CBFD3-8FB4-7C80-E8E9-65B729A06A4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2AD736-7910-3CEF-EFA5-5512C9A25F3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CC536C-813D-F78A-E839-7368273CE41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127111-1E2E-172C-015C-66720310D9A2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487853-D216-ED9B-F64E-BE9C4AE1396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1CE592-A44B-D7B0-B715-44CBE4A0AEB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F16591-A20D-9E0F-1D00-400CBDA80FA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4593D7-5864-DE3F-6169-B4E1F84E81D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DB9DA30-8F2F-DE1A-3DE1-7C77C20D0F9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1C6013-A5DB-9DE3-8E31-1F5E14BE574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1F87D7B-5E90-EDAD-F712-C7DF9F1944D8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B6E902-1B09-20F4-EC7E-1376F8D0601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DD3668-0421-3AC2-8AF9-0F0AC05442F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62FA00-89EF-A467-2A33-C361A20C9CC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84DDC15-5EF6-6A03-09F4-313CB97ADD9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38BB022-6D5B-B8F3-2796-FF1E822A90D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1C05D13-B56B-1C57-C168-7D76A785316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B7B58C0-71DA-B803-14AA-692EAA14672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FA6600-F092-8FCA-C023-9709174819C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535501B-AC89-04AD-6B93-F8A26CB43E1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0834061-618B-C918-66A1-8AD5A48F50A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D62D2E8-D58D-7770-319A-6C0D8736365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486EBF2-F9FE-BF92-2F95-D9D7761B681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3C059B4-65AB-1FB0-3353-7E967AFA639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EBD8543-7CC6-070B-7260-97E2F563ECB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5C988ED-0A27-6984-A4D9-99DA237548B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13EB42-2FAE-A78B-606F-BBD01E4F6E5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AA512-445C-FF92-3301-29FB928DED0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662473-0A4C-91D8-CF41-2E6F62EA07D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9A31FA-4E3A-4AC0-F011-506FD54D52B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3BC914-12AA-3652-2EDC-9665840545E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E38490-0B26-97A4-F0A3-C28F735D845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093224-A812-D7D1-C70A-DF9443CC9E9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5312CDF-9FD1-F05F-206B-6B842DFDCDB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64EEF6-7C20-DD2B-B4B7-4EA7FAF78B8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0C38ED-5764-E119-5AA0-382F54959CD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909405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40AEA-C479-BEB2-7AEF-1AACC8304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7411E1-9E77-A92D-31EE-C8D4354800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F93B903-5835-97D5-0572-B8A4DEE39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DE7ED90-1CC8-4E38-02AE-1E311806D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33A1091-6BE1-E494-3523-F85F35E398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BA4AE41-3B7D-2112-E07C-3F621F89A1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A1A3ED-9D86-C545-CB4F-2800C130315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BA4D48-ECFD-0E6E-EE91-75E017E3E83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97C08A-5A3D-CABD-7371-511438A25D6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B1F222-0A6A-3E49-580A-C56BFC86486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C8EEB4-642F-3E60-0106-F319880F332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D24E61-F758-CB65-58A9-B4D90E49DF9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ED0849-A037-96C4-22B6-70349B2DC52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AACE9C-77D4-67B1-DDD7-08D52F4C676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1DC2F0-981F-F45E-E487-88E79CECE34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60CEFC-A103-F965-1795-F247DAC3DD7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241AF8-E4C3-525B-72CF-71F46342CF3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E7B333-3877-E30D-46E7-FFD8DC021AF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FB8851-A004-3BE7-C501-3927742B82E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38DEE0-D120-87AE-1992-D46B2DA3733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F0BB5B-5998-7147-A7A2-C9542266B5F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C1CFF-9442-8910-DF47-DF6934C494E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2538EF-96A7-01EE-960D-E97BE4D8C8B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C0FF94-D0FE-53EB-4BD6-3E55010F109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F036E2-B246-BCC5-D9D1-82724DC788D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4FEE33-F7BD-A6ED-19DF-DA5A3E768E5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A9F659-78C6-AA9E-081B-D599AA17A9C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83998F-850C-52D8-198E-5A2E6064C5E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4EBC73-EA2D-E310-C67E-5630CB5CCCB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B7BE3D-E891-F1F8-E51B-25B64114CD8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5517BD-E434-375F-64B1-2182C5A86C7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A52DF85-5E92-AD31-6FE1-8676EF862E4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BCD4935-9FA3-FAFE-F737-637C787790B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76C844-2F19-4F16-68AB-0871202F45D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28E74-D2F3-2A83-5B84-84C1D23FFD9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7FEE03-E14C-A631-7216-ECE541FA369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F68241-85DC-EB4B-82A3-734A841A72B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49312C-8750-4AE1-2559-D425B07E7F2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F28A37-C244-A88A-95D8-5E92E440092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3DA732-0EE4-EE82-F948-2AEBF190504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E197F0-6597-C0AF-73A9-88C8602DD94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D67269-E844-F500-423A-956F33B5280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FBE2CA-6915-624E-73B2-E591F1E69FC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2582525-102B-A3CE-E074-1FFB3BE803E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9825E6-13F5-59DC-6B56-E56DD658F47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A3E4933-50E0-D576-09D0-ECD8CA61DB8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4362DC0-A536-A27B-1F74-1C1298E2882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E1AEB68-D5F2-A676-71B8-0659D018401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5C9F4C6-90F3-EDB6-013D-9BB2B05C82A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BD046CA-C465-0C90-26C6-5EC71FBFED9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3370165-BC6A-7461-F5F5-A5C5AF8C7C7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6284468-3606-CFD1-A5DA-D93A341A51D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F4399CE-0A36-116C-7849-E5D4734CB18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DE81E15-F263-BC44-0B7D-748DBE82549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7EA5828-605C-8E62-A4CC-2034F3B72EC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C18C6AA-9644-C1A7-DBE9-94F2F028A0E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1B8809A-F22E-3CC7-E453-57D23BAB15F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62105BF-0572-50ED-3B26-5AC155465CE9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1238D17-47A8-15E7-7E34-FDFBFE90BE4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4B9B808-1A5D-58C1-2687-94F66EC9115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4F2082-C835-431D-B81C-32F86932ED8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BC407E-DFFC-02CF-AB69-0504DBE524B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1276DC-5582-0155-3D8A-E4B23A2BD71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223D8B-9B38-5AA6-B5E4-4F674A2AA9A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744806D-1503-BD79-BBAB-5113557EB37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D5A8CE-A5FC-254A-0571-28A3B431810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9DC08D-36D1-16C9-BAF5-0C2998FA684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FB733BD-D62A-615A-DE83-9228021FD63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CF27C27-C6F7-D0CF-B903-A2AC821C344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D33CD2-BE6E-FBA4-1E98-81C27475E7F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207FE6-2783-C455-B1C1-B62F8B62CF0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E6C9A49-5A1B-6351-F754-7558FF5407E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451476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DCDB5-9652-FAC8-D6DD-8E08D325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63ED3F-2E61-27EE-823F-37488C1A7A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9 in upper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ADF5CEF-6ACC-0D04-75C5-95E708324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B72958B-73C1-1B95-B676-49B53C284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B595E49-7018-AA25-4D65-6E25892DF0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EC906E2-26BD-0185-4D38-B7F952565B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037CDA-5F3D-61B8-7C94-FEF21AD2F88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78ECE1-3DAA-D7CC-A730-76A86E16C6A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1FB25F-B1F1-CDD4-8F26-4629719B2DA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290C38-B584-D26D-2BE3-A3D644ECF47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BF107C-2AA9-A6B1-0A43-5D2444D85C0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31C272-C858-AA43-D7C4-780F0D85B50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86CF54-B15F-E480-0678-398ABF61FA8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EE6D88-359B-AF80-8104-F3EF49D8718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DB4035-D5C3-4662-423B-BDAF0EBF0E2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B5CAFF-A6A1-4EEA-2ADC-387C3457A93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406309-F280-793E-098E-5B4B495F8A6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342485-1492-9378-0E3B-BFF77B876F5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829F41-407C-CF3A-B922-F836D58CFA5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C3A984-D28C-B26D-C530-93B2AC0C7D0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4E77E7-D545-756A-0BCE-9E12F07039C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5ACCBF-182B-15E1-3C97-88878C4078F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9D1882-BA53-3BFB-C132-A5761C0B4B3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4E23C4-2F63-651D-5F68-5484D614B3D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728061-A1AF-E775-3D42-62CE73153E1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56A294-2F62-89F0-462F-0C70ED02337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09017C-6D12-7C89-2931-5FD780E8DFD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470E75-1CB7-EA05-1BDF-55483FD75C6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E1A06A-0B45-CCE3-D628-44DD1FCA2A8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D3012C-574C-689D-B1B9-BC446C3E6DC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A3EBB3-7AA1-C82F-5BCE-4C1163D5A30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271555-FAD4-3B9F-3B5F-3A21173117D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45FF5D-A165-C505-92B9-92360E7A52E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4384E2-DA45-8F7D-FF5A-03276D176F0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D612A7-823C-D7E2-97CA-B049C5CEEE1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8BE25D-5667-1CC8-424F-2424C2087C3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1290ED-1A9E-C4CC-FC7F-418B388C838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9F5586-839C-B5AA-14F3-007882AC767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83A0A1-2F82-1FAE-845B-535089307F4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769C48-0F0E-F9E3-2728-C24261742BD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3C92691-6BF8-0931-36A4-C65A08D66A3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E2E937-AF1F-B56F-552F-D582FF12F06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AFFB7B0-F4EA-E9AF-BB5A-328642C10A6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A6A857-C84C-0113-84E7-B25CAD0635B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B66A585-4160-1F15-0975-0D1711F4163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E1DEA5E-8F92-316D-D5FF-DE0E02760BE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2DC2D7B-922D-F92B-ECBE-272CE85BF6C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FE6E20F-9876-39B6-2A8B-88EAFDEBE58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09EA9BE-EF68-C1B4-011E-EAC5012FD20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E1FD861-24D0-582A-39F7-F577A15EA9E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2CFBA42-AA04-66B6-D555-AAC9913B8BA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13373B0-4D5D-9CE6-D8C4-2B3DFA80135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961CB7E-69A0-B41F-2AAD-FB2EE446A14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A257B2-4D25-7510-F886-3BBA7FB19BC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5C96F0-2AEE-18E6-395C-594D5732648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199C06-BFA2-59B6-FDB4-26C8AFA6B5F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671790F-E37A-39DF-2ADF-EA3226F25A9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BAB31BA-25A6-3821-56F5-2875594AB19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651C303-FF5E-5CC7-4DC5-DE9A111FC67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A0B9389-943D-F305-CA7D-A97E6E31F8D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B4F191-3216-BE1D-2D5D-C24318E16A1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AAA895-DE5F-E79C-EEE1-0548F33399B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380100-FDA9-7D5F-E66A-5A9EDDEA8A0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F6E19F-8158-391A-B13C-7916882BFF2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544AD5-A3D2-9F9B-FCA2-A26552FF423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47C019-6D3C-5D8C-39EC-A0F70AE74A7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DBCD86-3C1D-3E40-51ED-46BFA2DF0AB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C04775-6BF4-8942-08E0-3F75024D3B7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F9E389-DB50-2982-EA18-3B3E3F95B79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AC8AEA-043A-21B1-A035-C05B6ACA082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F9215E1-6C33-A780-6F02-6013EBD38BF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3612045-58E0-CB07-CEB6-C34599E9D7F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14B8C8-9FB4-5B41-6804-3518FDF6F25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031387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234A-9CF8-4392-86F6-0507069D0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B8D1DB-2A4E-0B70-ED57-690D1C58AA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5 and 7 in Row 2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C9D87C3-D114-0070-DE66-4C3E2A7B9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667D321-D40B-F167-E2F2-7CBE7A225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479E03E-51A5-7EA0-FC3F-7D88047B3A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418EC4D-A4F7-8EF5-A295-D4F00D9F99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4B94A6-3A59-8AF5-39BB-90FBF2ED747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4FDEA4-453F-A7C4-37F4-88211BADA35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956003-7602-9D42-5982-C0A9E1F7952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FFBD5-A905-F543-5C80-20D550CDF08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3208D7-2E3C-F986-5C35-86901C5C3E0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D9E1D0-BB6C-15C0-C36E-9B55E409A57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00A5E7-95EC-6126-6FEB-7B1D17B92A9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29B674-B458-4D39-D2C1-D52634772DE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47A26E-1460-4394-C7BE-106DBB4FC1B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2A348-84B7-AC95-F28F-C320546D3CF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1521B1-9D5F-B78E-2FF4-224EB089633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2592BD-A22D-9046-F009-D1A28260C2B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2A4159-F4B5-FDB3-77BA-62462221242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CA88EF-CA22-F00C-46BA-A835892EFC0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7E596E-DF79-F23D-3EC7-00A62E8595C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891B98-BE43-EBE6-7988-27D7612418F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D5FDDB-4910-C89C-015D-DF76475398D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82C041-BB57-A98E-FE61-FEE2254582F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862AD3-0159-A280-88F1-FA3977B730A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D0B3C3-037D-E9BD-DCD0-BB5A726EF17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9951DE-F92C-5D3B-790B-B7E62192BC0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CCF3A4-B0F7-1AAD-B5E4-FAAED6308C8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A15030-EB5C-2229-51C8-A2E3B898B49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4E97A5-A58B-309E-87D7-253BF3045E1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B7E11BF-0840-1ADB-F263-7CF7E46C025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B2150E-EDD3-0F17-AECC-14D7E89CC08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374E0D-8263-8B3E-F2E1-B77CC459722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BD9543-0CCA-3411-253D-BA5F0E57EC5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71BD5F-478C-9D52-F3CC-B68E22134D4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122933-1CFB-6AB4-40DB-942A3C090D0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291D2B-21DE-6251-088C-636E5ABBE94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126110-BF88-CFEE-E1C9-376A4763171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70F9D-5002-3613-8ACB-047C6EBC1C7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DD84FB-237F-731D-8FBD-024C6B98AC0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5F1DD7-A71A-C79D-3E0A-A6A3699FDFB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3E5738-D9F2-5C97-F385-6DB39E5F64A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F53E2ED-130E-BB40-2BB9-DEC2235F962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DD9F82B-D7D8-4F23-72F0-F929C9CDA22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2AF96C2-D716-10F0-2A9F-CC94C9D76D0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BC49600-DA4B-A939-C040-7CEF9F3A101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373FE75-66FD-1EE0-4429-76D3239DE1D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B1A4024-86F4-EAD1-DA56-ACBBAAC9AC1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3DDABAE-6A71-66AD-3B5A-B79F8AE1399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7AFD3A1-2E3F-E66E-AAA6-F40739DE325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183FE5E-2F2C-EFA1-8E6E-0232639C8C6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6F19E39-53D1-7355-C66D-0A20AC580E1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D1E48D5-08A8-6106-E6AB-9A29638D53E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610937E-66CA-C3A4-01A1-95D9757CD73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20BE989-CD55-B32A-C459-CE2FB39F5BD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C3336B2-E406-4A50-5867-B9028F773DE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9033A7-B446-ED5D-4ACD-8857C69309B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B316E15-24D6-9F9F-5BBE-ECEB0BFF9DA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49FDD98-77B8-93C3-DC2B-9CAA5E5EFB8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19054E3-6EF4-F691-E3C2-47F66ACDCBC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85CBCA-BA49-7209-E665-FF5096B50C1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0077AF-CE75-3A9A-37EC-0F40533709D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84A918-5B0C-2AB1-2065-D29ABBC3CBC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B1C343-15B9-E780-7855-777FE902848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19C598-FE3F-6A9F-287D-9C7534846FA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A13575-8E27-99B4-FE70-EE718039D6A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8F0E59-3355-6EB0-10C2-EACA50B95DB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BB71F7C-5691-C2A4-59B1-DA12C46B78F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B1D5C6-887F-1047-98D4-064E59CB9A9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81A642-D5B8-AFDD-CF8F-F73502283A4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B1CD3E-3636-A905-BF85-4A87CD16317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D36A074-52AB-E47B-59E1-BD9B5692846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64D102-B1E0-752B-CA0C-465F83A2888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B13277-3F12-8CCB-42D7-09BCEAAE840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C681EBC-3D96-5343-0CDD-32C82FA380C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715645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BABA9-D322-818B-9CEB-027267525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082954-A219-0AD6-C185-EA7AC1A894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CBBE266-EEB4-37BD-C7E0-A9C8E6A55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DE01076-9916-2D4D-20CD-A2BBB83C1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E20FEC4-65E2-3553-3655-569BE656D2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664E2C8-B095-56C1-7D2E-A753263E4B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8DFCC22-FC70-56EA-1BB2-BDE6318D77D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0792D0-03B3-BB8E-10B6-8D08292FB63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82D30B-BD44-5220-2980-793437AAFAC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252D16-07CA-071D-C25D-3D260136D62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2998D6-627B-6B99-12C1-11BA83A713D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61D724-E13F-F126-8636-BFA15DD4DEF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DFC58A-13EA-3A91-CDEB-250A5C3FE4E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AC1093-C493-1BE3-1FE4-D71A25E2CD1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810F4E-3B63-59FC-F7EE-7AEA0394E024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6ECA99-68A8-F235-9741-1684B67894E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0DCFC1-C807-0044-FDC1-9EED103093F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7D81F6-CB0F-FA21-AE10-BF3EEF03229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C93FD3-86E2-D58A-0FCD-7BBD7300F3F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760C05-7349-4D4F-2486-DCCB91A50AA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771876-E9FF-404C-4AC0-BB583EFC8BD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CAECAF-A61D-E982-7C5D-A58EF4FC9E9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2521E2-865C-2EED-4C76-66CA78A7330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E881CC-D062-DEA0-5280-94B57871EE7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71446F-3A4A-0E5E-7B74-DEF242B64CC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EDBB9A-8852-5CB0-E726-FC944CC9580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3D1DAD-9D13-E6E9-49A7-F6A97E9850F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2D870D-B827-B8F6-D879-48530EE6CEA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D149F69-7E77-9972-9813-DA80B63A574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59F813-5304-4396-6A7D-332ADB16183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C00998-A6B3-3D78-62D5-337156787BB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D57520-026B-6C28-ED01-E6D76546FB5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70E907-3D7D-6E1F-A3B9-931170A2AB3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CF966E-D171-2CE6-24E7-DAF80C3D925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28BF99-1301-4332-312B-C0B29BD2A44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7AB85A-D5DD-CC6B-99A0-6C8A66A52DE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E7E9120-CA8C-BF0E-3286-A205D442FB8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29222B-E815-BB47-6022-F9F36F16412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6245AE3-D38B-02FE-50AE-721A37F7930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7852BD-6F46-C4FA-13DE-7B388E398CA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B431509-4999-9F1E-84F2-378B4E455B0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5D895B8-5634-FEB1-4F71-C5DE9D6CD77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BF5288E-0EB2-9C5B-A98A-87AB6717FD5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3D8BF6-4B17-72CD-BA8D-112BBCC831D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C9C930F-6370-A75F-151E-253B5803411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2478A3-CD05-B819-7B07-13DC5A3953C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20C29C-58BD-F3F8-26EE-575B9B60F6A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6E7DBD4-ABA7-6795-867A-A5CB8276477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AB1914-7A67-C2C6-17D3-90D88DCAF11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9ECC925-DC8E-E177-9C9E-50706CBC4C1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39285E-BD9C-BF44-9EFE-57629DF2DE6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EA9D576-2BDA-92A1-D113-1685052153D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47B818-EC95-F095-25B4-A114533990C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07B937D-6E7F-FFB7-EB04-C3BAACC19C2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162F8FB-5037-A0A2-A368-58672D7B80C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72E4FFD-2F38-E778-546B-9B234BA4745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2603DEA-8D56-117E-B3CD-FC95DD3AD72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DAF598F-513F-1BD2-8408-FBE86922AA1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E17E8-18AC-CD75-5650-B82A6006353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99973D-4757-26AF-3053-573C93BD97E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FF3300-A2FB-1581-AC68-5FC51D9A6E3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6C6A173-22AA-3B74-50C5-287C734DA8B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1AE3C6-272B-BE2C-179F-49062036336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D09279-A544-2645-035F-BF54CB04619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C48560-7272-16D7-F309-ED75BF8E632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EDF35FA-D2A9-C3EF-0F66-F2A5F7B006E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F8999F-EA8E-E3A2-B8C4-3289B3218AA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1AF85C-7AF8-EFC0-D416-BA94E51B0EC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999765-C2D7-9D69-515C-F542FD8134B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FABB0B5-6043-FFB9-2855-31F42B98637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52A73F-75B9-B0C9-23A0-8409C022DA7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03DC7A-3ADC-BCD4-9CBF-26103D955D5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B303FC8-062D-DBF3-5632-032C0E36803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D7D64D7-220A-A906-230E-EA67ECAE3A2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B6EB3E3-919F-1305-7EAA-DF2425A0D08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636903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E5877-DBAB-F5B6-0AD2-7B50583F6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374EF2-56D9-597D-C245-27DA39F502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6 and 7 in Row 7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2F04FCC-8EC5-1C37-ECC4-B6102004B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A129913-1CBA-3D12-7F94-4C8F0EDA0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F555ED8-95E3-AB0F-0CAD-07ECC6A3A4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BEDAA91-097E-71DA-F143-02ED7E5023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81ECDE-3482-08E1-07A7-5A86BBB5EF7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8D1D41-A585-2098-ED91-232E9414F30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1F101F-038D-BFF6-E171-B153008046A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BE56AD-C336-D34D-FE80-1A5CA4D795A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6606E8-2A0D-6F30-3F38-0AC7BF05EB3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904CBD-1CDE-BD52-B169-04DD2E2B76A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F737B2-071E-9285-2F02-284A7912E26D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34E7B2-AE1E-4A48-5D89-CA238002884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A165A3-C2E8-34A7-D9D8-5A27D69D7C0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3C1412-BE9C-68A6-EAA8-E133D0B63AE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E416E6-1EA4-A1E3-D554-844B3A84B24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542DAD-3473-0FED-68B1-C46024DC1C6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675E16-9FF2-DE66-EE09-0ABED1F0728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06F85A-C089-5468-D374-B9897E42BF0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E6F5C3-1E27-BAF4-245B-0292B665B31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75979C-6036-CC3D-07E5-276303A2118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A5750B-9943-CFC3-3AA5-D120C4606B9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3B4D34-2749-A5BF-1AB7-60AE42E1EBA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2261F2-12E0-ECAA-445D-8D05EC34DB4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05C985-4C4E-A549-B52E-C200A38A7EE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F62EDEC-A04B-2F10-6BA7-AFB129452CC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728936-B422-62E2-68EB-D2929C7A980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83F129-56C7-ADC0-4F77-7B1796837FF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E4E4AF-AB69-5C90-A244-F48B0A05852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2AF9A5-85AC-40A7-3149-49F512D81EF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8BEDD1-AB4B-715F-1745-F9A26C1F995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A98263-B485-531E-B723-FD7348BA421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756734-1CFA-4F15-6441-31187D3B444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DCA8CE-62E6-C1CF-3AAA-97D508F716E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5DF54D-E8BF-76E9-3E6D-CC3ABCE3906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A875F1B-3186-C53B-990B-7605D75EA38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51F012-6951-75AE-DFEC-9A5920F4F81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7D71AD-D1A8-2EB6-EE79-C3D76E37A80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7A95A2-8AF3-F9F0-7C44-D5F7D9704B6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4C24E46-95CD-B14B-C90A-480A951D2A3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1414141-8A06-FC98-2A95-18620F38481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FE30C1B-7285-CB7A-FEC3-260570B8184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0C4BE45-E8BE-1F17-B925-DF6A067CABC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4EBC5D-7B87-DB86-01C6-722C270F57B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0A29AD3-070F-23D9-F30F-B16A98B24A6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2B7086-28CF-827F-CC62-C5B63133DA6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A74893E-A189-32D1-91CA-7E4292E73E3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DF2C9DD-8F21-7B2E-750F-F8ABE9675B4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AAF4530-B606-37EA-68A3-2BF16EB7A4F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F08F61F-DAF4-1FF8-DBBF-8F531AE5AF7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24FB540-EA9D-8D5A-C0FD-62502202243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041BDC4-86BA-CFC8-6FC8-E7BF43486A1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1952F89-0FAE-BB1D-6D71-6D11C39DF31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146116-B7E3-CAC5-F872-05A582384E3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69871B-9215-58BA-862C-11421FF213CC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54E83D3-D5AE-6CCC-B10E-DA7CC709C80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F252463-21FC-0516-6CAD-7FF6872ED2D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5B33A6-0147-8450-D17C-EFECBCEBFD3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BAFDE-50B8-4212-0AF6-631EABC7990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084519-D9FE-95C8-334A-64255318D80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95056A-13BF-68F4-0984-E2728C2E7D5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D4AE82-FCE4-E99B-E581-7B01C645AED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015477-2B68-BB78-6D15-95731F3EA28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4E5976-C449-EAA2-6288-8AD8323BDB3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E83DA4-2CB5-9C9B-F7A2-C6F46FBF23C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323AC5-E163-A9D8-451C-94A956178F8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CAB8F4B-A99D-C12B-5B33-59E0BBFD920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156FBB-EA32-0E04-5956-0794314ED50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3615B97-8CDC-B347-D9BE-F9447690512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4C9D39-2B8B-870C-F94C-18B14721762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EBF693-D90E-8D65-F9AC-21B6E264D2B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BA40689-13CE-8238-603E-EE0330292EC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1C59A2B-37CA-7C60-758C-08D88AD3416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EDA044E-2F41-9D54-DB52-A29B5B61880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1847A6-D642-40C9-ECBD-B6B201ADB9D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4316FF-387D-D8BF-ABE3-970E4F8CC7B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500098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225F2-298B-A6C3-4E94-590AF84B2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78C8B8-ECE8-4AC6-9F5F-6B2458AAD0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2, 3, and 7 in Row 6 fit in only one way.</a:t>
            </a:r>
          </a:p>
          <a:p>
            <a:r>
              <a:rPr lang="en-US" dirty="0"/>
              <a:t>And,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34008C5-54BC-4BF4-B1F5-9E6146C83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35AA3CB-47AA-F523-677C-2F30FF60C8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428D652-4597-A524-33F1-0736A95894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583CD92-1DBB-0A03-B316-0BDD16012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94BD2BB-3AFE-B343-BB42-784163EFC0D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FC19E1-D06D-956F-BD81-EF183D724AD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32ADF9-6E72-D47F-7B99-7AB5564BE45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C2116C-41A4-804D-FB87-7EC0799B97D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21714D-5A5A-E5FF-7CF3-392D3A045FD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68D4D1-110C-20DF-C83F-1686F961D67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F7C866-E094-FF64-06C3-19F12C93B42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A6E194-4404-EBC5-29B7-976516CDC42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B687AD-1F00-619B-18EC-B3A30A904DD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1393A1-39F5-CACD-9E70-195059FC568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A43A63-0092-699C-9BB2-CDE9F23D18B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DBA221-BA1F-0E7C-E6BA-366AEDEB860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7DDEE8-953B-EB35-7735-FBE62282FE7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1C96CF-E97A-490A-147F-1937904DBCA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4CE7A5-D52D-DFBE-8FA8-5D1556CF5DF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7124A3-D4C5-1747-1C7F-035A4D933F3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62B6F7-381B-50C2-D2C5-DE39CAB6B80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8B57B9-F357-5B4B-1890-9D5682854FD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CFE5FC-1D7D-C288-8DA3-F3CDF72192F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80B3C1-449F-0F4A-351B-7DA53DFD177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BA7692-E7CB-B2A4-0DE0-88132930CA1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97B66E-4F5D-642E-4847-793B521C555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AB16E9-E5C8-323E-A4F9-5EC975DAAB1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CB8E76-41DA-F5C1-6328-9903C9EBF2D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2D80EF-C6B5-0AD1-8763-C7D57608D1D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E3CB75-C312-FF1D-083D-F45C9D47C24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BE04DF-E9E1-FC76-ED9D-C7723121854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66F691-FFB2-691D-8FBC-873A3F3C756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2B42FD-0B19-02F6-A77F-9570B6FBAF1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EE5452-32A7-9C2E-B9BA-73E6B9554EB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47F191C-0F34-BA54-5DF6-05EFBEA0122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0BB7EBB-4B95-3008-E576-21E6FEB7E75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27D87E-C1CF-6F71-95F7-63A2E3C0FA6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6182E3-7617-676C-DE85-EF9C57DD1E6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B0165A3-46B0-AB38-F1FD-37B748D4888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0E4ADB3-086A-726A-EC54-024B286D3C9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9D65F2-9496-EB22-2A49-86B7473AA45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E1762DE-B7D6-A82F-B2F6-B40A1A8C4BA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157B0A-F53F-D231-2F05-DB02376F0DC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4C2E37D-5E44-0AD4-6190-6951C78BE81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71F8A34-BC3C-C268-7F2E-B114E5F2DBB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ECDF212-0D15-7359-A422-DF092F6E7B6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1616849-9507-BDE0-92A2-5CF25398D72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75701C0-811C-931B-8C93-3C45D2201CD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E2592FD-86DD-B317-452F-431A2AD609A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1D9FA3-897E-0992-3E8D-7EF44D8AD60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C714B62-90D5-A3F4-831B-87E7D03FD46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00BCAD5-9084-BB1D-DBC8-B776B8F2024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872CE1-4221-70D4-2501-BFE45457F66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12EAC58-875A-0AED-D62B-770F86C5CA7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D5C0C-09DF-AA9F-43F5-1D8F18C5D9C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CE07D8-25E8-991E-5FC2-560597D6200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CB109B8-9962-CCB6-2D38-731787BE098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D04C0E-852D-8DEF-341D-81647156107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1A0443-DDB8-89E4-D930-936A03D2287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0C63459-50E3-F439-B2BB-914EB73D7A5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3B8E8C-E41C-BFE6-3ABB-ECD6BD8D059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660221-85BC-D192-D976-1C56FFF226E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BA95E6-EDB2-A6B3-EBDE-2E666F0824D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01190C9-2D96-18BC-667D-09EE180530E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95875D-ED12-180D-77ED-60F8E86C2F5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9441E8-C5F2-7E9E-9066-5AB7BF33F41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62D1D35-2E40-38E0-9DC3-48EC711FEE3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4CF413-F606-920D-544D-217DA325FE9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86C9C20-EB8A-426A-8B90-C5E9D38D1DE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6D3C1D-B46A-2C61-6166-C0DD4342F71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A781A6-0329-00B2-A4D3-FC1959E01C7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64C47C4-BAF8-AC96-610C-ED061DC5409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9BAE0D1-06F3-408E-DC41-9AAA6735C0A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0D312C4-999C-DD94-3D76-6DC9FC6DBF4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151A222-FE6C-E122-FC9D-0C7BD401D26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1111637-82B7-5161-C1E0-03DA47D1DAF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371043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2A1F3-8EAC-2DEA-2303-D655EB20D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329C31-0E8E-5AA8-277F-92B60D20FE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remaining rows.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799B5EC-D15A-B384-25FD-0E1647CDC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8A0D5EB-E371-2040-CA99-AD26D16C5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E925EF7-B9E5-D36B-5EF0-00A7901825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434F76-EC62-D543-CE4D-C9DD595977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2290E51-16D7-7956-9A1C-110889635F0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AC0C5C-7720-0B64-234E-8BD0664F5B2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3B9793-4630-01CD-D958-3C4D73F8E8C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E072A4-7338-C095-FA11-7152FA9A757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FFBE1E-77DB-3628-003D-7E11F96E1BC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A19ED0-F8FB-7840-AB05-6A899A32663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BF20A3-E779-D949-3065-24E926FBCB9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420F30-35B1-6839-2E68-D18CD597BBB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690B19-F3CC-5FF0-5033-A4FEED59AB6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28FAD1-3D25-A460-C8FF-ADE02165FAF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C87BF0-07B0-4E55-87F9-6C15FC03A93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614F83-83BB-5E4D-54E7-C9C44F91F51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192309-94DC-039C-8CC9-FE49C2BE444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B29E4B-9178-EBFF-9409-498B75A0CD0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517930-9F20-68A5-866E-3FE1337E1D7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17DDDE-8578-E9A6-F5DC-55FB8FEBD7D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1B67B5-15CA-6571-B1F1-D850A8A88CE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8A3ABA-9EEE-82B6-CA1A-F7F1A03550E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F3551F-53D0-CC51-1E5C-4889C707328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C73FC8-D29B-E7B1-5827-4240C468B17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897316-3353-5F96-5D28-F95E5E68D76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42E4FA-BA5E-4A16-8917-37EAF4DE32C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6577EF-216F-1552-D3C8-1C3168EC8C6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42E5757-40BE-96C6-D4F3-A89EB3DA475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0B359CF-BB33-F04C-84F5-5BA64EDD2DB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9B94B7-4885-6C9A-B640-C3E65F8BC6E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73F1A4-FB1C-40E1-E0CB-B1079BB09CD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C097BE-F049-6A3A-044C-E4946737EB9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9A0B58-0EBE-EABC-0195-BEE69D94662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54B410-E9F0-E06F-C83B-0A88AE82FF7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35BB98-D491-C9DB-B12A-B72F5C8CDB6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632C1D-0793-C105-9A78-271D3146A69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C5B420A-7309-94CA-C621-87452B7D4C8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E515762-2DF7-D08B-C78D-0F5A3AF2780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4C6D744-1303-3654-2AD5-94F5F84A15F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E13FC8-8B1C-DDD8-700E-EEE988A7262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15DBD76-F0B3-0AC9-0A4F-5EBE76FA435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D5F573-0FA7-2BF1-2B6A-F38C5F2C47E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DD6600-7A10-A0C7-8244-BB85CE9560E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004998F-96C1-1016-4522-6E2A5065843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9D41BD3-76B0-092B-1003-41DE61E1BB3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B6F89A0-4CB7-9D70-FBA2-37FB4471F40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BCABE18-D360-D9B0-910E-FBDA7D278510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A47BA94-1ADC-3077-09F2-75F59706C53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F272987-4BE4-87FC-2314-AD268540D7D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41D07B0-3791-8069-084D-CAA9FE4334E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509C37A-3BE9-A7C2-482D-3A1C7595919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FC82F95-64B8-E171-607E-BC0A8CD0AFB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28AF53C-FF62-8ABF-5162-A6E44924193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D4DB5DA-D7AD-E37F-9457-F672273D3E1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6B170A-241C-2EBB-BD25-9C960895DC4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5ACC19-251B-589F-6ED4-50F4E5E297F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9C1211-690C-8AB2-3099-078E76D9D93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C3F8BD-7A74-5784-D5B0-C3C7CC7876A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6023DC-99D0-9B33-2B14-2F112BF4F56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21B10B9-77B8-5E49-E2CE-A449CE2DEEF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79189F-5843-C9B2-D4B1-7B74C398BA6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D32765-7002-9DF4-D180-3EB1BF1EE4A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CDC056-F4EB-4672-54C4-3350D554C80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EA4DE57-4102-3404-7351-EEB2810CD57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3905AE-5150-5211-7B55-8A4AB09121E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AE9A75-85FA-1D38-AE5B-70C613909C6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17EE02B-BA0F-6ACE-BD09-CBBA23BAD4C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820C457-A335-6AA8-BB2C-545151D8BE1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0FC5F39-7235-0FB5-2C46-602CAB0D527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581BCB-12D3-DF14-6494-F1330EABBE1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FAF55-35EF-09B3-4395-E395F189C02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81FE4A5-4EEE-4F91-866A-6D3685895AB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2A40B5D-CFE2-6C56-4027-0464223F99E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5CDCDF3-E66D-7B83-AEAC-50510EE6B63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4AE6076-62DF-D1EA-008E-2DD4D3E45C3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8ADD2DC-5451-2D34-3450-12DF99CB858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C049B2-03E4-97B0-2807-600728DF6DD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3E9C39-58FC-E3C8-C946-1D5C97C7C02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09F4C86-6B4A-70C1-493B-BA1873BB5BD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3BD9D79-BE6B-DE5A-4483-2286CCEA943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62707E9-886C-4DE9-E91C-8ADF60A42BF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1764A72-679E-E5CD-96F7-AA28F098C97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99E77F3-9F72-1DFF-31BF-4F6DF4CFF4A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629BD6F-B7C9-5E00-7B46-959CB427FA8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86BA6D1-ABAA-0A17-4D0A-3826EB53972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</p:spTree>
    <p:extLst>
      <p:ext uri="{BB962C8B-B14F-4D97-AF65-F5344CB8AC3E}">
        <p14:creationId xmlns:p14="http://schemas.microsoft.com/office/powerpoint/2010/main" val="37606175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A3EB9-EA27-CB53-232B-BE1F780A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ACC7BE-3567-EAE4-0661-E15F544201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AF62831-2D66-525B-CF10-54882CED4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417A3FF-D354-C194-52F7-79EB2F5CC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69BCD1C-2B3A-6759-F4F0-68A7329AB6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3776641-B81B-1FCA-C748-8ADB0E1367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40390C-E13E-DC74-8625-744762FF2EF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901B8A-840E-4211-810E-8C81318F693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48AE1E-00DF-88C1-36E2-72FC1FDEF73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E62302-8D18-14CD-AA87-4EDEC33AEB0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AA8C32-7FA9-F5E9-1868-C3AE22C2761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8BF0F3-25EF-EC75-DD3A-6DBE66FF775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B25BAD-126D-640C-5C42-8D6094F5F4F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C55A54-A219-AD83-3942-F1278033EB3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97B4E7-D2F1-79B0-EFBC-C96C337F93A1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783ABA-4BAB-BC88-0BA8-361F3F85431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C6664B-1B40-3FFB-FA03-4C0910B7F21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491E67-76EE-D32F-0965-1F780087789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A652F3-2321-A025-B331-AE2D3EAA06E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B193B6-7E7B-515C-795D-CAAA1C99D50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6A4E65-447C-CA17-2A63-4B6D28A364E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90CAF0-E32D-A391-5908-9C05CA91AD8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92DF50-FA09-998A-5E40-67FA6326CFC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C5EC9B-EA74-5DA1-DC75-FF9082DD306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9393A7-0FC0-3A2B-6100-343DC47B100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8EF6AE-F7A5-F6E6-2159-6F1AD0F6C5A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8BC17B-FD6D-BDDC-4BBE-C045B8101B8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F15DF2-1E9A-F7E0-5FEA-21A70C43D4E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3C32EA6-6BEA-10D3-B453-A0BF68EC4DF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310F24-DB5C-FEBC-760D-93595625C5B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E24DB6-DF0F-1F27-30C0-69ADD9774E0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CE4C6A-ED12-FA26-D149-34935C99CDE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8A9102-74FF-BAA1-C1CD-AB5762E25E3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F22082-CA5D-7EAA-3B2A-E9174F6CAEF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4B6C3B-D8BD-AA5F-0431-76F9E5240FD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E678484-7818-D24B-B419-1DEB3D50131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71592C-7B6F-66BF-E1F7-F244CB719D0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3C5BC82-AB23-E3B4-BF3B-E58B553025E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34944C-8291-2634-D19E-E482189BB08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56B6DC3-5355-5995-9DF7-F37D24640B0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FF97D9-2D9E-B649-731B-4746512BF7B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E5D441C-FCC7-4F64-37F5-746928BFDAB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4D180F-D465-9017-38B9-A28C18D4D6B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0DCA2F-3CF6-6DEF-E5D6-805E522E088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8355F2-0930-D970-F1A8-D5479A93C2D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F36509-92D9-A3BA-5F3E-451B27C82BE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8FA1DFF-F846-63BA-1DDF-2922F541B97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C8456C-7750-5C1D-30AA-B523D01BF1F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5F6E992-0922-165C-6669-389F52EAF50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E9F8A5-EDDC-ADE9-F89F-1A5AFCBDF7B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E623795-0031-0722-2F0E-2F56B55BCEC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BC169BC-3EA4-329D-7430-5E8E58B40E8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431BA4E-5773-3916-31F9-9128C5E739E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FE423D-A401-3482-0024-EE0A5514BE2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947163A-71A5-B00B-7120-77487D0BA83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269A57-CF63-527A-3279-62FF96F77F7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75DD4F-45C7-1BE3-D1F9-F5399EE55EA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260EF0-99A2-819E-37E4-E7C4AB14ADF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4177EC-A214-6A45-A375-DE296EEE1CB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66C84C-6BF7-6CC1-9281-35809DDF98E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7F6387-6CA0-49D1-D5A7-13DAB1279A0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7984C3-1ADD-2AEA-CF77-3C965C91640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4F77D9-E411-2213-402A-89A96243040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43D34B-6F1F-8C7B-FA6C-A8D9C5D65D0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E1F892C-1E14-CC92-604C-1A9F04E50CA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7E3F13D-50CA-B3DF-AD37-5D3C441A44B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C15D3B-F01B-CADD-F679-2BFB8A47E7A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893A32-1DFA-B784-7E35-28EB8C167FA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7B13D51-686D-1B8E-DF9E-2D9CB6B200B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980E05B-D776-2DE5-EEA8-B7CA21F9EC2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90FAFC3-028B-128E-50CA-7B113DC786C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516E72-2643-8F75-DCDC-C86E0D5F6DF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BB74D5-4687-A650-9774-6CABE7CB030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58FB686-293A-1149-122C-21AEA754010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0F0F6C3-3305-AB7C-E82D-3BF362C7DF1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C3C5F98-66D0-F437-0194-8DD66153C51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5503B15-F4D2-9055-FA49-12FB5253229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54DC450-7387-DDA7-4964-933BECEE277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0C5E166-564C-B614-0F60-543F4D34E42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026720-F4ED-F29F-6501-0E67A2B4BF2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C9170B9-09F0-681B-EB87-CC224ECBFE2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7CE738A-0EF4-AFE8-AB47-10464A30347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3FF3004-6343-DE51-FAFE-4685D03EF4B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80F1309-9D6C-6A5B-20E3-150445A4418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D4FF9F9-A625-4234-CF76-994C8C61353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8BD6294-1BCA-F321-3C64-ADD02F1A956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62A8531-184F-7A97-4DB7-F50DD603983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905628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6BA66-7727-1C1A-CBC2-67CEC53CB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F31E15-E589-425B-B26B-BF376DDE15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5D99EFD-E55A-9B14-75D7-57ACE3D84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2E31D4-27B8-0AEC-FFF9-ECA9E1264D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8658110-8723-2878-A18E-833AF227D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4A85490-AB5C-F647-33B0-BFB88319EE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DFBBEA-75CD-CAF8-3186-70981736689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FE9678-820A-D68E-9BA6-5A1C4A96870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309168-258C-F299-AB2A-C998223C01C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47AEFA-2368-D7C0-E67F-5A1AC042AC3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BD5DED-77A6-3B5B-98FD-FFDD30E05C2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6E4032-2FF3-A22E-63BC-1E378CDE7FA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C0E6F2-66B0-03BF-39BC-FBEF4CE07F7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E81F92-A524-B3BC-C899-0A83EC34F99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AB00E0-FD58-6773-DD64-EBA89AAA49C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000FF5-F7E8-2C4B-EC23-55E8164CCAD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F86982-4DF4-2EEA-120D-34E970420D3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FF4140-7986-A180-0D45-F9442D7E4B0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7A7A1-58D6-8AD8-65C5-744300C0983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079408-8010-9FF4-8CD7-D59B3DB24C3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CD739A-BA15-60E0-D865-216271ABBA4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7AC223-89F6-9C68-3FF0-4FF6A20BB05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457438-93B8-F9AB-9F48-A1997C1B18C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1299CE-DD03-83D8-0B9C-8905F1E8DC7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B872A2-A7DD-E51D-99EB-5D8A3673199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285F981-0541-ADEB-6A95-AE9F78009B9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26528D-6774-89A6-2226-699B632C3F2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20ECC9-E04D-9369-1D98-FE26CA2C87A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0A8EA8-B8B4-0D45-88E7-8B4BB6EE7DD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347BBA3-6E52-ED34-C129-95CF7F06129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E28933C-3A71-D55A-B2D6-19049AC2383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9E361D-73B1-58E6-8275-11A219AE1A8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67D440-CDA6-9E7D-85E3-0F30B4AE2CE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F3C78E-F5EC-B6DF-17DA-EA5EB4384E5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94EE78-44B5-7142-C5AE-8F7AAE38AC4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72DD22-1694-FB17-75BF-ABE2EF3DFCC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69BDD1-C842-7F64-FF36-293FCF785B0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CF18D09-0B77-BBC1-32AC-1558E13B30F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AC5B6E-98C3-68AC-A57B-C888329FB6C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0C6CAE-755F-2454-203E-1985844226D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8D93569-9B79-3429-9924-85E388DEA43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F6CE65-5106-C41A-86B6-B3F265F77B3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EDC35C5-2BA3-C7AC-C766-D8F2E28EA4C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F839CA4-4A44-0486-51CC-0CE071CB115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1B2C88F-43FD-19E9-CCDD-AB58CE87573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55DF1E8-0CEE-D925-E685-64C6542BAB3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EA81F39-2372-3FA4-D2F8-3AF1D338F50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F4090D-1104-C5C1-C449-A5FD12A3A43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9CAFA95-6167-B808-5570-93D1992BC90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31C03F1-FBD9-C51B-9CCE-4E79C5EF898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2D00CAA-FC2F-5E8A-09CE-2245047DB645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988344-6066-A2F9-54B3-A404DC31182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A11953A-9A3E-BBB1-129D-D37875427CE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12A62B5-6E11-7A93-1590-51702D3E68DA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29AF845-2AD9-6BA5-7C7E-8BCB999C25B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9324CF4-C8FF-37C9-2C4D-94A37A01CDD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1356BC-1839-85D8-70A4-B7A1EECE625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FC22A-130F-C379-0BD6-56F71B2CA68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FFD281-1834-ED19-6DA8-89BC3D771C9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9DE9BE-C9FE-4143-5B94-FC22C2BB43B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975608-4102-7DAC-5D33-E048B36C038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74A8926-A503-68E4-D87D-72CFB61A00B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A5EEDF2-F4BE-356F-BC94-8FE5D2A9C6C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C99DBD-8A84-86BC-2C5A-20FC50B4D41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836B16-407B-49F3-10F1-3DC846765E0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E5B6FD5-85A2-219D-DF9A-384492C7033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00E994-1888-20B3-B208-1F610B80DC2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49CD09-C824-AE3D-6790-0D8056FE7D5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AE07218-C564-3CE7-D128-2CE549BE8D6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039B6C5-0A89-14A1-C2B3-687DCDAE29C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5E827F5-4B4D-57E8-484E-E040BC56AC4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D555A9-1C5F-F494-FE64-96AC54526C6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807666-98A0-B185-0D5D-8A8C54E84D4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CE65585-F153-3A59-C76D-5E1F2D3909C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53B3F1D-BE1D-EADF-315D-977BFE44016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1C8B7DD-B4AF-5758-15CA-FBF359E0009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A8156BC-4572-CE36-A4F6-F0E8ADF56F4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B564DAE-57A7-D35E-7858-DF7608C4B05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25B8C9-6B5D-5010-ECC2-B935C70D7C9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DC7914-20FA-3971-9A8A-15712A8B9A8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FDC4F0-B84E-9436-3866-C9FAE086C31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51F7F3B-AF36-1D9B-2437-497DAD63DD3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5F34188-F65B-B3ED-EDB6-0CA56196492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F644FFD-D9E6-F142-9C25-5505028779D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9CBB6A3-8B01-4D5C-DA8A-2D2F0FB0F19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2710429-82E6-DB50-CB31-C25CDF25182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3C0D0A8-D7AB-8E1E-3980-878435A2990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101631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0DF79-535C-B24C-E2BE-491BB5162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8908A4-0E5D-46E8-9295-1903231952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cyclic permutations are solved by the required uniqueness within the 9-cages: 2 already exists in the upper one, and 3 already exists in the lower one.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05778A5-BF11-F197-6CCA-6B6F66B7E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7AEDCD0-79F2-895D-15B3-4F9A1FBE5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848935B-BEDA-D16B-81FC-431B987189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1F4B90D-9ACA-E287-22D8-1873006A3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B53053F-DCC3-9A13-ADA7-0E293234877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9E05FA-9DE4-87D7-7E18-F2D97643224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F43D51-2E79-CE3D-5BA3-D209461DE3D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6AFE57-0572-A6E6-C76E-FB2778F7CBA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55F5FD-89E9-833B-A8DD-CEC05AF6F35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74F8A6-1E23-F865-E7F9-FAFB717BD7A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0CB494-7FEA-5285-BF85-06111169A0A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2DBE4C-BB41-9FE3-89AC-881755BD447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B3FD49-59D2-C9EE-57D7-CC2DD334DA0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68D959-A38B-63BE-67A0-C9AC8BEB175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05783F-6E2A-7434-190A-56EC3D5F5DB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743371-8283-EAA5-C84F-E1244126D3C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FD92B-A756-65C6-D097-3F6D8DC6B14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2FF932-C860-688F-D315-E1D493B13E1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82298F-7E41-D3F6-5F6D-0318FC0E8B2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E8E1F2-87CB-C879-DC7C-32B94F92368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8DF1E2-819A-8C13-7E65-5201669690E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897EAE-E829-5B1F-AAD2-5E74A7457F8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A430A1-12F9-FD07-9CF3-9FF70CB9B73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C7479F-C6EF-84CA-3966-7E192191389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E64574-733B-42C4-B219-359C44B4B40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F42FC1-DE34-9FAC-D9DA-EB3477E89F2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A2CD91-71C5-4EA2-B9BB-62B5260AC6F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D070616-F6C8-4DD4-98E8-7C706C09199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DD7E724-6FE6-4943-C6B0-45976FDD5F8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540A02-8C12-8516-4F94-8BDD85D787A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A7B5B1-7A00-C83D-C949-B92D9BEC80A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D5CDF1-806F-1F8A-BEB3-E8657198289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D57342-FDE3-98CD-DCA5-874939943F3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E348F5D-026D-1021-3EFC-591C550979C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AEA186-B42D-A1DE-B0F9-B93156FDF95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C5403CF-78F0-FD1E-A363-FE1496FFD35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DE8D29-BA52-ED09-C74A-207E7FE55B1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EBF2AC-8D29-2A3D-0BE6-1D974B09EB2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180876-4A2F-70A6-7F52-D7AD2FEA7A3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40F27D-1846-CBCE-5B42-D3C36CA9E57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52CD02-D720-8016-A6C4-AB2DE9CD7BE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1B53BF6-1549-6D84-72B8-B5BB9BFA1A8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9087F23-4F44-19C6-45D4-68A8DA485E1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5CC2528-17EF-2011-EC58-F3DDA335EA6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C6E67D-9DB7-A9A3-EC2A-E4A31CFE635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407969-B33B-A504-8B8E-0726830C53C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A47CBAA-8CB3-EF36-117E-5331D1E4520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55D3063-6266-0EB4-A038-4A9D45D94A1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CF2D1B1-E980-890D-92AB-DD41146F11F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179B29C-BE5C-6C12-E581-1CFDE692A7F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614D873-9B45-17FC-3C55-E1F3B64EB49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0E4131A-F054-B9DE-51BA-00A4CE43B784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5478EE5-7738-8B57-60B2-D5D3E614E56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A9B19EB-B41D-310A-C404-F6E25EA2D99B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60642-38C6-83C9-F169-7D6449E30B0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31E0BA-A2A1-2865-70D1-7D15A212643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47A67C-DF90-02FB-5302-A1CD0C6B891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CD0DFA-3586-695D-4962-859DA71FDCC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FBEE58-82AB-9308-0DF0-8B4EACE2FD6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6EE545-51B1-B343-0488-FAA5DDC0958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96408F-254E-8DB8-AF03-32C700AFF0D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2FFE08-CA55-AA20-A511-3B7DB7FF11E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EBBA9B-6AF2-E5E4-0A76-2D96288508B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F752B11-14B7-D4EE-FC61-0648F96F856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5F2B07-944A-CF19-09F8-B1F537E0F87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C6BF8B-2CF7-0414-C77F-D7DB10D0BCD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66A1CD5-29BA-D001-A85A-0237AE2F54E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17CD8B9-A249-140C-C6F5-033CE5D1F0A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F48B29C-9060-7591-8403-381C7412D2E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A233A6-A972-EF7B-D6BD-72971D151D4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1B3539-8CBD-56D1-408E-9D2C309B8C7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D72BF5-D960-5467-3700-A3A5B804460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F3F5CDC-7E11-8383-7782-D85D22B8006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3013507-755A-E981-A02B-59B32AD48CD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F2582A2-36B9-A5A0-810B-DD47752208A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BEEDB85-D6C1-4FE2-74CB-3192E55B766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71B81CE-DBD2-B2B5-9BD6-4A7354E0B1B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0319614-AA1C-DC61-7FAF-EAC4D50E8CA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614B4E9-4382-A08F-EFF9-725E2B16E27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56069A-2317-C6D5-E0D9-95095EB4418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B6C93A0-14F4-B40A-F648-7F8A3892762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3DAA609-0E3B-2BB1-D40C-A5FABA5C97B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135CBD1-D8D6-09A3-DA36-AABD67BCE99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295C005-6862-E516-9555-76DC3CB7BAC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35C7147-9AC0-E781-4461-E50BC759A44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0844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10681</TotalTime>
  <Words>2846</Words>
  <Application>Microsoft Macintosh PowerPoint</Application>
  <PresentationFormat>Widescreen</PresentationFormat>
  <Paragraphs>2026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412</cp:revision>
  <cp:lastPrinted>2025-12-02T00:08:17Z</cp:lastPrinted>
  <dcterms:created xsi:type="dcterms:W3CDTF">2024-03-19T02:13:08Z</dcterms:created>
  <dcterms:modified xsi:type="dcterms:W3CDTF">2026-07-05T14:31:11Z</dcterms:modified>
</cp:coreProperties>
</file>