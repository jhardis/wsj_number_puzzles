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5" r:id="rId14"/>
    <p:sldId id="542" r:id="rId15"/>
    <p:sldId id="544" r:id="rId16"/>
    <p:sldId id="546" r:id="rId17"/>
    <p:sldId id="547" r:id="rId18"/>
    <p:sldId id="548" r:id="rId19"/>
    <p:sldId id="549" r:id="rId20"/>
    <p:sldId id="550" r:id="rId21"/>
    <p:sldId id="551" r:id="rId22"/>
    <p:sldId id="552" r:id="rId23"/>
    <p:sldId id="553" r:id="rId24"/>
    <p:sldId id="554" r:id="rId25"/>
    <p:sldId id="555" r:id="rId26"/>
    <p:sldId id="556" r:id="rId27"/>
    <p:sldId id="557" r:id="rId28"/>
    <p:sldId id="558" r:id="rId29"/>
    <p:sldId id="588" r:id="rId30"/>
    <p:sldId id="559" r:id="rId31"/>
    <p:sldId id="560" r:id="rId32"/>
    <p:sldId id="561" r:id="rId33"/>
    <p:sldId id="562" r:id="rId34"/>
    <p:sldId id="563" r:id="rId35"/>
    <p:sldId id="564" r:id="rId36"/>
    <p:sldId id="565" r:id="rId37"/>
    <p:sldId id="566" r:id="rId38"/>
    <p:sldId id="567" r:id="rId39"/>
    <p:sldId id="568" r:id="rId40"/>
    <p:sldId id="598" r:id="rId41"/>
    <p:sldId id="599" r:id="rId42"/>
    <p:sldId id="600" r:id="rId43"/>
    <p:sldId id="601" r:id="rId44"/>
    <p:sldId id="569" r:id="rId45"/>
    <p:sldId id="574" r:id="rId46"/>
    <p:sldId id="576" r:id="rId47"/>
    <p:sldId id="577" r:id="rId48"/>
    <p:sldId id="590" r:id="rId49"/>
    <p:sldId id="591" r:id="rId50"/>
    <p:sldId id="592" r:id="rId51"/>
    <p:sldId id="605" r:id="rId52"/>
    <p:sldId id="606" r:id="rId53"/>
    <p:sldId id="607" r:id="rId54"/>
    <p:sldId id="593" r:id="rId55"/>
    <p:sldId id="608" r:id="rId56"/>
    <p:sldId id="609" r:id="rId57"/>
    <p:sldId id="610" r:id="rId58"/>
    <p:sldId id="611" r:id="rId59"/>
    <p:sldId id="617" r:id="rId60"/>
    <p:sldId id="612" r:id="rId61"/>
    <p:sldId id="613" r:id="rId62"/>
    <p:sldId id="614" r:id="rId63"/>
    <p:sldId id="615" r:id="rId64"/>
    <p:sldId id="603" r:id="rId65"/>
    <p:sldId id="618" r:id="rId66"/>
    <p:sldId id="619" r:id="rId67"/>
    <p:sldId id="620" r:id="rId68"/>
    <p:sldId id="621" r:id="rId69"/>
    <p:sldId id="622" r:id="rId70"/>
    <p:sldId id="623" r:id="rId71"/>
    <p:sldId id="624" r:id="rId72"/>
    <p:sldId id="625" r:id="rId73"/>
    <p:sldId id="626" r:id="rId74"/>
    <p:sldId id="627" r:id="rId75"/>
    <p:sldId id="628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6EF62-FAAC-5465-91E7-4E7A9AC1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26295-6EFB-3150-BA8A-2A3E45CB1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A4D53-53AB-6574-4737-345708CDF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08F6F-B1BB-5162-4BAD-BAE43623A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5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22F64-6BD0-E5F9-B932-1217CE94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E167B-D0C9-050D-019B-7576940AD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72136-A70A-6FD0-0DB1-70ABD6438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73396-5591-40CC-C2A6-978802FDD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E8516-7DEA-A797-11CB-376D58C2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FF734-92AC-2239-F7EA-18D764E28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C6351-90C6-F312-924D-B0BE7B519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3C6DA-247B-8E88-4D5B-A55D5FCF6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07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C2278-F273-C44F-EAE8-C11C6C593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5282E-AF23-6DD7-063C-D78BCFA5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8F55D-EC61-F616-137C-F2865A8C4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6AC99-FCB1-CD11-DB41-55E586450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01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FA0D4-84D9-378A-097F-5D51D0A0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15BC8-441E-499B-F2FF-3C83E5C97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D3B4E-E9CC-16CA-1889-31B7952B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28C05-7BE0-F004-49C3-50346F82B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0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15C8-7FD0-A69C-EEF1-85A76AEC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52EDC-CDC9-15E5-C6A2-70979CD54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63F859-6DE8-8A52-C3CD-7C600E3DD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F31B9-56B4-2FFF-A688-6FED03863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405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1B234-5CA5-34BD-D771-E72A74B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5989E-8F8E-CAAA-7C49-456FD4B26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12A41-D934-77CC-2400-09973F4FD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AFC48-15BC-8F9B-5C67-7B2120E46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217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BE54-B655-E097-6230-F4DC73B89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44EF16-ED9B-60BB-F42C-7E4EA9CC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0630E-29C6-950F-5F1D-BF47A6402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74ED8-F88C-1003-F54B-F53824F4C4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9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0D06E-9D6F-70D8-1164-045BFC04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BE04FD-75BB-8996-F9BC-F1ED54D32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5E2B61-6188-B48A-5EA4-B81A84D76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60FDD-5139-C751-85AA-1BF7B06C6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9710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7EDC2-EA26-D9FC-33C6-04682243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D0878-4F82-47E0-EDE0-316BA4DA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CF5AB-BC58-A4A2-BD96-8513C4109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890A5-29C3-F026-BF35-1736A7293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33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F22-A5AC-0C0E-08B2-D8ADD47D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7F467-BE3C-0E59-6FBD-210751148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5ED1C-5D0C-9EEE-6CCC-53551C5D2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D1F7B-25EE-27E1-3125-A51640FA1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254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9C5B-B882-C80E-4FA4-825F95E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0EE35-3EC7-6D6F-7260-EFBE23474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ADD00-D957-82A1-21A5-40A66F846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557C-F5F0-B827-2471-F7CF0A4B6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93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EACC-10B5-DDE0-8040-16B3425E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D4C7-7688-D588-1E3E-3D391A9B2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802F6-A838-FDD3-8417-922158B0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2D426-38EE-8025-8CBC-605CE4686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71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216A-B0A4-1289-254B-2DEA7C78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E33713-0098-017C-4F01-621A97C2C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C8355-2B81-0557-398E-9F742D3E5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1E913-A987-5D5B-1007-5F323DD3F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791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2DCB-4472-9561-E2B9-28EA75B6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041A7-4623-3816-12F7-C53B85774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745B1-D08E-9101-BB6E-F9E3915DC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40792-315B-B273-A4F0-24F2B20D1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73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474B-AD8D-8531-120E-A1A83272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DB728-8C84-ACEC-C0B4-454C059BA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3E10D-E881-DFDE-7A43-726317D23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D19B9-A6F7-28E4-DA5C-35A70CAB7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322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E2114-CC7F-E57F-1B2B-24AFB8F0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E3A1A-6148-8302-6D8E-0A9DFF10A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E3A5D-3CBF-E025-0B40-E0B035A0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DE494-616B-19C7-1858-2FEB49602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2743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11545-5818-82CC-25B3-0B556AE78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0E933-8487-2570-8D29-22B7F39B6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72E0B-1F7A-154B-A8CA-81935D78E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80FAC-098E-1E8B-4866-653240F8A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191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EB4E-EBCA-5743-377B-40DDD555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AD36A-9A3C-BF5B-B90F-8AB09C2C4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0172FA-F5D3-021E-5839-C26B42DB5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6494-B9C1-5CE5-E844-4A29A054CE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585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13637-D2A4-C8CA-357F-85C1DEAD0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1A53B-9BF6-B934-6CC2-3AB99D8B3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17538-7565-E491-9285-86C8ECDAB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5D6-B16D-4D11-F0EB-090F83862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54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2034-EBC4-BBDE-F578-A8C06D0E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580CA-3C62-D087-A405-D538CE37E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07BB9-61D7-26C5-D8C5-6E8DD7144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A6AA8-1BDD-7F8E-3C71-5182A4206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776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1158-2E93-B105-55BA-B3A10D916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4A3F6-98A3-38C2-7EAA-983CD494A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F5CF8-0E56-855D-5297-2F95B50E5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98340-7779-C2BD-B754-37F0EE387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012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2812-EFD2-573D-2B70-BC367A8A7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80D6F-F1FD-169D-789E-6CC12595B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E0250-3E70-A585-9876-681F60E2B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E9120-3657-1AA4-EA2E-5FDE85E8D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85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AB037-E1C6-BBDA-93FB-28B4D1BA8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5BBAD9-68C2-C6F4-25DA-11413ECFF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34DCC-23DA-BCAF-409D-769B3A821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B62AA-093E-0803-9C3C-B38FC6121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709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7A82-FAF3-32F4-E241-F97B744F5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3AB5A-834D-B89A-5495-06AFC27C5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A6149-0D49-0716-B38D-93304306A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AF9C2-D72B-9341-7F2E-7012D74C3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023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A2EC0-6CDD-10D8-ECF6-6A55F7C40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A183A-23EF-0761-9C2B-10D949E2EE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5B8274-8CC5-68CE-18DF-7B70D3D61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E5B7B-2D05-81B3-ED2E-EDBBD9D34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6020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CA7E1-432C-CA02-D60E-52C42709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6B2D5-9FE4-EEA0-CC71-D808DAC0B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DC37-F40A-8DD4-032B-3344E0D8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FE1B8-9D20-0835-B2CA-39808F8BF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668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CBECC-C867-20B6-AF17-D420E777E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336AF-54BA-F383-7A20-8CC84DFFB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D5C83-9BE8-7E11-F214-FBF59C445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D003B-C3CA-6460-AD90-7D7F97F5B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4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D369E-1DE1-2D83-4290-2D464C53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D34D9A-FE3D-1D6B-C48B-2BC6D49B2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4F2C8-27B6-A500-8137-00DF4FEBA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91676-BBAE-7FB0-BEA2-A8C6948A8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945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EC75B-E692-5871-510A-4B306192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CC411-79D7-12F9-20D1-5D6E4F76D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6D08F-84DC-0AB7-2286-4A2772158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F5059-9DE6-74EE-DE0E-109C27F29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265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05237-AD21-57BD-5272-CE90A80C0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D0AA78-FD69-FA3C-4CE1-41F109129C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3E108-520C-87F3-A3E8-A5A3E2FBB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AC9D1-12FC-958F-6128-244EA40F8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40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030A-A0F5-10D8-E6DD-292EBF45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76A15-2B71-7414-B2C3-3AF6564BB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B6927-8316-FEC4-0025-089E16E1F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AD957-B3E8-1D15-1CAC-1C040F367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13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43D5C-4BFA-6010-F240-AE56FA73A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C40EE-4469-0FF8-4649-3CB3B4158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6660-B068-9523-B20A-95CA8BAF9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7152E-97AE-B3C0-C2F2-523E4D655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904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74305-16AA-65B7-A73F-DB3B1ADFA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8AAB8-EAE6-D5A8-C770-E8F7F8529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18425B-2C6F-D162-FF17-AF0EAA275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5FF8A-4D39-89D6-6492-1469CA339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4104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07CD6-9386-445D-84B4-75EBC86D2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51781-0090-F3D9-BAE0-5D8BB9D3D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46BE5-E6E5-BF8A-0058-4741AD5C8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C7C1-4195-2879-6D69-FB1B8E0EC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755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0FE54-EAD9-D533-32D4-231E651F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09AD5B-66FE-B361-1332-B344BD4CD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6764-6F49-3647-0731-6FEE04C4A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0895-BF4C-0A4B-D9DB-A08133642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0264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8992-5CFA-D696-F272-5F06AD422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37AC9-6577-CE0D-3502-DEC2BADF2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2B2A7-12BF-3EF0-F597-6530DD9E6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457F1-E02E-C5DA-D061-17CBB0B07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138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9EFE8-CAC1-4F97-0658-90419DF1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569B2-FC62-78CA-F1A4-528154B5F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6A194-FED4-A96D-591E-83C55EC2B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735B-9803-1007-DF2D-F4E5A4C96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03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6A2D5-77AC-1DBB-5536-30EA7ECA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714C-9C04-FAC1-164F-107ED355B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7B98-946B-22F3-29C8-6B2A86A7B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6B596-EB25-09DE-6A64-96CCBF07A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84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89F2-4595-E789-EF7D-D7B8C6C2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EDBF82-E013-4FFB-DCEF-2D1BEAF89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35AC8-CE25-CCDB-3860-E6FA2229D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B7877-2DAD-3723-2D99-C18A99B40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2922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04A8-2D26-CB15-E3B1-D1845A1D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19D427-1800-DE33-FC18-BF4F26E4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45A02-CDAB-3E73-2C81-70CEA67B7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AE88D-0570-EF92-A6DF-CDC18D46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4765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6D00E-8E25-A195-64AC-672A66BAB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4FE2D-7BF1-D3EE-C343-F73A12AAB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8DAAD-B5A7-DE7B-5C41-2F40ED7A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B4F67-7E86-9077-A80C-1E0A2ED8C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574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2479-EB85-F2BB-382A-84D960C8D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09189-F624-0D37-8955-307A59204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DC9E-04D7-EED2-FE27-2E60A4890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3B36D-51C0-9837-AB7D-3CEBD1DF53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7684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0688-EEEF-9D3D-54C9-2FB27F769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933694-F025-5E04-86E2-28741AB86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5AD99E-9EE6-1F8E-A4CA-63238ACFD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35C60-3758-80B6-6201-21D633EB8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6853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51E78-C192-81DE-6FDD-E66EC668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133E8-111F-19C0-25D9-6C4D5D631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EFC2F-B153-941C-68AB-E7BCC5176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C1510-7465-15E4-AC8B-D433570DA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501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A5E4F-8DA7-0033-7B35-8706B360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86F4E-4FF6-4D3A-666A-8467AED8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92CBC-0B92-0265-9CC2-1A35E4C06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AEAFC-4423-7C28-4F2E-6E371D5F5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001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542E-3B96-3A54-4D00-4083E12D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3F52F5-8D9F-64CE-2404-1AC8BFE11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0F22AF-3A9E-7CF6-2A2C-C99753875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1B217-0A4A-5AF0-FB85-DAA2D2BC76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55130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5430F-D067-52ED-B27F-A75CE981C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3F8790-9429-ABAF-CA47-0535030C4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ACF2DC-B119-5306-1A58-9A09AB6EA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319118-8B27-5CEA-CB49-D9BC78F37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8155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DCB7-3AF2-1D3E-F319-BADE9EE87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6B26D-E8B1-11A6-EF1F-353032F74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760E6-1213-E8E5-7003-3E7FFC986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F37952-16BB-4B6B-72CA-5D287391C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1146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A8D68-002B-A0C4-4CD4-9900439A6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4E419-9FA5-5CE4-3FEF-B82C7EDD29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7A05-0BF6-0078-82B2-093738099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6EC38-630F-8F15-40F3-71F9B2B3C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9294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C96E-D155-63BE-518C-7B762028C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893EF-6A99-ECDB-5D2C-A9F674788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A74D61-FAA0-B532-3ECF-D83273302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416F1-D756-A11E-A72B-842CB7D8F2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38063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BC874-58F7-DB1F-1AB5-E98A8F22A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F3944F-3D6D-C951-D7CB-CE9668751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9FDB45-5EA3-D3A6-CBC6-A75F98BAE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9E356-9536-6AFA-FC51-E24B5619B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38095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078B-5113-78A1-EE82-CE53A270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1727D-943D-0C5F-A0F9-91135FD2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850A7-11E1-524E-9327-BA8C3274B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D3BE5-24DC-BAE8-30AE-685239A31B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1050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73639-F2B5-1465-1709-F1ACAA24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7A6F5-9841-8070-DBA9-0491E2FE1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8AD70-19A8-9180-BE34-E9491AAF7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3E09F-7B1E-97B2-0B36-68F63719A9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1272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9E0C2-8CBA-4704-776C-5B418866B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27229-5E1E-AEBD-EEB6-C28627D46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F795BB-CD12-E68A-B60D-A07ED52D9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C11E7-5F7B-4798-C007-795C31DB4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65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44649-C9E4-C571-1BC9-73E23B23D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71E70-DF43-A90D-EB55-5D0678AB1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46E0E-CDE7-C359-8A19-9095CB920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851DE-5AC7-387A-6C63-7E3F83F51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96447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61BAE-89B2-D932-3A28-07C6FD51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A6F2C-0247-F8D3-4AFC-A1A0965C16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60CC7-6F90-1016-3914-7C1F4F224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58653-1657-B298-2244-A0AB26341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4196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7BD94-0AAE-345C-3131-50B19417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39630-3C3C-0A3C-3472-062BE7EC7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35157-736D-45E8-58C3-CEADFE00D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E8568-2767-2745-2279-DA5C347E6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696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22062-FD44-3BC4-0FBB-E88398027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765D3-6DFF-79B9-A243-70409ADB60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FCF617-D3DF-455E-E9C6-352F6BFD0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B4EE5-D1E4-C4A8-BCCF-466FF4125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0128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9C479-C665-94A0-F069-AF931F05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A94D8-434E-9AFC-F16A-C3B6A48C8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EE3636-1551-0FAC-508A-68ACFA19A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595B1-F10E-362E-79C0-0902C5D24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1946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91A9-228E-D9AD-0BE6-AF71AF0DB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3500B-2EDE-6A84-8717-BA302191B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B57DC-E11D-4091-3B62-5499343DD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38993-D017-5C0D-6518-2A01562B4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68124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39014-6299-760B-ADAA-EB51613E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BCCF4B-E631-9980-194F-A80C4D8B0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BEA8F-8C3F-BDD6-7EFC-1B1155723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CD7B-31DF-90D2-46F6-CF2E3CFFF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9528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AF31-FCFD-5C17-7DD4-8064B2E47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1519-4EEB-3558-8853-39F581213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9310D6-2868-E892-42E5-67DC2CCB6A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EEEF5-CBAE-B4F3-F648-D966FBEC2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4204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4B4A-7479-19B3-CA33-D4704E65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581BB-72EE-CE4C-0ED8-4FD353632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452418-8AC1-125F-E253-76F31923B6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8843E-80B7-3FAC-E4AA-D41E3CDB1F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3471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C56D6-88BF-5D27-165D-135D13A7D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A4AE8-5378-5588-CEB0-7EF12653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67762-65CF-5E96-449A-671702A60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53A61-3089-B23F-0739-6B32FCAD4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1066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F73B-4A71-10AF-2EB0-A8BBF3E54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D2E13C-B99F-249D-0252-A186DCEE5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0D9F3-B629-CDD8-7FA0-695D331E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7D02C-2431-9750-F021-E1E814421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3655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FC4A-A0D1-21DD-1244-268D283C8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DE57C0-A402-841D-069B-5BDBD4A87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82EC5-6EBD-348E-8619-104304F99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DF5F9-CAB9-DC66-0B6C-8EBB097FB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8122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F962-F513-549C-3367-0A428957F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892211-1249-E57C-EF09-26AACB7E1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93C4A-BC85-505D-B8D4-4545EF8DC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BA2DF-10EA-F3F7-F333-0E4CFC9F91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2925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F42E8-B825-E8C7-DFC1-1A22B675E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7E8FD-991C-6DBA-01EB-7B50CCC1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38DD9D-1A94-3CA6-125D-05EA19D40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1E0FD-E637-0DE4-B32A-A8ED5DEE3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0753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0F645-F3CF-C2C4-B101-CC7DC3ED1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E5950-B6F8-17F9-8C04-0D5B4FB5D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E54C1D-0E0A-CE70-1262-4F98533C1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BC320-68A7-24E2-83C8-4A86B289B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08251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3819B-4B17-BEFB-3CED-43F22414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7CA43-1D62-BCA7-61E4-E14CBB20A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DE4BE-CA82-534F-2933-15CB296D2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1AB4C-878D-42CA-9F27-9E4596078C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0669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7B110-911D-47A7-05CC-16A89CC36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87B8E-5245-8C32-9538-7912B7DD7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69D7B4-BBA5-F317-9E5B-355C46BAC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B4023-A8AC-7634-E3B1-522AD3BDC4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92356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3A45-78A6-1B89-4389-2D759B13F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8D84E-49E9-3B18-7A06-B6CCDAF23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58C9F-7C73-021E-41F0-445C799F1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2A468-10FD-333F-F09A-13B1DBF8D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46649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34B8C-6EAD-B050-B141-99B7B8B22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07CC3-B8D2-95F8-E82A-E89C7FC8DC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DF32CE-3034-B31A-6E8D-2734755A1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082C8-9282-0562-79A2-2828DF676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43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8CF4F-720E-6147-3CB2-9BE5BA95F3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62186"/>
            <a:ext cx="4543224" cy="513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F8A6E-91FA-8279-06AA-7FFB1B0F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C15CCB-803A-6CFC-5D21-FADA031810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5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6CF8D5-1DBA-8EE3-39DF-AB88B116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06B1F-ACCD-7ABA-D449-6DCAD4E60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C414E9-347E-1E2B-B60B-8D0C1227F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E9139A-FB4D-ED7A-1329-39582CCC67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126A8-315F-D3B8-49AC-505B90D8DD1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1916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9BE03-AD2A-6EF4-7451-91549301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7619DF-95D2-9B92-FC20-4303D40AEA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blocks with at least two digits, using Sudoku rules.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22A601-785D-9AFC-AFFD-E4EC81609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FE58D4-4430-893B-211C-3550A6CB2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BC6198-C136-03C4-17EE-3A2708582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0B064F-492E-B2F8-8C16-921CCF5863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48FC9B-FF66-0145-C41C-D3B590183C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5373BB-528A-1D3B-82BE-89DC2D6941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3F16AC-C20C-5244-55C6-609AE32629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3B996-FB32-2F05-6D74-9071311E497D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1F2D9B-2956-9411-357B-1CEF8E11A7F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D14A8C-1A28-7408-7964-85F2AE42A42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59D797-F104-74EF-854A-ABC724D518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79DBE0-8AB2-707D-4E7D-E46053F3E276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67B55F-92ED-1877-E6EF-B3BDF62FC9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6AAD5-DF2C-09DE-C489-189AB5653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039549-64BB-76EB-9822-EE9E4C4F68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BB34EC-82C6-C81C-DBE0-7D1704D1CDF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773274-C006-5790-AA2E-0A93586E12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7E479-815E-776F-164F-A7407E2F8C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8F5AC0-0947-8149-D8BF-BBA608F445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2F5503-0564-937A-D487-98C3121A342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6E5B52-9344-728A-18D1-6F351A5D6D17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E8D4CB-BF97-3DC2-6468-43CF0287B1FF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D31C13-999F-FA88-8C28-0EFCA5FC260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09F826-51D1-5028-B6FD-38F85FE3E7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FC513B-FBB0-77A3-C14E-23AC0FC8D0E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C79F83-4B10-D5D0-E335-ACEB967884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26B89E-16E4-7EC1-8DC4-59C2A9285DC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846E2D-E1FF-E838-1B16-1C99409EC47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A23951-9027-37D1-FB71-BF1801BF55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129D6C-6E39-C585-90D1-C434EF141F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C7C998-4D1D-25B3-DAF7-D3200447A1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F34848-4AC2-5675-7304-563781E3D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887BAF-1032-8291-13D9-E746A9A0B5EB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AB0F1B-FBCB-64F4-68D1-6C6B076FBF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4A5AC4-9CE1-DD0C-0512-F481CA1BEBED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0FD041-6BD9-48FB-1CC7-EA58E07E55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2DEDCD-A8B0-8A20-A0BA-3D84502DC511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48B56C-63B4-0CE9-A726-3F8FFBAF219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E5114A-934B-6E35-AD41-F2578FFE156B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</p:spTree>
    <p:extLst>
      <p:ext uri="{BB962C8B-B14F-4D97-AF65-F5344CB8AC3E}">
        <p14:creationId xmlns:p14="http://schemas.microsoft.com/office/powerpoint/2010/main" val="977714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4BD87-BB8A-F378-0380-E182E7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46CC79-24DF-30CB-79F8-DD6893A15F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more cells that will be subject to the adjacency constraint, or which have six or fewer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303FE1-E8BD-8883-539A-5F4047814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878C0E-6531-71A5-F1A8-C44845C8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F527B1-BC7D-7A7C-3E73-EA018FC8A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9074EB-91B9-F0F6-838F-512B95737B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350204-1E46-9F33-B734-52D18E067D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13E05D-BED4-C7EB-CD93-82BF1C48CC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4490E-28AA-7180-8F44-4BC9803FC7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8749B-6B05-87B0-907E-785468F9909C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DBD519-49EA-9AA0-FEE6-083B1EDD0F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163F53-725F-A6F5-7986-482EE3599A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5F6C1-FDC4-45EC-2490-3F41F071C8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457203-1C77-A3DA-4919-CB53FF0020B7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024DA2-AFCA-A0A4-A700-C7A3E4B4614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525C01-DA44-E46F-50F8-967CE206D0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6E123-ECCA-086B-4292-205D952E2E1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5AED2-66F2-6948-69AF-305B0AC468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83B192-E39E-35EA-99E3-AE57453A01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DDF209-9490-6EEA-34F4-45C7453114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53CC7-224B-3869-FAB7-A675F35C1F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9B9677-4549-A3CD-BBF0-22E8C173BA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A25DFD-4D1B-0D21-B7C4-6389A8BE6DC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406E12-A886-BB73-6F79-BA8C0557D237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58C5F-D9C8-AE24-9146-BA601545B5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611026-E93B-CD50-ED56-833B5F5516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19BA6-CA70-9D9E-0B91-D94C316039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AD777-E324-B449-730E-ACED1792A25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872D6-BFD4-FFA0-9F8C-CA3DCB93560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F3C827-3852-9234-D8C6-50BB9B8105F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0C92CE-DC7C-9D26-D64D-6794806DA33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0A632E-5E60-E806-0B01-1900DD21E5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4BA1E1-650E-E41A-1D17-9F7D739A9F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0D92A0-A38D-D739-C741-8653E2C09C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A699A8-0E88-6DC5-32FB-BB48E12D466F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90634F-5A2D-6594-9825-DFDA8048E1A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C95C7E-597F-01A9-E204-8BA141E07505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EE9341-09B0-1826-7406-0C21579347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AB335-CC92-0696-F5DD-F6F727EC83FC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3B0BC3-980C-2F26-4680-5C41991CED9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A250EA-7AAE-C9EF-4DCE-54DD5D60C99C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47ED62-FE38-DFF2-8E0C-C7D7A9F57AA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A803B1-1F35-4AC7-3E2B-17AD992638FA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526DC3-2C5D-1CAE-7FB4-1705891F86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701934-6C37-9BD0-1395-A77AC97CD2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AC93EE-17AB-7086-CC0B-F96CEBC478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A99CD9-E0DE-C6D2-E858-8B6F4C104F98}"/>
              </a:ext>
            </a:extLst>
          </p:cNvPr>
          <p:cNvSpPr txBox="1"/>
          <p:nvPr/>
        </p:nvSpPr>
        <p:spPr>
          <a:xfrm>
            <a:off x="4143022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F8F6BA-1510-DB94-C083-4337694838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C5F7A-FB31-5C4A-E9CD-DBA2C08B69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47DA92-CBCF-ACED-0F34-C44B25C197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2605EA-E5C9-AE1C-2CBC-A772C3D3C1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AE7C4-069C-99B8-2BE7-B9BD7C8610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3C3180-0718-4410-79B4-96A6DC46D1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9D988A-3E9A-D96D-04C3-6329A56807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F5CABD-94A7-652B-50B3-61750F1894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9FE511-ACE1-76E8-A329-905601FE212F}"/>
              </a:ext>
            </a:extLst>
          </p:cNvPr>
          <p:cNvSpPr txBox="1"/>
          <p:nvPr/>
        </p:nvSpPr>
        <p:spPr>
          <a:xfrm>
            <a:off x="5147734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240487-DADA-0BDB-1AE0-40DC7123EA98}"/>
              </a:ext>
            </a:extLst>
          </p:cNvPr>
          <p:cNvSpPr txBox="1"/>
          <p:nvPr/>
        </p:nvSpPr>
        <p:spPr>
          <a:xfrm>
            <a:off x="6152446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5DC4A0-F024-4613-6C48-203B7CCBA88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5310F-A1E5-3347-2867-482C7246ABD3}"/>
              </a:ext>
            </a:extLst>
          </p:cNvPr>
          <p:cNvSpPr txBox="1"/>
          <p:nvPr/>
        </p:nvSpPr>
        <p:spPr>
          <a:xfrm>
            <a:off x="6152446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F4F45-47A5-1B09-153D-B19B0E891B8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662BB8-35FE-1B8F-976E-DA00E504DC05}"/>
              </a:ext>
            </a:extLst>
          </p:cNvPr>
          <p:cNvSpPr txBox="1"/>
          <p:nvPr/>
        </p:nvSpPr>
        <p:spPr>
          <a:xfrm>
            <a:off x="5147734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</p:spTree>
    <p:extLst>
      <p:ext uri="{BB962C8B-B14F-4D97-AF65-F5344CB8AC3E}">
        <p14:creationId xmlns:p14="http://schemas.microsoft.com/office/powerpoint/2010/main" val="320296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8DD46-39E0-20CF-9059-5899D354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E41585-A54C-7144-291D-B65B69B171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Remove consecutive digits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B9437F-0402-E212-489D-DF6658E94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2A093-D837-EFA7-40E1-B80113DEB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351D77-6BDA-246F-0164-990A9BAE7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30BBAD-8829-48E6-81BC-919BB2275D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9821D7-F5AB-DEB4-D29E-FB6255A141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0AC971-51D8-F1F8-4E86-47DA3C58E96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65227-D873-62C4-4B7F-B8987EF7CE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0217DA-C5D5-ECA4-2207-90789449B9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70BB05-590D-814A-B9E8-D53EECAE11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7BAE07-90BE-DBC4-2711-975A190398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9B203C-F83C-4311-C349-B02B3F9BB2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C9788D-7646-37F4-280C-6F3BF2C4C83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EC1E1-A53A-5372-3272-C71A3D5A79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D2F891-11DA-53F7-1C6D-193BC7185B9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5F2E3-EC95-8206-1960-B2F3C9BF2C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E4B33-7777-BEF5-A73D-74FAF84DCB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09B95-31DF-D133-7558-2F2B8D9782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D28BB-D815-716B-264D-DC193325B2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68D61-31F4-09F7-7D95-9432D70039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BB54BB-0132-9720-FCD8-96F1C444384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D9EF2F-343C-B050-1FBF-06B9F752FF2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8A0804-3146-982B-6365-A3B312E5C7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6119A0-DAF1-5882-F8E4-588A4400BAF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0452D-3D56-B175-D9CB-224C5C8A8DE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14247-0D0A-ADFF-0528-BCAB24BA468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0C9784-CA08-863A-79E5-66B24918C7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AE3DB3-F54A-A27B-CD29-2208361D0A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4A8472-28E5-6820-1EE5-D213C3ED66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5134ED-EF1C-8A14-85BE-6332E7BBA9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E1E951-D3A5-8D84-97AA-985E049BFAD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CE798C-7EA4-26FE-757A-A3303D52FA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66A3B5-88A3-25F7-997D-1D399EF04E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2CC859-F2B3-8245-EB61-822A1385E32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96BD2-C2CB-43BC-5182-8E6057FB9FE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59C479-9C29-06EC-BBC6-782D44DAAC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D486E6-6D4B-D401-92DA-FAEBDC305C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60F14-18B8-CBAE-CF32-232533D96E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54D665-D09B-403E-208D-4BCA66F7EA3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8E06A-3B80-7F32-6659-0781FA7B1D8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C0C35A-92CA-B256-A8C6-A5EC6C629C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785C1F-DB8B-4A38-84D3-D3D6BF57EA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7EEEE5-A887-B334-356E-52DE71A35A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C12729-A265-BCD1-8E40-16FB1C9F4B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15C55-0EDF-277D-0364-65426B9F3E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6C9772-2FBD-436A-6E62-6A2540F712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F9F359-D9F4-B80C-6441-E87541FF0D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6D6AB5-072A-A804-ED3C-F2346CFA68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3F53E4-7CEF-C266-8E49-5D1FBD2380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5B9597-39D0-BF35-4495-CEC323DCC4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331A9A-5A48-CB42-883B-69A601EB80F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98622-C630-0BC9-DF95-60DF06E6E12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28EE8-8693-F74A-B187-38761C89D84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239EC-DCF6-3D7B-3FFF-1B80076EA6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E1A1AA-61F0-0BB0-61D3-D41D7893683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69C20B-8FF8-7C13-B918-1C17F5504FD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0ABBB5-9C1D-AFFD-01EB-DB0A21A84B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9DB2B4-3FBE-3227-3C3C-F5419856DE3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D94505-3326-3528-5042-9F42EF8D20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9FD36D-AA1F-C20F-AFF4-AE7263EB73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30248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AD11-AC7D-C980-7A01-C620428F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28F6F4-81CB-B9AC-41E7-D25916D052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6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A4C917-D51E-8CDA-DCD1-037DF0226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39BD9A-6A8F-A0EE-6843-FA7377ECD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C4913D-FB20-0F17-BDAD-8288B8F5C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A6EF0-734C-90A9-2456-616E8654E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CA8173-2F35-DDEB-D979-58931A3B86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E107DA-55DB-DB36-6CB9-F27662525C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50AFC5-61C8-F267-42D0-54BB75216A4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9EC2DF-6E3F-7172-063D-1F89EC784A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46818-7FFC-9942-4334-353E53A137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4A08F8-247E-4A69-69FA-F7177B9512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DF7B4-0EB1-5FFD-CAB6-80F628B2D7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E5E95-63DF-E8C2-40A9-CA51821EE11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CDE-39FA-B5A8-05FA-1708590252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BFC914-1F01-B888-A9B8-363FDD55CEA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E95A14-36F3-B265-5EB4-35F091917F6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170DBD-0F20-E3A0-34D1-227EADB0CF8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BB5157-A6C2-4F5D-9CE8-BD2BEB5DB0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635BA0-D63A-B25B-25C3-D98AE042D2D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A31D9-C2C6-51CE-9E5A-A2A0B3FDB6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47304C-76BB-23C0-4FE2-0635012C24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2D295C-4087-A6B6-08D7-6278F1FD1D2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B5D55-2B01-2B4B-6A02-0D31F39361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2DAA9-FAF5-170F-E9A6-9B35CEFE0A9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15DE41-BF70-3CBB-E800-F7A1A19BBB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D26526-CEA8-21A2-9A41-5A56EF977C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97BF99-63A5-D299-A151-0C75B6DF78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33F80-E29C-6119-1547-51D9456D74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6C37E4-4B14-E0DD-9320-84D3ED8F57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3E9CBD-24C8-8A75-84E8-37BFB914BD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2BA1A2-7F8D-2738-426D-25EEFBC02F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516715-667E-2B7A-E0A6-121A01A9A7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65B5D-D629-F148-DE08-3AF1A66396C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E22614-6EB0-1DD7-4064-8A54D263FB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7757C-8095-3AB1-78D8-709924F427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9B0BD0-2DB0-BB5F-F9BE-F007AEE4AC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B4A45D-6711-0856-F2DE-BCCA955EC8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B71401-40BF-BE36-A5B0-51C883969C2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47F341-80EA-3290-B7C8-34185F2AEE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82A9C3-D0C3-D4E1-C654-2F17E058963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DC06A-C848-6A76-DA90-0AF8D5D6DF2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C5723-5C65-1C30-45E1-B328EAF287A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1C1D79-12FA-8F68-073E-DF99209B4F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F77BB0-E4FD-FD73-DA60-8EB31CAC52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998919-9988-70BA-721D-099E7720194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9E7EE6-C58B-A0F1-D6F6-2740B4B64F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DC17FE-75BA-ED66-ECFC-80ADF8B761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6B4392-D398-09AE-57BD-311892808BC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BBD7AA-04DD-FC89-C3FF-DE48D19C47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3E1783-65F1-B716-04EE-E36717B0060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9644F4-DFE8-594B-0E9B-DA3B9A3804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420497-3E8B-1362-6BD4-2CE56B06DE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96F191-E1D9-277B-CB26-535DCBDA2D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D01AC1-7C04-0EBF-56B7-B622E98876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2012FF-443C-5412-90DA-AFD8879ACE6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5E59E-4873-8194-FE05-91B26A522AF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3239CE-72BC-B252-2344-7F04B9AE0C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F32289-3844-DDF0-B0FF-8BEA53D079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E8BB42-53F8-F6DB-6FFC-0C4128338B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C87E17-6858-CF63-0116-C83B0EA00C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60329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77D0-4633-5DDF-722A-459BAC2C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405F44-C6A5-6D74-852B-ABEBC44684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1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F527A4-0990-74B2-08FF-232A895C4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A90E08-B204-90A1-914A-A01988F5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CDB4CB-3E02-EC88-2C03-9FAC329F34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C80AE7-E2A2-3196-EC3A-B101FFA618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36F014-CD89-EE6C-234A-1FE49861CC2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90581-AF08-A801-1F42-B60540C7F34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F69E62-17A5-09D0-B251-EB0896FD309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5FC1F-7CF3-E55D-4210-1558987227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B8F41-BE1B-CE2C-5161-8D2FA71407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E0603F-7A08-CC81-0698-0BB5BAAEDE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5CAB13-1003-67E9-12CD-818FBCCC87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5BDFF3-42A5-DAD7-96F6-60B8DC5451F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61377-F3A3-7738-8E3F-E174DF6C39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0654AE-26DF-C901-3CA9-8A433D75FC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E410F-8F9E-2C48-6494-F162A72FFDD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AC3C50-106E-D38F-C9FE-EDB0957D4E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390C02-43A9-111F-99CE-143FF05D600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31E942-4188-A21B-DA28-86D54AC480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057853-525B-670A-6BD8-184C31FA78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47A469-E301-ACA5-40F4-10BE4BF77F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DD788-6FC3-C2E9-1BA7-3C012DA635C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65FABC-FC5E-E18A-7D7A-0FD52EFEB9A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19BD76-3040-1476-0287-A0F05BBCFE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855803-6859-6EB5-C4C2-45A3BF0702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6507B9-5A98-34B9-A2BB-E2834030E61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728A4-D09C-A685-735A-ABF227F4582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44C959-2EE6-0890-CCF3-570B6BABCD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F8098E-43E9-02B1-F53C-42DD54DAF8C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A87A53-B2B9-69CD-853B-B8EFDE82043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37FF62-09F4-49C2-CBAC-E63A4031EA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AC4538-A2A8-7DC0-7907-7717C1C9E9F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1EE8E3-3300-4673-2641-CB0FB19021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90BA3B-2129-F169-5B59-BCFB3C891D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112596-7651-E653-5625-7A44D7249C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DDA7B-FA65-5384-9D3F-A91D71A2FA9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769DB0-E184-8766-296A-1A93465AB8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983CD6-DA5D-8BF2-5366-D42BBFCAB0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B6757B-8633-EBC5-0A79-0091C519B8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9C4033-229E-0661-DA73-9D73C026DE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DEB158-EADF-2B94-A6D3-1C1AF2A9E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173B35-9954-93D0-5126-D2C36952E3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B98F9F-14A1-C5D2-DBC0-ED963FED7A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197FEF-4C76-9585-4647-7A4E7C53AC6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DC00A8-8DB0-1A4D-CE5B-4C735A17FEC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44639E-CDB8-8FDF-F995-747F3029AC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9764B3-F4C4-400A-1E48-9323CF11F4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F4E269-BDB9-F029-AF61-AF949EED61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C143AA-BC83-91D5-28C9-89F4BA1507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FCD952-A253-699B-26A1-22F4780B4C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C714FA-DAD1-7905-930B-6F2DF67987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65C9BE-F341-1127-6F2D-4134214555F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D7C59B-280B-4DB0-A2C6-D00851DE03E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ACFD5A-A34A-83A4-7677-6C2309A906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B9F441-C04C-DF78-D1DF-86A1D8F3C0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BB63DA-48B3-208D-F6C5-42AD15DCBF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1C741B-39F6-A507-2F40-5E7A79003F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B9169C-D779-7AAD-2754-81A7D01A645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CF2170-0A6B-0D7F-56DC-588F092082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96EC694-9D3C-6E67-66CD-51F6FDEA37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0334B-5ED3-A0F0-28CF-CC05A027AB42}"/>
              </a:ext>
            </a:extLst>
          </p:cNvPr>
          <p:cNvSpPr txBox="1"/>
          <p:nvPr/>
        </p:nvSpPr>
        <p:spPr>
          <a:xfrm>
            <a:off x="7157158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B82AED-7BBF-3AB4-0FD2-1D5E343F4068}"/>
              </a:ext>
            </a:extLst>
          </p:cNvPr>
          <p:cNvSpPr txBox="1"/>
          <p:nvPr/>
        </p:nvSpPr>
        <p:spPr>
          <a:xfrm>
            <a:off x="7157158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</p:spTree>
    <p:extLst>
      <p:ext uri="{BB962C8B-B14F-4D97-AF65-F5344CB8AC3E}">
        <p14:creationId xmlns:p14="http://schemas.microsoft.com/office/powerpoint/2010/main" val="1765744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A480-D8EC-DF92-CAFF-022B1F8A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A933B-8E2E-E088-0EF7-629B8BF293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2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A8E309-6B4A-6222-3BDE-ED3134A84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A6FE08-1DDE-36A1-E0DC-72987CCF7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B9C9E7-FE44-1558-1F8D-4DCFD5536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E34744-4888-B635-2783-0EFBFCB9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84F865-195F-4218-A890-BEADD137CA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B3919-F653-515F-2B9D-B7BA66253D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F7F33-4188-B957-B4B4-1DEB43AFCC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AEFA86-2468-185C-C4FC-00A5925AFD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0E2534-2BED-5623-AA1F-D1654379EE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F2E4B-B517-6E88-868A-70E5C14727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BAF8D9-B18C-DEB5-5C4F-F9646E5A41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3CB6FF-3080-C780-0228-9F217B872E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8D682-D105-E68A-DB6A-B0175D5EC3E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719A89-D0F5-EBB8-70FE-3377B56DFB6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F2D397-4820-63D3-C27E-19ABC01C56F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3FE80-138D-F706-677A-FFDB887145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F42E5A-2904-BC1F-CF2F-47D16602CB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EE3AAD-9089-5DC3-4FF7-AB7C16EA8E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1056BB-A0A5-30DF-30A3-BF45B3027C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B79425-5600-D5A3-38CE-610CC0CA34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DDBD86-2425-A338-B746-D233228B7CB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1AAABA-3FC6-9AC1-4BA7-7A6EE5A173B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F675A9-8251-059B-7E2E-DBC3AEA6D4F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ADBF43-8BBB-B9A5-6183-DB03B55916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404CEF-D1D3-7A48-6C78-6C84534D1E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835165-C6AE-059F-B2CF-682AB503B7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BE5705-981B-7004-C00E-80CAB39A99D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853A16-DA2D-A309-4F86-5EA7B5740AD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A4022E-3CAF-DBFE-F1AB-CC0F47F596F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8C8B1F-1398-8B65-B736-1EEF214E5EA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A55E6E-8374-83F4-1DB2-5747C11E184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8BBB54-AE93-EC4A-815D-16FB518EDB1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75C208-A87F-2A80-720D-FBAB8FA60B4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991EE9-8713-C501-2625-92F89BB853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3480B2-413D-B553-3BEE-D8713DD89C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F81BFF-B938-E925-B1DD-02579189A2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F4FEA3-ED8E-2294-6EAB-F3BDE7B1A35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E20EBC-337C-3733-2B6D-A6322B60BD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485B9B-0691-A984-9CD3-27E2E5AC4F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67D3B4-3B00-DC5B-FA27-A04D1144DFC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313B37-D510-FC93-EB6F-5BD7171DC3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CDC51-4D09-CAE5-1E21-91841396DC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3CFB6B-6078-79C3-BF42-3158A61484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6891C5-5B7A-A813-B087-4E5854FF3D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B91F4F-9D8A-C503-64C3-7E4F099F1BD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B8BAAD-621F-910A-95B5-0506BB97EA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F85310-2223-7C6A-9584-C47ED9E6A25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70AF6E-D4AD-33F8-46EF-2A425F043C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5BB74A-25E7-3431-414E-184859BA2E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38BC0A-13B0-0941-F7D0-5156FEF3414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9056F5-9279-B5F5-20B8-5B7FA3A2B46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3299C6-8C0F-CE05-C763-B7F36323EC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17CC69-DA23-1199-1F17-5442CB8154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1D4E57-1FDC-2A19-7702-6957DDAAA42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10CC0-BB17-A368-7536-06CF94C4779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24BAE7-326D-5D78-781E-8AF68103DA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A6635F-1BC3-3D57-EB72-8200D50673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8A79F8-F50E-5B4C-1B58-16DCD21ACAD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A666A1-559F-10BD-BB0B-522D382521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0B00A-E4F3-1B9F-74DF-098FAF40701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7DB240-BCFC-C4E5-0AC6-91791FD0C7F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333734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0E7-0CC9-FD80-D21B-7003C94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1EC071-3F0B-7354-3A02-7BE5D83EC6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6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1A6CF4-9B42-E710-CA45-7531F515F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F72C8E-AC47-BB8F-9EBB-A50705767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7DC1B-D102-8C6D-7C31-1915135FE5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BD75E2-9FCF-9C49-AEC4-12DA9137D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3CEC04-1D77-1852-2AEF-242CDF9F75D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C0041-4D7E-AB8B-878B-BC64E54F9B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B9AD7-341E-5F11-4E00-2167D6ED38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0C8959-3583-8294-AEFF-3CF6439C63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30C57-1747-2F5C-B2E5-3F11DF8D3B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EE853-9AD0-F3E5-65AE-DBB90D2978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E74DF-211F-2722-5F2D-A8A032959E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0E3BB-2097-E899-505F-2254D2E022F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DACC4F-A9BD-BEB6-013E-F775301989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320D0-9740-0A49-DDA2-5DB64E3DCF6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38806-6466-F572-0653-CCAC25C670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56FBFC-136C-BCEA-8279-1C61270E6A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878071-D719-0564-D1AB-FF1E5A1CF6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3B89B8-9BCE-C17F-41C8-EC25D73875A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17DFB-93D2-173F-316B-D23CC8C95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09BA8-002E-3B82-CDEA-FF9630C929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D6DDAE-5C13-8D9C-173A-2AD4A4148F1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58774A-BEE1-A356-2D9F-0B85D904BB2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10A13B-744D-D189-8843-ACBD6DCA2F6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FA8DFC-A428-F01A-08A4-E3756062EFC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D5275-98E0-1BB0-4BB5-A0AB7AB64A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98705D-D234-6248-9E3B-C452018F65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8B02CC-EB22-03C5-3641-FBB7C7F463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BE8230-CF62-54A0-C487-A19473B9871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4607B9-7FDD-EA80-6BC9-84379C16C3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0C79D6-24EC-DE7C-370A-E881B127C3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25578F-2687-21F8-BF26-DC4BEE5E8A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5E4CFF-2E00-9D82-A3DB-238203C591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096420-6073-D0C2-9F9C-915FC1198CD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CCD12B-126E-DE11-63BD-0CEE8AD0609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E6E51-D831-61CF-0AAB-F29F6815438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481727-0A2A-425C-640C-78952C52A6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288-FA30-295D-D913-52039330A06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1B4666-1E7F-99AA-F585-1986BECD15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88DCA5-8274-A7FF-5FE1-8D3BAB117E7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C60685-5275-FF03-21F1-379B3B142A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843339-FE78-4145-C5D3-88B6AADD792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AADCAC-5C45-291A-5BA9-E6F977C72C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D4D36-936C-6784-0F59-937CB00A7F1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12F059-C3B5-E552-C788-1104CF26DE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4D4F5-4624-97A5-B3AA-161ADAEB8FE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B23495-AD43-B636-DB56-FF12E803F52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50D86-EED9-88DF-DCD9-9B812474105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7279B8-9EA1-8EC2-53F6-DB808A013D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5B75C-CF17-8966-4573-3FC36CAF95B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6B96CD-6E5C-3DFF-929D-B943F0CD048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8DFDB0-95F7-CFDC-977D-5F30DC6605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369DBB-F56D-9551-3A15-B568C09C02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F7AF0-9D01-DEA2-6D35-053982FEB3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6F5355-D557-E54E-83EF-6B6532422B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DF283-3ECC-FCE7-5CAB-E35C4C9D86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471B85-7844-DB7D-1517-E2B8D66403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04BEDA-50E2-5DA8-7F5C-17F7AF9F79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6FB02C-5047-417E-BD3E-7B75D9D0446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B70DAD-2240-F41D-9E46-49C131C147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3B64D4-5F80-88C3-8DDD-E7819E32F9F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43B147-FABA-E6EE-ACA0-A695515209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154698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B518-1D8E-5BA3-CF61-4B4B5210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6E2F8C-4C15-84BA-6EBD-EAC8D376C9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A18AC8-DFE0-6183-01AB-12C448DF3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CBE2CB-03FC-2411-3C48-151AFB7DF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049AE0-FF41-4F73-F927-B20F24EB6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50699A-57AA-F43B-0751-388292D2BF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30DEA3-D1A9-41FC-D128-00197917B7A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E1DCA-EC7A-2234-8D31-F3B332E792B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607DF-109A-48A6-7C5B-D530752865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0D89D0-1C3B-0062-5837-193A3264F2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1AA6CE-EB5E-62D2-971C-247C69E825C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CDBB4E-AB81-6D35-F5FD-EFAACBED04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7E93A9-3A6D-4F2D-A08D-26D4D3642A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052128-9123-ED1A-603F-F19A0F10FB1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2053F-504A-AE04-9B5E-5B4478D70D4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8D58F1-2C92-24AE-5DCA-160C9A8598E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721A21-058B-7E1D-0376-8D28EF22DE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4CBDDF-244E-4AD9-7633-9077B7F2077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C2704-CFB1-3C99-3415-913D44CFD46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83C206-D619-238A-5B61-0AD38F4B92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F716A-1BF7-DA36-2417-35AE77052A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98E9D3-0389-AB1E-9778-8D5554DE8F7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8C56E-4C72-7435-E712-270AA1A6735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3BEA0-6D7E-1785-2893-E3BFBDBA31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310062-D4D7-6AB2-45E1-C22561D31B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CD0ACE-67DF-D231-8F3B-F8BC8F914C0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128F11-19EB-D9DB-9B3B-36952A6A711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CFF3BC-E5BB-BA7D-EC55-7882B51C19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C0ABA3-DB5E-EADA-4BAA-DEFAB7EEDE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23AA4E-1DE0-28CC-C5A0-570046281B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9D5DE4-8A8E-0837-DAF0-2381712761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ADED96-A2FF-192B-6218-C96E2FB4EF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E241D7-446C-4A6A-72A6-62EC0D7A0E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274A79-2C7B-8D56-88B2-DE9A0868A8F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E2026B-2233-EA54-2C42-CDE1536BFA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47B961-F74F-5666-52C4-D187E5BF53E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6DEE78-8636-C4BB-45D0-24095576A2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BE7B91-760E-5371-4A2C-D0D128249F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4B672F-747F-22DF-316D-D5708B076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89BB9E-18CC-F89D-316A-C61232DF50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BC82DD-8F09-9C3E-2EBF-B968C77A4E0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1928D7-BFF6-058F-899D-F60A10A92F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B232CA-EB95-D104-9946-776C04862D6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E8EEB8-755C-8E3E-8F6B-50252FA618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8268A8-FD40-B68D-7BF1-59A1BE4C1C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59AD2-DD76-3CDB-602F-A646A43DCD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CCC105-F9D5-6D3E-2ED8-333519EBFD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44A4FB-5DD2-EBAF-B92F-6232B99F4C0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7AC4B0-1106-974F-A466-299CB9C21CA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E7BFF9-DF43-9FFC-2C5C-C0CE772EAD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E7DC77-466F-4C7B-475B-B4098B76DE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AD245B-291F-FB64-2936-BD7581337CD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C3FBAE-6031-DA3C-3DE8-2F809E4D99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84CD3F-3AA0-FF9A-6BB9-7E8B3C9797B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AD02D5-887F-61AB-6A7F-148C6F84F3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DBF5B2-464E-1D87-5EFE-37D13C7962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BD216A-B9E6-3044-DE97-9D53EBBF074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9DE0C1-B76A-42AD-904B-CB7777D761E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35C94C-C8B7-2A36-CA98-C661BB4AD4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C3DAAE-D450-F269-B0AA-47EB889AD59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08D6ED-1C53-5259-6377-39D64AD0E3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B528B4-5E31-4514-D8FA-64EEEFCF3A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8B0D4-150C-1A23-B264-4BB694E1B0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D83DA8-626E-A20C-A903-CD28DED3B8D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BC2895-C616-5584-BBE0-6F430BF4B3BB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3421759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0F86B-24FB-AAA9-E727-9AADB60F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8CF65-2F93-CFFD-E499-3B3535CB77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8F5BAA-6BAE-93D7-3C8E-7869B9473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B4319B-2563-2061-498F-4D1EA1B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E69309-A6FC-B155-20D4-A109FD3C10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7D9E08-B8D8-4C63-8107-498B8530B6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2D9E0F-91CA-7BCC-2F61-88FE25E450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432A86-C0F9-2806-5C33-0FBF389A8D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36D15B-E23C-CD1A-5F8F-BDD39A2DD9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7387B7-58F5-BBF9-018D-321156702F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1E52A5-1C2B-CDF8-5D45-595680459F4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E280C-A45A-3318-8D03-7480C01C92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D1EEE-72EA-DBEB-DF88-E79AF9BAE5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48D12-A88F-7A8A-14CC-2AB591F705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CE04DD-79E7-8C46-7DF3-058E333C6DE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5A27C-13F7-693E-9D67-9E9585AB383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AB68CF-C070-A5E4-0C00-8F3B60067A1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20859-0209-665C-9829-A9C4DF1E58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70BF0C-F50F-B00C-D390-1A52401D2D2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71BCA2-7354-E13F-6786-03129A127E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8CA34-7949-8DBC-086E-D758E6E7F6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3B1B8F-138A-E44D-F284-2D00D8C1089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EC925F-946E-B756-B185-5A389B6417E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1D6337-847D-E315-0A1B-8B55694E46C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C0B43-DECC-4BC1-2263-A5431A60351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EB82-EC34-F645-A9CD-1CCB07C1A6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EB409F-9FB6-9969-FBC6-2C46909C42E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A17DDD-3759-6DA2-168B-E5D01464276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F6C-FFDC-95D5-6891-27F99DA2719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B8942-E196-7FD8-F185-57EE72B3D24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81C9E3-D3AC-57A3-49DE-C65C520BC8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FCBDE0-19B1-AB30-A2B6-DD57CFC488F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422CB3-29C2-360C-B820-202619A229E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7B3ADC-318D-69B8-C3DD-1C509777EE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A54CF3-3EBD-C93F-A143-5BF3C6BA58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2F924A-CE3E-C592-F1A5-8D734CF704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F48803-D712-4FF5-98CB-6054CA89E6C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55C99-FA6C-5EB5-FEB3-D5B5DF1CB2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2AC1C-70A2-7DE8-DC2B-C454C9D43C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4847E4-A9D7-A197-4BA5-30EAF3F117E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6DF052-4F9F-0F39-3849-961144B1E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9DB5A6-AAC6-2091-7281-442D321248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B3AFC8-072C-D651-E5DF-6F6666086D7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B96816-A3A0-4657-B73A-EBE86164789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D683B-E27C-60BD-6241-EC1E160F0C9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03A82-7EB3-D72F-53F9-1024DC52F2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A4EF35-79C4-1BD4-4806-704C56294D3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C1FF7A-A6BC-77D2-A5E5-86F4A7BA112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EA9F5A-0EFA-A43B-58DF-037DF37129B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B5A4A4-1AE9-F9B5-0F6D-4A2FCDADF3C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F1DCF7-8525-DCAA-76B0-86CEFE5394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C1077D-AF90-7A58-11B4-E40FD6FD271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F5D23D-614A-F58E-EF03-08D1AD1871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04D80C-AC45-6A8E-CD34-3F593A1E179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15E1A7-1343-4C72-7B04-137C1663BF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56F60D-8FCE-CF79-E9D7-ADDA6FBBB54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D79837-F13F-090F-DBE7-8B5BD1E93E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DEB7D0-58F6-96C0-BD04-923B6C6B24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CD8DAB-2BC9-5C21-0ACB-A102C16CD9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8C787C-CB6D-FD85-D0BE-70A6C31325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82D92E-501C-4E26-5A07-969CA2A6A18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2AF7DC-4CDB-65FA-482A-306B8F6E06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5E1ADF-39A3-839F-EB9E-7154A06F907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EA66D-BE6E-A18B-2875-BF2D0CA8758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C442C0-087F-BF3A-23C5-6C970FDC6FE8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109040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9AE08-A9BA-FB8E-7E78-07DF3CDD7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D03E91-D3E7-42BF-4386-D404B25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C0E3C5-0A47-A128-1CB8-B6F196E57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CDFE0B-C881-ADCB-263D-7AAB548F2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F82D03-03FD-9353-FA16-36396F901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54E425-2D53-492D-2908-369642115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CE0748-52A3-98C4-475E-5F6A36EECA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3EAAB-0C9B-59C4-D453-9F5128ED87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AD8101-F5BD-6004-1172-5FF24B881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BA3CF2-DFFC-BC1E-2820-A0E6F15A4A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195A-C878-4E59-E981-81ED340B54B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9171E-1248-2AF0-7935-889A5ABA15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4D4EFD-1C4E-B466-B35C-87701B47DF7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36B61B-EB24-5CFC-B55D-75177B14037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4929BE-885B-1792-1DAB-7195D7796A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72B6DD-ABFF-69B6-156F-CF6DEC4387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594171-6B65-3F49-B259-BE8B37F38E6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AD6B77-ADFB-0E6F-8126-AC328B122C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F5D43F-6794-73DC-2B70-F3BA8385C1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27039D-3641-BC06-B943-48898461AC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10C654-A07D-AD35-2FF0-1F56AD05CF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B32BB0-C502-7FD6-6553-E62C5B9468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E3B30-4D93-0AD4-0B8E-0686C9379183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64BBEF-8840-7B96-3DD0-1AF73FFA303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BCE3F-8E89-F0F0-B726-45D74E84A6D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B3262D-99C0-25B5-B6E9-C4067B3B6B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CFEB97-635C-226A-09FE-E8BB030B61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E15178-1A8F-D9F0-C257-EF021DF0576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E5710-0BFA-D3DA-FB45-AB288141F0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C94DE4-F860-D303-8A25-59F512E6D18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0CD8D-865A-F570-986F-E54C8975127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A123E3-66C5-81CB-53E4-FBC9783C4E4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1BAE0C-E659-8998-3580-BAF6FEC80C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5C57B9-BD68-4F4D-F1F7-83B768B78B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F7579A-B868-F1D3-CF86-7BD376C5DC4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DBDEC4-653A-BC27-24F9-5A57717F75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2CDD3C-2112-063B-AE32-548F7893AFD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607900-94F0-71EE-310A-94A9EA1A7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096C32-1EEF-8D68-0208-6046F63E456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A45152-B1E1-B668-B216-2ACD9F9391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3D5F8A-3B32-69E2-86F5-A8C21070BA0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07C62A-7F67-5C00-E8A3-B72A6CDCF3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A7C859-24E2-8E34-63CC-01B76F4F6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79607E-B8B0-1430-0E48-7EBA8B8335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39214F-52DE-62A9-3FF5-13223B5516F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8C55B-500B-F989-D14C-F906A28D4B9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0371DA-5957-60FF-6CE7-F694CDDFC4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10F3C4-BC2F-0EF2-4BB2-A021A83480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7E10A-2D0B-5D2F-1DDE-3FCCB6407D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E1275C-1C4A-6DCC-BDE9-A889B545966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A5FEE9-87EB-5D3F-244C-205D65CE50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273E03-4CE3-CE2E-A787-03BC1489301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5E4C80-36A4-59A5-202A-0F025026422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35E3A7-9DAB-7F8A-D51C-1D0A50E96E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AE50C2-FE27-D91E-AC39-8D06DB5354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9E2EC6-B98F-6EC3-CE92-9B1DC4BFE3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72825A-0FE5-6F97-F2B3-D4DFC08D7A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700A54-FD1A-99DB-A59C-C0B7F46E93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78A26B-D6A9-9D8C-4203-89F7AFDA64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8197BF-5BDB-A463-6279-23793014863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4D555B-5989-4B80-0853-E226944B7E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C2B56-B0C2-7B51-8C7A-590BD806E3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3D0A82-473F-7F63-3B23-4DE4C4DFCD0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18E4FD-6FD9-A415-914B-43B8B85CD7C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B6C85-DD0D-7DF0-FA0F-5233BAE62E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80160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65D7-9FA7-B0C6-4959-410468B5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BA6D14-9BD3-C0BC-1BA9-6D726C4BF3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123 cell can not be a 2, because the adjacency rule would knock out all three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683829-AD4D-AA8E-8724-037EFF74A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3BE1BE-ACD5-25C7-DDDF-9B3F34377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D8071E-01AE-4E0A-C72C-3F7E4AEA2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7D9C01-A59D-56F4-2288-429578CD2E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94D262-4D75-868F-3AB8-7EB559978A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9DD02-375C-14E5-F1DA-3658222577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965AA0-0A42-3EFE-F6BD-BDA2DA0412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38561C-0833-0A0F-CE67-414753132F9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9AC91-62C1-D07E-23A1-C2A6AF0E83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4E43E-97F4-DECF-304A-006A2E35AA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BBB82A-084D-06F1-F486-527F3D5C71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EC9379-927F-CBEE-06E0-78A106595F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480113-D24A-D18B-654B-D4BC50DA2C4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BA0BDD-FE8D-BA35-07A7-51860136D58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5BE3A-A91A-B205-D8EA-A12359F12F3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AB9566-86C4-C442-0C59-282D410426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065D8F-8798-1992-B0D3-237F153684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874C0F-C733-A77A-CB4B-0630C633F3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557D7A-EE06-B5A3-4DF1-BE663CEBAA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81E604-CC85-2651-A548-8E5FC9F266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655FC1-F6FC-C0A0-0AB2-3A00FF744CB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A6F14D-A541-4913-FE23-EECBF82F326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4D6BC-6695-28DE-1F36-0450492954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CB722-3E6B-6B86-B8C7-4D2FD2571BE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2ECE16-4D2F-E8E3-A2BC-A74C2429DA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A6579-0A43-11F0-1E36-BE9B46DDFC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5C5FCF-30D9-E0CC-C75E-48E5EAEB8A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855130-AB5C-4408-B5CF-A7F4FFF1F46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C54F1D-8063-D832-43A0-159A10DC7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C81A22-BC4D-21E3-4BFA-E8594666CB9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DA743A-8898-9BE6-B24D-D0BAEE057EF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A625DC-A640-E403-9655-5F286EF593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80F5D3-D2C9-4085-4A4F-C3C4ED976C7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C2FF5-EE55-AD15-CE1F-DCA6D885F0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3D71BE-F6BD-B594-F1E6-FEA9C5967B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BAF80A-594B-1E66-F696-3A7AD8EAFE2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DDABC1-F0D8-7759-E20C-FC4EFF2696B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28EE93-D6EA-4FCD-4ADF-6F59F2AAD8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E23865-3CE6-3935-8E9F-25E7FAC64E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FCCB90-802A-0A89-A0F7-16044337029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F9DB4E-ED37-C285-EA86-E1813D0CDF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2B4582-8D79-5BF4-469D-A7C2ED6C223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A87F79-26FC-F34F-E297-4D8F85DD8EF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88D14C-5FEE-1CE0-A97B-2AC819C11FA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7193B8-0662-3DE7-7DF8-1815B40C20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5B8478-664E-6E65-C9B1-020F8AF361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23D288-9038-27E4-A981-54A2984669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71DF77-C907-B11D-EA0A-68877EE61D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1445D4-EB0A-3EAC-30E1-E9A2B01BD6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031880-A076-FFAB-D956-BEFCCC7C8D3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AAAB3-E2E6-482D-2574-85CC8D5AB44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19CDA2-29A0-C8DE-C451-027088A6BF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89AA2F-23CF-CF6C-0D66-43B694EC43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CBCDCA-4FE5-6BDC-8D36-0864B16844E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5564AF-FCF4-4BE6-2063-95895086DEB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7AFEB9-F646-1176-72A2-C28BCA86C2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53E5F0-2FCB-C2D6-F5DC-E1E9B65EF0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3CC0C8-AAA6-E2C0-43D2-089B580386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217115-8A5E-8D59-46B3-3950BD09E5E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64610-FE0B-882C-6185-468BC76D57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983507-5A50-9469-D64B-7A4D39F4F1A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345BB5-3014-58DD-0C78-33B1234722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E735E5-5B78-5A64-8D24-E989D655606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302214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81C3-A049-85AA-B485-F8091BD9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20EF3B-6256-BF2C-27D6-41D296F34D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78 cell can neither be a 7 nor an 8, because the adjacency rule would knock out both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F0C2BF-5BDC-12D2-B7E0-F4ACAD2A9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0181E1-1E60-6AD0-62CC-E54832680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26FDC5-F9C3-2949-2395-837BBD9C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DECAFE-DF44-8CCA-B143-5CAA373063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98580E-F58A-B2A9-0EC2-7DA6334B12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AF970-92E6-41A4-8309-E77E34E8C7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53A2D-3ACB-4C39-388C-4809FAC958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895913-9A75-1CCE-F067-A9F61F034E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78F6E-6146-C145-01D7-CD54CA00EE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D1630-C771-3613-6BB0-5DC68C0A8B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0255B2-CB34-796E-DAA1-D3F80B139E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94152A-C718-7CD7-4ABD-F505B0A29B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43D52-9326-FB38-9A0D-2F622938E7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EA0F01-E301-8DA0-1B1A-7FFFCE6788D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7A7D02-9995-C058-C963-F7E2FF06C15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437151-7B5D-14C2-AB50-B078A52F1D7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CD34A2-3A74-1EF2-4A05-C1BA48AC7E8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265071-6A80-2E7A-F8A5-2BA7F6BD902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83BBC2-FBAD-3E5E-FE94-536093D1F9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F8331D-076E-56A6-8E7E-A441D9E5B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A2360C-CF18-D070-B46B-EC84F65A207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72751F-6468-90EE-D66A-556F30C693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A6B8F4-5435-B374-F4D8-E9303DB03FD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E5E796-A44A-FE40-DF8E-8A1A7744D4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57A05E-8C50-7205-47A9-EF34D90B667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83B781-0F13-09FE-FCB8-ECF8ED129FB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080459-0762-B435-BD14-E0D6C493C55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47C6BE-C924-3B1E-0BC3-CF2B6395CC1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963AF3-DF4D-489C-0DBE-20B44CAA3E9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39B9B-1ACA-1B8C-7F23-FC2554FD5C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DF99-2771-86F4-F977-8C0E131D2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ED0272-E572-A64F-1392-E416A533F1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5D36-5BB1-003E-5E20-E9DC5F9F2E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3A0C82-0165-FBC1-3B69-D3573E71E1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90F0B9-2BCC-DBC2-24F5-BC37A3C5AD7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987FE7-0F8A-CD93-BBE3-920603EDF5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47CBC-FE74-021F-AA0F-5AFF72BC8D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808607-C5F5-9DCA-FBE8-0474EEE2D1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478860-C9C7-85A6-B564-66782DE071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44DFA3-EB92-81BD-CDF6-D97A0EEA2DA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995110-E8C0-C970-6E94-66D4982A8D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3FD820-075F-7380-D842-99B7FB9F63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C8F7E-E5DD-BFC6-3535-8F7EBEDCEF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15C44-1911-590E-6F6C-E22A0F7964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FF0A38-C0CD-0885-1C05-44FE89DD042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601BE7-3B08-5FDD-6814-7B3A4B753FF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4B29D7-640B-0E43-7603-6A0A721A0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B1849F-C944-7DDE-9CA5-9C05C66B94A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0FD902-46DF-DD79-746B-0BBA2387240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FD31B3-76B9-3304-9F8A-251D105EC1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9C15E-47DA-4346-F6C7-4D65A4E7607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E7B8E-4226-EB17-6F96-5A29925CF75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2732EB-AFEA-5FA5-51CA-170EC659F0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1F460-3843-4063-E165-93B38AC9FE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8DD9588-49C5-8D4C-DDC6-750A6B9D50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4F2530-318D-887B-594D-636D207325C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D94E68-036B-093D-F737-C66CE69AC6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15858D-3888-5E80-6EB9-CECA8584DDC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A5FC5C-2C6F-12D5-74EC-7F17BF6922B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BFCD08-784E-EFD2-27FB-7573DEFE18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5ED378-20ED-6D91-33DB-28AD8F7997D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0D08783-5E95-2CCA-4832-F26ABAAFABA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28A33-4FBB-B4E2-D64B-1FEE80106E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4294871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FDBE6-4586-6971-2A17-FFC069D8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421720-584E-2BA5-73A9-8A23D92B4B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either 28 is 2 or 78 is 7 (or both). (8/8 is an obviously disallowed combination.) In the first case, 3 is not allowed on top by adjacency. In the second case, there must be 34/34 on the bottom (and not on top).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F433B2-A69B-AFCA-82E8-DF273162A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05033B-D2DD-E734-6982-C0AE541A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8F852C-6320-5974-888B-CE7FB7A19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600C81-1E9F-1F97-6ACA-85CCF13A6F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C470D2-FCB8-3165-6C28-0E3BAB747F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220594-F18E-2C42-753E-1E988376E2C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3DBCF0-64A4-24D8-8C29-1A2B37B6FD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FAE26-F34A-F16E-98DF-FFD25E641F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AEC137-0969-C2DD-7CF5-89271C14EE5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8A6F7-118D-5E46-AF4B-87C8F14577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D8614-BBFF-B15F-F2D4-35EF845FAB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68B5F1-7948-1840-CE04-353080B14B4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2CF14-6E56-B1E5-35AC-134A665305F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804568-4040-6344-514D-07DE2E9D1F9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9B7EF5-6C0C-9383-2C4D-8BFDBD5C95D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BABD7-86DB-3D82-E715-C8108F12AB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D0E58-F88F-ADE8-ECFB-5507531CAA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6D4C4-2D00-F9F1-E6BF-71456A942C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B8CE68-B384-8840-3046-FCF8FBDEDE4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B47F00-466D-751E-929D-A95560A8E29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8E89EA-F51C-A5E7-56DA-86CDA2CB3A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917E48-CB4D-7A07-7E4F-75C3CEC27B3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87D36F-E6EC-0889-C29F-03CBA00A672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7BEA12-470F-4D6C-C6BC-B1DDE31D269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1F42F-712A-1781-10D9-8A87FFDE07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DB392A-4C4E-9B24-E781-59FD1EA30E6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0907E1-F541-7C9A-54B9-1D5D954DEE3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210CE5-3467-9FD4-606C-F7A78FE754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A59274-07F7-13E9-DDDA-5B4C6C12D62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CB313-C7CC-1C1A-C213-3BE1AF615D3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4BD46-B1E3-E6BC-1F95-4EFD50886C0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CE3139-798A-6820-1D52-13F335E19A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6923C2-68BD-AF3D-64D9-021A7CFBCEC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0B7D15-5E7C-687C-73C0-2DF96DA9DE9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62382F-806D-8280-2C3C-1DDA108A4DF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D9DE79-7FF4-369F-FF50-76EFFD1636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B9958A-1ED7-1972-9FBA-8BFC492FEA6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596A15-EF77-EB18-98D7-D29D04C239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2AEBF3-FADF-AAC3-23C4-72BF617CCC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638849-8EB2-C673-B337-6C9F82786C0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B9D53E-9306-B969-7086-D5A02CCE74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55B47B-4F52-E005-026C-F1103C5285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BE7B92-7201-06B1-B70C-46167D13C3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B8B66A-EF45-676A-0FD1-AA7DC27DF7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6DBA21-4D88-5F1A-2B56-A27C939C162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4240A8-2E5E-92BD-79A7-3BF6BDE578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376698-7FE3-CF3F-27D3-8A5598B977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60242F-8881-03C2-92F4-074D09C734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A74A9A-B18B-A430-8E29-94CF88A04F6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750EB-ECE5-ED3C-8A5C-C2313D3D20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9EFDB8-1972-A02D-CB6C-79A62494AA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28D543-39C9-7B9C-CE68-2AFB45FEDE6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B8E11E-D68D-E271-D126-FC1E2F0995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C39EAF-11A8-A881-B58E-EAA576E14D5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3635EC3-73D3-6466-025B-87AB2055564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C66A74-E23A-1354-82A6-DB7A1DFAE0B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0E1BC8-BDD0-312E-1C9D-D198D52741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501D0-CCB6-6BF7-F5F8-0DEC063E950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2A6D25-5247-7C9E-E428-603B9169A00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364C80-73CE-1B61-D581-6B39A1B64B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C06306-BB7D-9E78-969E-220264426B1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1F75F0-CECA-A880-5BF4-03E0E6E6B0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EC98B4-6864-7C69-89C2-AB3F155B999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538539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508-C510-6F18-89B3-76BD3CEA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89E42C-9381-FE69-C8D8-C3B186B099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3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57E2BC-7120-BD51-EB1C-5B00DAD05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4F0AAF-AC7B-2B20-F365-0717BB2B1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CEEA0F-F449-084F-A1AE-D6D7385C4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4599FB-17E6-B266-7489-3E9038B26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4A3E23-FF5C-C109-8F31-19FABEFA3D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4CDD1E-7361-90FD-697F-F2CAF6BA0F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1F3BC-7413-F0D2-0B2D-E5D62B7D5D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9467C-370B-CFEC-2064-70101D431C8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1937-2826-1901-CB08-8AEA0E269A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F1F548-17C1-DC4E-5622-6C239872FC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0327E-ADE3-7579-176A-E78D8F7041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D4467-DF67-1A62-F1B8-1758ADBD1A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2CB01-87CA-E805-6C1D-D5A7CCC8D02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659670-F050-B09C-A71B-4AEE68BDC96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0FE55B-30EE-791A-74FA-FE4D785953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3C147-DA88-CA73-C970-111B76EE1CD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BE02B8-DDA8-6DDE-F759-ADE26544B3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C79EC0-CFEC-8206-3D7C-148615B495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B7044-1ACC-4443-09A0-C56C147477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1E4D93-825B-218D-E94F-F38652A0D9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3A740D-5800-9B90-7055-08FC2154EB8E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7F82D7-0EFA-69AF-D6DB-C475F6476B2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58C0AE-E9DE-1EE8-DA48-02C9436C86C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591FB9-18B0-D003-F832-574B4AEC13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68BC9-98E6-5CE5-9BBE-4373CE27C22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4EA5C9-44F4-E67A-B587-99D1783EC1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5E000C-5C63-D34A-27A5-D8030D9EB6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E3F7F7-5897-993F-D853-3410BA26DD7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01E9EF-0CC9-5725-6BBD-E9D887D049F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79F735-23B4-7D98-1B4C-52A38CBCEF5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3B16DF-FA7D-91D9-CAC2-727B25FF065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BFDF66-BBF7-A6BB-35AA-D7289B11CB1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7B30BC-8394-E15D-21F5-70069989DEF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319633-3F1F-8530-10CC-C7A01BD9410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463AB0-B007-938B-875A-8B9293EF9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C6B07C-1369-1698-469E-2BD3485AAB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F98DDC-3113-2341-F5F2-28B92521789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41C8AC-3F92-5E96-F2DC-92B4969848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9AADA2-90C9-9DD5-CF6D-978539B758C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9E4DF0-47CD-4208-3F07-7AAF0B7620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6ED9F1-AFE6-AB75-486C-4D403BFE81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5E1165-57A1-E8CA-379B-2066258CEB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F33509-9141-6D14-B7E0-D1CFF0FD17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B82865-81C7-E880-6FA2-F3E71FEFE5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6A3427-945D-7FED-1F51-DC4911A6A6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A07269-EF3C-5303-47CD-631F9FE7433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08F091-5C49-B7FB-588B-7A442442E9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506E972-1454-67F8-F1BD-A718380FEC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E4275E-F3FF-4F24-A935-5544764CF2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BBA116-2912-B575-850B-5ABDD3CC6B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EF06C4-BE97-9A97-E46F-7B214CA77F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306FDD-058E-D261-534E-5F9BC119A31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070C0A-0D2C-D450-0A05-B280B1F7C15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E5F10F-B641-F214-7868-3CA296226A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B54A73-6600-9C7A-8D7A-A83E41D4484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3BE330-9354-02B5-CB50-C1A200BA6C1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60C03F-A341-4735-366E-EEBF8D4601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D6A33C-254D-19ED-CFF0-88471F618E6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9CD531-DB65-8530-6C4C-962275958C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51E32-A049-E279-8807-D1141ACEEC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E30C7-224C-AF0F-52E5-5DFA1A2AD0B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13592B-5649-30D6-A9C1-2479C05A32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60872A-C235-131F-E4F9-FDB9D4F85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241031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C885-E41B-35C6-E2BC-5EAE204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EE0BD4-871A-717F-84E5-7439143559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there are the only two possibilities for 2. The yellow cell can’t be 3 if either it itself is 2 or its neighbor is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A6EAC2-CFB5-2369-2050-F86BEDBC2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D6509A-7485-0AEA-0B79-249078292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9100B0-03B4-2C96-56DF-A64205013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B26843-A941-D8EE-8C9E-910B9F8AF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0E33E-BCCC-0482-934B-399C5327246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B6859-1081-2DC7-2352-C006F0D89F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5B163-CC2B-84F8-E36B-B1F0207493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149A0B-8266-CAB7-E4D4-EB82746CDC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4D4477-D109-4E4A-0514-F584E3CFEE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06AF6-749D-6A57-F0D6-74A1FAAEE7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62974-509A-8A00-CB8D-DB5149389D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948355-1232-A538-BBB0-46A964E829F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AACC-0BDE-F4C8-1BF8-09AD0ECCB51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DF66B-00FF-FED1-5D1C-B307CAF05F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73DD6-0B34-01AF-8E5B-3C8ABCD23DB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32F8B8-1E98-BA64-E201-CC038D51FC7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095AE-B3A1-52DA-6D23-63B4F995A7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DDE9E9-D85B-C5FC-9EA2-2604FAA8D1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759AF4-F4A3-C7A2-A519-71D33669AA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D78ECF-39EB-4AE8-B893-9EA8FAB0089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E3192E-8AB3-B75E-6682-7FAF97D7BF3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5870E6-A995-5929-E5F0-E37D839E1D7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059F58-D47E-DACA-2DBF-02AA53BDAE9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F18020-FEFB-0C03-B81D-0CACA25BC7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814D-FD0A-0D10-02FD-43B23730285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DA9FA-52AC-4732-07E1-A581176623F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F5EB8A-CA75-9EF6-5057-F8618E0E655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B0E9F1-3931-D0C5-9F43-1BC2D88D4D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2E173-24F9-F589-9A12-9947B23E6D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7AA7D-8368-A735-4497-4E484E8BB58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735F97-766D-4B0B-2D6B-04EFD124D0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7DBC19-32BF-1BDA-7368-966873044BA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B9EC6B-5C21-57B9-FC5D-CA17CEED468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05D43A-9125-45A0-0A1E-5A09D61145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DCD41C-0E4C-1DF2-A4E2-25A3DE173E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C36906-43FA-21A7-D88C-8B0060F98D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9CFE76-A165-5895-528B-1BCDA7D9C4C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6E3D9-922D-2892-48F4-FE38A788A7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F00A5-FAB8-32F7-9608-33B23CC856F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95841C-F8B2-260F-7A24-D846F7928A6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135C02-8B64-CCCF-E2C1-1111183903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43EAE1-B9D6-1216-A8DA-0326B18EA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407142-932F-C8A8-BB09-31B5FED7CD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A7A12-98AB-74B2-E92D-7561455943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266588-90DF-CCED-7658-E77D1066061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FE3B43-7A30-C763-A7EE-C11D9BF41C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6A781D-D907-0F01-5EA7-8B3CD2E0C4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81A28B-D131-0F59-6F80-2A5B9988DD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FD4857-39AF-F21E-F74D-95861DA1F64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D86B6-46C8-C92A-41ED-B66E5ED2DB6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442087-8A94-BA72-F8E5-51B0ADC3C0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1F8C5-4C68-B65E-738A-B563C8DFDB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149517-6CB8-CE71-156A-228853F342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280708-6BA7-6A26-3FDC-12998C370A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0B3CA0-9816-2CBE-773E-46D6416DF4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25EC4A-08BA-881C-3C78-140EDDE678F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4FAB4F-DFE5-12FD-0F93-73BF91741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88AE604-A846-4442-C474-0240DE53E56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C77435-711F-406F-8B0B-59D06406A3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A19D89-FCCE-B8F8-3BBE-C047371B177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CC476E-D392-953C-65FF-535900E05C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140DA58-4045-442E-EA46-A43D6C7AD40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958F8C-DB98-0343-832E-51CE45C5C11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194739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4BA1-5BC5-2486-3DEC-FE126F7B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E8FE8E-4F2C-BBD3-8510-1E585E370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there are the only two possibilities for 6. The yellow cell can’t be 5 if either it itself is 6 or its neighbor is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9A947B-8708-8042-BF8B-C1D5C7E54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582637-1A73-B7BB-22A6-23E49292A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3F9D42-5877-9D4C-F0CC-03F58B8431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1BEA50-6BD3-E6D6-D407-53DE0F0AE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A7C4D9-1085-FED4-F767-9712F67AA0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93F3B-732A-A5EC-C6DA-BB10BEA3546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0FB9B-327A-E276-6A88-8F4409F99B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CA6072-009D-CCC0-D3F3-76E63BCB9E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2C5360-1B42-BABD-9ABB-5E232448B5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645608-4F9C-9752-BB86-1D0790D5D0A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B3024-4D58-EB9B-AA1B-267B9DFFC6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CD49C8-D699-AF36-BB6F-453F0624F9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2F2BE-3133-247F-50B7-789A8BE9DD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5E1F09-43CE-0130-FDA9-09AFDA3178D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89D29-F888-08B2-A232-CDDD45A4AA6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E158BB-2C4B-5EA1-740F-87B2AEC7C7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3B6793-3249-AAC9-E06D-1C311F8271D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6422C2-2F44-BFD2-8996-E25897BB27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0F1321-5516-81DF-21BF-1F68BE9688A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4E6C12-E185-C25E-609A-2793C489E2A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6B0537-CD7E-76DE-B66E-9341B572D0C2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6B291-FCDE-F32D-78A8-A3CCE93302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0B071E-7403-5917-B34C-0D770BD6585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A38B4-B6F3-3494-2ECB-A6AC804F4EC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49AD7B-387F-EAE4-4A61-9512B9CC56D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9CEE1-14C9-4774-BC8F-062381CA85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EB07D-4E40-9F85-1FC4-D1C707278E7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DD3F17-0B0F-F5AB-954E-FDE33FEDF3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0539EA-A4AE-6A7C-045B-13E5E1B0B25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48C9C0-2CE1-4505-BCE3-2D1061E5A9A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AC14B4-7EE7-E286-9C56-5AD8889A36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1C44FF-87EA-5A83-1634-44AFDAFFB9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4016A6-D724-9AAA-B007-A6121E6C903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847461-2378-BC0B-58DB-BC8B471371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61E12B-4243-5269-80FA-D14DA26335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49E3E-7C67-1BFE-88B6-2A9924BAA9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33B3A3-2094-46B7-77D0-63D5329C824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F7B725-DFFD-439E-3F53-7108503203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F178E0-6C4E-6A21-97EB-80C5EC808AB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1C5724-5920-4917-7A4E-2D3811E533C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73EF48-EE66-1E4D-7F9E-3FCCA69037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4ED84D-B6F1-3BA3-C44B-584180AA2AC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0E913E-9CCD-0C87-5970-6BB0E18114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D31EA-F626-DC4A-7905-64D3A31B87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4904B8-9263-8B9B-7B42-C3F4E9D469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5C4E60-C24F-393C-C271-05ACF2253D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83DD9-D98B-5500-7DD0-DD6B790A0C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8CC7D3-2688-9332-FB6A-32CFC4BAF0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5FDD40-FA09-DDB7-4578-A305E99AE4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C99127-A02D-5605-AF64-2933C7CB3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252C3F-0867-BA86-6202-BB62E900B3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E99740-25E9-9887-D636-2272C910CCB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9F1504-0824-1699-D604-F5C1B4061F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F2ECDD-7358-1756-CD79-72F07E3629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E452B9-619D-991D-C390-DC59DD5065B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830E0A-57BE-A6C5-44BB-93A5807DF3C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9B4B6A-882D-2C8F-FA3B-6E2A49BE7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5F9F96-EAC3-F487-0948-1C221734E3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E6A879-9575-0DC7-19D5-E3ECF6B7A88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8108D0-C654-EC4B-BCE1-C6D488D3B4D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7F5B5-AA2A-1A3C-D5D4-9BF2F5EDB0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FB0661-7850-D7A9-C0D6-E0A33B0AFFD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5D32C5-CFA3-509D-F564-7B3F7758523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975182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41CE-8E9B-435F-BD73-B548B107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0C701-B87B-B6D7-66A8-A6B65432AF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DE4D5-6F10-F1AC-5DF9-9D6075204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BA2F7A-6AED-633E-2194-E73A79A42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59A19D-DAD6-D82E-B5F1-2743A6070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E691208-4DC7-C3B1-E8D5-1BD3E0AAE2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0D6A55-BD45-D60D-6A78-5D4AC8B957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1B4B09-2B77-8ED1-3444-2E6F00620F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CB44D5-068A-9FCC-018A-DDCBFD8E55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D1EDE-F5B9-67A9-E1C8-928C4263BA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BCBBC-48FD-D902-9ECA-2816F4A8E84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4270-7D1C-4DAB-9566-C6CDC46C0E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870508-02C7-D6E4-F3A0-028C20FE46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A1313A-FC1C-AFCB-5028-91788EE60A4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490D00-4C57-1038-B2AF-6D2DF4F748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25DED3-1D8A-154C-F6DC-17FEC31F1D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369045-B9A7-0481-587A-ED96BD7CC92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445CE4-3821-AA8F-771F-FC7740DFF1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C9212A-2151-1617-2B0A-7A6A644CE49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5C6BB9-09AD-FF22-B620-71B5C15898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BC4FC-3992-1052-E982-2EBD3D79F5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B13410-02AF-63A0-EBAA-94BB29FD545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D9092D-4A17-ACEA-E845-64C9B08288A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786AB4-58CD-028B-5B3D-4E788C4759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293BCC-4EC3-7C6C-8754-087C815BEF2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A41D5-8DB6-570D-6FA6-0E0C64A328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5DBF18-1CF3-199F-5A5C-DAD37C5588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20BC8F-7664-3FED-1BF8-CC503A28AB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13A3E9-94AF-1A78-6439-EC646BCABFF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701013-45F0-1004-DDC6-42F9842F050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8211D-8436-F75A-2816-65C7DCED39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59C4BB-7692-EF60-B19A-8E760E9E7F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9B3595-B824-662C-96B1-EE803DE054F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264CA7-96DA-2827-C855-341F503524A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718B73-C481-29D1-0FA3-6B770A367C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7765B7-A319-A00F-CF6D-46B8F9DA18C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8B668C-B9AB-F6AF-BE59-16F7C307E7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943E90-31B4-B7C7-764F-C0CC8755273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D187A8-290E-9C14-FBEC-DF165B55BA8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CF21B-F09C-2584-48E5-860C1D565A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4CDC2A-FD8C-F3C3-3F44-6201A627C52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82BF2-95CE-C261-0E80-5C2EE5268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7A52FF-0071-14A8-6256-A6548EBECA1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CE792C-09D9-C3BA-B424-0736641544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A9F7DD-445E-6BAA-ECA8-40221D1AB0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6894A3-BCDC-4C47-4FF9-0A5A896C4C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F29709-86C2-1E30-A7E6-CA171B6C6C8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1E578E-E664-AA40-199F-5CC1936C682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C5DBA6-277D-ADDF-050A-E239A442D0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67501A-FDE9-698B-3B13-FCD68D5E8F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FBFD85-8A6D-1EA2-2C40-F98436DE2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458B27-2D5E-B556-7F4F-DC223BF8AD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76C505-1676-5ACB-0B90-9435E1A069A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C10D0F-5672-FB2A-8DB7-E5ED3BFD8A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99DDA6-E847-C9F8-005C-223058CB00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151EA2D-74BE-FA62-A51D-9E9C08924D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39C1CF-3445-FFCE-3E5A-4C287C6754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517CBB-C6C1-A823-24BF-8B5C59AC0E0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A23722-289C-ECF2-CFCC-B5E668F1FE2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8A1433-41CC-7122-642D-091D81794E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1ADE60-E624-EBAF-BFA9-3FB754692B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7C0378-3F26-84C5-B6B3-3F6C362C5BC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4056-6429-4BEA-44E5-7426E94E7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8D6EBB-C991-3416-6D16-110BDC53852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98847-4507-0499-69FD-7C2B0AE2C40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15509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841C9-338F-5E3A-BDD6-C74BDCD2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0C438F-4629-1EBB-483C-1A6BE98BB3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B48006-8178-C561-8A2F-E524D5F32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D8EA35-77DD-1E24-5E55-32BBDF02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640E74-21D7-E3D7-F675-994C82B3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9670B5-4924-09BB-81AF-72E214668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3B4884-C75D-AB34-90D4-2F68ECD0E5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3F70B-E046-4CE5-B878-1C98E9333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ED7A05-98F0-63B4-5D59-C2062AFEF90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866AF-0C5D-A154-8BE3-C64C809221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440599-6CFE-BA16-10E3-0F17C6181F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37B36D-F6B6-9A90-148E-AABDA5FEB6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A6D75C-7FB0-0009-7F74-532EFDFC9D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DCC3A-2166-5333-976F-BE1B3358C0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7FDD3B-CFFC-2B26-D09B-AF0B18E3D38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4D105-1AB1-C99D-6F8C-E4F00FB5D85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FAFC53-227F-0F39-77B9-54124541E7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85E6B7-BF82-C966-47BF-3CF84A165DD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EDF354-5E2A-FBBE-1928-6FD96A8C5F8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F6D3B2-6442-2348-6E01-6709A3AEF5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11B409-16A0-D429-90F5-D8EC438D4D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AAA707-1567-3A44-A6AB-7C751B8BD1C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FA0C1A-4D99-BA3D-A3AC-F5B21E1F9BC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E13558-7A35-5325-FCEC-7070D98C9A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1982DD-4012-2556-EA38-65F88D547AE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B7255-5892-8EE0-6D14-F24002D8283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395367-0F6D-7038-29FB-E4C40AB1B6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CC5112-9001-E73F-9DC9-BE3EE53774F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F4A93B-6034-B970-ED19-FA9C944379D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18ADA0-A850-A265-24F9-7D744513E4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C2517-ED51-B9EA-FF50-4A2E44EC28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1A5809-66CE-3F08-D9E7-5B015718E0D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637218-F848-5747-7B23-C37B10C872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2AFC6B-0822-912F-EF53-3B77C12695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6E05E-F511-CA79-A4D0-FA3A7C2777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3B90AA-F3C0-22D0-0458-6989A46DF7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F51FD4-FA1E-1917-F445-3466DA5302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B3E0C3-84FF-48BA-2B2C-B9695708C6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457BA-BE95-E549-9FDA-998CB015CE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DFEE89-652E-1FE4-64E7-764F633E2D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20ACED-22CB-42B8-85E7-64DF983C921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AE1BA9-DB13-E382-E52C-DD70B6788D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013D7F-B719-260C-38DB-052C1CBA63E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CD0EEE-7CD9-694A-606D-BBC89B53BD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B938C7-CF9A-23BE-EDF3-97F4E5C35A1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5576B6-C436-414D-D803-C5D43B7F502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3ADBF1-F130-273D-1FF4-F984CF0615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CF400-0B43-08DC-7D24-CD0EBBC406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78EA1D-9B13-F764-9195-584BA6E6545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6F98C3-2D74-3AC9-85A8-476961CD7E2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CDCA61-D652-F02C-7A2E-2E8EDB16D00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1DC61D-0154-2094-BEF8-4EEE8331EA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EAD2EA-BAC0-ADED-0FA4-0492A15B720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ADA8D7-C54C-E679-78FE-877F0776CB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5F610B-AA67-934C-070B-10788623E4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31EC22-6E1F-52B7-38D6-B165B1E35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CCD7FA-666A-A1E8-7ADF-BBCBD963AEC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1234A7-C183-A634-02A7-B10927124D8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13DB3F-112E-E62E-4D28-24A966BEB3A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77C9B4-2146-62AE-2CBA-595ECF9A10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A0E625-8F79-82BA-DFA8-05328A8B0B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7D81DC-624D-E2DD-D204-BE3D44C967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2053CA-1D6A-714F-3604-6C5E9DD81F0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5EE77DC-7276-3AC0-5B2E-6EB550320BD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C4C3E7-1011-E2C2-A875-82F90526F6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40058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F521-6AE1-FD63-77C4-BA0F45078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92583D-D707-4037-92BD-93A3BD67A0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are two possible locations for 6 in Row 4. For one, this cell couldn’t be 7 because of adjacency. For the other, it couldn’t be 7 because a 17 pair would be created in the 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0578D2F-BCD8-7778-1FDC-3E4FFF74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B8FBC2-AE34-FCB9-AE42-C1390B3E8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CFA312-FC85-69C1-0AC1-E4BB1030B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F8166F-0BAC-997C-71DC-15A9D54E4D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DD8878-5474-F111-F854-844F9B509EB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BACC2-4574-1439-FA85-C685EA5C04A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090B0F-4D09-40CB-3593-87BC3BE069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F3A1A-7C3C-5DD9-B279-E1C5A7E124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E80E2-9271-82C3-952C-449F7858F0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4B9A0-34FE-A5A2-C620-155DFB9EC4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1AABDB-375F-153B-43D4-0CBDAE17063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4CB3ED-BF7C-D980-BE04-91250ADBFA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503738-1DA1-C93A-7191-C6BD5622D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0EA0AE-C89A-AAAD-E600-EA4D4A9B9C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C13294-E61C-C100-F73E-A0CA199971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D07BA6-072F-6C72-C3FF-D1F759FB70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AAAA-6FAA-4DD6-E744-9A61F1BF8C4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3722A6-6511-38A9-BCA6-61C7ED6C80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CBB996-E891-64FE-2CBC-7DF00D01886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3F41AB-A77C-32FD-C349-A7617A5C255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DF535A-4994-6751-0586-A2B33F9E6A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BC03DC-687C-016D-7447-3703DD4C7B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001AC6-B2CF-CEF4-FD60-1E5FC586613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B8DF9F-D670-867F-C821-12C9E8162AA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4B9511-69D3-F18A-4D40-C1B0A1936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1D4E02-D9F9-E617-368A-7E0AFF967C3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F9F94A-B2A8-6E3C-1278-F5164336AA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3856AE-8FC4-8639-D560-47FEB29B82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3D0577-A0F9-2D9E-6AD0-E15D9D51D2B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C5F588-E596-6211-ACD8-FF97BEF187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755084-05AC-32A6-6F2C-596388CAC9F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5AB016-6003-B221-B587-20090296472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D1758C-F7DA-05AE-CAF8-664F82F438C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FEA70A-FE77-CD7B-F81C-3D75658E4B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A37F2D-A131-21DB-AF56-13599CBC64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6065A8-E013-C8E0-FB0D-3601342D86D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0AAF7B-E615-A0A4-BB85-6E831F5F36A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1CFC3F-099B-D70A-61F6-E73DBD55014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7580D7-CB48-4DC8-5FF8-E0BFDB7AA2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34640E-3FF7-174F-3C45-C2977693F9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7B0061-57A2-D7FB-DD3F-5EE773C55D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F0D2D3-13C6-9FCC-DA0F-4440147DCCC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6139BF-952A-76C5-8E1A-E03C3573F8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8B6ADE-5694-942D-07FF-044C8E4B7C6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E915C4-93AC-FAC5-090D-E070D5B312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A498B-C7CF-CBF7-24C1-FFBBDE6C47D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CC1B2-7DED-BFC7-4282-61B4C91F79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8D96F-9CA1-4D76-4709-3FEBA05CC7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360318-CF3F-3A0E-2468-EC7D43B841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5C0920-C910-6E18-0A41-367C81B36D8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20DA61-8B14-B94F-25EF-3F486ED671F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5B84DA-F0E2-E8E9-82CF-C18DCD6FEBE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13D56A-E94B-7F91-BC3F-A0C5C85AE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E26F1C-8CE4-A237-C3BA-5B01D358024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F80A47-6344-9491-5E15-87BA42C16A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C3536E-DBF6-5DCD-86F0-25E9A07808B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8E3DB6-BA1A-C59C-10BE-4D5F6672327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386BA2-A56D-6340-1FC1-058C8480DEB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EE2BED-D8F7-331F-AAE4-539D73C297E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9E383B-8ECB-1CD1-FC99-4645A08EE23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1F64EF-1AE0-3290-A818-B0AAA885138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1EDD63-3799-BEFF-04E0-3E02DDFF59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F38351-1E06-9B58-096F-CEAFADF0A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11158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9CC8E-A0F1-423D-7B95-9009AA61F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DAB33-1436-1BD4-C379-D8052AFF1B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0C7A65-4F3E-F060-B885-93A16985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38AAD-DED8-6C9E-9794-4B09542A1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41D0C1-3658-6E3A-D141-A0733FAD7B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7F10BE-8B01-B0DB-6AE5-663659CEF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8E5FB1-837C-C7DB-06E6-26BB06CA5D9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C0274-2FB8-BC85-CD0B-1DA88821B3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1BEA4-184E-BE0D-A6A1-7F28F2B6BD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6DC82A-7ED5-ECC8-EEC0-56ED29FFFDD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740BA-932D-BDB2-6287-62213D45D3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84D514-CE86-B141-FACD-B335303C3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FE55D5-BE3D-5141-F8FB-CF81356348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9A465E-64D1-07BC-428E-77E801AD36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D90F57-B817-8DF1-AC86-BB975CE6937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938ABD-B42F-F065-66A3-831C8F68B60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7B560-CFCB-AEF2-77F4-B72F8E1A07C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100ED9-C74F-2C30-C77F-CDEB239A8F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8F23EC-5EC0-0F32-C4AA-53FDD4C8F0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72943F-3F13-F485-2714-1FCBCD3785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36AC3-4100-74FC-1F85-6F4D1A43548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8C6087-C003-65EC-B2A7-71A7120B3B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214BF1-572C-CF4D-8F5C-4F19BE4B10E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2CFF79-5348-9439-0CF6-4AEC7C3F536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DFD924-E743-03D7-8145-50B5F182A5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230492-800C-CDA3-1CA8-C673B12FAB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FD117C-0EE8-804B-8047-915F739401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70D703-6A2E-8103-D1EF-48A62F2242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B1967-733D-DF36-DAF0-1EAD463F590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48EAB4-7C80-9C7B-86F4-B851073D0C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5A2D56-601E-5DE9-5E86-9288D09E48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48A25-28D1-87E8-DF51-9DB6768D84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974E99-5465-B262-163E-484BA852689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08B269-55B4-CF46-4D97-24F98CD95A5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2244EB-8FC2-9D29-96F9-CF8EF3D66F1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FAC481-ACE7-7F5A-8FA9-A59CC1F10D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90433F-9B5E-1522-B991-46A817D619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3CE5BF-1EDA-22B3-E6B8-F693C7C6CD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387F64-B0C3-ED85-32CD-308ADBD49C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49EA22-BD0C-D90F-6227-E114621E96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75F02D-0368-2B31-6DE4-445E48FD54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F34263-5A20-BBD7-1736-2C55E4857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E92242-CF9F-8C72-7543-BC64830A68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A567FF-15F3-DF1A-5DAC-8997E46B61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D0E469-5575-ECB3-3A88-9F0F893F2C0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B4D6C9-C29F-35FE-80DA-AD6C290DFB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EAC63D-B9E7-3683-8862-C65D3D1EE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9D1F30-AE0E-281B-5620-38960FFEB2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EEECF-1F2E-3CE8-7408-C4167B3659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6228C8-77F2-C03D-FD0D-EAA36DABC9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19942-0758-6AA1-14DF-7EA631D500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CA95E9-2764-CF9A-AF8A-56FEEA7C823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10EDB6-0F6F-19D1-D28B-97D1C57D21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8E5C2F-7837-882B-4E5A-E635C297F9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D6146B-2FDB-980F-371A-E4DF006C83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31FF9-8BE7-62D9-C3B8-4CF48BBF9C0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DEF11E-DF1B-D34F-7ADF-49426FD61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D69A69-2D8A-10FC-9475-1B1EB69063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D64C40-8A53-C569-1A54-F3BD39D7AA7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10098-F3C5-5363-35CD-D4B07052A6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913662-93A0-6172-EABC-A2EB34999E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EF3BDB-55B8-13E5-40DB-B7BA040A467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C87FB5-8328-A4B3-6C8F-EBDFCBA63C6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55446-1BB2-7EFC-451E-56ED1688D24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C8DA04-F6B0-A37A-7506-B1CEA78CDB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27264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A392-F4DD-E27B-5E12-4CEDEBD03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AF8B5-0F7F-47F9-D1F4-DAA3D5F51B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4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E52563-4785-AFAD-5D9D-7647E2112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B9F8CE-1D60-CA25-723E-92E45B84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33EDB0-B77D-A6D6-394C-076DD0D47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19E9C7-2A84-2089-421E-647277034F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5BBF89-34F6-3D67-AC23-DA957A9188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F68440-0E5B-5881-9895-86AFFF3B5DC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224455-720B-C1D6-4E82-084AF2CC18E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E1F93-1E3E-D94F-3D3F-286876D5C95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CF5D8-F88E-19A5-DBAA-14F3949BEB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4FBF2F-88BC-6774-64ED-3141F6F550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818AB-E4F7-9D94-A6F0-94EC2617CF5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9B353-88D4-5787-806B-93107F531E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BA5DF1-A8FE-C745-B4D5-CA0E479132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AC46CA-2F6E-9FCD-C247-AF7E76971F2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68ACD-74E2-B841-BE71-42AFA2DE90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10F4BF-5369-E0F9-7DC5-7437375B290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0B8C15-B81F-3A6F-C66A-F7126DDCD1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EF7ECA-13B9-514D-ADCE-96813E3418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DD42B9-C88F-4006-023A-726239AEA7A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70C829-CB43-F005-4E6A-606CA599C5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D15F1B-C131-88F3-D773-C3F3B25D97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BF5B6F-015C-A05B-B8B9-79376E65A4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9A562D-1110-E751-7690-56EC3333712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2C8541-7372-2BBA-3F76-750BCE3BEA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702CDD-1BB1-F33A-5B76-44CF3A63A6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FCC89F-E758-A33F-1080-257232490D4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78495D-781C-D1B8-A8D8-9A98D85C260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01C36F-F7F5-9D9A-C726-071FA69B7DE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9BA7D-1A3A-E507-D97C-2AD594CE22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9BFF17-884D-9C40-874D-A68E618A03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FCC5DD-BC81-C21C-940E-58692B9B6B8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1F8E6-0501-C697-1200-A34D5D4C08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87781D-85F0-2054-DC59-E047254D7E8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E5DF3-3FF2-9D03-3EE9-A97ADA292D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BF8601-C640-BCC0-DACE-8A8C0965BD8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0315FA-FE00-09CD-81E7-E6D632A51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2FF1F0-63FF-3211-3661-0E0D3DA97C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5E4761-EF19-9D2D-E4FE-BCF7DB1011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EA754A-4718-9CB8-D853-EE677EB740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890BF1-1D2E-2F91-FF1F-01349CCB98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C1037A-60D4-3970-F035-7FB7117F3EC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2E9E4F-1025-78A2-9616-B95534FEAB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CBDBAD-E6C5-49C2-7C38-A30B61E6AD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67553E-B7ED-0912-8E9D-D3331F154E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F1C2E-FFC6-F01F-FB2E-5C1E6451E15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D417AC-77C9-D815-BA43-BB9E4EB865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617989-648F-7736-B411-7F7325E2F8A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17358-5B63-87AC-4A48-D2FF7909CFF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F9D75E-65D6-D70C-4AB6-73F4B4B30D7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AB6C11-81F8-A814-AD0C-BC05F4B635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0D7018-2826-BB0E-E25E-03FB11FCD2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CEE4DE-33FC-B0C3-3CAF-58C561F241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AB0092-22D6-DCBC-172F-5170E6A235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5D880F-381F-B356-E453-F9205C0179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3F8B47-936D-D520-1B0B-6DA21514C2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760E43-F4AC-0DE3-1D6B-27A3B681C4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6517465-3EFE-7B96-AF2B-0B8C428183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37A228-604A-5E5D-C67E-F00CB2155C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AF1D35-5E7C-1831-0D98-94B4FB632F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56D021-BC9A-4C96-A2BA-2F54B797B3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38EACC-DD94-D903-6410-23663DEEC5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761916-E7EA-ACEB-D603-68FED55ECA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8C90F-6E77-11E2-4325-B7A616107B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19496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F331-84AC-C951-EF1C-CBDFE659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31AE04-409C-52A0-9597-F89441DAE1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since both 3 and 4 are in Column 8, they cannot be adjacent. They must lie this way. This also means that 6 must be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50E45F-E3D7-5A65-434B-6C03FC34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81BD85-6CFE-856A-67ED-932A1A00A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2E11B9-5DC2-7773-4639-42B87B715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91E07F-7862-4E4F-5339-580E6DF1B9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3E44F5-550B-121E-4C7D-F3CC40D21F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3D9FD6-DBFD-85D5-06F5-87F487CF70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068F65-ABDE-E607-DB46-910306F4657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683B64-B972-C62B-D074-DA57FA5D21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6D4CB-ABD6-47E9-8C2A-03EE6F5A5B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911F0C-4CDF-A0A3-B8F0-84FD6542AA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7DD6FA-1C19-E4DD-83A1-CB00103BFB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B641A-DD63-ED19-0B5C-A0476F02E60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22288D-6721-2269-91E1-B2ADDDD6A3A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E7E36-FC68-9B6D-8040-1960A30A27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7D8EE4-7FE6-1857-3C89-D4F55841D9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B62224-6721-9E0B-260F-70FFAF0AC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12047D-91FF-91D3-6197-513BA782571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D26D46-D553-2D60-14A7-3F69DE6B890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6F73A-E85E-B14A-2632-EF3382B34AF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2EA5F-931C-1E4C-2EFD-AAE1BAEA73F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9D5B06-7BAA-9B39-1C69-198DF5A0666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9A29FB-BF5D-687B-9523-26329C6DA8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660E8-87CD-DA71-68AF-E4829877D60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1710F4-CDBE-AE9F-AB7F-B484234CB63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5EC031-DA60-6728-71AF-E22C7FFC6C0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57C79-AEB7-3DC5-B94B-22A023322E7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F2FB0B-4998-F5BA-C8C1-0D1128AD55B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8CED5B-D9AF-CF92-398A-4D69EEE639C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E47486-E5CA-8D61-1054-AE45CBD98F2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0A69E5-F209-D1C2-50D1-F0A0FBFDDB5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5B6A3-3923-5141-5C27-FD48BF729E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58B2E2-F323-E95A-AF93-7938428915B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1406F5-37D2-B3AA-F8EC-22441D13CE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A7166E-18C8-2D08-57F8-763CABEB28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5390FB-4758-AECF-E94D-84BB1FFEF6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91EED3-3A3B-6BC0-3BB9-F07AB7CFE5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E0229A-C5AE-C794-7CAE-5C215C9C3F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284AD5-5D02-9790-3D98-097AAA92A7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939DD1-2034-4C72-D041-1A3872E961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4A926-8B7C-7D2E-0ACE-12CF6083E4C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516E47-50E2-03F5-E001-3EE0131452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A7ED50-6652-04F5-9719-7E9856753A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B4699B-076D-0F63-5F51-44AB4D4EF32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B903F8-6AAA-8EF0-CBC6-9A014C96CF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36AAD-1EF8-F8BE-697A-2F9A3BB2120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39196A-0533-1685-1393-88099FE698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0A4787-DFA5-5107-F5F2-E570A04DF25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D5F715-426F-0522-FBA8-91B48DD9F9B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78D738-9CF1-00DC-6E26-EEECBE84EDF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FF75B1-187F-DE15-F8AA-FB150F2D99D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14F62A-631F-2346-B142-E35A878A4B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09859-C703-1693-D804-8F472E4ADC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849DFC-F830-D21F-B5F6-06C7158735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C57D11-9497-A0C1-107F-769A5775CD3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D0D08C0-E7B8-D73F-1408-6EAD102224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712E56-0A4E-6F70-EBE8-AFBB275DAF9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A9F722-E5F2-D43A-3CEC-BD86AAE4DB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B6EC96-B372-5A6B-CDEE-373863EC518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890C89-483A-F03F-B196-01BFC314A7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9C6398-4EB8-9890-F1A6-C1CE838A4E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1B1A13-B49E-20CA-F096-38BD37E2382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012D32-DFB3-9731-B944-22977EE514A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EA447-549F-B52E-E24F-2B0EA0DD75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60613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FD633-7B2E-3296-1009-0D4F5A59B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DC92BC-676F-AF26-D062-08A051D88B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F4E162-208F-37B1-FC3C-D7535E5F1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9A2406-B9BB-37F7-F910-7FD67EA46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1630736-49BA-54F5-4D3C-DF65B4D4BE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D05F4DA-8FE4-CF6E-A419-BD7F243DE9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A7B9F2-BA39-C6D4-0B4D-E58D211E894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D28272-09FF-A992-DFA1-304E4E3EC03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E87281-17C2-9B5A-6A94-AEC16386907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0845A8-E320-EA4E-43F8-F90F4A31B75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C614D7-2A75-EA15-36A3-9D0092AE1A0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294977-90C2-0992-9532-9F7ECD950A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CFF72A-EB54-7CB9-3A3C-C6F095F8F80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95FC97-9C1C-D8AD-3661-F39109D35E7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684F10-0DED-2F45-B7C8-9ED67711D04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AE85B7-53C0-2613-8480-8D5064AF948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A4F8E-626A-AEBC-94D7-D9F1EA233D5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827FB-228D-3B95-4564-ED669A7F62E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CA244F-5029-04A6-42F3-2DB29E1BA80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E34ACA-E152-8818-D191-5A468AE1A36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605457-65B5-E625-6A84-CB3898482B3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2B68E7-8937-D936-7162-1BDFFB6C3AC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032952-B283-D2C0-0E91-2024E284067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E5D1F3-AA69-ACEF-AC93-9B1830108F6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3D1BAA-BB1A-A6A7-CD69-45E7827D4F8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A18A3B-45FF-74D8-1042-906381C0390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DC3CA6-E187-BADC-DFDA-622D1BDEB0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4FF5DD-43F1-CD20-5BCF-5BD7E7E5996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675990-3669-690A-CA1B-B24F3988C64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49347C-839A-E722-B0E7-1CC5B8AFD48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1F3F9-FE65-8AC5-928C-305A4AF7AE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2795D9-ECDE-5015-AA07-B1C52D5E98F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DE8703-16B2-3CFC-5A1D-40A66969B0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2A4497-EDB0-4241-7E5E-DF79530F707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6A3ECA-94A0-49DF-C130-87F651C5E29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1BD946-8FA8-7F94-65B3-B267DF0463A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073CAB-2111-D67A-BE47-2836CE88EAA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C9E532-87F6-7525-A9A9-32A3BE13A25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E88AD5-68A6-F0A0-BA42-C1BDA36C747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6B632E-03C0-8BDF-A71A-03F1C5736A6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37431A-17D9-1932-5786-8453A082ED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BB5154-906B-FC19-2D3C-1D35B6944BC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000BAA-1D51-9E26-AD6E-A2CDF91387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A084F2-86B8-684C-81CA-33C9C1A3061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15624-81B0-3CA6-FA98-7C912E57836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04B137-33F0-5CAB-E5C2-B7B968E0EF7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0CD085-F967-2E5F-728A-87E8427662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B08EDF-1A1A-F4A6-3B7B-7B62E55301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D9AE19-CEB4-4A38-8D39-D396332F7C5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CFD4A8-B732-6928-9514-54CC03C06E5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A8495E-BC0C-C070-D515-6D1BA32DD3F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16F9CB-8F45-71F8-F77E-34D306973FC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49F964-7304-3F9F-2146-5A7DC99217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2C9550-D585-C041-72BD-3A36D607F8E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0E9EFA-3304-DAD3-9950-A42DD30CDCC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0F708A-10E9-C315-3430-EBE8D8AA688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D43308-88EB-D8DD-0813-5589FCF1E04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BDF460C-EA30-0A20-4648-3F3946EA5FC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A3CB39-2CA8-0C0C-E203-EA1E875A685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535517-CA6B-6C1D-B81D-9A9F9FAB750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EA0780-D6AF-F6D8-CB99-2D2B8DBBF85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2BFC94-CB34-3268-EC9F-45F22E6EEB6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629A7E7-4EE9-9980-E1A2-012C23AF133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9747CA-3750-C70F-FDCB-FD218741908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067C50-44DF-6AD0-9D56-EB78231AA44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2519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623F7-D645-C22F-704C-0BF7D933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534D9-689F-6B77-671A-560DC2C63C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586C13-8632-BEC5-C6F0-DEB0B0B12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426A0F-B5F2-C7C8-7822-F6E8054AC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9D4212-6C04-D790-49B8-E471D214F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184A31-8402-8585-95BC-1279664F89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A08EB0-C84B-F04A-394F-19DF38DE86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D5362-E281-C7E5-A0E9-0EBBE7F2B7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29E890-9761-4134-DAD5-47096A6C77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8DE01A-14C0-580C-4D65-CA2CB084D3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D7B70-F374-8C57-4B1A-EDFF3E56DE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F1B6E2-C453-C4B0-B617-C4042E67FE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7B31F2-111F-8D2A-61FA-2782C7D2A8D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0BFCC-1CEC-D78E-607D-1421DCEE976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E5348D-903E-C07B-574B-92987885A0E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C98EC-B76D-1FA1-62AF-86E61D96BC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D6877C-7AE1-90E8-E1FF-62F4147EAE1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81A703-869F-56B4-D32E-53B6EBB0E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1B0698-15DE-7392-6C6D-56444F79BA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C8F51-ECA7-7C4A-3075-BC96FEB7D54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E12F6D-DF84-2ABB-1359-9C935D2796C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1AA720-7588-6B05-5200-2ED7269680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3A6D30-BB35-F9B3-650E-6EDF6F6EC34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D2E388-3CEB-F6DA-2E96-D242796517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8A07AE-A14A-F649-3C0A-6BE45EB23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6C8B6C-425B-87E5-F3FA-EA98131CEE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784BF5-EAB8-E9E7-E8AA-9B071E23F88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E9593F-2B57-0982-2492-21C037270A1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B4E896-671D-1B3E-C207-108486831A0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DA7AB5-6CA4-B4F3-5112-B9F8B2F5419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8F7BF0-4386-D5B7-9A1F-4BDF456FED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117131-492E-CC77-496E-2D39662771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5373BD-5FF4-E989-DE1C-DE75459533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CC3C96-1FBA-82CD-FFF7-DD225C3995E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645E77-87DF-8BBB-991B-50107FD08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6B656-6EDF-E3CA-C523-7A1823AABE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3BE673-BA22-35FD-297B-7DE379ECE9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139F3A-8B4A-66C8-125B-14D4ABAA093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D332A-BEF4-C565-2EBA-12BA86C016C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D0641F-4F17-0A1E-8172-3BB3A39466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C3A3D-8823-8DFC-F83D-8E21F9F5C56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A9538E-00E0-A80E-8D4F-44CDE17C25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27F60B-461A-3F95-3A0A-E4AFF69639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41650-9E45-88DA-D4B9-7E07E46D0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B3D5D-CF34-9F01-8016-2B1CBFAAD8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0526C0-9187-C62A-6175-54F99F7E76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ABA7B4-8A03-AA90-8DDA-5B3BE6623FD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1B0FFD-B3C2-C438-45E0-1C17AF427A9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D9785F-5F84-4717-F33D-AC65F13469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BE57E4-3CCF-A5C6-75E1-9BFAE5A405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62C7C5-64A5-09A6-7ACE-0C48CBB673E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8B3A51-C842-617E-2850-8E821FB571C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A604D7-6CAF-A2EF-FD7D-04E2B2C8AC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605783-6CA1-B131-DBD3-FE35E1FDE8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109632-AC53-2336-EDBC-470A499EF8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098985-4F20-775B-A508-401C454EFC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AD2408-B194-8DB9-3CC4-F2F9B9A976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241628-9D06-2818-3B69-E9DE7D32A1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1EDE89-84CF-0DEC-31D1-D96CD033FC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9FA111-6076-B6D8-2A30-E41FCC26A03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338D0C-0C2A-E103-0255-9E90232A2D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EC4F8B-43D5-40F7-64E3-26F204A5FD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3421D3-6FED-7A39-EB1E-EBCA13685B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559507-96DE-9934-EC47-3521A19219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E4114-ABC3-DAA3-A07F-82C14FCF81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00178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4189C-7655-58F7-7A43-8532FA354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22657D-C894-5D96-276C-46D2DDAA39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3 must be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A300DE-A892-F45F-0AD0-8C6A38929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BBE237-B7EA-3A2E-9FB7-2F080D606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332F65-C1F1-9F11-D6BB-5BE2E4C1C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CE4EA1-EE15-B31C-5CBD-7A285F89E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547E14-DB70-7F25-8388-B9ED2A5E996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FB03F-C680-694D-4730-E001D6C6772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95BC76-8347-2AC8-F987-6DB2E1F20A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476A5-5096-839E-FD3A-FD6BD3F220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BFFCC1-F411-258D-6765-8C544BF97A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76094-7ACB-87DC-E7D1-6D26372A0A8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F5B10-6E83-1346-7F11-5A74D409507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4343C3-6E82-CD57-3DA1-DD8782AACFC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1BD439-52F4-5D81-518C-631FFA461A9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C309B2-7891-43A9-CBE1-B3C05F03448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2F15BE-6F97-FCD0-D511-ED8323C41A5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1E8EBD-1A9F-9FE0-56D3-DE8B03F712B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2D725-CE83-13D5-3578-EBAADE9CE7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E674AC-BC52-C5B1-1641-BFBBE49190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8CC21C-9DB6-CC3A-C545-1A62A6A5CA8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036E68-6890-BBD5-BC87-9D06CB6AD01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8EEFC3-DBBC-9D56-0FC4-3E4CF2C5D82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F21D47-BDC7-2C54-2612-13D4B8E302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503B27-4EDF-A874-D493-CA8475D8FC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95891E-8E79-8AE6-5A88-D4657A61C8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665378-0CA3-84D1-EEC2-BECDEB1A36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937DD2-9CB3-B039-7E47-519EBB0DD0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75663C-3650-8EF5-E1CE-75C05DB5782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D6E8F7-416F-9287-F3DE-3610B220175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D9913F-2176-4F26-A066-EB4AD39604F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815C0C-48DC-AEA7-5BC5-056F73DFCF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A34FE1-E681-6F8B-A3E3-FB31380ABBD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EBA459-E58E-CE4C-B97D-54604EA8C34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FB7442-9467-23E8-3651-175A1ABB02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89FD11-6648-351B-BF80-464E37F3BC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A172A1-C26F-C61C-F9D8-0FBF3F952FF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225635-7E0F-D240-0DF9-5453F54B54A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F58ED2-4251-0638-23A6-40A3FA0ACCE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107AD4-2F62-C269-5F43-ECF85EE858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992B3C-F8A5-D2F5-5002-FA95B05F04D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CA4106-3014-44D3-1BAB-F77C6E9833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63185A3-BDFA-981E-A12C-E364E4634D0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000D55-61BE-63CF-1B1B-A062CC8BE45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857F88-94EE-8380-D428-B284164A43B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82733F-B778-2E0D-BCF2-D692D58C7A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28DB1-E8A0-2E4E-F405-9CEAAD27EE0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EDA687-5053-8646-ADD3-1F4A008E067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EF9522-7094-FF60-20F2-5EAADA50264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C0F327-FFC4-569B-BCB9-47E8E20867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44FEBD-6622-01DC-4BA5-50FAEE40D22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8D80E8-7ED5-B3E5-11C1-79E36C316C8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DEDE2B-5FE2-E2E2-17C8-DF494516926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8BBAD3-AEAD-FACF-B9BE-83460537D04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0A7723-5F91-9403-211D-C75B70DE50A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04190CD-6E59-0D4E-D4F7-88C9058E295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AB53C50-9DBF-1626-50C1-2600F5E6E8C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1F2F98-B508-FCC8-EF31-25E8ED11090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7CD1F4-7B51-F60C-31C2-07CF10CB480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3784B7-5703-DB5C-CB44-405059C3D92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86FCD0-F66C-6D75-8322-761559E167A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7035E33-96AF-D660-4D69-49C54323839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00D55B-F28B-8104-09FE-5C8FBFAAD68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921F6-BD7C-B596-7E24-B23DB40F8F5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291498-DFCE-FB9D-4BA1-4BB4A81887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964404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3A17B-1D4F-23A4-3D4B-A5F96621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AF8689-A638-B28C-D1A1-95D9AE9AF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there are two possible locations for 3. This cell can’t be 4 because it would kill them both.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3A1EA1-C369-156E-9DB7-E7ACD3AD7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15F5C2-393A-3CF5-6A21-02184F4E4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C4D480-D41F-4D76-B76B-501317076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2380F4-8E9E-00B0-938C-C37F45FFCE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74B2AA-58A1-D0EC-4174-FEA47D0022E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EC21B1-7836-88A2-C9C2-D4C5C984F73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C62EC3-5403-C953-108D-0908B9070A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1E88A8-2932-0177-D102-4BF7AA50DD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71419-D9D7-18DA-AAEC-A3760061F0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B66C9E-6A77-F23F-FEDE-C4898F7781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79FC1C-F1DE-AB33-3CA0-C28EF38498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3AE387-4467-CCA3-DCE1-056F8F0C1D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D9787-3553-A3F2-88D9-9E6A0FE8625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4D336A-01DE-656F-16EB-F6D45BD5BC3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189095-5E1D-60E9-9E2F-3738C8E8FE1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0B65F4-44E6-D8F3-1585-4974993C8C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C859-D3E6-3FA2-3B8D-6F0C5C5CFD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BFE3B-6EAE-AFC5-A652-0CF8564861F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BFE09C-F5E1-415F-CF21-7655CB5151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818114-0998-BEB0-05AD-5F3FDA9CE07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0C0CF0-B81C-2E1F-5304-7BE80D17776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03A32E-2F8D-A85E-DD3E-8C74F8B9DE1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093AC1-2EBB-80AC-2097-665CCF265E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797283-EBA0-AEE6-3008-E5CD9AE4E69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C30DD-9591-4F3F-AF34-0F06F52DAF9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95F1E-7CC0-A3E0-F199-BB5F180F7C5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64123-6311-FDB5-D1ED-A1AC181927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30694F-DF4A-5431-03D2-76E168427CC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72E8B3-935C-0642-3C8D-3D753B32441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C635C0-3F41-5A0B-541B-75AAB25AD15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DB8828-369D-338B-D714-DAF5E72E8C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658F74-A03B-25C5-8650-D45919AD62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FEDEBA-6072-CFD4-9FD1-8500D83928E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574D59-43CB-4F1B-8F7B-F1DD2AA2A6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5822F3-C7C1-BE0A-D08C-BF935559637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8828B2-F8F2-ADF2-271F-2F1E29474B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F78CC5-7056-48FD-4233-D4D5C04B64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6DC698-B296-2456-B619-0BD991F4AD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A965D-AABA-BEF1-9F02-B988CDC36B3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1BA65A-9F14-4676-C2C5-E29949BCEF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F3025F-698F-3941-043E-55F0FA97BC1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5FE2E0-96B2-446D-BB59-1248B5E7F2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7963DC-6ADC-84D3-17BC-66CFC878285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49AFBC-3FF7-1D69-3182-D32FACBECCC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E32B8-06BA-045F-1C1C-CB411EA2BF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ABCC32-C597-96A1-1DBB-A314B4D452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18890E-CD18-ACEE-040B-065B18D1AB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A01661-83C4-CEFA-D871-BCB3CFBD13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D65506-E2E5-1C54-8087-EA1575E80FD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B04F5-7869-4FCF-84FF-E7C084E011F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FFA492-BB78-4659-294F-097F655C01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06BD39-AE5E-A083-5920-9DD0809FA49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03BD13-6678-F5E2-6D4C-0FF6E338AA2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74ABCE-E15F-A58D-07CE-6C54A16364C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A85766-6472-CFC1-DD2C-0BD7FABB80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DE8FD6-8165-8338-25E1-AC1C2E08B2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C1201-7F81-7174-AC89-25EBFB1C525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84E4D2-55A3-A79F-3EAE-28D7659B723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8F088A-7989-01C2-55A9-19E1CA8BC2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0DC4B9-C73A-4FC6-81B6-59FD77F5E43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5A483D-5C1C-BE83-489F-22DB707DBC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114FE7-6802-2DA2-4C8E-E7F1873731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05E2D-F211-7E7F-BDC7-83E2673FD5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53367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DE83-60DC-AEDE-2881-70928325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678A1-0E8B-DFDF-9DD3-DA17F3C5B3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locations for 3 and 4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D33BA-8ED6-B95C-64B9-AC1D995CD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A2D6A7-C513-FB75-6172-246E541D1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FED618-C86F-F3E9-AFF3-FF5C419EC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70388A-8BB4-FD06-00B0-BEB9274928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EEF586-7CA7-095F-65C5-7D19D8A5B0B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929ED0-9B96-1CAB-3D05-8003EE252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048BC-5BDD-FE22-4043-876DEDD655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BA04C8-19C3-50DE-BD78-E97BEB3C05A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B890BE-1114-E620-F0F4-634811F786D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589A7-0BB6-CD1A-F8E6-9E39310399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48F1C4-29CD-96B8-609E-762A9AF4647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927EA8-476C-5DF2-4B01-0F9014FF10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CB5F08-1939-3C05-BDA8-7169A8A16C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4B54-746B-3E60-EDF2-1F858D87A9D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4B34A-E6BF-97A3-9F4F-D8B4447E96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607C8-96AF-0101-76C2-9DDBE1E761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61D7BF-0D5D-95EC-15F8-A8BA827BDE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542338-E0AF-2612-6BE0-8744208299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318CDF-97C2-00B6-5825-72754D82630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9C3E2C-CC2E-E7A4-66EE-B0A9900D6A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F5085C-1924-726F-9948-3EE4BD4101B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ADA4B1-8997-C68A-A52E-1EA5844D377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105BDC-1BD6-1DEA-8FF5-84471BF4D3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53C45-9A32-19A3-EB24-672AF3A99F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90166B-1A57-1C5A-0153-E3AB83B8938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F78B20-D6B9-1648-7AB8-FD8637C82F3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1C4D57-AECE-ED31-1782-427EF44F704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995BF7-9B2E-04EB-1606-420A6855BF2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8C81D0-EE80-E7BC-3A7C-883002A4F4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FC15D-E583-CBF7-E5EA-0120F14D592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7BDD30-3DC6-A97F-F546-15475EFFE46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EA3EE-CFBA-ECC6-6C22-FA94430CF5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16FC14-33B4-A5C2-9548-885066EC8B6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23B21-65D7-5FF7-82EA-4C7E148294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B8B025-3143-DA6C-ECCE-70D989689F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78E51-1844-9C5F-6E88-16C71B970A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929974-6CED-427D-8D1C-3D485427601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81E082-6066-63E5-F274-FF7653542B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874DB7-08C3-A09F-1E47-C7734D58C5F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4F86CF-2444-97F5-5A57-0B15B38EE2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7B1732-F245-E3FA-DCB5-802A6EB014A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53AB5-E537-FA34-EEEC-EECDAA97EF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98570D-2338-3A0D-D19B-BD0DDEA593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DD1272-4948-AA16-2F8A-C9655F1BE4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258B35-C20C-C712-9F24-2A9C6ACB979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EDEDB7-8773-E0B0-248D-391D63EF2B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83283-F6C1-CF12-C6AA-1D4B8BC85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1D9225-1D54-D3C1-B663-28BBF73E05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9C9578-59DE-FB8A-E683-7AC49D44A5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9D940B-A9BA-8375-48E2-8597E65C548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09B80F-C1C1-A9F2-1A78-638A8335A9F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4A7B97-283F-B02A-564B-8C23B10BE40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F69868-7CC5-81EE-C734-C8E6056B95D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0000ED-25D3-E8B0-9620-2E22063BC8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58D7F2-0AEA-24E0-141D-CF4FB6C09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73D663-97C1-2D68-10FD-4CDE0E053F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C414DC-6990-DA6C-58CC-4B84D9553C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523CC8-0E8E-7F5B-7301-1822373188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C0BD23-5226-A3F9-71C9-4E986601CF0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05F3E0-40AC-076C-6FD9-E397CF2183C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8C94CB-E306-FD57-00D0-CAC2B71F804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36FCF8-11E5-7D7F-C6A3-F5DDCF9F6F0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F7D8B-B92A-5F5C-169C-C0C26334A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0808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62F2-4978-3F71-802E-A0895C19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D39C4D-BEF0-BB5B-A578-1C58C6EAA3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last possible location for 6.</a:t>
            </a:r>
          </a:p>
          <a:p>
            <a:r>
              <a:rPr lang="en-US" dirty="0"/>
              <a:t>Then, last possible location for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719DC6-C0AC-EBA2-8406-F1C51435C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3492DD-F814-A138-8793-B3FF74D3A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6E7835-921F-1B5F-DD15-B98C0ED08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4B98E6-7308-358B-7002-3F9F5B9D5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5234EB-5BD8-F64E-B9F6-284C1EAA5E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1860B-8C1E-C1A7-BFE7-2388829F24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91AB8F-F3EC-C20B-E084-1E42B9A4FB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DA0DA6-1205-AA1F-FBB8-5075B6A831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917C1-587B-A339-D2AC-8E021FB4EE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4910F5-C615-D8CB-E419-AEB39F3F43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32A52-E9D4-A591-CA34-4B8FE3ECD2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9F4783-7965-2A9C-39FE-593FECA7C0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276C45-E766-DE75-B251-7C935B6DA0D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776D8-FF56-A965-D185-AF3FA53AFB7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A6DE54-5D0E-0887-D239-20650D37D7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67E35F-068B-B335-20D9-4DA20427132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9D8E7-2409-C10F-5137-BB719F26FE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6EC65-A040-831D-9339-2EF43D15C2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5C19F-E165-DB79-9914-AC753E39079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9EEA02-23EB-EC1B-D0E2-5CA15B4DA7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41553-3B11-4E98-1E07-40BDEF7940D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DCA191-9083-57BD-2B87-6F73F3D7070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A9375B-7356-046F-FB85-9B6DD326459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463B-FEFB-397C-65A0-16A9B8730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EFF3E9-376D-4BD2-453D-9A06E803D5A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58AAE5-170F-C028-8C97-111DC52BA58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0FB851-A705-A794-B8E1-E7AD6788948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3161CF-CC50-A18D-ABAF-CC1C0A04F35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23413A-EC60-F0D4-D926-51AA869C27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C4E0D-9ECC-3AD3-5E7A-33190CB5510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5FADC7-F722-FD92-45E5-5E874458F44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DE4517-6B66-B396-56D6-215BD7F05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BB789B1-4F09-EBDF-189C-16E6EC0B6C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87A724-BFBE-D2D6-F681-A60E82C82B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48E0A0-66E1-C69E-06CB-BD9E8001A5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9BAD74-1A85-A4DC-AA02-D151E1CAF32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A5869B-8AC2-314F-FEE1-16A3F23794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9FC03A-9F33-D329-E649-1288716E81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DDACEA-24D6-4A1F-77D5-3E745EAE48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8C5DBC-F0CC-2EBB-C6D4-1033746196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D66EBE-7864-C294-3E25-4A296019410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650CCA-24BB-BC23-6FEF-88F1D3E3DA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6AA6EC-FE22-28B5-7CBB-8E017EA6A2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887D58-7C29-0E51-5ED4-061A35222A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C28672-C4D2-5C13-C16E-06F0383AC6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C5AABD-A9B6-399F-CA01-1A8934C501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31964C-8397-D688-2050-7AFE7947398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BA3F4-C3FA-D316-D2D8-8CB295ACA8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59FE02-7F3B-1A2E-AE3C-8D98B81FF7C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52B80-9AFA-E47F-2FCE-34D0BB8BBEA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6029C03-4B95-5897-77D3-72D75824714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55F087-9303-1E7B-0B59-667D7902704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240A74-F7A0-B992-4B2A-222EC97BA8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A03FD6-933A-8779-9B20-B73F48B32DA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D42D67-737E-97E6-BC87-8014BD48C9F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8431B-7E52-4BC0-936A-C52030527C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3B8F36E-910F-3A65-B108-B6294ED409D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1F457F-1632-DA1C-66F7-326CA205BA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2F7144-CB74-C40C-11D4-A6130F6384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D7E55-A141-954F-75AB-1016F68993F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6ED095-718C-3A77-227C-5974DD41BE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5887AE-468B-61F2-34F0-002BCB53696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9D62CA-4028-65C2-9E4B-2244FF288C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64262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924F-62E5-5E94-A0B0-26FC6890C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5171DD-DA0D-3F31-9580-9E8401D5F5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2E51F9-18C5-11EB-AD21-9D101CE5B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078CB4-3AC5-C6BA-2F56-7A012FD9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48448D-A480-35DB-BDE7-0DDB4A5CA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04FC96-4103-D46D-51D9-E45E76EC8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D3324-0E54-314E-0BFC-840C18B245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20D6D-1DDE-90CE-CEBF-B775EB4B27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6051FC-A249-F28A-4355-5655DC20B1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05160-51D6-DE64-CC97-20BCCFE014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07EA96-793B-27CA-3B1D-3E89C0F0676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8D20BA-0ACC-BAFE-8CAF-36F28735D3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7B0AF-4643-13EC-6B30-3DE1181059A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06EDD7-7F6A-B686-A6E6-BEB18895A1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1D8202-EB66-51E9-CC6F-3759D82560E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63D109-1217-3D59-3764-B5B72B926E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FA9466-57DF-8AC2-5705-F7B7B12D97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DD351-FEC2-DA76-5C58-FB1DE3794C0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61E9DB-F9C5-E4CA-7F13-AF9771E20B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F8E47-703E-A9B8-E677-9378779621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6AC8EE-FFCF-7434-D409-7FC8A948777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57A333-DB58-4ABE-5439-2F88A3CDB9B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0769F-BCD5-2E7A-F3F3-0D9D271F59CA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F66D7-B154-8063-7DE2-587E5B69137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6BCC9F-A8E8-FEBF-4949-9A027230F2B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0A1C24-87AC-B817-4B40-A7F5982131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8632D-785F-BD6C-ADBC-37BD570BD81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4DAA3F-182C-EF04-EAD2-C291D402F24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680DC0-F8AE-91F2-B02C-352A2A9272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B6BA1A-D481-2B1B-949B-7901871033F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74EB00-0A7F-1527-4502-389DE204BD3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CB41FA-990C-3D10-F99D-2DF32A0FD8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A6455-5DA5-422F-E40F-06A2A7B3AC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FE4C97-00CF-5C2C-7B92-0010DA834A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CCF0D1-883D-D8E1-E565-216713D994F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8C29D-7AD0-9B78-2477-75EEA79547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982FCE-896D-3D30-68F4-FC16CC72A4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77D1B5-1818-2741-AD26-92E61A2C6A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C1DF34-F468-0CF4-9BAF-3A0FF5E6CF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2CFE36-0B1B-506C-2090-A33AD0024C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BDB440-B158-1828-154C-64679BA85A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824D53-310F-DB0A-607D-F4081A627DE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0ED713-965C-B01E-45BD-FB3223FB7E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BFE81F-CFBE-E333-C6E1-3D3B130189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D6C19D-8D50-0DE1-5DDF-774F9922AD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B5448-B625-808A-0022-1D9C5ACDA0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C68C09-F4E6-78DD-27E7-4A284B6536D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07B6DE-0DFC-FCCA-ABAA-C50389636E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8F3A5C-DC35-D567-CA3E-134DCF3811C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A036FB-A936-1D4F-CB85-99FCD622B9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E0D4A3-7194-D073-5E1A-21853B24DD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D8F97-14D3-3708-767D-12D1980F3D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9BB19C-58D3-6310-7AAD-AE000D6326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321E06-BBDA-381D-F9C9-393166BBF2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875270-3235-748C-8A27-F7D2E0E1EF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E41E6D-938E-0875-F4EC-83265F34D9A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2C1D7F-91CC-DA19-67B3-FD464BA24B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018C8A-613E-6D0C-47ED-96AF864C2E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1783C76-7A6D-58CE-E7DA-EA431A163BF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949B26-2D8F-54B6-941A-887BF2A652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356C81-4784-91DF-9EE7-C8DA503DE37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92A4B-92F3-BCF3-6803-2F002320D3B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E5B113-CED2-9FCC-639D-CA817EFB74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EFC6C8-5EC8-4FB2-5736-B9F191E2AF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E236B9-2A51-EFAC-566E-F53FB505A1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47353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41BD-6B72-D652-ACF7-2ED0059C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6D9D10-89C1-6E09-59CB-9BDB6DF453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 for 4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B2F595-51E0-5BE1-070E-24E633BBA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91B11F-9464-922C-B00D-A4D790D7F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ABB370-0304-9529-BDA0-45EC2B628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0C2121-F1B3-34BC-D625-D6969DEBA3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A2BA97-EA20-74AE-DA33-721B5B2AAF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CDEDD-E272-2C57-7F45-76EFE14797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523BEE-B202-48CA-8E50-A5844775DB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432EF1-768B-357F-2E62-B8043AA397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2B7DF-E3E3-D566-BB68-919F31F247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F9D4D-D5CD-3EA7-912B-0FEB32BF79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84C3D-20B6-95B3-513A-83D550A744E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8DEBE0-8DC4-0ED5-D009-07E3A6927D3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FEC520-563B-144E-BFD7-BB03F43F072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CD0BE-016B-EF63-7AF5-4F8D2F06E11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F7726-6F06-F60B-63F6-D181EC2967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2F8EC-4F1E-9588-54D1-43E211B588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30BE43-D0BD-4E30-8623-419F9C9AF84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48B8C2-2939-5438-CFE0-BF28146730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9F61C3-6881-631B-D5B5-1F185B64B8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A75A07-9A84-7783-F681-CC08D8AF3C9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D7B3F2-7780-7BF9-EFC5-89B32F3E95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B9593A-B72D-3F55-01CA-DE2494A9F4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DEAE90-3993-32F9-A438-FD9C3F38A81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CEF5E0-7543-8FC8-0206-5DF84014BE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1781E-B38B-C979-C720-123341C277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FA2DE3-F8D5-B768-ED26-357C3F7BF0F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0D87EC-1242-A63F-38F9-04557E5B3BC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A6FE2C-7DD6-CE12-DB2B-19CEB949A1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922166-78A3-73F2-8168-C2CC932FD9C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AAEDCF-9FDD-FA7A-535C-164B231E1A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E4ACF0-EE40-B4E4-6F1C-40FE0264FE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CCB75F-7DDE-5538-F74C-9953913F22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62ED30-9A88-FFDE-44E5-A801459115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111C0-D084-B32E-34B1-8FDC431129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FEF532-F9D2-2076-A851-EEB02CAA88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B9F50E-2179-73DD-DA6E-0E58DDE768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8EDB9C-1D50-CDC5-D931-0B414774DC0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11927F-D162-80FE-91FD-13D52531547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E9D28D-7B16-53F6-8D37-8A5DAF76CA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5846D2-FCB6-1C0E-0009-A9408EED4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490EDC-D13D-5A16-5642-8B0CA9EBF6B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F93904-B94C-01AD-FD69-F06D7544AF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994364-B0E1-DE13-8E72-922FDD1863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C65833-9B54-45A1-FA31-D69F6D6F55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9F690E-5F6F-61F7-D970-FCDBC1D28E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842BCA-FED8-5349-252C-239323490D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18177D-EA50-892D-B608-0772587CE8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42E3EE-B347-DB4B-C42B-FA50BB4913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1F2C37-EEAF-002D-815C-4B49A87D4A2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2F00BD-6931-303C-5433-BACB01F898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B9AF0C-0CAF-E0BF-10F9-CF3AC3E0142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E05E1C-09C3-0C78-59F9-6528A0FDF5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3050E6-6E13-BA10-3F4E-D4BF769D28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98F86-92E7-CD66-C4D8-DBE62CDC66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3F780E-6B4A-9796-25BA-AE1EDE05B91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A187FF-D323-CB29-F5FC-7EE53CA9748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B6A437-D68C-B171-1C35-8E1282B33A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599BC4-5196-668F-BD97-1098FED203E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7A076-9DF0-0F50-1E02-D6F494D571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65F29-5D90-8070-183E-C3296BF1B06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FB33A1-2FBC-6DB0-8298-5B3480E2C15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41DBBE-4736-F439-5D67-B07F68BF189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9E6C57-A71C-F27B-2DFA-0F9C2C06C1A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172651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7416E-EC5F-DE2E-B808-16353F48C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06AD38-C16A-8F17-B0E5-5F34206279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25CCD5-C91F-EF8D-60F3-6998224C3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AD53C2-8527-9185-0E2F-A63414759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095C5E-A04D-C4DF-0CD9-BEBDDA95F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6AE30-F6A5-B1E3-1CC2-6784EFA3F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44022C-DEE1-11CE-D892-0EF4708F34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8F4EF-1415-6FDA-D9CB-29702EBB5E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EBBBC-F1AB-1A5D-2706-4CFF1B9D75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BAA512-96F2-AB54-8CF3-3D010CDC2B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47C2A-0306-140E-8CB8-3AF96C9F19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3652DF-DF9A-8151-5C5E-80CF21D6D0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82141-45F6-B2A0-F3BE-0AB19EE87FD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D1ED55-1D9C-03AB-2EA3-61EF4F4783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ABDB8A-C813-9BE9-8B65-23BE8043A6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93AD5F-0AD9-BCCD-479F-D33F2689604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0FD3CF-E1B6-E7D7-25A3-B598107BCE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83BFB8-AEB5-4482-4069-BF22C68522E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3E1266-A00D-8526-FB6B-A511FA1FEBB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A4D14B-30B8-6B1F-61D8-DC1DF6AFF9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833B34-F4D8-02D3-CA10-71327E95490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1B3E5B-B013-048E-FAF4-ABBD3DBB214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8DE27-10BA-2505-C73D-184EF9EF2A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239475-9224-16D1-6002-ED893B0833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AC9227-084D-D2C7-424C-BE51871BC3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C11A4E-99D4-FA70-A4D6-527761C6E8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266335-DD69-F3F7-9D69-C26F3805DDC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46A1B0-9D74-95A4-E2AD-7C4938470B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B070D7-3F6C-DF4D-33C2-252D8469F22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553C51-FDEF-DDF7-276F-774D3B699B8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4C6D53-ECD2-5C56-1D2A-F6B6106897C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E83848-6565-69B4-96DA-7ED34A415FC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02804-8047-2A01-7D8E-9C1D8F7E767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646860-276F-25FD-51C6-F191AB3216B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4D65A3-0016-1793-694D-A4C65695E37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022F9F-2387-DD4B-4FFC-3EE094B8DB4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EC5926-8426-3F6B-3050-670A469091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CF1288-E1C3-BD6E-C0DB-AD5F626525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122C7F-6914-0F6B-D056-49D5D007BC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15FE8-E68D-D7F5-E069-E8FD4F36649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9F6D90-DD71-4305-7C17-E6D7C9106A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35103A-AAC1-4B44-AF8B-E2E95C3B6B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5C5A6C-EA45-6ECE-F878-A3C0859B13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A55775-9C5B-5B71-4606-B95CE20961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99CD0E-01AD-8E3B-0F46-C80A556802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5A951E-A518-F29E-4246-09977D8409C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C7DCA34-ADE9-3A5D-F278-A5BF65CCB9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644AA3-B77D-C45A-733F-FCEDCDCC552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C50032-37C4-0412-60C7-500F840864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335F9D-7771-FAB3-0A7F-E5AF73BD0EC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A3B555-6623-C70E-E776-252591139E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5D716D-BAB0-2270-A066-2F45745B1A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4E6847-79B7-D54A-38E6-7F687493EFA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89DCCC-1C53-15DA-7179-A26A54C7D1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1FACB7-00F3-E520-618E-F27623697A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F9D9F-99C9-058C-0DBB-31812A1DBF6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71FB94-C611-B703-88FD-143AA0A4FA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A54A11-D707-B388-A883-BF52F714DEE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7D7DC8-1A92-588F-DE8D-2CF4A85F8E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299A13-0321-40B3-5927-981FA6C7AC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7A304-180B-6AB6-9469-FB0E2BB86EB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F98A6-69FE-AD43-6F92-DF731172349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A30921-8BAF-D476-279F-48A95772614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8B2D0D-DDF8-0F60-73C0-A7A7BAB050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6AADCD-A48B-AC8D-46EC-7191E51AE0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010339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32DE5-BE56-C12D-45B9-5884D103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5BC10F-928E-14F5-F4E9-FA8104933C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 for 3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E7FD2E-36EB-C0BB-A8CF-1880E60B8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B97A73-774C-6301-8602-7219CFB7E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DE087E-BCC8-5552-19B6-22D972C7DA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4A454D-3D6E-4295-B524-F12203DED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353D70-5662-194F-9C81-96C873219E4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AE0819-79DC-24AB-E2D2-142BA09C3D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1E47E2-1D67-19F9-C162-C50305A96BE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F37D85-B352-5296-152B-86B65BBA99B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948784-4349-907B-FDBA-335F9A5E1B3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D4CCEC-B630-BDC7-924C-E09910FC27A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68235-3E94-0819-7CA8-CAD62302AEA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A09C5-1CA1-7535-36DF-C472783A68C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6446E6-A671-9EC7-49EB-C524C9E538F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3945E8-17DB-81A5-3521-622FD505EB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D7BBD8-98BF-4698-8043-359305C516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714F53-786F-E2E2-9503-AF6A5D8E91E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3CBC09-3D97-E87F-AFF1-37111D627DD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4D3DE3-75EA-C8C9-6FC8-C40FC79FB43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D13663-B4CB-A1DA-D0EB-6FAF1EC21B8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1E7CEB-5914-5BFC-D7BB-2BDABD9A64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5EC341-0A4E-1C2A-75B5-62964039A24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2BC3DB-8DA9-B920-1D09-CBFB718787E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03EC38-738D-B30C-31C3-745C1C3F61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AE5C11-249F-6579-E3CD-87E8413B85B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A0EE2B-F33E-EBA1-FA01-2A8D894A801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DA1A25-B999-CA7E-17CC-2373A323319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98DADE-7A7F-242D-193E-CC7A4030CA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BE98BF-2A87-7C2B-0EAD-8DA47CB37C7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68846C-6CC7-4EAD-8864-DF0DF563A66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1B80E7-A6D3-F36B-A9A6-9A7EA154945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9065D4-31C0-CC45-8332-202F54A7822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C13487-7F63-2B97-E486-63F5DEDE105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20C753-A763-DAF1-2CAB-6DDC0E76658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321C0A-BCB6-63FE-F039-F583BC47F84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DCE488-E586-66F0-A284-8F3C0928234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7EA5ED-00E6-2A01-2013-D2EA019A3A4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7B3838-06D9-DD47-B1C3-C020288567B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4C0041-01E9-464C-0A27-D7F3DA1C03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BE142B-C833-8A1D-026F-E2440D2AE84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423992-37CF-93C7-C11A-D1CE8A7A786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63C9AF-E500-0D70-2935-EA920E34546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E3C4D8A-BB14-B1A7-C9BA-307DAB7586D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FE9844-6609-4291-2550-EF7EF4C8F2A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53DE1CD-0A70-F8F5-EB35-8F92A45C7F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20B887-E7AA-3696-23C7-62154511520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6F3115-D010-0958-7A52-D6B59A9FDF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38C61F-A62F-7C01-A560-9689B05D42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75C890-2DD7-C172-0342-35EDCB9E142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F4A011-1FBE-151E-7B02-3E5E8C7DB47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A2BA690-99D0-F123-6176-B93F965C25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296FBF-5127-94A3-A933-33E48222C64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BAB8A3-602C-F731-30FF-00BB898F5B2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3D34EC-1645-10CC-F859-157D7A38F98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79A309-B97B-A219-EC01-A26E7EFC9A5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248609-10CE-E4A0-1C44-0561945B1F4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8EB31A3-AE3D-F6AE-A512-09236441D2B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9AFE6C5-DBF6-8342-514E-4E2BBCB27E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1AA3B4-B361-5035-DC85-FC8DACFD85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66D947-8B3D-7809-46D1-B4F452028E0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BC211D-03CF-E7A4-1A64-A935B15FC92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659936-EFF6-0867-B847-3524C744B08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DC7B94-CB1A-A55A-DC0F-6B702EFC5E5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CF695F-7721-081D-714A-CB062BB9209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5228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582E7-17AB-9591-EC2C-E72A97862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84F012-707D-AAF8-579C-363D16199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324DC7-B28F-2F1B-8CB5-C56A8C039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6351F2-01A9-D523-1D9D-80EE7B154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A6888F6-9B33-A5EF-7B79-BC22064D9A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BF18D0-AF64-4EEA-F8E5-E43BA4A48A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BD8789-5D10-2E73-2F48-10AFB6B3FE7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FE2FB-A115-F7D9-235A-B4C9DBA6B6E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0D02A-8CFB-2EA9-E7B1-AE898157F1C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48D05-B8A7-D385-8BC0-1BB05BC839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A4DE7F-48CD-82F7-8088-32ED07D4CBF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99869-6938-6D33-E8E0-94DC1907C7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6A938-68DD-79EF-EFB6-03E62204A7B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10D6E-8FF7-D63E-4FB5-9375230106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82A8EE-BEEC-8AAD-E673-3C4E3A78A69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25B04B-C640-26AC-3B06-8B9C94BDA4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7452F-7D9D-5EFC-644A-A0E2D1E3F1F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79CD1D-01D7-93E8-980C-C91D68C4A83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DC2B92-7685-CBFD-CC61-4701E230F3D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DE5F4A-2E72-149B-8393-2CFB515F861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7850A7-06D3-FDD2-0F63-D7CDC210987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11669B-EBA7-C2B7-7A08-C429399DB1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BDC806-9293-1932-2E52-A59BE992CB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7B27B1-EAD5-4D76-E34D-52A0D21F87E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BBB282-5088-BCF0-52EC-468F543A1FE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7DF427-D014-3BD2-C63F-C2F35782FD6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AF44BD-5BE6-D432-9761-9FF53D52BF3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D8CF71-8EF8-379F-902C-0DB092878F3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62C2FE-BD45-0358-666B-DD0418576ED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336021-5D59-6C95-6B21-8440D828573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C701F1-F48B-0A51-6EAF-76F720D6766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99C45D-6E45-04A4-BE32-C268D662ECF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82E536-4A48-3B2F-3430-794F90A0DEF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822D34-228B-6FE5-9E0E-538438884AA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929709-C61F-4544-EBAC-A356C49C48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A98F97-F56B-063A-59BE-8B9FA08D9D4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D02A4-C7A5-429D-4CCE-1BA20E4CCEB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6F1675-C663-2D74-6D20-E64EDF1E963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F2D815-1654-A34B-1C76-C93A415FA9C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BB19E8-74CE-908C-AFB5-93C13CF70A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C6A5E12-25C7-1C05-AC24-DBE7215F76B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1D524F6-FFD2-E427-D40B-C918BEDEAB9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0E42FB-2C41-41C2-B58A-B8F219DC81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80F291-1693-C865-AAA9-C1A2B008EC2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92D613-48A3-B208-37CB-C7968AA777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2DFAD5-7665-15AE-789A-C48D6AE48CE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FA9623-DC5E-D5D2-FE8E-00FBC89C80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DC190C-D653-5516-00BD-49632BCD3C4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0FCD0A-01A9-3950-2742-2488240A57C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1AB69A-C2EF-8C31-B4E5-72FC295947E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19A05F-0E32-54A2-1AD2-E9AF6A4F6D0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E91221-0ADF-4700-6817-85F7AD6C4A9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41D038-0AF0-67EE-4ABA-576059E5004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1284E6-2CE9-C01C-5BF5-7214B32D98C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68891A-9387-A587-AC97-D96A5F1725D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BE0643-D839-2111-9EF6-5E09BCBBDD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2D086CA-6FB0-FAFD-24F6-9CBD96A24F2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9B657D-5D35-1138-0EC6-AA178C4C11E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13A4CE-68B3-B212-BC2A-68FBC2E34D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586E17-B826-5567-6349-8015B85E827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379079-6A48-C4D0-48BD-3B24CDCAE13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3E6E4C-E5C9-8C99-B878-AA81E71B095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DD30AE-48EF-ABE0-CB9F-56198CDBF36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E515CB-46C5-ADC1-608B-24B8D1DF92B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631444-1EEB-E464-3DA2-85567A56371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362976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C80E-CEE4-A9F1-F08D-4A7F0FEF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F69E5-51F3-65B7-8D53-176E663171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8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D4ED32-87C3-438E-66E2-578646488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4B4CEA-C8FC-67C9-FD69-6CFF37691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A9721D-12D4-B6EC-6BD9-2C049D271E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CE0DBF-222B-CBF2-347A-4719294BF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12507-AA38-70FF-C81F-88BC2E992EB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9C769E-014C-E9FF-799A-A59700B81F1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2B39B-21A4-A5F0-424A-239D582D13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3FE0F8-9B91-79C0-74A2-AC391DD706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647BC8-1F92-65C5-D087-8814852AD8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82158-E254-AB30-EDA0-46C81921B7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DAF0DB-FB3E-836F-CDB5-11E0E98305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359799-2F62-DCE9-E0CA-3B091AAA00F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4DD9F-9790-057D-271C-BFBB4DAC3D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C6A50A-67AA-4697-05C4-502EFF30ED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4AF945-D71C-6269-EF92-45D824CC19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19F390-B886-29B3-79BE-25325DCF79A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7D478-0685-4A96-4A0D-9D850E3146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78F233-FF89-3B9D-68DD-0F75E53A74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0D3208-177A-24B9-67A5-20C784261DE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054BB-BC36-A1EC-E64F-46D788DE26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BB3FB0-FE23-6716-4AF2-539F15BB1F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6F9E37-490A-7A72-2599-82FFCC9F88F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94CC50-4B67-94B3-56E8-596BE6AC823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2438FB-A720-08FF-8127-39A5D9E11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A9B953-BEA8-DFAE-FF51-40F53FAE1B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ED0222-D658-1F52-AE19-357219F0B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6F4AFA-CF35-F525-2AAD-BDF95968EE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003C21-0CF0-C439-64C6-2E728C1AE8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EDB8E0-87E4-6FC5-E7FB-A3C7670249B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70B491-9A2A-2832-C6BA-BAA00CE656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983F7-EEC5-8AE0-0DFE-BDAECF3DCE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9451AC-D18E-2499-2772-7B9C971FE6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77CB9-CB86-4FBB-D561-A796EA8197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4EB93E-7A27-64BB-1F13-8B08D787F8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332526-6D37-8234-E4B2-8DBFFB80ED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314B2-1B5C-2FAF-2892-043D6D53AB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52B8B9-FF2C-71C1-BB85-32C51ED63E7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B6947A-47D0-1F5C-7C85-72FBAF00B4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904641-E2CE-C928-D901-47451552F2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46F51E-17C5-7BCC-DD90-5248FAD7FB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9A2832-25DB-B25C-6BE6-4B6D679D495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C0B4DC-A3A5-6C83-D1E4-350B103E339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666C58-2714-6AD8-7D67-CAA38DB16B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94A2B84-AB57-2D52-C89F-9CFF0E70B68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72D33-6581-5365-2608-B40D56656F1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BB540-E4D1-C550-361A-5A7DC82CD0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C6CC54-A923-09C2-9283-55421F826F9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A212E3-04FB-60BB-D56F-DC207D9CEC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FBBDF3-340F-599B-92E3-122A7E04CB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D5D9CB-D558-792F-DE86-B647AF1A918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8AB929-FC3E-2F3E-87A5-13D54CC258A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A857D6-740C-B923-DD37-AE671BD0414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A62F88-1D18-D572-C395-95A9E9102B0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E9F156-F722-FCE5-2089-CB1E44CB39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B8B654-784E-0A7C-6DBA-8C1B49D6A6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E8123-D965-1EC2-D011-E54EEC042D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FFA0A6-8F6B-8063-3594-C08D39BB530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46F1F7-E453-2530-EFA8-40DE2C66D2C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6A8856-4D6C-D53F-B22C-53F9EC03218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B7D6E8-0B87-CCC0-3030-61779F40017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8620B7-A0B9-4676-85A5-88E7ED44F2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5FC30F-8B88-8782-6557-3117D0123F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A97A79-1FE7-1C09-5790-CF617FCF1DC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131176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00822-21AF-1A34-4DB5-E3BB4401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B9F93-4EDE-7917-7D40-1CAF46515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this cell can’t be 2, because it would force adjacency between 8 and 9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30776D1-36B6-2F0E-4CC2-2EEE6A70B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B30D4E-0EF4-0788-BAC2-A9149686C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B9D6C6-0079-064C-C8E8-E24699DD04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83529-1CA4-3991-216D-E0DFEF741D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AAB40C-2140-ACD6-F718-3311481F5F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188DF-019B-17F0-E289-BDA83CE628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B4CD17-76B2-9193-9147-5F1BFE588E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BC1752-CC3A-0BC7-7CB4-256B7D7378C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6D2A4-D9B3-8181-72A8-16EAC2B557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F4C8B9-259D-A17B-E606-835073880DD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8E02E-C0F4-2205-F248-445CF1CB79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1FA3C4-ED03-D871-48FE-DF4FF949A38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933A0B-923A-A79B-C882-A6953580EA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9F2FE-7E72-DC7E-23FF-C454C25DA55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01CA1C-9E6F-4CC2-4365-E5CB0FC546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7A7438-F620-BB9F-49D8-4CE79117E9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A37942-D71E-D4D7-DB09-19D07FC8738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C137E8-2784-CE31-FFA7-458BD116AE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B52E38-5765-55A7-D0A3-F3A382660A4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B5D36E-54CC-3CDD-E3B1-268045F4A4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4845C-7999-09CD-2A93-C63C7E6D62F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256C7C-A3C0-3EE7-9BCE-7176751737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15062C-27FD-DAA1-14BA-FEC62F3043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2C5CE9-8E54-B130-A0C1-B9D4A08142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DC22B6-00BD-B3BE-4B1E-3A2A482DEB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71D9D-E3CB-FB56-A449-A3B212FFE2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1C961C-9460-910D-4AE1-79A55F6994B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3CE288-5911-4173-C0D5-98C047A5D8F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82055E-00AE-6BB0-D408-8401950CC21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FEFCF-CFD9-A7A5-48ED-7AECB41E05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1D663D-4002-EAAB-F89C-1C948F8F8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E6A438-689D-F62D-691F-57798CB6DE9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C1574B-52BA-C697-58AF-E51160295E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A81385-04D3-89C4-521E-FFE18FDDBBE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2237B8-3930-F90D-7214-16540B4C9E3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4C1DC2-CA34-1B3D-6D8C-8FF268E358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A07223-983A-D397-8DC4-42AB76B14E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5F070B-F9DD-4869-75DD-7C7B4C5FA1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96B5FE-3CCD-A7DF-189A-E98B00EB100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2C582A-0F51-34DF-3197-62A557B50F0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B48D3-D546-2FB0-5311-8F9A62949F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31C4696-5995-378A-460F-4A84FAF50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958BF-17F0-A90D-2D50-882764DC11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40C935-E57A-C6B3-53E1-26F9C2A7C6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F0330F-9565-D61E-90CC-ED72408167A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BE509F-A79C-C2B3-16BF-136B3D850D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880F19-D98F-D002-9279-D154A9F657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F62F7F-33B8-67B7-2DA9-69667F118F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397DA0-50C6-E5FC-DDC2-C1B680D36A9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A6016D-1F02-3E65-0861-F294BCC766D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5BC00A-BB15-2D88-F61F-7113C000976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C0FC48-9E95-C47C-F71F-66844E2032C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442201-8476-E6A1-3BB5-7944F7A53A6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336AFB-DDAB-BD93-5555-C7D426E680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2BF24A-7CFD-65A1-6574-C1CA54A3102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2F7127-1EFA-8DF5-9014-62163DF03AA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65B191-455C-CDEB-FCD0-BBCF08B6E7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46E3B-C230-16BB-1F43-993ADDD3183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2312EB-4903-7419-9286-31BA4EB974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F5F911-8FE3-5F22-9EB2-54F01FE063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278776-775B-10FC-32D0-F6410530F4D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33C5D9-A65E-1721-7D01-121B97D76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6337E8-1893-9B3C-6EA9-B4CDFD6DCD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781208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016F3-CB25-B4FF-DC4B-F337FDA7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802E34-D788-5E1C-A229-19D2CF56AC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22FBF0-8F4C-42FA-ACC6-A2D9C2346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2C6F4F-E812-2079-CA71-8CA118AF6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FC1CD1-9E34-D690-C152-D386587B7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1836A5-5C5D-8C0D-0AD7-5C9AB4789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3EED66-0A18-7FDE-7419-D8861BF438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2582FC-CB04-74B9-A067-B7509EDA5F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E305C3-6887-A7F7-1935-7AC701AE390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AE868-B62E-1E07-56D8-6EEA594347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2A9EB-EFF0-FFFD-7D94-F47CE07D0B0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33FDD9-ACEA-7808-4C40-0A76B770372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5C317-D4BD-AA5C-92C4-F11B42B7611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5BF2B-FCE6-B1A9-FA35-89BF1A1354B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BE57DC-5629-D896-F9EC-AFD75B4CAE5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1D70-94FA-064E-3B2B-A9FC4ECDB3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C36B20-CF31-23F8-7312-B807D2DD01B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08E550-17FD-FF05-DD26-28DCD0E81C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AF43BB-A78B-98F6-2F2E-68350314BC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1769C2-8B13-D6FB-7EBD-0C9795CA2E4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70CC4-02C4-FABE-DE77-9D2EC6D0952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50468E-4AA4-3291-E694-B0C2EFE95B1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FFC5C0-7801-69AD-6632-9C2BE2E6331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983FC-E376-CE31-CC2E-632760EEE8F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4A66E2-AB92-61AE-4289-E6F830E1219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DEF671-AD10-75B9-5A9B-66B14D6A916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43DCD2-53C5-D379-0C4C-C76F2D95A0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A6EFE0-A564-F135-F542-0D5F8637977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1EB5D6-0A35-2613-EA3D-37E70C5EE7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8A4F41-EA3D-EB98-536A-607D78E602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76580-2133-D248-6634-46702497683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52071-2DB5-99B7-A38B-189D5A2B33D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7C838E-A904-2CB8-77EF-7E24D026117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8488EF-3C9D-A211-6E73-CB920A0C97D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D9E21F-0714-6C7B-9DC8-6666AC9942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20C96-2D38-2C8E-08C5-B0F2603FD0C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3F49B7-7F0A-1890-C080-257357CC94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0828D8-5E82-BD49-C0AB-094695094AF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5370D3-B45E-E85F-F405-EC9FB3D62C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BA06D-1BBA-94C6-10F2-6863D50A37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87C77-4899-0C79-4E3F-B4FD7372702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B4BE78-20BA-B07C-50D6-5A3943E884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A0FE13-B3D9-1FEF-96BD-27B4A5DC03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4BEF18-1742-DA45-4C9A-A42B2BEACD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D159F-8507-8346-CF5A-9C7719A3A04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F6CFAA-0824-1A92-4994-1316682315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D1AF9-EA2D-99EA-DDAE-F00ACB0A08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C69422-DC3B-14D8-89D4-E41D61204E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06357-A932-0D73-A3FC-231F134BAF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E60DE2-960E-9A3F-BBBF-5AA538D941B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C77BC-EAB7-9374-B31E-686D940C981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C5D96-03A3-E0BA-943D-ACE29CC9539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9DB782-8C8F-917E-8583-3AC40C81CE8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7EE6FA-4ACF-07F3-A8E9-19CB6B8774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A3F982-7BBB-B175-8924-D6ACB0F653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1C2EC-BD18-4A92-F8B3-9288E6BCD23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728F27A-B980-DCF1-D001-52ED48FB5C7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D91B35-74FB-305B-4CE5-FE9665D940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42F2D3-F532-A5C2-593D-FB4E42B7429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E4EF4-3D57-2DF9-7D25-67BA8C1A16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9AF808-FCE3-FFBD-9C89-A161E51E8BD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AB970F-3564-A064-41EB-B111B02C4A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216E1A-A5EE-93E1-89FE-25FEA21886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0DEFAA-FC9B-1ECB-8319-2506164D3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F3D2FA-77DC-FD91-4575-DCE8814912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023924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4784-A39D-E379-A424-8DE6D3A04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F35E80-A271-06B4-0368-E84CDEB01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0A9E6-98B8-37C7-82E9-60D2D8E61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6E52ED-5509-59DA-0C39-4F66205BC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3C2B2E-8F78-1A88-BC04-8161DC410F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EF962-C39C-9756-B915-CA89B400B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CE77BE-FDCD-7F2E-6DD1-47F7E745A8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FFF4C-A7A4-911D-E50A-F3E17B85AD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B8C90-64B9-EF79-5B3D-9FCB545B4AD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C4025-45BA-8A3F-1EEA-2B02E39DC8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274B0-1792-D080-FF90-EB768394D04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49D55-F318-B62B-455C-892988980B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C297CA-44F7-99D0-E3EE-13C0B913D8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58D48F-C204-77E8-8047-E90F775D04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518AB5-BBB1-F7EC-38B6-53323D514AD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2120A2-C98B-AE2D-0D69-8D64CCEBCD4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CE0E22-9331-95F4-CCC8-D82F728C5A8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0D9C0-F985-B390-0628-AD25044419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6C984F-A430-498B-1BAE-1666D70285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0AD17-7E12-9A72-2981-A581421870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2BF212-64D8-CCFD-E60B-6BF1B4F4D8F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3F80AA-2DA6-1601-2469-9BE2F42E39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9C2425-6D47-A618-EB58-D74E3E4C3FC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1B7A77-B030-8294-6C22-91D480F0094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672BC1-DBB8-9360-7173-2397F52EE1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33C51D-4B8B-987D-5490-1D47C047E92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450CA-395C-0F40-EF0A-E138045B99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08FE75-4F3E-8CC1-EDBD-C6EA4AE1C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CA61D5-0C6F-536C-04A9-7F57D3902C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584ABF-B56B-45FD-181E-FDA09CEC4D2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377986-443E-A65D-7531-0BF77BA4ED5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79AF2E-E043-675B-7B86-17D5C22929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26F04-0E28-6A7A-145B-D8C4C88DBF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504C2C-CAAB-2014-2FBE-D62651CD478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E9D812-6AAE-2043-CD66-77756DB7DD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33A4C4-9428-3640-C4E8-48BD1D3443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D62712-BBF9-C36E-7B40-264110AA94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749908-3F17-1832-C239-853047C10AC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A0A30E-A2BC-FA59-3074-F91C49EE48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756861-B23A-B913-AC8D-0A9303C2B3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38AAC9-DBAA-0FA6-433A-A968A95519E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CEEAD1-9A00-937B-3EFC-DAEAA25949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D8ED32-A4BD-9186-2200-29891DC5B5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C01BE9-4ED1-4AC7-0587-F48C505438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ACDE5D-32E3-05FF-299B-C4EA022E817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F9645D-582D-6655-CD91-4EBCB44598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844766-A476-50EF-EB94-B91402CCCE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D1475D-967C-AFE7-EB9E-ABABEA679A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9C5917-4EE9-5AC8-AE58-5F8E5467B1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4DA720-7555-1962-14E0-D8F1F57FA1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37C6D5-CCE4-9917-141D-FAF58D268C8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DF6C82-77FD-C4CA-E326-42441F28FF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3F3161-B496-3A5A-A254-7B4A048E29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86171D-2408-3ED0-83BE-2960E4C718C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869D7-6B1C-8DC9-0610-7BD2BB0635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652984-7AC0-B7DF-9832-4279E3B0696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697511-1288-E758-49FC-0E8375B175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B85222-1CB7-F41B-4532-95BBF82C361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EDBF05-8888-7421-C849-17E71A094C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15B69A-18CD-03EA-5EFA-FF6B01402E1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8BA7B4-1907-2F9A-BCC3-170765420C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D86436-A4AA-F157-D9CA-B67E99DBBF3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6D8767-C04B-BD06-6D85-86A308863F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099C70-0C00-F3A2-9952-F6D45DA78E8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364DAB-BAB2-563A-4F38-6D063547F2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808830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9929E-F1CC-8C12-9363-9FFBFFCE2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1FD3FD-1943-7C04-E818-76DAE060C7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These cells can’t be 7 because they are adjacent to 678 and 67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86FD84-1971-3A5F-D5D4-B9BC3C7C0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2D656F-A6A8-7DD3-32EB-FD28C984A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B6B0C4-9E2F-7C22-9CEC-9FECA805B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8633633-674A-261D-B7D3-2DAA6B074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88C431-D2DE-DC28-59A4-F09E0ABEEEE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546BE-B909-3869-CE04-67FBB5B2C1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7B0B3D-B9A4-7A3D-AC50-ED67054A39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47070-2E27-5D35-9592-88481DE1A1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BE78C5-A570-97BF-BC12-1DDA4EA012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E7714-51C9-2362-5237-C56EA1485FC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F9F22-31F7-A249-09DD-88B963A7BB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20507-FF39-3184-5AD1-4E0224EE811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F9174E-8367-B4CD-D7D7-9E7ED511F5E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0EE8BD-AED6-3D9D-BF8F-14205D62848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442151-4076-1DFD-C31E-B8198FA6B3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06C8B6-C489-CE3B-7998-F67BE88659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DA7AD8-595B-5432-C715-516429877CE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7FD381-963A-C009-0B3D-9317DAC91C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0B4280-6793-ABBE-B44D-6751E03055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63A25-CB63-5B27-205A-4C4099F3E9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8688E-6CF7-2C48-F7B8-95AFCC0669E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DBDB34-A490-8CBF-A73A-4CC344052C0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D9D29D-5AB4-42A6-6F38-B1CF496BA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5B2C75-A71D-7DF3-19E1-164D1CD4D93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FC908F-0597-2A7F-298C-FC0F0CD186F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912787-797A-E12F-8453-B2C487005C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417A58-9403-C868-81F1-07FCEAAB0A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4FDCCE-BD8C-B444-9C79-EF506B2133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E470C0-6D47-97A1-9430-BDDB45CB058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582A1-9F5A-399D-7503-FA6B7402C65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EB71F7-9467-D7AF-D978-377D0B14BC6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B28871-BDC6-8967-4877-7A9C29007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C8042B-BB2C-DBB6-6C6E-BA76D9EE0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E9D738-587C-E244-D639-1AA22AE848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690B2D-93D0-5C6B-85DC-43680544C8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2F5B82-69B4-A1C8-0EE4-64BA587805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51D10-7D3C-F60A-71DD-0FF422C5788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EF67E-96A0-6375-F00B-E5B47174FB6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D0C68D-0036-215D-CAC3-F85E2A3A3B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DC2A06-143A-68D5-5D47-5E67DADF157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6A3914-B95A-FBC8-2437-2870A50737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9CF0EF-6855-F284-7532-1FB058A90E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6DE52C-137F-B3D5-1C4C-8413C093DD3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E5CBD4-F5DD-05B1-FE38-9C20085A75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C514C5-8A99-FE78-CCD9-98C8DAE758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684718-72E2-77CA-0C11-44C36504E8C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3BA6C00-5DB6-1D0E-3F59-B432E3FA6A5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9597D7-0655-A4B5-7C72-7F5743F377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87EE34-66F1-CC76-ABD8-CCC37E7E9A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AE8386-44A3-FEBE-D6BB-F8BC8568E0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C75D2-290A-81D9-ADBB-A7A1BD70C2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A1B6E9-EE59-64A1-659A-7259F263DF5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59CDE0-3345-E492-6CD4-1BF281F32E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8D618-255D-EA5C-48E5-6310F34D22F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9DB37B-AA2B-433F-2B4F-D52DA99AC0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6CD92FD-8F9E-C736-7CBD-829E77A7334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C0E5E2-E9A8-67F8-4524-8D1D18A951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DBE016-8F5F-00BE-0FA7-A952FF64A1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4351C7-1533-523D-56F7-DA54E73FD14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E7D773-0E7F-6FD3-70A7-7B3F62770E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32F7DC-F934-D78F-9157-62D971437C0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D47FD-9EC1-9518-0434-A64E45DC9C2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F0AB1B-26CF-0703-AF0D-C6F48B7751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26130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169C2-EEA3-4945-C5C9-762127F2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C25A4-E9BF-085B-980F-ABBCB65DA6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 last possible locations for 6 and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9DDD47-770F-00F4-FA7B-384427B43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849E19-303A-F8C7-273D-622364CBB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38DA8E-A5A3-5492-6C70-4D82030C3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8406AF-B5F9-10A2-2882-D6B79E9B7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48D18A-5ECA-92B5-E365-DD846DB8BA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24DD0-1D6E-5B88-475A-9AE92D9FE5C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0C125B-0322-5DB8-6422-0DF2871831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69EC7-7C29-A15B-EFAE-3B67FFC34F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BB6B5-67F7-12A9-817E-3B72F522A8E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ECA8D-BD9B-C9F9-5FF5-882D736D55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F685C-F7B0-DB65-6D91-54DC955D11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8E0B1D-3DEE-F080-F0E8-B070CC6A82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C3862-EFB3-2C61-9816-8A9B6B351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6820E9-B2F9-F610-5A99-AD91AD4F9F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CE270-C1A1-FC97-C44E-AC6A025E9CF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9A8A98-F761-C0EF-8E19-97725F76E7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B9165D-B35A-9000-B52A-7E142111288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14B2E3-FF9B-EB81-8390-0D87578334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3E845B-654C-C17C-7852-FF5E10CACC8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EF952E-9C2A-B7E8-5944-DF21BFE8E32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3F9F2-2434-5783-A7B2-B555191092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B42474-917D-78AE-5F94-FFC63A1454C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03104-985E-7138-D0D4-6551521FDE1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15CA79-8822-A78E-91DA-A1DE921745F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EEBBB6-D23D-E840-48F9-91B49397BEE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91058C-E5CB-F1B4-658C-3C28C81DA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FB9854-B782-C121-04AF-0421470C7B9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DA48E9-4FB0-6709-8515-BEC3530B40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71088A-2C44-AD2C-47CD-CF8EDF9ACE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9B91C7-BB82-534A-B3FE-32FBABD6CF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91697F-E2BC-5066-31CD-6818404086D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DB148D-D863-6D6B-65D0-5870D4C68B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91EC7E-DBBF-F439-8793-ED5D202E057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AC5177-236D-2DD6-4377-CAAF8A8324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0171B5-643A-9908-194E-6393B25383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2FFB4-FC6A-CB3B-F724-EC4FF417F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1C2F7C-19CA-3B8B-5E98-43B7D599D67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6D7D7-2F32-F9AA-3CF2-6AD1B2B899B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1AA640-525C-8E19-094C-2A354F30E1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487FB1-6CBC-57D1-8357-EBCA5187F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DB88F6-0E56-4298-51BA-A7A831A173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2F9C35-4E3A-2B6B-91D7-62C85854CD2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EA684C-1408-16CC-D1B7-83550C8D48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0480E6-B72F-8EEE-29B4-D68E55C5B98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13517E-1555-DCEB-D229-421E5EBCAB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08D856-97C7-FA47-D0C8-6153BF1D2DC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CB8C34-503E-4350-C94C-56FE360D2B2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B81FDB-D1F3-FA28-F2E4-053D62AD56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F03D12-5F58-2AF0-A932-30B0DE962AA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454452E-4033-6F27-6102-06DB98C06A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28DD1D-D974-5CB0-C689-9D4EEBA6A9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10780D-35FF-223E-6699-4AA42284DE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82260E-1D20-E049-15CB-BA8B95BE13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FC9C39-49C7-8CF4-324E-DA6B9725E21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8AB84A-8636-B479-57B8-79878BB7CF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C64E3A-511E-C67C-D386-9AD238D2759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690C5-A2BC-CCFD-3377-A6BBB20F9B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DD0BE8-B2C4-76D0-EC29-353FD3C0298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4EBDEC-1039-F1C6-D553-7506836C58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93BE013-35FA-D8D8-E60A-12924B128AB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BF741E-E1B5-2728-B38E-D8FECDBB31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DFF7DC-9674-247A-3365-A1ED425DF8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509D45-8868-E082-EF94-48DAAF2C69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767256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06DD7-4941-6D8D-C46D-E0AAD7C9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B17D2A-5EE7-5A2E-C1C3-E93144B51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7105F1-6A51-B404-C254-A5244DC5C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E786F4-B44B-9F18-9228-B91646614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BBFEE2-ACB8-0A37-6D92-80BA4C4B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CAA1AB-7861-4570-0944-6FC60E55BD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31DD64-36A0-CE92-B797-7BF5548B2EF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15CDB4-AB36-CEB6-E49B-2D529BD1B7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029C0-9358-9BF6-0231-C614EE676B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304229-C029-E4D9-73D4-231DA681C6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3FD55D-1811-24A9-C74E-E766C18E99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223230-18E4-604D-B959-6EEC6AEEBC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979741-8307-64F5-45FC-58C011B909C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38A1D-47A9-D62D-4C83-81463E267B6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392B4-A8EF-58FA-FF93-E005A73081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BDE627-9F9C-E26B-2968-70A2D7D752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C848C8-38ED-BA9A-3B29-70B1F5B01D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3CBAF5-0011-A0A3-C9A6-EACC76C218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1B6BF3-82A6-C024-7CAE-59EF4BAAA79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1E6147-CB38-E2A6-B811-DB7847FA8F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F05544-2E65-6706-AA8A-FA0F0ED17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7DC19-D884-2449-EA6B-0EF15BA89D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6DEA5B-BC3C-5F93-CA25-2A5E778D23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FB31F5-4ED3-D21C-5EEF-565344686BF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DB58FA-6F88-68BA-132D-FBC64DAC0D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24C655-CF91-5EB0-F29E-125C75D6F68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8F0087-FBF4-6D2E-FFA3-67CC3DE5EA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8E8AC3-B87A-05C0-51EB-326D5E2E65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C19B9A-0D7B-3E73-5091-539302D2E6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029A5C-AA17-26B9-9258-B7414957EC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6AAD81-9C58-B828-8222-0573642B694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C3FDBC-45A0-799F-9236-6CE6998FD7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D06B97-57C5-B274-7263-7FFD54E6F0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C66E9-6089-54A3-6541-6D15D5DAAF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7FE1-21D4-27E4-2185-2DF2AD7AC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5999B9-51B4-DD75-968A-7E316543C5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40B092-8131-448B-50AE-2A963833D35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93282D-CFB1-57F6-4551-982FEA7638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0DBF25-61AB-B6ED-8065-FBF5A89210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6AED6A-553B-6544-C805-14E8DDF186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9EFCF0-36DA-8C02-C191-97090620EB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2CE403-1BE6-A335-B289-69CF7D5A3E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FF7DE8-9D05-3E5F-AA5A-1CCDC6F0060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2EB326-9EC1-DB92-F9B6-09FDA35615D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D8AF27-07D2-695D-EFBB-898E9348AD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07EC86-F7B7-D925-5D6E-1A30F4B2C5A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042613-2FA3-6935-3616-82290981C8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ED62F0-55DB-4662-31BB-21CB159772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35DF4ED-699A-0D7B-B197-4368A731C80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7E173AE-9503-DCEC-0B03-E3CE6F985FB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97995A-CF8D-FE41-1236-0DA4211676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B8A41F-ABC3-A431-E8E4-2EA36FB36E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36A701-2AD1-FA2C-2964-E11F3CF7117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A72447-9BFB-FA91-0522-654B64EC6D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E4938F5-641F-40FB-97CA-1986F2213C3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2B6710F-A3FA-E0FE-F4DE-9A4E7BDBA61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F3FE9B-A318-E5DA-1957-192472F228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ADCF4-3CFC-0EF6-8A0B-40FAD0265C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78566-0769-F374-A620-C335682E9D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D5748F-D734-1E2D-DD15-CFEE7B709A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B52CC13-0F38-13C8-BA26-710E0F36D2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844DFA-3E40-FD22-9FE5-460106E6B9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7A5B29-6135-131A-A735-215060470B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DE8E0E-7D65-E5BE-5379-A838C4790BD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A158F3-16F0-445B-555D-42CEBD7EDA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527246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F27E-9810-51B4-0F89-78618A217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64C631-307A-B255-954B-F006884EC8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1F439B-EFC4-AE71-56E1-54328D3AC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3480CB-9087-B8B0-4C35-E21A947C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8D0F22-FA00-426E-FD28-EC242BCB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7BB6F3-F398-44F3-F76E-9F7B2537F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5E7776-3E32-D33C-3049-E2AB2B8BD94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3661-D1CC-4EB1-10AB-88502C5595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672751-AA9B-E1F1-D43F-CDDAC162BE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A46B3-D7A3-BF36-9732-A4543B3716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012F98-8075-EF56-E35C-6A24A65D43C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C578-DE80-24E1-60D6-E841BC0D7B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9546E-63D9-1C10-6940-572C3FDB88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F8AD34-E923-0DB6-1AB7-48FA71C7A66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96B84-F935-6A9C-2171-13A887EF211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23C6B9-41B7-4219-C9EF-8517165601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E0407F-5EF1-C9CC-EF2A-8AEED689B4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7B1C6-A46A-75DD-B1FB-DC4DAF21FA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298C07-27F8-E9EA-1EE8-58B5A39EC8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730765-88D4-43E4-8F11-D5CB04903C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77B99B-7292-C3C9-1B80-AE611FAC3DC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ACEDE3-73F8-C7D6-36A3-29AF050075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BEEE2E-0056-4BB0-DF04-E569F5491A5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A69429-3C70-DFE0-3904-A37C939829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D875-C379-144B-B9C3-2776AFFB56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5D8EE3-814B-E9E9-D0AB-0B462AB700C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C375CB-326A-E719-EF4C-C33EF1AC1B8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5A117D-2970-B3E6-B907-33113B8B9AE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D7F9E1-2E0D-798B-E3FD-ABD8D41223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14020A-F995-2ECA-9EC8-B5266E730F2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19EE2-1EDD-3422-B553-3D634CE612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30A03C-2FC7-C17C-B09D-53427A07FB2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FE75D3-52C0-7BCF-570F-08B9C0AE8EA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082A0D-A87B-57C3-9855-22F2ADEE7D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5499F5-559E-4949-FEFF-675598A766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7F1C3B-10AD-A4BA-5290-6D95D23671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815748-4565-11FB-4E7A-5C8A21433B2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3794F-8A4C-7611-E762-4197EE3A2B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03EE6A-1601-FFAC-A328-DB6AB37B4D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FC7337-97C1-3B21-FC9C-CD6550DE2F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FE22FD-B8ED-6CB6-F0FF-17B74BEAC9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B8B85-460F-C9CD-AA4B-E98C2022CFC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09D570-5932-C621-5AF1-CD66513B2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A5C58C-7903-A644-55FD-371F1F03ACD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8535607-35C7-B531-415F-8556378358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736454-61B9-A6B1-C59B-20467117860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EDB1DC-654F-5560-7606-9F5E45F786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57B01D-5030-892B-157B-F01A937F600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D0B547-975D-4B8B-637C-1E2EA73CA9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4125AD-77A4-101D-1B85-46824E6C5E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B27AA-951F-146E-CC38-361032C2B6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9B7166-02D7-42FA-EA93-A3BD20DA3D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F2AAEC-1A7D-FDA4-CABF-3529EE6E55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4B7BD2-CA43-6773-7462-4DA6F15A31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5A718-EBC2-B5FB-33DD-67A84928D4C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29C88-40E7-0442-9423-F5169FF9C3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1013C2-D259-9107-EF7A-04C6DC5CC15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2A33C-E809-1986-10D1-2A3B786428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226591-F510-0FA6-128F-37D84A45C1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00BF3-8C4D-28B3-181C-8B9EA23734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3D3DA7-D8BD-2C66-8E73-22B120D5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A68442-5589-7327-E5D6-5C2A0B1D8A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02012-73CB-3D8B-1DE6-9B46F11CE6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E80775-0634-4162-A4D3-FD47356827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530849-056E-9E35-119E-2B0CB34B39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574609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5969-C9B1-32D8-7783-E085F22B8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AFC3E2-AC16-D2C6-D20C-2D59FF1BB8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upper center block. 3 and 5 cannot be in Column 4 because of 4 adjacency. They cannot be in Column 5 because they are already in that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F8260E-D444-7BAD-3B72-231DC5588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CEA134-11B4-EB20-B527-D7C75DF38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5C65D2-84E4-1CB0-417C-02AC47D2C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6BDAE3-BF83-C3CD-018F-EC8BBCCEC1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69CD80-8793-CEAA-2288-157C21876D1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7028C2-A775-C061-C194-590EF7658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A260EA-E41F-F9ED-F561-716EA72678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079971-3232-D398-8715-32583477AF4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41E02D-3378-93D7-279E-2190A6D214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9E1CE3-84BD-C80C-237D-2B908149F0E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B5856-D020-9039-AAD0-A0AD82D3F59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5D22D7-E0EA-7F8B-E340-D187A82255B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4BB465-C35E-44C5-DE81-D292AFDDFDC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23EFC-AC04-71BB-738E-890EA40BA13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6C96E7-FFD6-CFE3-7189-13F606AAD5F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B0AB4-40AE-D3AB-98E7-D2EA3E46F7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D6597-7B9B-4C64-9232-BA97FD748E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F6472C-8487-3FC1-4511-90B70A5830A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234496-E6BE-1F02-2956-02862B86AF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B48CA-F8A1-62AD-7128-DBF7FDA8B8C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54EE97-0909-C78B-4ADE-4A7615EC19B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AC4749-1304-3C7F-9DC7-D7D1964733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537066-AEF2-711D-A8D9-AEBEF31A28D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B5DC30-F834-00C6-2B5C-35347878561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6F3063-F68F-1E2B-7A93-6DE05C2D497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7D9BB4-4A4D-8296-D037-963548E8F09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23943-3756-23A2-31BF-BF38B629CF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F5D837-7C88-B13A-97E9-573AE9E18D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608E58-EB87-7CF9-B1A0-E274667E17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4ABEDD-6AE4-495F-94BE-CB486B63FD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EDC0C8-CBAC-10B9-0053-D10C628AE5D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98791F-0C45-C7C2-DA19-65D7D6DE023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9972B2-9E70-64B5-4C88-94DE968600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3C4363-4EF4-F39E-F478-A3EBE0D93E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621DC0-68F3-EBE7-F460-C4517B7957A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11AB68-A845-49EB-6A41-E17F99FB35C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FA92E-E19F-015D-FC17-38A46AE38E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D3F7D-19EF-7E50-D1D8-DB65996F16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882877-BB92-B88E-4CDD-7F65FDB879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7391A4-0716-02C4-9D29-F20E6FBFA3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70792D-1236-E47E-297A-53300BDCE1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784A7-CAEB-A944-9F37-661F15DCD71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72EACF-8DD0-1064-571B-FA84F4D2EA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2B79BE-5694-69D2-393D-CDC28B8D43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D11AB7-609A-A5F9-F228-B246790E0B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34B330-2606-D83E-9E05-8CF5D710838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A49AFA-038A-FC65-BD67-BF6EE27C7C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A23CBC6-8BF8-B58C-3844-6F31F103D6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CDB57D-06E6-DD45-62B7-CAFBEB3244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A70F2C-FB2E-AC2A-968A-CE7E83E0CA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52F4FE-A71D-45A7-B8A7-0829DC50D81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8A62F8-14B3-9788-E20B-9E277358BA8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84F64C-BB09-06BB-B849-3D7777A8E7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04508B-EE69-3719-55FF-D87D3ABFA3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65533A-DC4B-8134-576D-87A61846D54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2EFB65-450D-A534-05D7-A06CB3E6A0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B44DEB-7987-90CE-AD86-71521610AC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094768-00D5-D3BE-53D6-4574365419F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F7443D-4AA2-E0CE-703C-572B8DEBD82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4832B2-B015-19CC-568B-1A23B81747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A5FB2-B0FE-52C3-7221-B56A69B0C8A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200C27-73AE-C37E-4857-A425707349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F015A3-2DCA-BF89-07A2-9063E087DF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97B5A2-5C9C-A794-5F70-16B61CE377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C693D4-6D27-90DE-FDC4-0F97456EF5F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E62DC1-58CC-0826-46B0-A3DBE8E6A93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608F3B-F79B-CD50-0965-EDA9D953F9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58B318-1566-D8EC-97A3-4D3C89977C2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600646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CA08-3EFF-2491-E324-B59DA702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5EA4B5-40D2-068F-BD8C-41AA254BA1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02BA42-9046-A427-B7FB-7143B6744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E2A3BF-6394-9512-59BC-3DA47E453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770AB4-7893-B1A5-7D4D-D6CB88BAB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465BF4-24E2-FA42-C20F-675FC4BA5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59C448-6A37-3D20-593A-AE2FCA524F8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BB64-1E59-B2AA-AD32-8F0E2417A6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4D4A5D-681C-7FA6-4362-EEB80ACBCC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CC0A9-E104-2DDA-93B3-A025FCEE46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59A03-1F80-4D3F-4D32-9EE3E683EE9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6D0266-843F-EA4D-4C75-5F790ADBA8F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6E1632-CCF0-771E-CF00-30BF3FD986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1E37AF-A71D-4BEB-B687-555DF041519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1817DD-84BF-8CF8-1CEC-CC5AD313CC2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CD09FD-B42C-230F-24F0-AECD853A42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80437D-E0D1-DA28-2257-57EB07B746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D2C248-519A-0023-28C4-F294515AD56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12A10-C9B6-E39A-3391-087896B97E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FAA2-7E29-5812-9117-7F08A7D9B94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96116A-373C-2F84-1FC6-3EB0DBBFA8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338C10-ABA5-4B2E-D329-36F3C7448DD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F8B4AF-411B-C9E8-56F4-651E3B016C2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0C5FA2-61AD-6473-D7A2-88FCA67797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203913-2F05-14BD-1A21-330BB27AAB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81EBA3-A557-3E8B-F4E1-8201C36C18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FBBC5F-C5D2-0032-9706-ADD574974BA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1EEE94-5660-7143-B227-F450A6FC118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400D25-9F43-227A-4A7A-C68BE401AC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4A21C3-BE6F-FAEB-9FF4-78F6C13170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ACDA5C-5208-96AF-0FFC-98C61978BE6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0A931F-C8D3-0E5F-2887-BC76D9EE321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D91C0B-F75D-6182-887C-A364B0428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79000B-84B8-FD46-9391-338FC8140DB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EDAF62-D0EC-EA23-A33C-817F21AB3A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A50317-85C1-8ED0-F17F-64DD757E3DF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2E9604-ABD7-B081-4703-EC8720DB19E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232C2B-A099-FACD-484F-F9CC0DD215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76F1EF-80D7-81F9-6FF9-EC7F962887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C77CC9-6D8F-874C-7FDF-12ABC810BF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DE6603-38DF-1D63-1696-FEEF3163F5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A3248-7780-B479-E0C6-DE729B87E0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2D582D-3CF4-C848-88C4-6698F3AB21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9AF64A-2052-D1BB-F4F4-64C0AA4751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251A6B-819F-84D4-B81D-35939DCC14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A44AFE-D8BE-8B1C-7EEF-9BC2C7EDF9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DA117F-47BC-48FF-3B20-00279971AA5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1BF4AF-ABD7-0F26-5D7A-5F4EBCA63E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6531B2-1594-2BA5-EDBB-16B5C9383B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201E73-B4E7-357B-EA30-C64AC962953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C088D6-709A-05AB-CB45-8C7EA70BA0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18975D-1FA4-2043-F23A-AB6C6C3305E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AC792E-6987-D49A-4A72-E26D0ABC20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E25C7-1E58-AF61-AAB7-2BCFC33A62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6A925-6BE5-6C6A-C830-1FF50A7683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7BFA8B-A9E7-D4D2-583D-21D2D88E2B3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627252-78CE-83F2-5F78-9C2AE90684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40364-0670-2E51-8F4A-D9AC82AA05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67C8-E551-1A14-D184-C494B21070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2AD5D6-27D1-D9C3-8ED4-8E46CA419B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48EBE-17FE-FD49-08FB-B72A9A11A6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FAA2A-70D8-3CF3-F759-6372F99AB1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59AC97-5970-F1C5-39D8-220F7AA5D85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B677CF-6369-8A43-0B79-9C6916693E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91898D-673D-940D-D162-459E9AA6E1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4A2610-6C24-A4D0-0D6B-C8767EFE1C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1B881-EF42-17CC-78FA-9C062F4A540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8FB12E-3A21-CC63-53C9-88EBB178D3E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B83215-8FE4-8FA3-F170-E10D1F8D36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C66989-AF92-345F-2655-CE3C1773A7D9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331EFF-8CA9-2DA3-8CC0-DB41C539D49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2260D6-482B-BC25-19CF-40F544E39AE9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9890E-FA58-F7C6-2B4A-AF5F62F00D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FD2BE5-B89A-CC30-14CA-9FAFC2784CF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7FC7F1-0FAD-F477-0C8B-073F497F0BB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76779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762E-5888-0754-183F-00C80D456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B19B4E-3CE9-E513-1C67-B814A6D9F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7 is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78FAD1-BC74-072C-0C77-0A13F1E2D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284CD9-1AB6-A817-1D0F-9B56D26BF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73AE0D-8EB5-6365-D08B-966361C9A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6211D4-8E8E-35C4-1982-721CC99B64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C85014-7E3F-BB03-7BE8-88717407F4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775686-E989-3DC9-D4C0-BFCB8327B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0A4B2-C3A3-69D0-2E30-28815E8197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3A248D-BCC7-FE21-6544-3C36792448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3F6A2-0BE8-15E0-7302-2E1183B104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57E241-238F-9870-A6B5-C62CDA5291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EFB593-77A2-F889-B397-ADF55255F7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EC4F07-53E8-80BD-8333-CB63A765C0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B41EAA-506B-2E86-B1ED-D0FB4C70237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C9283C-DAF6-5C19-8E55-13DA53A3C7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BC4F1-F7AE-C9DE-367C-5770F9A618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157C0D-3B33-B91D-7CCB-53B1BC5BAF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1ECD91-AF39-CB62-E3F9-2400AB1B9A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97D794-8C2E-49B1-26D5-8D6C87EFEC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CE40FC-ADD7-470B-76FD-F563DFFE3AE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196D8F-0DC8-12EB-F4D2-794B726387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1536FA-335F-198C-3135-AC5494E5AE5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3DFFC1-9AD1-D1E7-8542-D9E43E233A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944701-418D-026C-688B-F69317C5DC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BC256-6739-A2E8-9222-5CEA6FFF11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88EE19-B480-CF78-1559-27C3B246E26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5036CA-F337-491A-8334-D43A13E190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D6D5B7-56DA-E488-56C0-F8CABCB3B83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C32E3E-C0BF-CC83-F103-A0D807C184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6B5DB8-A9EC-39F6-F785-0A2628D36E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485ADA-762F-5D59-A8A7-33223AC8F8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3B9F15-69CA-3651-FC0A-C613027EC7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77E5C7-49F8-053E-D143-3A19E2A79F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9C1C86-A891-81E4-DC9B-A417FF03E1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8EB7C-7A4F-1BFE-4BA4-E6AC7A3436D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69D856-62C0-E280-6BEB-B384154133B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F8E3AE-6C06-F528-9970-D934F6B472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6503A5-E0D6-DD29-2C45-5C5708A75D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184822-C27B-C57D-8164-8569D52B706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0E6872-1CFA-5F92-2BB4-0D71AE892BE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52DD81-B4B5-2578-167E-61D5A3A62A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105A95-B49F-D9FB-F4C3-78C38F3258C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52E703-82CA-4C5A-9C57-CCD7C66608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58E0AB-EAC2-4E04-C6E2-A22B6A219C8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F1729D-81F5-AA1B-D736-C1D04E3445D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5CB8FA-C657-85BF-748A-8D6DC9445E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4B4673-8282-77C7-C6FE-C0B64A3DEF5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CE101F-A3F9-98E0-4527-9D2219FB48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423118-24C8-812D-9A0B-81E26905AA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796248-BA88-E6F6-18F1-3DCBC33361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2404BA-120B-7261-FBDA-404EC740D20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761B0A-4871-A728-E0A8-0B83F427EE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CDB57-DE65-4B5B-7B90-7757C49BF1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3FC788-5BC6-4958-A48C-766E28A7594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08FCCF-EFEC-C730-23F5-49286D8593C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01F250-064C-934D-994F-FC15D1CAAC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BDE13E-8032-2AC6-2E5B-473027B45D1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0ECD02-06BB-DD85-441A-AB5DF781046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477404-F539-95C6-0A16-0DAF61076B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38B062-1CED-C0EF-BCD3-D11556CA08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C1D87E-138A-E72C-14C1-96FDF186697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D7644E-1B2B-1A3E-6BFB-6198674AFF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6510CA-B30A-F008-6E4C-148545CC3D4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D84702-5C72-900D-73E6-9B85C74BC1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5F8744-D4A7-885E-FB82-0268DF88458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BA6182-15CD-3014-6C3E-F976872ED5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E4CBD-8FDC-803A-A7A8-1E86B1BCF76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1F41F5-9C63-6933-AAA8-242E28A392A7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59CCC-C52E-136A-5E0F-30E4EF21BE8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B27244-AABB-85E5-FDD3-DF61548E686B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55081A-006F-B260-211F-95008CC89F6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4966CB-EAF6-DFE9-DEE8-B8CC1CB7E50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9DE8502-44AC-B987-1128-06A28D359D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424DCDA-6471-A630-AA27-19E47D1BAD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251886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5E2D6-DA7A-0234-2F02-130A64EC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60374F-F33D-5BB8-C385-C616F89B82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2643E0-8A27-5058-CC9C-7E86E7BA8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8D3A9A-8B18-468F-5AF4-EB4CFF0B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9542E5-ADA4-1881-2B05-E1687A45E5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3D07CA-239B-3E41-7B82-C568DEEAD5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75969A-3667-1B07-E05E-C8A2999532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355645-EACB-839E-C377-C65CB2F2CC8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2209D6-65F9-FF47-4577-CE0B4EFC5C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CFFFA-33CD-0A0D-3141-FC643656240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B83C-38FC-A2C4-29A2-FA6EF696C4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8F296F-BC8D-AC07-31D4-22487AE6469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87047-B007-02C2-DE06-08D2492932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5729A6-AC68-F7B2-FE0F-1180FAF996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132566-BFDA-E575-E546-0F9087C2A61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9BA953-F380-4D63-9956-D1F34C3FAE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A404E-8BB1-2B7D-C777-3E9E7108C3E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542D84-7D63-FE44-459B-4FDA5111A9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ECFAD4-9CDA-D423-1254-6EAD1B88F1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AF233B-663D-98FF-0EE4-68337FD5AA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310127-9E5F-F998-9079-7336D101F9B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D88EAC-3A2C-5EBA-728B-75B8A05CB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30DE24-B052-78B9-89F0-6217C6D6F2D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FCCFDB-1388-FB2E-2A63-364445B1BD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698A8E-2F3F-6054-7D62-E0EBCD1271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5F96D0-0145-B08B-79EC-698504B7ED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66082B-BE3D-1F44-F3EC-6A5C72F059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35F4BC-BDBC-6939-6CE9-BFE74877C1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E4C42C-9085-CA95-E973-EC51064B1D1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6BA0A1-F10E-8BFA-3A7C-726C38DE0D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261071-8292-411D-52D2-E0C55A9C6B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1A7DC1-2D1A-08C8-D119-E66B8C94E97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0C5F58-71F7-9282-2ACC-D12CF54A1D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36AB2-F058-0F02-E6E3-ABC79BE5A3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8C733F-1FD1-DC6F-3C85-0D9FF7FE40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6B9A9-EFEA-8A44-E9D1-6F1B8035A3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D23A60-AAE1-F5C9-479A-90A88EB996D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920E87-B8E1-B4F6-4A99-E8D596332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F3D225-C1F2-810C-0571-4AC664FBEFF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119D0E-49FC-1171-54BB-B25014C010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7A7A1D-CCCA-22F2-6135-EC1F8853C6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89C4A5-159B-80DD-D560-C8D5B2BEDF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E31B0B-A613-29F2-A3A5-5BD73E7F7DF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94F847-35B4-51FE-0C62-DF32A7D6D8B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5FDA1D-CE5C-7AB8-DAFF-94452643E8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F26881-481A-8090-E3C4-9AE1753C513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241FA7-23D1-6A7F-065C-9BDDCB63A5C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B0D90C-D451-4967-689F-44772C1AF3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2A71A7-F9B1-95CE-1EFB-016E374F51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4C967-3A45-61C9-2952-8ADA5F3E55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5A71C8-D690-A276-D138-530DF814E8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BB93B5-5315-D708-764F-8BE8C554F86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D9777C-43A0-6383-6191-72C3449EC4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6DD47C-CA8C-4388-2077-D1A6BCC48B2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A3F0BD-3C7C-D1E5-5D71-E55016FA1E1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A2584A-5AE7-697B-C77F-C76302E30F5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9F34F6-8FED-AF21-F4CC-B0AE2508B4B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A29EA5-B3DE-B0CE-C334-AAB87E175C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51C036-67C5-0275-AA21-9406642380D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DA4097-8246-27D6-7FCE-28509D6A5FC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FC8151-9C87-1011-6EA3-0407F2F4A67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F459A1-E427-0078-D7BA-B21BB763DA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FD89F1-9A77-5F60-A6A8-F87475ADF6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9EE4BB-D201-B89D-8CD0-88244C1B615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C6DCC8-9BE0-EB90-D208-9A41E9D7EB4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38807E-0009-A7D0-EC75-1076A2A463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211B21-E499-0F5F-2FFD-4B4C2F3D036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561CD1-7F12-8289-3A25-7AE1D2DA01C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93F0D4-7A01-84C7-19F1-1257F748D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43D187-E814-CDD6-37DF-36EDB4E6AE0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9EF221-4E80-B595-47F3-F46F6C64D3B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68363E-0F5D-EDA8-AA50-B65DEE669A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953D72-8D53-C739-EA9D-276BF7B5072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1B1C9E-7A24-0C61-1EAB-5482088B6B1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DDBD36-1409-22CA-24E5-777AD35573C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01219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5F976-3744-5A45-E6B3-E475DCE87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C41A0A-545A-2F5B-CC03-F633617C26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2 is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0D1237E-E6A0-9571-B94A-A5E85BBE2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B7B4C9D-1E79-6F6B-FD87-628E70F99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891D4B-40F2-C119-ACEA-E319E52B7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45551D-9639-C088-843D-2D059DBFD9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FA16AE-C1BB-3227-766C-54B9E619CD4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14B60C-441D-05B0-B1C4-4E2C73B763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1BFEB4-326F-4C6F-5F04-F8EFF9BE34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ECB26D-C831-EAB0-A8ED-67EADE65DD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556C89-DF59-D943-D7E4-92773C03FA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E63AD0-15BB-EF61-8D89-1ED77F8376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63FDF-D6E4-25CF-0C43-2643432D21A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0437A9-12D1-EEA5-59C2-61D6570D07C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2AD8BD-7778-E1B3-DDD9-7A74767D2C9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D7F905-5CA8-7E28-8155-E183BAFEA19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9FBAF9-9EDD-4DEF-DA49-6023BC8676A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1E95A6-92A8-6F96-5CB3-9645806A650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694564-2838-CCDB-8B9F-EDB9FD13BF7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ECAFF7-EC0A-FF42-DE56-ADDCB20EEA2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59084-ABDA-F7A7-AE1C-CC58D9C6DD5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F96D67-5593-0A1D-BB04-76E0C1C57B9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388EE-56E4-BF09-A988-AED2EA6FBE2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425402-0D35-DD5E-3A6B-C5BC59803D9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27FAFE-5F17-0FD6-A315-C5D479C542B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B924BF-F31C-DD4D-0A5A-9E2EA41C4E3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223D78-59D4-27F7-72EE-1160814C55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118181-23A0-A707-9811-6FEAF06F9C3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540C77-EE44-6F7C-4E39-8E7516B3C8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F3F695-F12B-ADF4-1B29-819F725BF82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CAE959-400E-BE75-DE67-38728EBE21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144F25-8647-C5E7-A513-B4E3BF2335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E69EEE-96D6-11FD-8740-45AB814042A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AD7F83-986B-31F9-43F2-56E0526923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FB380E-C58B-0BCB-6EF0-9E9DCCC2D9C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372EF3-352E-D612-11E4-77FF045EF9D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B96496-C3C6-6070-5E94-4A3D0470C0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638DC2-F6F4-824D-732C-221FCD0EA1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9B388A-FF46-614D-161B-C51E1ED4122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20F39B-A332-19E5-CF27-FDC0E09D129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00F571-0B92-DA30-C789-1C1CAEDCAF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FA5870-43E7-3D8A-A632-ABE3DC32336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49806B-EAFC-C815-4E89-BD07F1660AF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E1C3B7-3BDB-3945-BDC0-E94DB536D50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579E945-BC3B-54A8-70D1-F503D15A63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7022D8-9FFD-2F00-808D-2B5539CE80F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473125-58C8-84C6-0BB3-A0ADDC4D10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E1221B-0E95-5298-D6CE-7F69854823F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9C5C57-D5EB-5D83-D4F7-2EBDE1FD711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9FCD97-2386-4CD0-4A61-2C3F1E1644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D6A0FE-BB7C-046E-9B65-3C15239527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0A0185-546E-E729-AE30-B5F3515D30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E8EC78-4526-A029-7E73-048F0F74537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646271-A38D-0B47-8D0F-6BAA1117365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DD990C-06CE-7F48-2445-44BD977C1B1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7C985D-3C1C-9A0B-A351-8AFE3BC734F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63FF36-BEEC-0AD1-2735-4CF058D3125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1B2474-8BFB-090D-3FD2-1CA558C637F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1F2A42-56B3-B2A7-B5F5-B980FF05D1D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02B02E-C850-B91B-A8A0-2C67606577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021EC8-3DA5-0A80-1AB2-D4478E94FB2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37EA70-3515-D58F-B3B7-E77DC342354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D36821-F9B7-E103-4155-D85627739A2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2411C1-3205-4198-AFF9-CB98A02D21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6F014B-5C01-C6C5-2F17-363C1580B3C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2DAE81-17FB-515F-4088-7915F826735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8CEC8C-4F3F-761D-6283-650034DEDCA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6238DA-54EB-97A8-1C6B-3F273A55510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5ACC689-B692-851A-09C6-C1758D956A5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BFC51A-0144-9860-8781-2B53D288CA7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BFE2B5-7E11-DF3A-173D-9A3720C6AAE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6A20BB-4421-93CD-FAD2-E18428FD8E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5FCA836-AF1D-B974-FC11-180FEC0431E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DCF1715-8050-1164-002A-43497B6397D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A86D69-73F8-FCC1-E5E5-A9910AECF2A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260095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C12C8-8522-7DE4-473C-A67FB41DE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D38BEB-969B-9A8B-1CC0-9DAC249C1D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AE62D4B-ECFA-A06A-C6C9-50B6F7E3C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EA1C53-A36B-57F0-D425-7F72C671B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1FEA3F-9DE1-C1B9-E0A5-910D01817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09DA83E-E42C-0A8F-31C4-D7A1DE46C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C8D465-A8BD-885C-5CCD-9F008BADF8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69A069-FF90-964E-8AF6-EA136B8CDC5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4B76DD-C7AF-05F9-A8BD-F9237594FB0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BAE113-1D00-521B-46F5-A1687E0E0A3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36D487-8D7A-3607-E6AB-101D4D5227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1D1133-8968-5EFA-7457-D0027685B92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7E9449-C6CD-6483-D411-A1E9A595284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B43A7C-F42B-D7F5-729D-BF2401E2C8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88110-B82B-F1DB-BB03-8AF61805752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09A995-3A28-0BC5-0357-F076EDBFAC8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9FFED3-375B-A99D-82C7-D7B17401E17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7D91D3-31E6-2C0F-C5A3-EBF232664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640CB3-1381-C31D-A0C7-311988EBA36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A64649-A3F8-19B1-4D7A-D4F88E250BF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A8EAE7-0C52-6154-E2FB-13054FCF396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A468A9-E86D-D81C-CDF7-CB20FF4A67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56618F-4A94-C47B-764A-EC0654F0FFD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8A5CD7-91C4-8079-32D4-8D57DCDFB6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07D880-BE72-1D09-F703-2513C466D3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8C4D2C-F563-CCB4-362B-6E562828848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AE9B55-0623-E3DC-C47A-CFB4CEBBE09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170F29-0FE5-75B0-1EB5-C5A5834A029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B931BF-7D9B-8FE8-F62F-010E6E81CB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EB6B85-2863-F887-3842-25DA9E7C533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D35080-551A-2CD3-D9EB-718B2DEAE3A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CBABBE-868A-CE68-F0BB-DE0A0A550C1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3C929C-66D9-F01E-396A-F9364FF2DD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B1B19B-81BE-C719-C5C6-FED12E1D21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D40768-8E9F-A92E-C16D-6E42A32FFF6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C182C9-EB09-0F19-4561-19DED835AD4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FA5DC0-6EFD-A89C-F985-5A7CA954CEC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DBE621-FADB-4B66-6AB5-25D577291C3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690A9F-6D7D-64E9-3ACD-C0C1DAB023E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9985B9-5168-C846-1748-C1CE43D5E33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391A57-3E83-9A25-5D80-4947237738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2180AA-5BE3-A421-4ADC-B70E267395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A5B660-25FE-3297-0F88-7AAE7A5CEB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BAD9B6-39FD-2D27-F0C0-1A388DBB32B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1A2212-8B0B-352A-42D2-01F3F87088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4DB8BC1-685A-2C99-3F92-191C21C6D17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74003C-31EB-BFB4-BFE5-3F5CA4B3295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CEBEB7-134B-7AEE-1E16-00C57A0DEF8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5179C3-FF8B-A3D9-6792-F7A61DD0380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FE0E36-B7C2-771D-27C8-9432F569EC6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E3A583-4414-401E-06AA-457F0B27AEF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044A9A-5363-4AF6-0EB1-FD5DBD58C6C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24273B-F057-B2D5-DD27-68B0FB4BD8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1404ED-679C-4E5D-A9AF-2B0CC67489A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C130B4C-405B-8710-B47F-B1A05EE1FD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C7C20E-B101-708A-372E-7BC6104B205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31F17-74F5-BD56-F6F7-723D8C951C3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B90B5-C674-FB05-F69E-6731F7FDCD4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8BBF4C-0574-235E-2587-E9C8C5F8358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A6C64A-877B-7B4B-D682-4B00F3726AE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B62D11-F9A4-A5B3-D268-1E7715B15F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F2532C-E1A5-47C4-57E1-857CE90A13F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7A4C9F-D84C-C674-73CD-E657D4E006A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A51A51-5C6E-9A3A-2C35-F4D002A355B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12EF59-A50E-C4B0-EDEC-EA94CE9D2D4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B437DA-691C-E8EF-3D21-8F4165F3E75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BBABD6-5350-20D8-D787-CE1A3230D38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6F13A4F-4562-D8FE-F62A-930F9C25984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9C86BB-45A7-B24A-D611-924065CA701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F01CE2F-8DD8-55F2-2FA4-EE881B577DB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A93D67-AECF-6E2E-0092-DED3F5E6509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8D3FA6A-BE22-4F28-5297-8B7450BFEA3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E65C46-EAD4-72F1-A7BF-C007CA615D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BF78CF-7053-5A28-82B2-B9C78490F8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FADC531-6C3A-0D58-D26C-FC6B7F67F8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637981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7B86F-41F2-E220-F459-76E57DB74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057039-B63C-6AFA-518E-36804881F9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3818FA-78E1-C9BF-55F9-66C981034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273EF43-7172-EBC5-F357-9FFC73D3A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804275-EE87-048F-ACD2-F8934A01C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9A0B5D-F1D2-A76A-DF40-AF66F92894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7AC1DB-6EDA-C82F-AB1B-63A92E0799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C29A3-6643-AD8B-7DA1-7DDED98B3B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767EC7-B2C6-B69D-4509-5F266D204C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B47D3E-FDDE-B6A8-A352-D061E5048D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E94D8E-B4FD-885D-FC57-A8E716DEEA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88DB1-0EDA-4F59-FC0F-80B84D060BD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FC1542-A533-77D2-01FB-7F0D1CA5E4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D3D7DC-2487-8D35-B56D-DBE9FB05354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F48FDB-1462-24C1-7B99-27A36014D2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729FD7-7956-08B8-2E10-966EB01D1B0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A5147A-7DC9-2189-5E88-ACAE104635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BD8CB-DE51-F101-A415-0D94831AA7D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A72929-880B-E5A1-66CC-B7F30E7EE61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7023D-1A39-D20D-7225-A92D287EE28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BDE61F-251C-EFB8-5BE5-A21D0BC1605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F40412-E6B3-1044-128D-7FE5FEA8B2F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858077-14CE-A441-A27F-BAEF1BFA7A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F1324C-8727-F92D-D4FD-E2E6E1CA2BB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077D96-D3D2-BB14-39DD-C72B250EDDB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7AE131-9081-3805-CBC5-B7FB2C10800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F3DFC9-7419-F80C-4910-94C7577D88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483FED-275F-3D78-2CA9-9453CD24BAC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52AD32-67F7-550B-47BD-193BF849A1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F6E642-2536-EEEE-C639-EC9D3F23A7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1216FE-E936-4A73-3AD2-5C93B4D74E8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295EA7-F9F0-F088-8599-0034AB370E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77D276-A78B-4D9F-E14C-FCE1B95D80E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BAEC95A-D7F7-C35A-D368-60EE04102E8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12FB91-45A7-833D-20F0-8EFDA6931A4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BA9A5D-9071-EF7D-734B-E2CCACF98EB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2768B2-A6C1-6BF2-43EC-37A186D60C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AE7C67-4223-0FA4-1668-14EF579FDBF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696E18-659A-59C2-F32D-0489327778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EC6D90-930F-9F2B-D0B3-9B1ABDC8B66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57E3E85-D4FE-DD75-086F-75F8416D53A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6830DA-8830-9E49-8653-4DA120069BB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654106-C4B5-9D02-B935-47C75CAE320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DDBBC1-36C6-02E3-96F0-215195053E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07FF23-7B2A-D8FF-4E96-0912EFC6CDF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94801B-6D7A-E8C6-535F-D5A050071B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EF17E1-51A5-5FAC-ECEB-BEA7C2C86C2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182507C-BB18-6EEF-A1F4-7849C7DEA0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7E758B-A6AF-C047-EE1F-F89F7E5333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066853-8C59-4E42-EAD5-4EF7268397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651BC8-A787-64C3-FEC7-53281D944AF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C41346-0892-65F5-B337-A0BB928FF3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BDA473-25B7-BA15-7165-889F9B8944D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B2630E-BD23-CEC7-ADA4-E49C92CD29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3E0FE33-1356-AE0A-CC11-CAB652A465E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319C1E-D1A9-D732-D47D-7F53C03EA0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1E107D-E9E9-86A6-C93A-41130753C11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876806-AEC1-2ED0-6C39-803884E939B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D3A51D-1CD0-332F-ADE1-D92A1F1556F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71E462-3845-713F-CC96-12D3FA10060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C9F344-6500-05DA-4470-88AB3D5FCA6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71BCF-5110-D213-C8D3-D62138A54F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486194-BABC-070B-FAE5-FD71F6FF0FD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5C54B8-0510-0391-ABB4-19BF73D0F43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9C5C280-F95C-9A3D-0812-80406B09602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8BAA7A-D72A-D674-BADB-69781D6396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B4226C3-B087-8E97-E764-0EAE5C640EB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98ADB70-38F8-B99B-23E5-A4A89B17B40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2FFF3D-9544-3D32-4419-CAF759233C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2B076E-87B4-6A31-9263-5816E2C889B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7A9EE5-04F3-CF9B-6FCA-37E5D472411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E46FED-7670-2037-1BEC-FFB9A3A9B74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9B7D47-C32A-26D3-AE65-DFBA256ECDF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DA300F3-DD0F-8044-5305-630895EE3C1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18C95C-A02E-AAFB-CCBD-65937FAE640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13678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814C5-9814-EF19-A01A-85812816A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611EA9-903C-B44C-AEB6-58D8663F04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BF19E6-5F30-343C-1A09-75FF2C8C6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CBADDA-326F-75B2-B4DA-E01AF94A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463686-809C-5519-0A1A-C156C1F9D4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13AE01-48BA-33BF-4B50-B14F5D6752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ABF8FC-0B6A-F8D0-6C37-BB0071B4105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8C1CAD-E165-B13C-B84F-27F2C090E5F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EB5A1C-F760-27AC-C225-F1456FBEC33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012E4-2D9D-6285-32EB-FCAFA9B40D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E2739-A112-EC73-044D-517EE0A4DC4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C80694-2085-F86E-9DCF-CA83225505E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398185-7902-CA64-A7D6-E9B77053757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FD7DEA-945E-28D9-04D0-93B6A52E7BA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1E1D3B-EF25-DB53-960E-F3798F2D908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5AA87E-76AD-4B86-03F0-9E0AE407022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F4BD14-6997-0217-BE1A-DFC4ABD4F29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F28642-7C4F-467F-D62E-DE3BB753077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0945C5-B0A4-CEDC-51BB-7EE2571DA4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836050-A4C7-EE05-2B10-6FC15E1E6AD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DE5286-E060-9B51-0F78-3C279BE8C80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4A01B9-A9C9-EAF3-A1A3-0307022286A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60A99-3C67-6F89-5DC7-D85C6B14DC3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A5E926-D030-AE19-94F8-95C1DDF3A17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D8641D-E2F2-D9FD-46CE-D4C8E3D2D29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8C2909-2580-4490-8716-F27C646DE01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809FFE-878F-D5C3-8F26-F13791B7691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8B90E2-6E37-179E-BD46-F8A85ADC53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8AA558-B1ED-39DF-D157-482264D70CC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2A6B87-9654-B7C7-8C53-D297B195B38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CD89D7-CD46-E5C2-3113-F30078FBBE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DF4E3E-E7E4-7307-1BD7-D190ADC3A4A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70CCE17-6E0C-125F-502E-8948E7F4CF1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BEF81F-A0C8-67A3-89D6-BA3504942A8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B0300F-FA2B-D7CE-D2C6-5EF22C044BD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AE52B8-F65D-785E-0D25-5A9C57A86E1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D5D8080-2B98-59E7-34E9-408228C9F3E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787DEE-C9D4-7D6F-AD8A-596D7AFD03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829DE6-5C97-CBA5-F529-623A6F2546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614F0E-9984-CC1F-B483-257106D9B42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F4161B-D66C-CD63-8CB1-4C084B07408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BD4A94-92CB-5279-0010-A8F9036C9E2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FB49E8-B6B5-EF91-35EA-9D1B83CA316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AF9AAF-301D-77FA-F108-D5CB69884A5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7D1EEC-2C8B-56F2-272D-EDD231924D6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91AF27-9019-C6DA-F41F-7807820B912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B5C16D-05AF-BD53-5BE5-E961FAEAFC4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680400-885E-D0BA-9F54-FA9773F0801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54762B-7D9A-ECB1-33EC-7B4D77F0B6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09F5FC-67AF-016D-4102-7FA94A16D3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C206D8-C5F9-17B4-5E25-374950D7E4E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566A0E-FEAE-AF5E-B2D3-BFFBFFC1102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D05149-CD28-ADF6-D794-547B5DCC87F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ABDE8B-8776-3C55-8ABF-B967FA6744A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6BEC12-8F9B-915D-349C-DECA1228E2E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D396E4-3811-541C-9033-8DE0EA28A8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21BE2E-0428-F3FA-FD31-4EAC5AC38B6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2A2E0D4-C14A-D459-4020-136DBEC0021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7B33B1-3E5C-447C-3343-A32A392298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7DA52B-C599-35B3-85FF-1D2AD60417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4FCB-6C7D-0A18-3FF6-70D583BD728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C01316-3A3F-613F-DEC3-738D0096BC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1D6623-30DB-8441-E14F-D1F4DAA4C2D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18417DE-3201-F44A-9CFF-2C7D694B937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D78C57-F340-5AA2-27C1-F78F5F2AFA5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495FBF-B38B-DB8A-BAE9-CD1921653B1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2F9747-51DF-0945-2991-2826F9434FE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62A5A9-9224-41F8-211D-D94BC1834CA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F2034-48D9-6880-A495-8124ABC79DA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7424E-AF87-5032-3CC7-DBE5FFBAAB1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6FEEBF7-2D35-1A1C-8EE1-DA44B7C8E1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503DFB-A4B4-D8F8-19F8-A3C8287F189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43EEE8-149A-6616-9DF8-B3506442C72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B2A783-9DFD-9891-59C0-CC3905AE6F4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535102-25B1-0461-033F-0C629B9B8C3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993773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41AC-A2A1-8C16-441B-C4AB3ED8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97D61-2D99-063B-3AD9-4792C12A0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5BCA25-657E-06E4-D6B5-868A51521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6584754-A1B9-1AC1-0C94-06A6B67E6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648AD4-69D3-61A6-2B91-4B7B4E7500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BB8626-99F3-65AB-9FF9-5FEC59EFE8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0343D2-C6A7-38CD-6C95-01E00635D1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74D242-C4F2-0A9C-9C54-C1F8C50F2AD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A67C27-7F9B-8B5A-17A8-3355BDEDCAD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807E49-7FE2-B42D-9B77-539E524A988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B9A5E-D51D-DE4A-565D-0D9CBDE41E8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1BE745-9C3A-B595-0FA5-67F7667B146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0A487D-928B-928A-05C8-213FEC843AD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AD553C-20ED-E0A0-ED92-2E198567EE4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09A24-80EB-CC2C-76DA-8FE793C6987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75FA27-6EE7-6A22-2B64-AD5938A819B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0E84F1-F5DD-6418-57DF-CD61113344A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7CFE1A-EB70-25FF-9F17-461B0C68749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78F678-FEEB-5661-2F21-4D8BC062CD0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D71F46-42FB-EC07-37E4-0DB2F17F1C7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85B837-BC77-5E2F-D574-5751003ECF5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00218D-7913-D9D4-3FA0-51BFB60AD7C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B4C72A-BB88-D27F-E7BD-62817BEF7E1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FA6C9A-A2F9-A862-7AB6-3D323B1CD0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7410AB-2659-FA9F-0584-22D3632FB1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1F0FFF-FC34-EE67-9D06-C406F0704E2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4071AA-5EF6-20B2-359F-CD4624C3CD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7AEE5D-2166-4F8D-9F58-3B039B4C43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77624B-F5C5-458A-49E3-15DCE7C36A7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546083-A7F0-7CE4-6299-CA48DB696D6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5F1621-4106-B4E5-F074-9A0A4C7C2B5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DA617A-A8EB-3B68-28DE-8697280804B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E8F36E-AF54-00FA-5614-E68F2364FA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C667D-B27C-AA29-A94F-13EF1830E3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C7263B-CDB0-A545-BC39-9C44A5489CD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47E999-18F0-7137-4956-604E769C69E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275BF3-C1BA-2CCE-26D6-5E1CF45944D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21CE95-2993-4F01-EECA-07C3151E13A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859E96-12BF-FDE2-A379-24B4AC253B1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C55D36-6DDD-F58E-E29C-C8855BBC44B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59304D-74F0-CFC2-2B04-C190171FDE5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844DAA-5FE9-0DB3-08A8-5F5F5569A18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F86DC3-86AB-0809-798A-0BBA6CA3144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D94453-E252-6371-0213-7F4BC8BA2DB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2609EA-8B0F-0FAB-0446-E530ACB983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4EC1CB4-32FE-F073-8DA1-655890AF746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14397E-19C1-9E9C-756C-60E97189CF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58C10F-7B03-9AD5-D279-85BC58275E3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18EEE9-0412-2747-47BF-54D3735CBBD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0E33E8-2D06-DD77-D84A-B8CD60FEDA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3F3A6-998F-A171-2610-3EC4CB96C16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DECA213-8263-EBA4-FAA5-57BE1E03173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185185-4650-93CD-100E-38540372C96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44FC010-EB98-B5BA-E40C-92384A63F37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554FC5-195C-F5BB-521C-9B5F5EF76A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16989-BB80-F801-12F6-E7C46CB3F76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1D16F7-B5BB-9B83-123C-DA90E582D33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0CA96F-2DFF-9AF0-B073-7FAFE920C24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FDE617-FB57-6B7A-8D2B-84972BDEFE0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04BDC0-DC6B-8B81-2655-34BE89A5DC9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A63F17-6AD2-1894-DD36-6E5F72B2C7B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BB852B-CE14-0D5A-18D5-00BDBFD3217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23E509-F65F-7234-D228-56306411CF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F8D86B3-3854-42C3-2849-234D76767AC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FC3F990-0A69-9148-1F4A-CED489ECADA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F533E4-00B3-6FD9-2A21-C793B3B5B1D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6C5878-4E38-CA63-15A3-9683E91128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5501617-B795-2EAE-B507-E3EB14D74FC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2B14FB3-A838-D748-D3BD-1BFCB358BDF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B4DEA8-0804-D32A-DFE0-D002E6287CE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B284D1E-55C6-A152-CD49-A26FCBE0AC1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E55D699-7761-5CE9-F24F-6C16B8CD554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CEA1895-D982-C92A-3CCF-7B699C74720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3493D9-22A4-1252-9BD0-E70181ACBDC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413603-35A8-FDD5-7D76-CE2F52A2E9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279426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EF6B8-769B-855D-9B87-45D20AD42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BFD78B-5088-D8E4-8E64-DFA3D29152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there are two possible cells that could be 2. Whichever it is, these cells can’t be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7FABB7-9082-7A3D-7FBA-D0D231A0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788762-BA9D-99C9-D703-D2F0B4212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EB5A0C-C6F3-5AC0-F09B-AF94F032E6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B8AA3A-4BF1-D177-C233-FF6E7D18F1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1AB120-D884-994E-3F56-275C3BCC2E4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EE334-2126-B6BB-8F96-68C3AF0C400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D61CDF-51AE-A61A-2C2C-1E9A1C4B0A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4AFD2F-15F8-097C-03AD-CC791DF377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9A4329-34B7-ADE5-AB14-C82162EAAAA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DC8000-5004-AD5B-2E00-88DA05EA7F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B0A004-F62B-AF43-0D6B-6237C545323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384303-C5C1-3B9F-0C56-A2B3A406B6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7461-34B8-0B70-A041-77CF3A85EBD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9EE109-C14C-0905-9B50-26E0523110B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1C0F02-8CE2-B5ED-47F3-D087B2EF020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6D7B47-2349-FE97-155C-2F9CB39EB7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FF38E8-090A-092D-DF46-AD9E819237C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CD29EF-8B45-9A53-5E6D-570534F15E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CB13E9-EC52-3E0B-2862-DA4A478DEAE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2A4EF0-2F25-0005-3DDD-7C4C33EC33A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8D69FD-0E74-DEC2-01A5-318392BD6A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C33249-C208-52AA-1BED-DF08EB5665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A98009-8EDB-5E07-DD36-F025E7999E1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D3E911-0D9E-D687-03EE-EE98D4956DB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D5C1B5-6B0A-E747-B641-F093F4F52EF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2DBE35-3F6A-5F74-6423-DA5FC0FEAE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810089-52A8-E284-E201-69523683E70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F11E8D-A30B-4408-1293-4735DF69913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82AE2-7374-2A7E-FBB8-CFFFBD9C74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A26E6E-4E50-4ED5-58C5-747D11ABF89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519AF4-E14F-CBF6-A048-1411068271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3563E8-1EFC-CCD2-9248-C07741BC45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2F5985-863B-B759-75CC-19A3CEA2DF6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2E3B6A-FBB1-7353-2E0E-06D2CC5BD9C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E44721-3EE2-29F8-1D97-CB18836D683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486E3F-739E-9BBD-E0FB-34CDE0F7131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589B90-1A6B-A742-1382-440FDE32D36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E0868A-FDBD-37C8-EDEE-D218A6C8578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35DF97-3738-BA7A-258F-2EC1979190B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3BFB92-0E87-3BD3-00CA-1007EC07A5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14090B-0BEA-A443-10E0-6BA25F2B07B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872F3B-5F1D-C3C9-1655-A2ACD1523F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F32220-BAA4-F8A8-51AF-5F1C86E3F27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7BCD5B-D37D-F859-6E2D-794CCF6837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571651-2513-7BF3-CA99-4B231E0D69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15EC91E-BBA0-3543-DCA7-A975145CC3B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DC0FC40-D9CF-789C-5170-F2D26C00CBA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77034D-801A-C5DE-FDC0-713BB75B4C0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B757EF-E813-4952-60CE-15DD3D50F95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90A81F-4F28-4334-4151-1642552BF3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EACEF6-AB7D-8649-7A77-CED71718407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2D5C62-87DC-F175-62A8-B1BCCC5C4BE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CB6C5-9F9B-3169-9B7E-EEF3EFCCC2B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AE4BAE-03B0-ED99-6592-75E1820DE0A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435886-8FD7-FE28-4061-4FCB3A9053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F302206-8E0C-9507-D3A8-DA7C99BEE13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E40EC8-A5A7-2124-8579-D3EB303C893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16C5BD-5E89-BB59-76CA-5EF36FABF6F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F2735F-D856-D016-B4D7-3720B6263B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4A5937-F5F0-0B3D-019A-2DDBB323A26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9E4E79-5E4F-934F-96CC-6A58503768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DE875D-8814-43CC-66FC-D444BFB5102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8A0C89-0E2F-2428-6762-247290A2CC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C3DBF6-0264-F1BC-E4C2-01E37EEAA46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D042AE-76A5-0CDD-850D-FBFCD69F1D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1226B13-2620-A73B-9967-5B03149DE38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F38EAC-0B42-1DCC-E84C-A0B7072C0FD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81A43-A02D-50CE-1A27-F835863994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6361D69-B02B-1CAA-62A2-C882519F152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46BDD2-0DA8-C6E9-546F-8DD4FC211F7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B7344D8-4ED0-7509-8959-94FEC7BEEFA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9F2B1D-1364-BF44-F4FD-AF6A3A6156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3687F8-63CE-7D51-86C8-179D73C2A2B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090259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EE926-3F6F-9995-3FDB-3CB39581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586947-05CF-F92F-8135-161A852D33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two cells could be 5. Whichever one it is, this cell isn’t going to be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FD3826-7353-8966-B9F8-F0C54B2A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55D244-482F-4C87-9597-012BD8B9C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E5F04F-7F32-F91D-EF62-FAFE19F52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6B01B8-9A1E-A05B-B13A-6185C2B840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EE687D-B7A4-7B4F-10A7-769C8CC62E6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AF8452-ECA5-71D4-0CEC-15E1B51F791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AD678-131F-7B6D-F628-7888A9A90B6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015E05-08EF-6FAF-50D9-E39A506ACC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350F-71E8-1760-EE23-EFF5C5C5D9C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F94843-E5DE-5C26-C8D5-6217CE994EE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867E3C-EE11-2F25-3537-D8845027648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40E176-2450-E5F3-BFEF-2A862B5E4B2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BD4113-4C4A-ADD1-C0CC-7D4C0CC914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A2A25C-5C33-B300-CAEA-9FD29BA2CE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1AF3C1-8C0A-736B-46E5-021143DE2E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355F96-B7AC-C2C0-9CF9-2019AF3F6A0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BA9DC8-7B4A-3187-CDDD-38F15E4F6B0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FA60F7-DDBC-0130-3BC9-EDAFA09FAD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302885-FFFC-ECD6-93BC-4BA3BA2274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AE6EC3-6CD6-F3B3-BEE9-261B58F2E61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3C1B44-6303-2829-E3E1-192A325D306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408337-46AF-39C9-F803-024E40BDB2E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100469-4519-6448-6D41-F492074AF6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1F42F7-13F0-D2E3-1675-94E31B12026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324839-126F-70F0-2450-375247BCCD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BBEB45-986D-B2AC-1B59-44E595A568B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22DC37-7E82-E1C0-5C97-F012996352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13A414-E920-F55C-8C74-413188FD42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657E5B-407E-D434-8387-BEEEA5BBBBB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F41F-6E58-C161-5DB3-C28955F0E30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E0C84C-3BA4-910C-E16E-2BCC253D38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31236D-C0E3-57D9-2AE8-6B811CC30F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9B4489-BDC7-721C-03C5-604B8A1592C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C7E82C-C5D9-08C7-F292-9DA60C86AEA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99673A-A08D-FAAA-AC3F-2AA6517324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2A095B-E344-58FA-D6CC-E455917F200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523025-9CE4-321E-C1B7-25794F28765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A96229-AD8F-BFB5-44D1-C42F61246C3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07F551-BB95-D8D8-5FD2-80DE0CA4B8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16C8FF1-4B67-A6E1-A12B-821EF40A9D8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DB7EC94-E0E9-E4F1-3651-679E9FD5A4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03F12E-84C1-D6CC-F5B3-2B7D8C246A1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3B77E9-59EF-686A-7575-4E613053F43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07402B-4C1E-7D24-E4D3-C244C1DD8CB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D6AC631-D2A9-C9D4-79C2-FF2C9CCD64D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B17D04-A7AA-0223-E7B1-85EFC5CD675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1A3343-D536-A305-9889-002305A9CB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9141871-7FA9-1B0B-7EA4-231BDB6945A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A28298-D8D4-5EAC-0A2D-7EC435F2BA2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7DF7B0-8D60-00DC-9EAF-26BF865B131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43791-EDAA-B2E0-7490-D5ED08DE9D1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F36E97-7ACC-07A0-BD0F-7EDE5A1CEE4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752FD-8BD9-0D51-2F2D-29335EE42AB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056EB7-8EC2-AF58-15EB-53195D96E9B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C960C0-FD3F-BF2E-9267-6DE85C93CC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42D596-83B9-57AC-E87E-3EA249061BA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AF499B-6287-8BEE-668F-BB6C04502C1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400934-8105-6AFF-FB5A-46D119693BC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CD12DFF-C442-1644-E5AF-07C4912FDEE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5A7E588-80B9-6EF8-EDE6-800877A6AB0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58251A-0654-871F-A43F-8EB8125FCA4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B19FB2-53B0-A1AE-984B-F7A5FB64773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A6A43D-ED51-CACE-0FF2-597288EE2F4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3A3A49-836F-A136-622E-2B816A16647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BC0110E-D42E-E8F5-DCC9-E76E1C33BEA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4E3DDC-93E7-6014-6A7E-8E37CBDFD86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DDC81B-9151-34F7-828C-86785CEB50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B56DF8-E6B8-B579-2686-64246310962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F6A03BC-3E9D-94C2-0B81-92D5459030B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254EBE-E83E-8E3F-69A4-B45DC68AFA4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95AA3BF-D0D3-01C8-B1C3-F14261AE181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95ABD9-4F55-936F-77BF-0C3B1A81984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D41F44-E871-943F-ECAA-4369DC2204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692054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C8C1-8E9B-F37A-5D60-90EBD2F67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0EB0B4-E516-42B9-2C1B-B49BAF3732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Row 3.</a:t>
            </a:r>
          </a:p>
          <a:p>
            <a:r>
              <a:rPr lang="en-US" dirty="0"/>
              <a:t>Then, last possible 6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84AFDC-FEB3-25D8-666E-16FD880AA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103580-692E-A0A7-928A-0E1B4405DC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F85BFD3-4185-3626-68E0-29136CFAA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E25E6F6-4754-EE61-EF40-8818C227AE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B170B1-F35B-4ADC-B744-9B0DAD195D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F622D5-7711-8C7E-A5F8-2D15FB68CD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495C92-7FCC-3D53-681A-D5A5B900A5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57A0C3-0BFA-171E-DBB5-D9ECB9C369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CF93D4-6421-70A4-3EF4-4C451FA0C63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32FE5D-69D0-D890-A2BC-60BC071653B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A43D4A-5C68-FDDB-1AE1-652411DEA5C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7851C6-AFF6-9F3A-0B44-182D263FB61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071853-036D-2837-B4CD-FB98AE110A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E17B62-0D52-69F7-F6BF-C92F9194351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D5D726-1BC3-F856-DDCA-3DE42830B2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7DBD96-5A03-8E99-560E-EB1CE83B07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B99BF3-B7BF-8281-2E64-142558599B8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70B4ED-0E80-0E45-259F-36CF9C215D9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CD7B78-B168-5330-004F-EB9B29FD181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203474-DE20-42C0-044F-F567C36C45D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20FFA2-9E7D-9547-9A5B-2D895C0EA5F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6859EB-1657-84CE-0C87-31798ABC984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763894-A915-89E9-02C9-2D5491D7E9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EEA13C-243D-786F-8498-1FEAA9F15E5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EE0D17-0D88-15F5-7AAC-F7B371E773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16C7C5-606F-FCB2-77EE-D189AA7ABA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3088CE-51D4-96B1-8419-C68AC1B97F4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4AF9FF-C79B-0706-85B4-7342496E2D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6B867E-57E2-D411-F6ED-76F04B880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4F9390-C392-8AE4-F1E7-11B9309414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C3E633-6467-F3CD-29A5-64B2DC6D29E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305BF9-2801-1302-0EAE-FAF216AB2E1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C48A57-6F64-7625-C778-C41513DDE08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FFAA2E-B607-1739-2C39-B2D5E48AC7B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88C9F6-083E-D84C-A074-9FA587C8E1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A66F70-A313-20DF-74F9-4A933932FD9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44BF4C-5E1C-39FE-F1BD-57AC40E249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04E752-C29F-78CE-FB6E-B3204751C5F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E169BC-3E76-0B19-3BDA-1A4F959EAF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D449C1-B529-7B38-08C1-C1F24E58A08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45B62CF-B931-C637-ECAE-A06A101D588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CDEEF6-C3C3-5722-97C1-6B66C3A711E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9F756E-F3D8-96D4-E238-03A033B1A97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1C73B5-43C4-FFC8-8D37-D56C78777B7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DEAB724-4F48-0947-5EA9-FFD8D64047D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E1FA7B-AB46-9852-201F-417DDC5727D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6559AD-6B49-BBC0-B875-7046EAA91A9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A3B9EE-35E1-C0A7-1601-32486B915A6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96AC8A-C0CD-335E-FCB0-CC8E8AA9F1F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4AACA8-0B8C-DA67-5BD0-CB3D7391E8B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75E00C8-685E-D74B-C036-DAF28D91AEC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7197A9-37E5-B554-1AD7-DAC9D55561C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72D7A8-454F-0888-28FD-1931DB248E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0B7F75-DFBA-895A-C34B-9BCD8D37B33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86B0DE-625B-1114-7215-CCB45321990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BA4A4D-1451-B061-862C-8F98619D25A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56E43E-0470-3F5C-7909-C29DBC44002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6DF4A19-9401-CC25-37FD-F4071EDD42F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DE32AC-16C5-D0D4-D019-9271DCC57DE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A588D5-3D3C-E955-A6C4-F1E5F8068AC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54B2556-E3E9-ADFF-D989-9AEA0F83238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E1B936-9642-2D31-30C9-8F4CAC55988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004BC-E802-8B4A-792E-6ADAB346EF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AE085A-5C5E-D455-0B49-BC9E20C4AD2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283BE2-EAFB-A067-340C-B033DFB54A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901A6D-BD89-B258-5560-B5F76EC3F29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9E3302C-474A-0B90-2D83-A8F93582395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3416940-D9DA-EBA3-01B4-7E5D29FF19D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678997E-584E-B555-8097-C5857E15005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56C893C-D3DD-AD6C-1F15-C7ED78F189B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0B38D1-C1A6-2532-195A-02DE4C7BF0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55B6E4-41CA-4196-1A85-D8F26C0C8AE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92E5FF-DB3C-E71D-E70D-F5AFECE9E55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215522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BE8EB-4B6B-3886-269D-9EEAA875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BFB9FC-B31D-EDB4-4BD1-CED6ACF4E2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40CAF5-0067-E39F-267D-6A40168D2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916837-3067-203D-4565-80E12AB23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1796E73-7723-F611-D2EE-70974B401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8B01CF-50EE-B4AF-F113-003573DB1F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546785-4350-7938-D74F-C7212FAAE43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449AA-A757-99DA-3F0C-F2F2C2CF102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60E4FF-917B-6C9E-3692-4E74AF1FE83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5E01EF-01BD-BE84-4EBA-F7EFC9829E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39E6EF-2A52-F9A3-EA31-DF28F9D548B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CE4BB1-3930-4B3E-74CB-05615F361C7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915C48-CE03-AADC-B2DC-A0A9F88F156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0BA36D-D7AF-6D4A-0B4F-BF9E15F4E34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7CE46C-BAB3-4A33-9766-C0F226C35B6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0F40B5-573B-4953-8C14-D0FDE4EEC7E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3131CB-CCDE-3B93-50D3-E4939DF97D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B1493F-3E7E-4F98-9044-07A171A8EA3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7E706A-9554-E490-6D7A-7299FDC911B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219767-5966-FEB9-9715-0F23591376D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332ED-C582-51E6-9EB9-73865519B84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B6752BF-E123-7751-9C47-23AE51F721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371672-CB68-EE93-7E1F-7FAD0794BD3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AD536-7B1D-F8FA-ED6F-7E5A9BFF0C6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6E0802-F54F-FE2E-E158-5FB6D6A9763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89AC52-4B9D-AB01-684F-DE16535DB30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3FA157-9E2B-BC7F-CE80-8AD28B51FB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9EDE7E-542A-8D9A-05CB-223A4246DD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AED7F1-7B13-3153-8EF8-74D08AA53F4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89ACD4-933B-D1B7-82ED-2997A6031F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3323B5-5B2B-0E14-F818-79F871ED6AC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BBBCBF-D921-B958-5B79-01A15617678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DDFAD9-A9DE-A237-4D8F-33979A4C9BE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2AD07F-573E-C493-C395-F1C3F7D54E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E4F885-6A14-B0A9-79D0-63CD9333A73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62261D-FF41-F65B-9CF0-8530CF1B16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C59F42-36FE-B0EB-F159-43E80FE2F74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1F0C5-25ED-C925-90EF-DBBD61091A8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A4E2BD-A89E-D0C8-85D0-488099FE6A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FEA525-AE8E-1588-4DAA-FF25C72F858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D7F4FC-D095-E047-C75F-D73573E9F80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C70718-74FE-DE73-8165-F0FE17BF6DF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17EE7D-1F6F-622E-0EB1-D9D8E7FCD96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A2CA04-571D-4206-1F5F-452D177CC2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74C39A-B873-D83F-30D3-07574BCD50D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A377D0-CFE0-CC44-CDE9-7026917E12C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BA41AE-C971-E26C-6206-5B1F8F777C9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A99541-488B-BA67-7E5A-61800C6B5E5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BDBD0-4813-DA26-6BDA-3551CF6FDC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44DD9-4EDA-C391-9F0D-AF4BE3C861A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43EF54-B22E-1B2B-1993-320E7291D72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A2DAA6-F8CB-6DB5-0D33-3DFFFD08D60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526CCE-F065-DAE2-57B8-3C2DB29D1F1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8681E1-B2A1-ABC4-4933-9F6B49635DF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78527E-EC5A-0536-438F-B2CC3F61617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86270F-3DFA-23F2-B523-69BD63066FE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847031-1594-6B7E-F0B5-85F3426BA7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ECFA9E-0188-AA4C-D31B-FA040FEB8AF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69BAA0C-0002-219F-94C5-79BE79AACBB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90A1966-3E5A-A31D-2CAD-6F27E22BEA9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3CBAC0-076E-5028-09CC-86CA5643796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9936B33-19CD-8D47-8DA2-2D5FB3EE13D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46CBFD-219E-D586-F6AC-A4F720FD249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84ADA5-4C8D-5194-816E-9EC198F5CDA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59C781-7FC3-60DC-B127-7E531EA3EF8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C0EEBB-8EC3-D60B-4959-59D1E05483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CCE76D-CDCC-2369-AD6C-97B4715458D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3B55FA-8FD9-6EC5-0C38-228DE8B292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4FB49E-E42B-9365-0B82-E14C95DF56D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477158C-E744-0D65-DB46-C1913E0BB56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5B50A95-7C3F-0A32-F5D0-78B0478A6D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122CFE-072F-3712-B159-B0FBFB686AE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57D579-DCA6-E677-4018-CBCEABE4C5E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E75E8-6CCA-DE3A-F079-788EE28425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85ECE-9B3B-3770-A53E-488C99D2485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258631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CB427-5C74-54EB-006A-A70BB238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A1B666-2F67-B65F-F743-F4522B021E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 in Row 1.</a:t>
            </a:r>
          </a:p>
          <a:p>
            <a:r>
              <a:rPr lang="en-US" dirty="0"/>
              <a:t>Last possible 7 in Row 3 (and Column 4, and upper center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CEDA57-D888-0622-CA6F-C98ACAF09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A52320-307E-632A-D1F3-B5775FBA4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1D51F5-95E6-99AC-8E4F-AB3D329157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6D64424-8B91-F06A-1558-D7E1CBBA13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84DF9C-E8C2-06AC-F615-87AD39A847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AD5C76-D37C-5074-B77E-4E4F709B65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415634-0E51-5679-7D54-8815D752648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0FFC6A-A496-60FF-16E9-BAE7910684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323481-7A8E-B9C0-591F-5B48DA1AF22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8EF8B1-3911-2A14-6CB7-E977DBCD3DA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398CC1-6CEE-BC93-AD3B-806B8AB96C7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1D2DEA-85A9-4A27-5C8A-7217612929F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8A14FD-CC58-5E24-6714-7326283FBD0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5B5CFD-2B48-F836-649B-4003C4D9E6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7D37AD-6FE9-82A0-B286-36B59D51C2A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7CA910-1EA9-8FF4-DDF3-641527ECEAF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F93D73-3CAE-515C-840C-52806FE2997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438B76-4FE5-6A4B-480E-D43C9CF5AF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4B95FB-9C47-058A-1600-3C7008849E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DC1378-6A9B-6DE8-7F84-CE28828A3B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8B6148-7D1F-8660-23C3-5AE2CDA2D3E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E51700-1CE9-0885-0680-25CE78DA03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1CE960-2768-A661-143D-F40125E266D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C3B72E-0976-1104-326C-E6325F788D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A2C92B-8F4B-F82C-7088-739DA725004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0068A3-076B-3903-E063-88E50101B08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A5869E-5443-B46A-6D8B-601AFDBB3D3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7A81A8-EB60-4907-84C4-F067D8C3F6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8E0FBF-C865-253D-8F68-B95A9184BB2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3FC4F7-2CE2-A056-A775-5698F72F838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E547F5-9007-F018-9478-8B01FE6586B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1C6DA8-4016-21A5-33C2-AB799ED6C80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89523F-DA62-1595-8F08-202B3FF1DB6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7C5BB7-A360-D1EB-3440-35D6DBD91A5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F45F6F-C9EE-6661-7627-B92A1FC3FB1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D7FFC5-32F7-CF08-07CD-E44AECEC42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135469-0429-367E-4F18-857B90E3CC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B7F808-4965-D314-250E-AF4C886F12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855637-E0EA-3D50-1D05-3653A696B7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9F19F1-8422-2063-4732-C07C53B53C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87F341-1D95-2C26-02B8-A7A81281635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DC70F91-D6ED-D11B-7A6E-8563FAD0323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0AF301-35AB-F718-49DB-E3C98B34B3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14B07E8-A243-FE61-05EC-4C34AFC6DD0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9083B8-7A56-91F3-8C94-D4DACB8FA66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7F3219-9E55-A851-D704-1006C9FA60D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442314-4491-B265-FB5F-DB651EC7CF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5DC1FC-B958-DA46-4B8E-23A5B5EF3D8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1E27CE-39DC-EFA5-44DF-79748732415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3D2199-89E8-5113-44DE-6696D16A452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9B0BB9-F9D0-EC46-6A7C-9D5C408E19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777751-41F1-CE15-B4D7-25E19D5E20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B08694-FE7A-1D0E-B810-FEF735BB472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319EDE-7A71-F875-E2E5-F98FCE260B2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AFB2C2-521F-2B4B-E099-A86B2A149FD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1B55AD1-98A4-6F35-7AE3-B5526D7212D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96E744-4983-A56A-2B10-E9624100ADB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21DA501-B077-814A-CAAD-A4047A02D3F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ED4F18-B25F-A074-9D19-783CA072DC1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8245599-4263-BB97-BB98-ED887238DE6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1309F3-040F-DA58-C9D1-48381FE9382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10B03E-71C1-711A-853C-E22A692BA5D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1056D1D-B8F0-4439-4B06-01D47B638A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74448F-7914-68B2-CFED-AC99661452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389A5B-C428-5BB1-E448-AC2F5D9695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9193EB-9ACB-F385-120D-012B8B06D4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67F0CE8-6758-DABD-2275-BC7A79BAC4F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31F419B-5D9E-4F96-4B81-F1654F36E0B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73BA32-7DA5-906C-A19E-D31C2F318FD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19E0D4-120F-78C8-1105-759737CC795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A831D2-171C-261D-2781-E2B34D2D46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193CC-9644-C254-A219-C98A378DCB6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2260EA-FCB6-60BC-BBEE-58C1927D42C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868088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CBFF4-317F-5293-2314-82EC28C3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2FB204-97EE-3205-1938-37EB6B4D16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F83032-579E-7E9B-AED3-915B31F48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ECBA04-ED14-A97C-9A26-DCA9CB94E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379CAC-7B72-AE75-B5A5-53B245E62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66A7A2-147C-7B7B-7C25-970B2DE68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66048D-89D8-41DE-B042-4E5AA902E4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FE00F-5570-0DB3-DAC7-6A481E29F66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107CAC-ECB4-2CC5-59B8-94A0BE9D7C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D81F85-F852-F679-EC96-91EAFF4886B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DEF47A-DD20-CCA7-72E5-92AC33F5733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10C919-0CD4-DCA3-539F-8353F7F2052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C51098-99FB-05D8-EDFB-17873A7F45E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E9B8F4-5B43-B26D-FFD6-56AA3A3E146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4F7B4C-F22F-9D60-D91C-CE9C6D636D4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64FAC-EA3B-F7E7-94C5-26424413976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436B6B-4658-53FD-B4EB-C8E27B5A438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3DB6BD-B5AB-52C2-269A-613C1A4BBB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58B3A5-9601-78F7-A0B2-88697685A3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4AC216-99E5-2D78-8B8D-5BF99B51204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3CEDE1-EF9D-2181-31AD-FFB676B4E24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3E2244-42BC-4908-A8B2-5F0EE02AAE9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1A5F35-D551-CD5C-56BC-D43E822829A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507020-78B3-1E94-D3C5-A4DB8D135D2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FEE89B-10F4-D657-C1A5-BD153869EF1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18225E-3A56-EC8D-090E-F26491373E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A6CDA9-064C-18A5-80FD-940C415FCC2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027974-3341-1FE2-B5EE-267E72EEDF7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84C58D-7A23-E675-9DB3-CC540739DBE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C4E8D9-5059-AC41-3800-1203B117BC5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8DA0E9-6F8D-52E7-75B6-A25222A9800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FA05A8-4570-B930-0A64-19BBD4722E6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12D43D-02EB-C577-5D74-E3CD6D37AB5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85ABDC-FDE0-4170-EC22-E513263A49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CAA48EA-736B-9F47-D5BC-8793856853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FCACA42-B3B1-7EDE-EE46-49638095A4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D19760-1FB5-7EA5-0F57-CA730046645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0ADCF93-20FF-26C7-001D-54DF47A8FF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C10E53-2DE1-F1C0-3E25-CB72792565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C22DBE-1704-3186-C70C-D5E9C2409C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52D1C4-ED38-4168-015D-601FB65380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6D8FB8-7E16-0C67-FD32-1F093E79214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60BD2BD-C1DD-1139-FB07-BE3407404F4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EE79F5-8EC2-AB9D-446A-F7A16AE2D59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9E6B43-B09A-8366-2629-128D61E097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B4ECCC-29A5-AFA2-B112-16B2DB7098A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618758-60D7-A999-02D5-BBB343A251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587689-7809-D603-B9A5-1861D4F59BA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CD1A47-B86B-2822-20A5-6490A267BB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2DA50E-604E-1F38-22AB-52102984BA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4AD820-AC0C-7A8D-298F-7DEEAD0643B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CC72F6-4443-308C-6027-868CCD5B663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6093C1-C76F-11A8-CBBF-BA96CB67FB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D002C6-CD50-D071-AFB3-BC59378FDB5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57472E-45BA-D295-C28A-70FAC90BEB8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B2D211-1CCC-2C87-D5BC-7F125CE26D1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722348-E348-253A-7CB4-0467515CCC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A855B3-E67F-E02C-A088-D91649A4E4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10F5665-F01D-4DA2-D005-96A814E2CE6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43C94C-AE51-BB84-AA4F-6F80606D8D0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B72053-E05F-E76E-4BBE-D7B6FC1BDF1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DB44E2-5C69-6FD7-2B26-46D41C3D6A2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2A792A-B66F-3E3B-CC74-0F1A4D61912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9AD16C-B2C8-DE98-C765-F6B681E98C3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CDDAEE-26FB-F573-D3A6-CD135EAC7D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98E0BD2-A34C-95B8-F196-F15ED5B61BD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37AFD6-34FC-7801-1286-F1BA28C6829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C76128B-2E0A-C543-833D-B1E1088DC8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1E4562-314A-83B8-AEE9-30D6E899C4A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B99A7E-9781-372C-C984-40087BC4CAE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C5A11E-3556-6B27-D2EA-59F0369D79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E77FA6-0D9E-CFCE-083E-FC100667B64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EFDD8D-4ABD-91D3-D2A8-2837E6A36B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931EF-6357-B548-8BCC-A414BE6E260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6A8E52-771D-14A5-7753-0603CE238B8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1348000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68FB-45E1-E05B-E2B0-C4EFA2F9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497F51-8288-D90F-C423-6F7F6119E0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882AA60-015D-C52E-F686-A4D475103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2D8088-7A8D-5BF2-790B-73D806ABA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29DA41-7FE9-6923-DE03-6C0117E69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A06AF0-5F5B-21D3-D5D5-BCB30CB3C2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6199CE-3670-D1B8-E90E-42383EEA8B7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3AF62-3F78-2733-F052-B9AE9897F27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BB8B72-A83D-DDDA-A97E-6097195BDF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AA855E-129E-A13B-A5C9-42663429229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AE1B96-4ECB-92F1-EEAD-C6AB1AA946D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8DA744-06DC-1D8F-D727-AD0E756EE7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3113FF-84F4-443A-0574-D3D752CCAED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B0AD71-9EE3-A3FE-61C3-888FBE4059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95E23A-2863-C0AF-161F-6CEEEF22963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43BA5-75C6-71F8-6B24-23677704FB9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BB02AA-9013-3477-D7D9-786FBDB8457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A76988-B536-8C70-B16E-885C2DE797B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AE53E6-5523-8196-EC7E-A05E504EBC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3716EC-0178-1246-837B-AF12F4EB9F2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B03F99-C4C0-B276-2A1A-E0F2EC3A46D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7633C5-EA57-241E-B6BD-290B847AA0E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A2C266-D139-EDB2-A3D6-953BE9E9E53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8FDA11-0188-4F6B-5EB6-59FAF9B5386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78D413-86B5-9F2E-077F-F4D323B182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F271D8-0366-3498-186F-B65DF3C125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4B7B1D-4312-A1F8-1C2B-BBAA19904E0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F5F0D-FE29-3284-3997-DC41455686B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2906BD-86B7-D0F7-131D-1976E1939A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F4124D-4F03-F465-3C8D-6ED663ABD07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77229-C64B-7D86-1DAF-F6D05E73B01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963A1-6439-0DF6-1E19-9990C2ED18B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EB87B6-6C0A-AAED-DC73-A72C1A216F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186EDE-F8EB-7F80-9EF8-DA24C7C0E0A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D4189E-D8C9-24B8-B404-5310C8028E2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66AAF1-5248-B10C-4BA1-950F04C181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2C3848-48F9-BE4A-748F-AAA0BA9FA8F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70532A-2BF5-F596-75EB-D67A2281AAD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D0D36D-D939-98A6-54D8-6DB90F4962F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FBE64EC-0E4C-4A66-5D89-3366428BF85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633D746-63F3-628A-929C-8DB5EBFD4BF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A12B9E-D691-40FC-960C-449D8D08AB2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D026B1-E037-5EE2-FC34-40FC94ECC83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8442BF-6F83-ACA3-1EEB-DE1951FB4A7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972202-6700-46F3-82B0-5AACD1D6EDE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E9EB12-1EA2-9F7C-2F1A-6E437B385F7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FA2F17F-AA4D-6C89-D075-4E6973D8EE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8385F4-D81F-0ABD-897E-BC4201011EC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6A0D8C-9A80-3600-05F1-2C4AF2DC719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8C507B-9815-0AE4-063B-65081169772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45742F-05A1-E35F-BB8E-117F7BDD3B3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F9FC94E-F330-9832-1DC3-2763A37D08E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3721C7-B942-9953-04A3-AC9A1E0AEE7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D8541-C26D-7545-2751-B056914103D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74A087-1075-0130-7F77-5E0126369CB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0A80EA-8EF3-3637-A747-42749EA83D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3D9C8AF-DED2-6A5F-B2DD-1A2F5AE82A3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8E6F4D-BA81-2373-7C94-F9C8053982D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DD0E23-7AF6-6F3B-19EF-0BDF799C3DC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31D89-417E-2D8C-0C11-9F4AA5CB59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A3A4C1A-22F9-AFAD-2977-0E5378AD3E9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373FC5-C695-AA0A-BF6A-01C3E632F6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075229-CBD6-3DD9-6AC5-141170C2ADF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65A66F-E78B-D7DD-846A-148A63A96B7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1EF89F1-3EB4-2734-F281-261CC899180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43D5D5-7197-69FF-2E73-71310115470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29872FA-4EA7-0DBC-60D1-E70CA0FBF9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54E1EF-99A0-97BC-3FAA-8F1F322CF40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105944-527F-3ECB-DD1E-3922C84774C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4A09D68-E653-9828-4E04-AED76D088B1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CCB3CB-7D81-7733-93D9-E10CDD26386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230B63-6B8E-68F7-C035-9F454B126BE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E3B6DD-C076-1328-D97F-AF61EA72135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F19D6-62DF-A369-B2E3-A0FCBDA230E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DABF98-9353-A7BB-A14C-55D6F10DCF6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79789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F505-6A07-CD8A-4665-27A978E61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AE38B-3AAA-0499-1028-19A1D4427E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A7BF56-1C91-7DC0-D7BD-BF69334AC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24E06A-7998-A9DD-9961-1DB7413FA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EB3347-4475-0753-4D88-446ACF198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04172C-5701-EE19-8288-497AB4532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F3B478-A9B3-7893-EC34-6DFAE797E39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ACE63A-FC9B-B907-1882-30BC0CA1E9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8B0F62-D001-4F46-8AEE-41A095D2A3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5A3BD6-968B-FD7D-94EF-C40D041241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A1C711-693D-D858-A179-F65E302C6E7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910757-BAC6-93E9-DB08-87648E0AD94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C819B7-D242-67C6-6377-A8D8344A21D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488123-84CD-EB92-C12C-CA9E693EC8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8B5972-E8E9-A89C-BA87-F266B2E3218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A7D7F9-C397-3177-EAF6-5A4AA46A03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B34BC2-3FD3-24E6-44C0-6B67FF7257B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33D5A-BCB4-9501-978E-3A7A925357C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3595D-66E0-8507-6181-6002A277C22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5D0CDC-B0BB-F43D-F0D8-ACB75DEBB44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97BBE3-050E-97CA-929A-AE167D118B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61C212-8AE6-2B1E-3E6D-4D46834AECE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D0FBB9-B6CA-5B2A-9BC9-3814E91D54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A6BA99-71D8-7D97-CA54-C546C1F12E5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E54AE6-CF29-4790-A5AD-A250AD16B3D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7909C77-01F5-ABBC-381D-923A3A23F5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9D2146-CBC8-25F2-F02E-ACC0BCF600F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A6100B-14B8-5330-DB15-5266DCD341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CACC77-B53A-B543-5553-4352E98CBB1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735DD6-C4B7-78E5-74DA-BFB9192468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248812-14DF-8DEC-EEF3-A7FA3C5BE2E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D003A0-F73C-4B84-13FD-5EA3AF2949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46A8D2-CE8A-61B0-5BA7-0833AA5C5D4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8E11F8-8D16-23CF-9587-3B127CC08C5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639D41-728D-FFDA-BB5D-28E49D141AC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8DFDD8-1A3A-49C2-80D5-E534D522ED4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C4F8CF-33B8-FA8E-6375-B80B51FE9A4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F1F71C-B8AF-A92E-B1F9-70F2A9AFEC2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637669-D52E-9472-095A-10448CC457B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68AF2BA-140E-00B2-B493-53185A27A81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4D1439-9EAA-5B88-E641-838CDDE5EBA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8CEDA1-C038-F46A-8AA7-3E480AD3A42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912571-FB86-00FB-6A84-477B1389C98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C05EA1-9CC7-A75E-6836-B03E3779323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01F741-4766-27A3-02DA-04E1E1D789A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4EBB23-1AB6-E3B0-ED7B-68AA5E47C07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C1F057-7B1B-4F9E-FA50-3978D2344C7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9C2F0D-2B4A-2EC8-AF5C-4A6740DB91D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12FD88-5321-81AF-5536-98C6C791DE2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0E488F-0A95-403C-EF96-7DDE3FD0F50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BDF00A-81BF-B978-EAAD-593609EC7AE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8A5AE4-950C-6F33-D02D-01791A0B09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DA4E46-8371-039E-1709-795474AF7BF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DAC2C8-2A64-D70A-5767-55295684A4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E620CF-DE57-3D5A-BE0E-F1F7794B129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3B8F83F-8875-9792-AB7A-6E7B38E469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22B0E0-B73B-FC64-A3A0-825DFADE4C7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A255573-6616-745A-159D-B077DEA8B71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4FF105-FC55-6A6E-25F2-0CC363868B8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36596B-F320-2326-0D26-E0A68CA3929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CDC1D2-CE58-4B29-A7D7-879A390677C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7B7063-B0B2-1512-452C-056C8D0B095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C10694-7093-F699-CAB8-17B7B64F9B9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A92DFD-B038-D172-7F33-A5CDEE2360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80B2531-3D57-D71F-987D-17D64231EA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9A28ED2-61E2-433E-6F07-82CC1E5959B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927B5F-1D24-3E38-3A8E-6E7B04B4E74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872D4CF-2117-0DC1-515A-8E5DB25B98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374ACF-30B6-782A-9B90-0B867C4A94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D85FA-B376-ABB3-2BCF-FF60944F095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570CCA-A710-C7AF-F636-05A2372A96A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3CDD76-EEE6-C88D-8DF1-A2D11622009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E20B3-395D-83C2-576F-6AF7E627A23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7C75E3-E774-D4F9-CA42-4AF45F212EF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8C9918-4A0A-9554-A4FB-B4F73B2F388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184123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1D37-0F58-4E0F-3C7B-A86D97DD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201237-3E8E-AA54-EE70-59E898DD7E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49721B6-B5B1-31DC-3359-E9273F061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BFB68D8-B9DD-8763-68B0-599C949A4E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4EB8B3-36A1-7644-DE6E-0A3D51821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340520E-A954-8BED-3342-AEEE8316A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AB8797-AC1A-4AFD-EAEF-7F0B39B985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D74D79-BD44-743C-A36E-071F2358E50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13F65-1763-DE6C-F94A-050695D3F2B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738664-9C7E-ED84-263A-E4C4810DBC2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1A9A89-8681-A6EF-55CC-C4AC071186B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1321E-8ACB-EA06-F5FB-DC967D7DC31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DCE7AA-5A37-A496-1270-92D2228E343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D0229E-0389-E201-FA0B-0A96A70ABA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B97AE-8A28-01DC-3CD3-9997AF7DF97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9C16CB-2E03-F312-89FD-D163B916516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41228D-DE6F-FD0E-D25A-A6A3A9A0F35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179629-E1A3-0093-D1F8-1113ADF76DB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3D9CC6-55B3-5168-A5F5-91710C154F0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3FF167-8D53-C84E-C19B-40E4D6A56E9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D4A8DF-8AB3-1C5E-BF79-365DC356E1A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8EB55F-7055-EAC8-40DD-A70C69C41BC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5AAB69-BF8B-6169-6A82-BB13244B535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A512E6-6E4F-CC18-15D8-D6EFAA3ED0A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49B75C-3EB6-C443-1B04-CBE40E163E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41F74C-0F83-80A9-896F-2F3A93D1802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EB05FA-DC25-FD32-E608-3CE546B4FAA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CF9DD4-8049-09B4-C560-62179BE0E1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759E8F-96F7-0BBA-4455-ED036615EA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670219-A949-5DC4-0518-EFD08707CF3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79A6B4-8DDA-8C47-80F0-F4ABD142F28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D43087-A781-BF4C-B519-E775802058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C23C56-08CC-172A-E74C-0A0833CDC00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2551EE-88E2-4187-DCEB-85B98073555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7E411D-1907-F0AA-2CB0-206E34BE9B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42ED38-F74A-DE97-3F43-1CE1EFAFFF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F5E4DD9-50D4-77D3-C288-E83377F8A5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1BEE2C-0983-11F4-53B6-8074D261A03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1549F-713D-4C71-DDFA-6783E2EFDB9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F24237-9FC6-E151-59A1-90FCECBFD2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8246E2D-7C34-4261-2D96-93BAE745B67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C6B8F7-9A1B-8105-7BD9-A19E55F3E85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19CAB9-510E-AB70-7E48-D5B500A29C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1A07B3F-8E0D-F42A-1E9F-39C012B1FA1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C98042-6ADE-4815-5726-2E846B21D7F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D6431F-02FE-7421-9513-8747752707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E3D2C5-1466-9B10-240F-33352D75161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CFE3C-4A4E-8E00-A071-427CF027B8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3AC2ED-8BF8-B7C6-2D39-FCA7315B12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2961A8-6ABA-CE68-CC9F-5AE888E81A4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E054D8-36B9-8DA7-C008-7BBDDC35EC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9CCA9C-5CF5-9FDB-EC8B-C33B2C4FF4A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AD11CE-6EFB-3D8A-BDC2-06A8007237A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9677AF-F0B0-D072-B692-95328206AC1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D780F9-8768-6152-D60C-4E71574FB2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DD34AF-A36E-9EA9-B5D7-2E0CCCA370A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275280-E6AD-7AD9-65C3-C4A31B55C0B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FFA38A-33A0-85B5-A389-773EA487975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13F65A-7D7C-A45E-EC29-CA6F98B11CC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79EA4-DC17-1202-10F6-F55A677121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C26584C-14F7-8A08-E0D2-20DFCE28F1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EA4308-995C-407C-EC18-06CE5D86D71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FBD8CF2-B50F-565C-1376-7E7B627F6F4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3E5ACE1-CA2C-D54A-0C77-0A25351FBC7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8A9AF1-C851-FD76-73E7-BAAAE4F5C7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6DB428C-826C-6C5A-FF46-B92764BB3A8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E7C47A-14FA-9CE6-0F54-1F443839CD8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6577CED-93BB-8B09-3727-D4A8F2C20A6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D2A1A0-218D-8843-6057-4EB85E4FA1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FB1AE0-E323-02C6-D760-23983E87541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DDBBD-1524-7439-5C24-70E400088E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EAE27D-0CAA-EAF5-998F-FCF05A2979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2F8E15-3366-97BF-0BA7-778581B0D04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2C7A3-DAB0-FE00-BCAC-00A1C7A7EA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D2F3C0-B9E2-1D5F-902E-A945D0644B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5617099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E1B8F-D21A-A05A-3728-78901A72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47A24A-F185-2F68-A6E3-0A9335CA4C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lower center block, 8 is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089206-6679-04E7-9827-10F4D70F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DA8065-85CF-A185-BA1E-CFEB56AB9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A1817A-A2A2-359D-6156-6442FADCD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365A88-B36F-B199-8DE3-587F0EA3C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8B43DB-35E1-5610-D6E6-A49BE21742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6BC287-6E4F-22C5-1A10-359F367A736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258A0-A633-3A30-F0C7-59FB8E27AB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BA0B50-C323-2587-C474-08141411C4F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986EE1-1C06-5DEB-8518-E39C315A180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421B1B-268A-A639-A594-EE3033E17F1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28C7AF-FEBD-5003-6959-08479ABE63A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6D85BA-1F1A-2CE9-6E25-ABA582A35A5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32A155-55B4-D1E3-7670-72C10CC9BBC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469783-6D0B-9141-9C72-BE9AF920067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47DD67-A5AF-5929-986B-E5813B6B179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D3C18-E8E5-186A-A39D-36CCA202BD9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CBBF43-3AD5-CBCF-30D5-233F353BD1B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91C350-70EB-DD9D-CA9A-DB5F1EF8F85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2F70AA-AE31-97EF-A57B-FE1A597461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F7B9D7-D2B4-465C-DB98-CCCB96985F8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8D282C-8F93-C4BC-DEFC-1F8CC95719C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4834A1-881F-8922-64B2-79B1BFE8EEA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73215F-DE21-9D94-CABC-08D19541381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B59BE4-733C-6CAC-D448-BE1391E780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2B2332-F18E-1DB3-1660-DDB0B3EB31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2352AD-2CA6-2BB1-6B08-D296FC5A91D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38BA49-71D7-3BC8-3690-1283EEA07E3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6A8415-9E16-61C2-0CFD-7B30F5DD3D4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AF8F21-077F-A3C7-746E-99A9608EC9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766116-B353-39AA-2727-1564A9FFAD1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553613-1066-2C81-00D6-B55A9AB40D1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F9CE1C-50E8-88ED-DAB0-8327728A8E2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D10859-2C76-EC3E-D218-A1BF98A78B0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99463F-E157-5548-918D-9FB96A41A32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FEEEE2-5390-966A-B28B-3D26D7E20A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B0CD08-9281-1195-2AAC-3C2F44C021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CB7DE0-5853-01F1-3751-A7D0382389C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7DD4C7-4E53-826C-4996-A9B26F7E38F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2676C4E-026C-F44C-AEB5-0FAA6F7E4AF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335394-E74B-DB27-3CC3-FF169A869E7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85E3192-3278-3EDF-279E-8AABC8E8B0A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D9726D-5FCE-2F7F-937F-95FE247C11A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D6D114-9D35-5CC6-9D9A-6F736A2C74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918EF6-4D91-0B86-008C-7B33CF0F2C1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20425A-A9E5-7175-43B4-D04BEC954C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92EC67-C277-4053-681F-5FFBB1AF6C9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11F210-D1EA-07E4-D97F-D172A3FBF3E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1DAD99-FBD7-3458-132E-E6A867A56C8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17A26D0-1844-3332-863D-9E9CC76BDBF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10C8552-D46B-E140-6033-618D8EC2538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B3D303-F631-B25B-4BEE-175FE479941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66BA26-D5B5-BAF9-B996-CCEC3E8915C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CEE6A9-6EA1-0E57-D5CE-85757E8156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9E15E6-4F63-A747-7E12-685DA098CBA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0A95D9-0E14-701C-0643-0E43D36C962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F4175F-9FCD-3067-ACE5-0245611B68F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5275D6-0634-6B28-3A7D-23369BDE125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759CA57-1832-EA2B-DA21-BE051749CA1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F142613-2984-7912-FA3A-396DFAB8B11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0DE238-ACA6-5623-CA99-46E822E6818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898E63-3C33-A787-4E66-7E3B849BBB3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C9F819D-3D3F-3C7A-6503-EFA97E37C7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C6F76DF-34E4-F811-802B-6241631DEA2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820156E-30F7-16B7-73A6-7C9D8F5E58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5A924FD-F96F-14C4-6BBE-2EC1D2C8782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09B958-E347-2B3A-C91D-6D7FC0C3A5F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9A5E22-D845-5D48-92DE-DA2A9D2AAD3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85664F-6CFD-739F-1A4B-D4DEF4AC55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2EA18-1864-267D-CBFC-9FBB3C955E4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5DB3EE-2FF3-2854-CBF5-43143F43920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29CF9-45BD-F723-921C-424014812E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90596A-20F7-701E-7F44-3535EF8BCD5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C437B7-3BCC-85D4-A9A4-41567715B0E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652273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5EACF-5F0D-3880-A514-9D3AAD105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B6FE2E-2461-CFB2-292B-C0BE44DE1E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center block, there are two possible positions for 8. This cell can’t be 7 or 9, because either would kill them both.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1DB962B-3EE0-6452-80E9-97F7F8181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489AA4-0DF4-F0F9-CCF1-8FDAA5621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5FF289-E72E-7C84-59AD-EAF75B570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A6505F-1693-0087-D1F4-E23DD078D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54742A-BAAF-6C5A-A20E-6559DAB2B23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539B9E-5C21-88B6-4814-055D0DA74C3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3F9D8E-0A1C-8256-8068-F5BE0DE2B5E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1D07D8-9795-BDCE-8AB3-3FA26F3BE7C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BA135C-D7FB-EEBA-FCEF-EE98096C6FC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650BFE-239B-7F0C-A2D2-5083CF34564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B921A6-087D-E4F9-C1CF-DCB3CB9AFA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550688-D75B-8204-705B-AFAF2F006A4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AD8E5-E1BB-3188-5921-C30483FB4BA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2576DC-D03D-3E76-F811-8EED262A6B5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3E40C0-CC46-AD93-5202-C8C97E95287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6C7CA-BB84-2B8A-EF36-0B011CE55FB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CDE764-F930-BD8F-D6D5-DA562083D48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C2D775-B10A-2CDF-4F2C-733A2D34261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9F648E-C6EA-E287-1340-698454001CF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336188-5EA9-4C9B-287B-42F138B70B1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33A2BD-6F5D-98E2-1158-681DFF0179B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1B92BC-7673-2E30-EA3E-0942D823ED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770CF4-952C-F469-815D-B1548D70975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2D193B-092D-A596-21C7-3ADB598C505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D4D4A8-912D-0468-07E3-FF486CD7166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8AE547-2CD4-C195-1253-F8702D41825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7E7862-74C2-7207-6285-1E23B9994DE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93D882-6D4D-30D1-81A9-025CC5CE11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D0E6D4-4B0D-4CB9-6096-B78A8EB69AF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9FAFE0-82F0-C866-6416-AB66AADF112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8A3161-C701-1739-23AB-9C8C3576537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C47254-C705-08AB-A804-795203FDC8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BF7CF6-8245-55E6-4D0A-CF3A4E645B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F12B73-7010-4D76-7EDA-55E59E6C004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A98EA4-A121-782B-8F41-B25A242AB31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D2BE1B-EED5-0213-2440-286501CB79A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ACE171-8DE0-7BC3-4B00-D9C8076653B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C58941-C825-06D3-508D-9E9544D57A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223F3F-95C3-FE33-A89D-23CE1FA009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53F81B-451F-7836-2415-7A209B1CFC6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93751E-1AA2-A22F-55ED-0340DDAAC67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0746B7F-18FC-3246-E267-2791776AA2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8C1A77F-165B-547B-7BB1-D5B450A3CEA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9A433A-171C-39B9-E9E9-F4EB7CD6F2E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2BC634-B3B3-75B6-B537-BB33E12CEDB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7A108C-328D-B200-DA2F-FD90999E5A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CC4A6E-8D94-5B21-8CAD-4FDD889990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1F391E-F1CF-643C-C3B6-D33694C87CE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006CD6-6372-CDB3-93A6-7820CF2A614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E173DA-C51A-7A5F-193B-6A2991EC4C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4D086C-CB12-2722-3586-36DCC2CFC02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42F780-214A-2158-9992-9533AA2F378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1548C3-D032-C2B9-033A-FEDF850DAA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52B66B-5866-A3A3-DC50-608D9BB22BB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BE1095-48FB-BCDC-C2D1-39BC241896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AAD4DE-3C98-E779-D59A-993952E7953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92C6A7D-0B3D-5EA9-93FD-2370E895661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D8C88C5-72C9-8CC1-4808-6209343FB5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BAA8A4-1C0A-2323-74F5-E55EF990D4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5471CF-CBD8-3232-B701-6D2B2CD00F3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0287CC-1C32-8B3A-3290-19F51947126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ACF2369-4F5E-8D94-DA04-3EEB876998A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013A963-A54E-8BA1-D2CF-3895F95AB18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E7BC033-F69A-D402-4EDD-C10B5E18F2C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7FE512-2C4B-4351-0C64-4B510B84CD5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685C56A-5AB9-597B-9122-18A6E5B46DA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2F004D7-3009-6ADC-3E92-14B2059232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6F02BD-A63F-7FC3-BDBE-AF57F3CEF34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5B47A-8D78-FBA2-3FFF-B879351524C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0CF7B-5F56-7606-5EB3-8036364F9B2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08EAD2-792F-519A-2BC9-00A32086AEE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FF294-6FD6-5732-324D-846BA05C986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38683F-8484-1CCB-0092-EA3250C3D5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811972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82C1-A5C4-E205-86F5-9657880BC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3F7A9D-858D-F2DE-7D61-9795C3A8BC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left block, three cells could be 1. Whichever it is, this cell can’t be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1A916C-078A-71ED-E02C-D01A69D3C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46715A-47F7-ADDD-D169-BE6FAB7F6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639424-6867-EF21-C5F8-ECB03A1D06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BC8A8B-EF78-C04B-C953-7345036084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963607-24E0-7090-8105-E005AF0430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D8DFF7-96DB-F5A0-F0DA-A03368D137F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EA75FC-C21A-D872-365A-8098E405066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25884E-E71F-752D-4061-5500F9ED6AD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1AA3F6-97AB-B6D0-3D01-73C8B482D06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FEBA1-B0D5-6FA4-9737-74891E708F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8AEDED-53A1-D615-7B09-26E3BED087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7DA6B8-D4DF-AFEE-4BB3-1DCAFEC617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95A92-B8C7-52FE-DCC4-4C21A333824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81169E-0524-AAA5-166C-22DBDBA002E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AA0998-33E7-1F60-86E6-E5EDD52923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EF812E-AD5E-CA64-947D-8B6A1BB42A6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75B0F5-F353-483A-7078-8DA8C9A5026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58D5E2-6E02-D3E6-C52F-1B9EDC3A37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8DBCDC-030F-AA76-1D79-B4499A53F9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FD17ED-C2D1-D114-2480-BC85728F73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D020BE-CEDA-4683-8DC1-53FA3916D68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350A46-13C7-826D-F791-B1CFC668C9E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FD556D-A9B6-6835-15E3-EFD9CF83166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1D3723-50CE-89F4-AFB8-D9EDCB7FC5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3208A2-BC95-6D4D-D9B2-FAB60240BCD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F51DF9-92AD-D3D9-0DE9-CAF90C14B6D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FE0215-FF41-E2FE-F341-DD39C8BB9B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F6840C-2A49-17CF-6DB0-FE58BE7AC15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A21FD8-3D1D-125E-9D67-5CCCE725EC1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807801-06C0-928F-3056-1AA8741BF7B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5B4036-4D54-C0ED-6017-1A7E058738E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772AA-0183-C8E3-7363-65EC5ED1A0B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93212B-4C49-9087-2B9A-E148D0BC72E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F0413-6DA0-E2DD-4659-143671CE702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A8F309-7D27-2BB3-2416-0046615A89F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9712C8-0DD5-2CBC-0ED2-FA350E1185F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48F4AD-7368-A1A9-1853-6A9CF37B2C0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D91466-AFC1-9894-4908-8C4CA20BD23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EEF903-137B-0602-A7AC-4649FF2A49F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78508D-84BD-BED3-FCF4-1F58DAA9664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C2BAEF-7E5A-9626-0182-63137ED598E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D0A911-E9F0-74AD-FD92-11E831D3E7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54151-4DC4-9951-F299-A0B4731B248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A29D7C-AD91-D77D-DC6F-FCE04292550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6BF1A4D-E158-D4AE-31DA-2133ADB45DC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59A6D0-24C4-3884-252C-2455161DC64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5D4C7A-92C0-6172-069F-CE50545B518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00C7C7-B8F6-E01C-3A4A-35E7F2D994F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DF73FDC-0ECE-9326-D2E6-FE49DB8195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151355-1D11-93E8-ADF0-29C086171D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95B6C3-A956-AB99-3667-290DF05EF5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5D1EDA-6656-FB3A-F9D3-F8D3AC4B63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9A48A4-FD13-A066-A009-A44E131C111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5F8618-E5EB-FB34-FE8D-379815452B1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E5810B-F3D7-A876-2AB7-CDE7EC7296C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593E11-BC7E-5831-C0A7-255F11D8F7E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6C1EC07-274C-C8AF-4273-0267E717AA5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15A3635-D02D-24AD-80FA-45A45E5A1AA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1D1077-EDF5-AB30-42CB-A0F914374FD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CC98-60C3-8A04-E3E1-665B6FAD95E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1C17BE-E53A-754B-9D37-2CC18E6CB2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07710F-2DFC-9548-F310-07F93BD5D53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B066A8C-3715-0D93-F1D4-A1140856560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4D2E87-F2E1-6D32-D9B4-323A1A72693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0E0FBB-D0EA-18CA-1622-ED344C8A1F1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3EB77-6D2C-BDA7-F05D-2B0C5CAAB0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F72041-82E8-EFCE-53EF-1A10B2BF685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B215D73-8BD0-7A6F-CF98-DBC86B5406E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CDEDD9-1EFA-F950-147B-E53AA8B4F34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572884-ACF1-8056-AFBD-2CA8EAB8974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830463-F9BE-35C8-852E-461D1D01D47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5A7D7C1-1C03-5241-9398-57BE900E105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4BF0D0-035B-1A08-A0B9-952C35CBE13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568449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1E863-0EE9-AB7C-E05E-7AD95FD90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8E5684-0326-9ED5-DE94-A4FBFEAE12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9C6E74-449B-128B-1574-6D50D5737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334262-74B6-F74D-18E2-73F0001DF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5BFBD3-E3F3-A0C1-5BFF-AE81E83E8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BCACF2-60ED-B96E-F6C8-7948B54A4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EC58AA-FB24-9E51-B9E9-5FCACAFD0E4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67C075-756B-9F6F-FB95-D5D79BF913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C70BC3-5AF9-6F61-058F-BAD1482A8D4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28FC50-CF32-704D-902A-DB486D8A926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2761CA-FAF0-EDFB-C624-8C785D048C5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4BDAEA-B34B-6CF5-2C4B-1469C426EAA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5C777D-6515-64D0-840D-51401F3B39D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DC2E30-D5ED-A285-9213-D0763C241F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5C1603-F035-4C78-2F83-0ABEEF4870F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85A1F3-93AE-6012-F65D-ADE94A60D90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0F153-E9AD-427F-6E44-8C484FB2E43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7AC26B-C72F-46F8-0A53-9690172D8F2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FA9A51-9BEC-5B96-B8F9-224D2A51743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F7A14-F499-1F2F-2932-60B27B23FD6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952B7F-7A7E-FC6B-01D4-849E8967D24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548865-6004-143D-B11B-742B905CD62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B391CC-3CEA-FA99-1005-3C505F1AADB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497E19-BB03-70F2-7CD9-980C33C6F69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CD9746-AC2E-4203-6C50-81DEB86871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6F3C70-0678-3991-0A34-AC2EEBF9ECF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12FCAA-D16C-403B-91C3-18FF19B51D9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C7AA8E-A544-177C-7721-E546A29E9B4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17A82E-C74A-8FC5-4EAF-2EFDDB74754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F96504-2EFE-7D91-A1B6-F98A1B7880F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463941-E0D6-C034-6875-00094CF5DDA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6821C3-AB77-CB53-7EA1-5124CA61FE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E416A3-4687-4CEF-E5D6-F62348D351B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F18943-6536-403B-3DB1-4297388FBF4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3B460C-067E-4DA1-3D23-C4F2D83C7B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F65B77-DABD-5158-A97B-5F93F5BCE32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AE1DF3-574C-E254-08A4-B2EB5A81253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2233E0-D65F-DFBD-94FB-F60B0941375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CAB996-650F-D374-4B18-8DF82A8018D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22C139C-5276-12A0-3488-5F07B392A4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4423AF-4803-8024-1FF8-D024F897181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9016AC-C2D2-6237-804E-CACB10B4404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398C78-3424-2502-FA01-E9E610944A5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C89B8C-835F-6A67-BDDA-BF3D18D2A0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7229A9-9327-D24B-5744-8F90981633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F5E32F-626C-DBF7-6331-11A355FD60B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A6A80F-B08F-3195-D49E-13286A086E9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5C45D8-1412-0C19-0524-6C85FD2DF4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3DC7D0-3687-96A0-3A85-EDA8E16663D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59FB5D-7D5D-0891-FECD-7CE80D2FFE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973CBB-A3ED-2132-4E4F-75CBD1A4899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40CB07-0659-ED0E-E43D-C04B7040DCE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AA6FCA-5463-566F-F83C-78201A1D76D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CEBF51-439B-5089-3CEE-7A2F0FB4A10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70159A-CE38-8CA0-B95B-CDC13B8F090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637442-510F-669D-9C02-02E24DFE2F6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5E83FB-BF6D-0C4B-8F2A-F6F8281C152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BC4A962-2C2C-B48B-F9A7-322F02CD8A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E49BEC-78F4-F8C2-CFA8-3009DE7C75E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A681776-A45E-A168-DC02-E8844C8E60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CC05D4-3B95-C6E9-A63A-33E4D37CDF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6BD104-22EA-59C3-9776-AA687ABF71B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A70DC0-1026-2149-0AB4-27745170B55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C0C5DF-1D5F-0554-3255-FFEF4D3703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4C02E6-F6A8-6A94-3606-DF39FAC0182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AE329-ED6A-C0FB-9B01-3DE5300373F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A1F7DF-B52E-3D15-9F65-C511596B18D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1C4C33-A298-2958-D0CC-4008CC32B78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DBA6E88-165F-276D-A516-6824C802C1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946EAE2-1896-1D1B-5306-2486D243BB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E59B8E7-2828-58C7-F5A5-0C992854D9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2B56299-A3C4-A72E-8316-421B8721F5F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E1FE77-E213-698D-FFFB-F7D3A14F71B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CBD6A5-E25F-0F2E-8AAF-FDA12CA27F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D64ECF-FC91-65AF-A6C6-5358DFDB15B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156649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BF198-3DA1-5FA6-6ACC-2CF90B64D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436E32-AA5C-BC91-E4CA-2E64289645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second value in the green pairs cannot be true, because it leads to two 9’s in Row 5. We must use the first values of the pairs.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FB41CF-0822-31F5-808B-678C326D0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FC648C-BD35-1A79-C97E-D116942D2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6B49EC-6FE3-9051-5B21-204E660349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DFB6C4-619B-4537-7391-D41FD5064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9C0C7B-B146-F85E-80E7-61958A684B3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44D83-86C4-7C6D-E175-94B9AD4AFF4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904184-0348-596D-1A94-45D9013AE4F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7DB60B-2546-4DE0-7B51-8B5A3E78E0F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8F2531-1C20-DB39-F11A-423C41D9D4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DB5CA6-D83B-FBAE-8F8C-800268960BB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BE9E41-972B-9D2B-AAF0-A962A2AEA44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5666EE-B73B-2418-45DD-855AD9BBAB6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63A384-868D-2637-822F-E566F6FDD8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024C25-2E0B-3DC6-0C9C-7FB4E5CAC8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69640F-7310-31C0-3245-1DDBAB399BC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B5B8A5-96A9-C8B8-335A-5B245FB922F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7E5EDA-712E-AB03-D7A3-9BA40D479AB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4C0D7E-E494-7B50-E2C5-47FBDCA251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1D575E-10BF-C730-8FF3-2204B6D6756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87927F-9451-98D8-1516-719CB3C5913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281C8C-63A7-5F28-B3C6-CD94A6A770B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1C3E29-D471-4347-6205-05BCCEEC12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218181-4DEA-5515-7700-A43125F319C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252085-6F4A-47B8-0E68-DA40389CF7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AABAAD-A065-370E-CAD4-8C2EDB38108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A5FE8C-EB8D-DA1E-8651-45212C598F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3B47A7-F020-A79E-79DB-D928EEFD290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2E708E-E6CB-9402-87B4-AE4A8226698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39C34E-5575-DA4F-67C1-D29740ECC12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326DED-F865-22EB-A0A9-86E5EE33B0D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63A7D-86BA-89C3-60DD-9C00F31A923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9E4208-A6CE-5FAE-B6C3-C758CC1712F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FC0B52-C3CD-4344-EE83-66493C5981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376587-9049-E6D2-C4B4-A0383F790CF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8B9CB7-BCB5-C35C-8AF6-4CACAE2458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0A5E3B-4793-8557-DE03-987E74B169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16B24D-834A-B9F6-FE84-287DBE0445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B6CB54-F7B8-E7A7-7B9D-D7A9B75F346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F9BA52-CD4C-56EF-47DF-A638F7851A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5E26AE-DB8B-9064-D46D-885DF690AE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4305C9-9B1B-8FB0-EBD0-459DE33EBA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C996DA-7CB8-7A50-1382-21E80AABD2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B76150-59AB-5C1A-5090-A3C5AE3EE39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66C4E37-B7EC-A27C-00CD-5D1BBC280D7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338B39-FDC2-CDBC-81E3-A737A378264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F00D7FE-93F7-1131-575C-5AE3C67F097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CC94F08-8D35-B49E-63C6-68251ADB98F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037F6F-581E-95DE-EEA5-70F5CD5BCD4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2D1B4DF-9F1B-4FBD-18DA-0E7122FBA2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CC3BF9-8B43-7450-5E6A-6833E38EDA5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7AE6D6-BC1D-F6F6-47AB-AAC5A7CF37C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7430B1-097A-8BD2-3944-D32E37C757A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CE4CFB-04C4-61C1-A8CA-E15044E7576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51F9D-AA56-9539-C41A-42A9A064369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20DC74-9642-FBFE-D04D-0847618F09A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CEB8AA-1222-0ED3-82E3-8A2F4B4DE77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45FE6B1-ED59-6C03-F3F7-2F97AD26408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95B9FA-9E72-83D5-01EB-6BC6E6D0595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630B0C4-5768-64F7-CD27-34C6CDB2C78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63E0424-01AA-BCEE-8011-3FF0E33E604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AC7694A-701C-F120-F48B-10D5DEDE1E7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431F349-A9D9-A269-336A-CCBD5A5D17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8A363A-0BEE-E9F5-6A6B-8563B6BF828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DE061F-461C-E5B0-1462-C753C142482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9DCAD-DB58-7F40-EEAB-6A10ED5E1D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C82091-73E1-DAE4-3E48-CD95D589E7D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FCC675-FCD1-5DD2-01E1-A35E4791FF2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5AEC44-113A-C89F-4F5C-C494C98642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090A5B-56CA-14BF-9638-7AA6EAC9CA3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EA4984-A8A2-22F0-8AB7-B6759D65297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E499245-EBB6-C6C4-AABB-1822FD9C58C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411D51-78DB-CB4D-1398-715DA806710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F55C90-A438-7044-4CB4-09353F47534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292991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0BAB-7CD8-9D4D-C0E9-8DC238C1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F4A12A-D56C-4A57-6411-F4E361EDA6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D19C10-8BD8-6142-113E-9D94BE980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DEEB72-B8C8-6EA7-B626-D64EACC9F6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D4380A-6CBA-0C41-7043-85956EE49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C682F6-DBBE-DE2A-D447-3AB388B0B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66D0B5-377B-A962-4F3C-E72FBCB61A0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AF423-8FBC-DD79-5E92-F67287488BC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79733-4BBF-3603-78A9-0C51EBB042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506E56-4AFB-4919-7C9E-A408142FBC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EC861D-7E9E-D16F-E035-87529C241A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BEE5F-5922-3ADB-BFD9-B521F95B1B9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70ACB9-87B7-AE66-1B50-487E033C7F9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BDAF3F-4F02-D560-4156-F781DF8A70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0997C6-2BE4-D61F-E0DA-430E453ECDC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D2004-FFB6-3136-180B-78CB0C7CA74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1669E4-FB32-5A68-13AD-D1F285D1CB2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7773E2-BE46-10A4-2F93-CFBBBD05988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D5C92C-CA65-D22F-F165-C224AC5525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E1CCC9-FA5D-17E7-362E-9D038A1D500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2372F1-E06D-4D3C-5308-446332D7C22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2D9353-14FB-303B-409E-5B56096A829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12365F-704B-81CE-B8F9-F91F023D940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8C9BF8-8FD8-732C-3138-0CA60F9E9A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DF0B6C-CC28-70E2-A9FB-9E3D37C2D59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FCD158-B7AD-8B30-C805-A4AB11F75B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6DE075-CF0C-23A9-EC6E-E20E4827280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45CDBA-FA41-3585-AF7C-B5DA50FE790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BC536D-29D7-6F68-EA30-E31BBB7CB5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6FD536-0CC4-FF43-4BA0-51FC0A458E0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EB9862-4505-63AF-3E2B-04FE0A2038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AF459C-6510-6B89-C5DF-0BB430927A6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B6DFD7-5B7E-88E1-6A5F-58849A9A485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5DB83B-7950-1504-CDB3-DD60DE69491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9274EB-461F-5F0F-10CD-F225C02B64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6F3F23-8602-3400-E294-22C200A222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0ED7AA-CFE8-165B-CF01-7E514DC1C4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4B35AA-E612-4604-ABF7-DDCF6205125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08DD05-03DB-20EF-757A-7722C643E6D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05F267-7AE0-4C33-28D5-90EAFCA5DC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4FFBB5-1619-C42E-4D7F-00BF79D076D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D544DE-41C4-1F96-C6B8-7814C74A0AA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240EB2-2355-FE00-999D-D045997D50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2A0011-3615-046B-7020-130FBF12611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914F27-A21F-32C0-724A-5A701153B16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5E6FE5-8432-A1FA-C263-9F590E3C142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1978D7-0594-A1DC-218A-05609E0631C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723C992-5F20-C412-0314-8B8AF04C7CA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89D621-5E4C-2453-1387-14E793D0EB4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5966F2-29D3-6831-BB82-C99FBF5D995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EAA7A0-BFCA-192B-36F1-FBFCEB2E7CF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2AFE4B-9E32-2EDA-4EAD-4AA1B41C1B0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F9E62D-92BC-2BD5-14D0-F40C66A5D72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D07259-824C-EE05-0103-E0EB8FCCFD0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F742D6-EB8B-8C13-8B83-E9A7269734E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7A8850-4921-36B4-2FD7-D6146E756D5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B78A5A9-4AC6-16BB-7E44-6B06AF9413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23BE32B-4351-0552-C707-51F1614CA4D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9C8C8B-90E1-EA26-D289-68A7B3285B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B182328-5385-1F5D-799B-67830D68505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8DAA304-44CB-3B9E-C7EF-1734EB8D3B7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A6F6A04-472B-DEF2-E704-B380EA54FB5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051333-C58A-1ECD-26BF-28B88B9C24F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2D838-2CE6-E733-04DC-1DCA1DF7C77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36BB9D-ED86-3E32-DC5E-01EF158CEA5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6D303B-DC07-EB19-DF5D-D67C39EE6C1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AEC46-1E00-2415-A29E-12F87D0C91D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3A297D-570A-D13C-A35F-911EB59C83B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A41DE8-0260-79FF-2743-2CBB0B2A6E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9494BC-C99C-AD29-D6B2-98B91ABE931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64129B-F4E0-C401-F4EE-9BA7E54A7D9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2C23EAB-9FD5-ABDC-2EB5-0D083EEE9F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2DEC29-4BCF-4920-FEE2-CA74C61061B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AFAE52-562B-D142-6E8D-F7DA824992F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977A4A-7537-0ABA-5E60-D9714151CA9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21070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7E7FD-A909-329D-908E-1D0AFE0E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13A2AF-2552-4644-C200-58331672EC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4F78B3-3DEE-1472-C506-9CCE0EA62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008A4E-FFBE-0165-7CE3-28145D3DD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13EF65-7253-FB22-6735-C8DFC1F372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C8AC87-65E6-C1C0-0109-FEEF5C08C4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B3C943-C87A-D941-B71C-F32916F25B8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0DEC87-2981-0985-034D-3F95330D11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4DCD3F-0FCF-231C-FE8D-F8D740C7CF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417929-323D-CB47-4481-42CA734683E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9D8186-5CDE-1A1E-9089-5B6CB33AC13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E33B98-B9B4-07D8-ED93-34D40564C75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6CB040-C86E-CDCD-DB32-2B505BC2B76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82D293-2DFE-A31C-DE3E-AC6884A9D8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38D972-54C3-2E3C-E7B5-5DA472E5089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3F8092-6D2A-7C66-6BFE-CCB664DBFEA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A84884-3B67-833A-5EA0-1982A2175C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E46CE8-F22B-96D5-8B68-B06981D0B9D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CF52AE-585C-1B95-8128-833EAD4B513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C9DD63-7A31-1147-BBF6-AA5DF2E8DB7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D8384E-841E-E8A7-314F-A3584AFB0F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B9342E-1C88-F578-D6E9-5C2A600F617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FBB333-3687-F9D3-208C-33B451EA68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336D16-28BB-AD59-D447-3D93718BDA9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15B225A-D6D3-5F32-CCF8-F6C2658D6C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6F8EF1-B2A4-A979-9609-E0281DC07D9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88528E-DF35-568D-7D7B-C083D679C15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6164BD-90C0-77B0-124A-776B3F7540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E909E4-8F60-D562-682D-16FC57DC6B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A08F2B-A515-6334-3480-18646A0430A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66568E-39FB-9BC5-50A5-19B69440950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F094FB-71C1-B50E-BFB1-03D64181B3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1EADFF7-3136-4E7D-9193-048B28B1DE0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602DD-4CEF-BC3C-34D9-A4B83B760ED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22EB81-3177-9FA0-93D9-CD71F567798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6465B4-F85F-9DE6-EC51-5E2425D946C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E790D9-F8D3-A125-817E-4CA7AD09DA2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2FAC35-128A-47FC-E9B5-1E4119F1EB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CF94CB-4568-E617-1263-8DC9B929558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205D2D-BF59-A8AD-AE0A-FFC6E04ADBF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042D07-2BF6-2ABE-DC2D-2FB50CC2863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6B6A9D6-38FE-4E13-35E3-5C76F14C98E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6AB523-80D5-8DFD-F1B1-F6DEEA445F6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7F51B9-85AC-07A2-2439-009ACD264D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5727E4E-A407-08C3-6416-BCFF3804617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1346F25-F40C-5D1D-0D23-1017AC9463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213AA9-7544-C46E-CFC9-E61333EF1D8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8EE9DD-EFCE-8C75-6516-8AF122C7D6B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3DE712-C163-E606-2B86-AAFDED3FFBE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863567-3819-8CAC-5209-53501B2316E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CBFE1-B366-638D-5EA3-5D7F63F4DE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0C241B0-4920-44B9-F5AF-600B1B7B69D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3D2D035-F546-FC25-E429-43202EFC971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E96EBF8-034E-5CB4-5520-FA03492B693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9EF0171-7113-49E9-F0E5-F6E6E395407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ECCC5A6-2C56-F664-F5BD-B28BBCCBE62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F1FC719-7E74-850C-65BD-FF1B84FC5DA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BFECDFE-0C5E-E6BA-6381-929C35A0BF3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470705-AFE1-16DB-BE17-1EE0520A19F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E07D35-7A70-A7CD-7BD9-4103A107D17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6A21E1-A92B-606B-8EEE-C333C57D97C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1F04DC3-4327-F51D-3EB4-552C10DEA4E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AB785F-3D22-C8A8-3262-2748E8113DE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E42323-0754-E33E-FF0E-48EFF7A711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2523DF-3B56-1663-5E93-AE75AA76E30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4C0178-5016-2CE6-9B37-99FB2FB645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C74FCD-7C8C-0354-3F8A-6E9367D4B5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4797333-0867-721F-A92C-2EF2ADC9E3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01373-86E1-CEC2-D333-70F5B10D3E8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926C7A-C693-710E-86D7-FCF38E2016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886456-4F48-65B8-0E35-6592EF21041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42E75C-EBB5-1A67-22E0-DD7FDFB6020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B2FDFB-03B8-718D-0E09-E106B77ACD1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9052A5-BB64-1C0A-8329-EC76A07720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EB3615-60FB-C3D4-ADB3-85F68D91B8A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3830713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0AAA1-0661-B961-8EA8-996569E32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5E8D09-84C0-50E8-F2AB-3CAA40CDF6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B66071-8A81-A5BE-91A9-600113595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5CBDD8-2BE9-26EC-8360-D6696835D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78691A-1C8D-8FE8-40C3-DC277A4C7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C43105-508B-4B96-B867-F46F825FF8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9F277F-86CB-FEBE-5A93-839A4404B6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29463D-F22D-F280-8294-FFBCF819629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88898A-4424-4164-5C05-0DA9F42F6C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808ECA-EB5F-B0D7-2E60-878E2BAD9E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40CEE-2AAB-0E17-DFB5-ED66AA5DD23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A9EEB8-A938-D871-D67B-79600AA21B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44B4A5-B646-B5BA-2B2C-5E429324DC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31FC16-69FB-25D3-593A-C6EAEB299B8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E222FF-5B6D-BDCE-F7C1-E0309295BBB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7929C3-A1CA-D688-DE00-E801C35D8E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E4897B-0AFB-7470-8828-D01E546946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D73C4C-CF4F-D40D-4898-9F6CB46822B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7AC6C4-F096-B859-2752-C46FD12A0AA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39BA67-EC93-92A2-0395-16083EF488A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0AC2DEB-D97D-B5B4-0800-72DEE1086AF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CB7B479-3671-0B95-D038-D2E0496A63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16FF9F-BD7E-9AB4-AA34-791407D6104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B7E4-3B1E-9E2D-48CC-48CA9E318A8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0DBBFA-6210-9D5B-38E4-A1F35262163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6D3416-5C93-993A-9E8F-DF0DAC583D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7D0E6B-7B3A-178B-3F89-9FD6531B50D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C019295-9146-C0FC-C01B-BEE2E919B0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0166342-99B7-90F7-819B-4F54B49C13F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81E4F3-3C78-AE19-F7BA-E5E3131169D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79B6E9-20EC-5BD2-A900-24CE3017D9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3ACED6-B5C6-7342-81EA-8BEEAA9A236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1EAE09-16C0-A6DB-1C07-C867345EDB4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F74661-FC37-54CB-AB63-D26160DB732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98D779-40FF-8184-45F1-66F191D83B5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01A8BB2-64C5-0915-9DAF-4567B75FDEE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69BC0A-7137-ED33-E410-40FBFEA22B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C30531-3E7A-D84D-C7DB-BFB5737893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F670EA-A5BC-6D99-5ED5-8C0EEAC2F16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3CA53D-68F3-82DE-8E44-AA5B3CC7E5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843944C-CD4F-B43A-4D5C-91B9C22D93A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6AC801-DB8C-C556-6CF3-F5F7BF3C779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173DD2-851D-4D47-3AF1-E67158AD79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E11E75-C698-8064-6D83-E9E606B401A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1E1FC2-C501-5112-5831-0715CEF3BA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140E81-8BA6-D714-0694-93339DC3850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504890-9FA1-C794-7A02-FE367F74AC2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1B7BBB-D279-452F-857F-7AD5B5876F9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ADA3C9-4BE4-4AF3-9E9E-BA5239ACBCA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F24B59-560B-B331-7458-DEE0E6312C9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5A8742-946B-E082-4A7B-9D22F68E91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1A7C9BD-E644-2DEB-9708-7FB5CC9EB01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B68755-8ACB-6261-6000-75EC41BACB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D227E41-C2AA-FE15-9000-4DB390CDAFD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F845B8-7BBA-F3EF-B07B-153731FC467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21DEB6-628F-A425-F9D9-461F1BC5517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82CB7FC-8984-6B6C-0BBD-B512AD4A6FA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A3F963-CB80-D7E6-28CC-066FB930BF8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F60DC0-20C8-0AC5-447C-6B4B9E26521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2722C1-77B9-B0D9-5705-E5EB57A3437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95CD80-C4CC-6442-87BE-5BF5B71D3A8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2E7DFD-C9EC-8B5C-DEAC-677D4EE56F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B68D107-662F-AD0D-5A93-404B42F2E77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2475DB-401B-F167-E105-634717F2B14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F56CCB-4908-5AF3-F3FF-39BB073F0B3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65E0B0-1044-5855-8739-7EF194BF2A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C3F444F-6DE4-C2E2-48B8-F6183F649FA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5C9082-E177-E20C-4084-63276C6A593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2C191F-E442-E337-617B-2628458F93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A425F8-6AD5-35C6-A999-BF438F39329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FB392-6393-E50F-D05F-D00D6BFBD7F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86C5BF-23E4-C423-4D28-6362FEFD6D6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9FEBD5-D456-191A-959E-4C9E68267E6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DE2DED-D24C-3246-73F3-433C0BDD306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6FDC68-81CD-68E7-F83A-82D17FB3581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22146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8231-235F-FD86-BB07-D7C60F2B8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F5DA46-0A97-A5E1-0A43-E36A1C725B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DEB707-8BE8-ACCD-3CF9-722496B56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413439-4BE9-E554-B644-9684A35718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56107A-FD95-93BC-406E-5B22866AB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9F4B519-C819-D6A1-1BC4-03BCBAC0ED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45677E-BCB9-9468-A5D2-97CA6464A2C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34A58B-89B0-F9C5-F9CE-9058F3C1BAC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40EE2-7564-65FD-DADC-FA206E90428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9AB961-8232-973C-E4AA-9F3BF4FC6EA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6467D0-F99D-9B48-B83E-EACCF76353F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457984-528C-BE0F-9392-D0B7EC36285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B26CCF-47F1-BFA3-5B43-46EFF4472E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8E038A-12F9-C772-15FE-B41005AD072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A05FE2-D275-FBDA-1718-C920E3115B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AF4A84-DEC5-9E3A-B783-60CF0D0CDFF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D5E379E-0FC1-2E1E-BD3B-A0C720DF4ED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1CF85A-586A-4AAF-5E23-C20903EF0F5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47FD7A-F0FE-8811-362D-F115B06E01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7A8C63-8A45-15EC-4BD9-9B3D4342AE1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82602E-3036-C810-F2E1-B92A73AD45D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5E0691-584B-0729-5BD2-F460D3B6AD4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2E69C6-3C23-B67E-216A-3A0E79B4E87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1CCF44-5550-775A-8AD2-DEB9D469FEA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F49FC1-824D-BF3C-B477-C4D2AC9D637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EB85BD-AB3F-4EF0-DD75-08FAD5F2F4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89A4F0-8EBC-A2DB-97BD-8D130C7C98B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B30F2C-F1F3-9BC7-B81F-F56D5726C54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C637A9-451A-DBF5-2A24-F44D453578D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B2AAC0C-D303-4DDE-DA6A-722C0AE85A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ABF91D6-6608-041F-AB30-8D12161E87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2F884E-0083-FD7E-7F02-9FA85393D29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FF1437-B283-0D0F-A3DC-28CF0878FB2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B5A62D-D5ED-0B74-AB4D-911AB0FDD92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5FED188-6A5D-7A31-1298-A2430664554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7C6320-5ED5-D549-655C-BCFA1E75AD6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39ABCA-F577-9E61-7BFD-C057249AAB9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B754040-C27D-0D9D-E5B1-1A6E397DB1D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20D858-D0B2-3DE6-3BE6-C8EAA9710D8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AF31BB2-F1D6-4096-5653-8163897FCA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6446E0-B3DD-B23A-47F0-A832E5FD94E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4596D0-24EC-0DD8-EA56-64B0CE66041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EA1995-5312-0907-5F76-47F7A2B4D71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6D60BC-7217-C15B-5418-B0E1240E83C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CED0EE7-16FD-7AE7-BBBA-B7B032ACF48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E6360C-8E94-9CDD-2B93-CFC2D6CBDA8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D6CE79D-8169-8A96-FF66-9D849A5C7EB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0BE8FFF-F05D-A09C-41B6-D2035B458A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89EA0F-BABA-2DBB-6199-CEC5FD77312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A1DB71B-48A9-DDE4-B001-523B4E3D663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FABE2-4A44-179D-DC4A-335067616B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F6EEA-122B-5F1D-9E77-497E3C18FA2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992D0BF-B66A-A7EA-DAF9-111CB6C4C6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D918D5-A548-658A-0094-D8DA92048C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11CF9A-39CC-809E-CB23-FF7CE1F014E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E7FC96-3C79-B3D2-EDA8-C07BA857D7D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7B8B3A-80ED-A50E-FE25-5F457EE2EF5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4CFA30-0B67-B8E8-4348-101588FBAA0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C6F171-C4CD-7A59-F721-B13506979A6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E35D816-EE46-F982-4FE2-8A7D991D9C5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A28DD-B50B-AC53-CA36-F4390BD459C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CC7AA7-64CD-E878-536D-72EEE1C4732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4C15E-C19D-E752-EE93-1542272EF43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FCE059-EBF5-3AB4-E75F-F0E7682AA6B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2AA339-0734-DB5D-66A6-EC7209049B9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3475E0-15D5-3CAE-8755-8287EAE0B77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D91203-EA44-B607-B1DC-E1E67AD88D5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12EB24-AFE6-5AD1-D32D-09A418C65FE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7EAD5F-538B-529E-7CF9-47AEB965AA0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BC69E8-9648-5423-9355-53FEB5393F0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E7FF03-3FA6-1BA8-EF59-BB092136799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FE30BF-737B-85F4-CBBF-246649D58AD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4E4B5D-22CA-774D-A395-D6A4C1CB93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9FD4F7-8F04-C442-3056-818DD029F8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2018BF-C7B3-65F8-8DDC-3DEBA3773C1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98080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68CAF-D65B-0AF1-86CD-227E66E5F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46C52A-345F-1433-E016-B2183ECD8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DDA5C3-457D-2717-5741-465D62542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B8BB54-C9AD-7C09-0A3D-B73DCAE09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26BC5D0-67B4-D871-C4C0-4C9687514C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B54127-09C7-C8C9-C2E2-45757EA9D1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FF205B-4CC9-93E1-255D-D8F54C0959C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688407-6475-8F70-D4A6-CFF451CEBE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4A0B3A-26DB-FF60-6AAB-FBFF2EAECB0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6226B3-AC68-9411-785C-92888F647E3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84709F-B18A-6425-4F12-38460047DF4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E0FF9C-9152-6077-8AF6-9446C92A5A9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851A7D-EE25-47AE-7470-4C66C43010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3F5221-917A-4272-5804-4A0EDCB622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04FBD6-8703-8867-F36C-FF99407EAD7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A509C0-8D9A-88C3-2E67-70B2FB10DDE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19B3B2-BA28-04D3-E120-BBB66F4C407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C2F279-0FF2-0E92-620E-D1BA701C16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DC9672-EBAB-AA06-E792-F99F0F536DC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F507F-A3ED-A5E5-8354-0B17E621C20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CB950C-F4F3-7B31-C95C-E127781351D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2F0790-637E-EF92-7E59-6AFDC898A83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A9B010-EAEA-4C4E-0804-7F3C53034E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99547E-8D4B-30AA-5CF4-5564F4C1CF5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756FC0-3F45-7959-581E-6D1536272C7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FD061-3E55-8F3E-7161-39F1E1938EA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D1694B-0932-3A06-A8F7-1028ECC7615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BDB793-66C1-FBEE-33A1-43E1A995D37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6E7DE5-D966-903D-4DAE-58B100F25C0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5137C-457B-B808-D521-5B016AE9720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4B4C55-F86F-3340-520B-BA6089F2245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B6CD5AE-B017-5498-FB9D-67C06A06DC8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7EAEA4-A20E-3968-EAA0-4CC9E4CA77F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E33F787-C156-200C-965A-542A07EC6F6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8F41199-4FE9-2D90-5FDE-ED42028CED1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5C52B8-A292-8C00-AED3-A6A4AEEC4A3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45D8C3-B0FA-39A8-AC3D-BB82A28379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40FD1B-C693-E3C8-A5AA-8F412C480B0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C928C5-3367-D9E4-0973-5A506D1B38E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DBFB61-4F5D-4440-DF41-77B45EBB8A0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0E100F-BBA8-D5A0-A47B-0D937EC1293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2279473-75D8-9872-C301-8ED6F07E266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0A67D59-AB4D-2504-6C6E-A044497A48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B12F98-C424-2D51-3269-BDC746B0B15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77B2774-2366-1E16-216A-7B5A941723E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D24DDBC-F31C-70C3-D33D-0F5625B7A2D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D380DD3-C8D2-70C1-C5F0-E3DDDEB8D6F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B7C3059-0765-BCDF-3888-850243804A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78A8F-BE5C-3191-1634-04AFDA89090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4B49AD-BA24-D731-AA69-E23A2CBDD4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ADAAF5-A387-8A3F-AF5C-06CFF7F5AB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61D53E-9486-D705-73AC-AEC4B121331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D0E8EA-B97F-7928-E0F2-42148C38059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54F96C-83DB-C804-115C-718E05E1EB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5337E4-67BC-B96A-60DF-EFAE47E61EB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45C93A-6605-A814-74E2-09FD394F647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1A9212E-B736-2D19-788D-D4F613CF427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98C6B7D-26E9-9F09-3508-1AD294DABB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23132-0B18-602C-0836-8660DD755F0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3BF73A-5766-AD85-A9F3-BFB6CF17DD3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C4DBAB-D082-514D-7AD7-C0626681F58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C63201-4282-A2B0-73A9-948933EA6DD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438591-B00E-56ED-A81A-C193E831C33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23132-1455-89D8-337C-9E41AEC16F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B9891A-BD7E-0339-B1EE-89DB776D6C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B7E2F0-1897-2CC1-0E06-86631783A64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FCAB14-0E5C-7F60-B3F7-B640725E549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F852AF-DF3D-267A-5260-CB7B8F81888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993B6-918E-1829-7663-4082CAC716D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6F387C-D94E-686F-02C3-8FBC9153BC9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FCDA88-B004-D8AA-2C80-397B2C6187B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D3DC36-58F9-AB92-337A-A193367EDFB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E40891-E9C5-D21E-650F-7E8E99C4BC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7CBF55-591D-BE76-1AD2-9F88B0FAB4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C67F1-018C-C396-D3E4-D0E2669F99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84792545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960A-2BF2-C8A0-0DF4-71EE07008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4935F8-EBDE-9D40-4A48-B82802C228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D1ADFC-9DDA-DAA4-0088-4E406DECF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1F7E0D-FDB0-3E29-5F5E-AAE4B4404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2561AB-DF0C-CA43-EB99-8CE1F7F046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AAC924-669B-894E-6859-F85C4AEED3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4C0772-7877-800A-6646-5A39A669B4C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8DC878-0B0C-6E61-7F9B-E0C0A51EBE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AB56A1-8123-75A8-7F56-860F28C18FE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6490C9-F6CF-1ED2-0A4D-D1DAC820F9F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657CC7-391D-12EB-E5DF-8B30AAAE4E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D139DE-790B-83EC-DF4E-AA1D72ED8BB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7E8891-3D77-6A4B-AF08-128D0418C74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F2225A-8EFC-D651-DF33-0BD2D1ED8AA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11570E-2DE7-B45E-1134-89886630EEA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FFE2AF-AF6F-A0CA-17B8-91CA20A6518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BAF017-7063-2DC1-EEEC-C4CD07F51E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5D276E-304B-7AE4-C84B-35C6D11B5C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BFDFB1-90BC-F03B-1839-9EA4BF285CC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D887DF-993F-0A85-8B83-D801519352F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7E9BA5-E643-ADF1-D892-519A133C262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12FDDA1-7AE8-9835-1216-AA93DB36293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BDC2C0-2C30-38A3-6D8E-66D27754968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0709D6-0F23-F200-F6FC-9F8858CCFE2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C20A7-361D-AF24-73EE-84744BD931B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A6D1E7-37E0-9E0A-6D00-FDDDE92D96A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5EC019-53F4-FA50-B8CA-ACA4BFD3776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A543C4-5D74-73A6-9205-889932D63E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ADDA26-22D6-2375-0D98-D6C2389BC29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59B318-8DA7-7026-6C51-C909575C9B9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E54A616-EE27-517C-6101-626A8DAB74F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4B34AD-AE04-D22C-D646-310E15C4B62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3B29AF-9AA7-CC08-A89A-0366FD040E5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E0FF28-E2EE-250A-6231-19D1E737B5A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F8DB94-5EB8-B663-D209-45E2F0BAE28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B00393-CEF7-4795-38CB-0B641E25CAB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3E8A5-7387-E0CB-55EE-1B32FDB8FD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1A2BC1-B093-C4DD-21DE-720AF639849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8D1934-1755-196E-C151-278BAA33D5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155623-5446-CE30-381F-324E9D1CAD8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BF3A10-667A-4FC9-7060-22F16F123F4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137E2C9-8A3E-F809-382D-D10A12D9A6B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006401E-6996-3C92-8C22-4F6E8492D58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544827-C890-DAB3-17DE-9EEFD009EA9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723D017-D73B-2FA9-9079-0FA6FD3C4BB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54DDD7-52D1-114B-6332-AA6AA6503C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A7051D-EBFC-E6A3-8879-0034C3027FF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DDE49D-4BB2-3CAC-67E5-5EEFCFED313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60583B-E782-1F72-6B74-0197930FFC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2076F1-A851-501D-1E7D-B153F816422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608626-9AC8-3CC7-1341-F3D91201927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6709F3-71F6-C58F-56CF-8E8FD6FEA8E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9AC67B-FE2F-BED3-F8EF-52E4FE97453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FF3E6A4-FAAE-1583-41E3-A6F48AB95F0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BB698C1-0F65-50A3-B193-25162484E6A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D4CBCA-3E3F-3244-9652-8A3AAC321C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FA5E09-67C2-5B3B-9D28-C3179E968AB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FE20C9-ED11-3501-4EEB-47560407880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031F02-83E0-4650-CEDF-AAEF5B37DFF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8230AC-7CD8-AFFF-6F6A-BD861EA2AD2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EFF2D5-4DF4-A513-5707-2510C7EB414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93E783-D136-5767-93F8-70EDC7B3426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0351F6-D6F1-9DEE-7BEB-FEFB2185168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F87639-A445-6044-DA48-B805C1143AD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247A95-38CA-FB60-A673-CCE506AB5CC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BC1617-80C1-C591-7557-A2A6795AEE0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598A39-2047-A204-3E2A-D6AC28BA9E9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13D177-99C1-846A-2FB3-5A531ACF6C2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2326391-367A-1FCD-D3B6-E5F9178BCA4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CE7020-D048-DB8A-DE19-BDB50FE761E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F2A90E-7C8B-04F1-3A48-4636BF3FE39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B6CD3B-A7E8-0771-FF16-141E877E805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04412F-CC17-C245-81D8-2B0EA959524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22EB30-AC42-51BD-366E-0944E05E83C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7106FB-F545-6C4F-E526-EA70D6FA1AC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66261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A592F-55CF-35ED-F3AF-EE4E7BFB2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D885D5-EE91-900F-5212-2768D50C01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24E3FB-62EB-1F36-F730-015CB3A94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E4FB31-0106-F78B-DBB3-E772ADA44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E15540D-72D6-9287-E66F-A1AD962CD5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A48252-10E1-9791-01CB-F51FCF94F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A8ADA2-7751-D211-4F54-027AA9D79E6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DAF339-E57F-5AE9-B235-5E102B8B3D1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80EAE9-406A-E3F6-4A9D-EFB824EB211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52E503-956F-C642-2838-721D7AB362F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D52A2C-E245-D70A-4E8D-68D90FC31DB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839BCA-EDA8-CAE8-A442-CC310DB940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BC2024-C2AD-603C-4701-F82147B2DB9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D3238A-D78D-9198-9509-195912B0D1E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C8ED6-E5E4-3FFA-BAF8-8F6ED2F87A5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63B48F-A8AC-2E4D-44A7-1947F23659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71C370-608B-265B-F845-71539322AD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CDAA95-CC3B-999E-3F4A-ED44806865F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F0E61C-4826-FFC3-E57A-10681FCDADD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276E66-BA84-B06C-8D01-9EE99F62A63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531AE7-B6F4-A8BB-860D-F95896BCBBB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7AE7B00-D3D2-BAB1-9D8D-1AB4D6C9BA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C07D1B-FC5C-BE05-CCCD-FFE00A7A737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35F1F7-4782-83D3-59C4-A13A527254E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7BA63D-CA99-A79F-639C-434F9B7849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7DED-AB16-45D4-C82F-F44B5D0B5DB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7A44D8-62E7-A4EF-0F3E-3B4523F85C9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E87290-88DB-EA04-1421-3E0EBA61358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236C63-6BA2-986C-DC33-B091130B89C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178C2A-E5CD-3816-F870-7016E192B6C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2EBDE15-9E02-C97F-0A17-F88DFE8898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323081-30F0-E4AF-1F20-9D327AF2977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DC28076-D5DC-C820-D2DF-9AC8DDD2896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349D3A-57ED-3E0C-9162-59D2EAA5BD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FBBB04-0C91-3AF4-CB81-F745E16574A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F43A37-2653-A585-62A4-28FCB9D0052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B7CBCC-7368-D762-A917-61B0DBAD40C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45A4DD-DD65-C77B-FF4E-10A494D8EB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80F7A-2026-A4E7-F0CB-3D7AC3E9123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AFA143-7A87-725B-2FC5-CDCA611C5FE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F028F7-96A9-B040-EE92-35F1F42247F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BFE059F-DE97-E22F-F8F1-0AA28ECE93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78E74B-363E-526E-A89E-F9656DDEBE7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C3155E-F571-2C59-17A6-8A667ED078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0347760-841D-1E08-BA14-E01FBD87EC7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E73A32-20C5-0922-895A-3920F1F2DFC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9C079E-B227-2A0E-73F7-5EA80E2C31E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AA2B17-99F5-07B4-85F9-FDD77395761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82E775-8E56-CCA8-5FA6-FD8713578D4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D70F4-B76C-5A3F-C57E-C828CFAF6B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8388F2-C233-9152-654E-8E01A54948C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C17B9F-976D-1624-0A6B-27514BF5429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721B6A-96B1-C657-09CE-3EA29EA1D61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70CA6D-63B0-299A-03B6-822AA065416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240C77-43BC-2AA9-1B9A-6142AF6AA5A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AEC12-FF1D-DAAB-D41B-DA97EE269BA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40F940-1D77-56B1-9B91-AA10D15FADB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2C5F3D-82E3-7FD4-DBAA-A444D8BEE54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0CC32B-19C1-981E-CD88-B7AC93B581F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73BA65-647D-9637-3CE6-968CDF46C45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CB5173-397E-CCB0-F1F3-AFA64AC7F1C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0329BD-DF8A-95DF-51ED-603905D8C19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951258-992A-8A99-8DED-7B0CE76D8FC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BB3AE3-C493-0784-5EF6-87CDEF6534F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CDF6B1-1DD2-8653-7A8B-38F0951C8AD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9AE831-6A09-23D7-B7F7-4492E240EFD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C97FF14-CDAB-7D28-8849-D6F0E1EA778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519F54-C517-DCF6-4743-A139EB91CDF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175C3A-1076-BFF4-7BF4-79B69378C8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9A88BA-C2E9-74D6-58F1-C520E75AA5B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DC5DDE-4A48-8BA8-F2C0-33C3ED60AE8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AE6568-B04F-C240-67EF-9A71798D0D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653629A-FDEF-C6E4-B224-B5CEF40EA01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F0D938-57E2-20F7-E9E3-554DFF4FFF2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128F96F-B405-8A0B-E4AB-BEED63860BE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146609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D7AD-B6D2-7E20-98A8-B21D8F1D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DCFF38-1678-88C5-EA96-41915136B3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AD4116-9ABD-AC89-74E4-1F0953A98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18088E0-BB28-53CD-056A-FD8A2A8F19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9039F7-B600-2E75-8B6C-5FEAF1155D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AE0741-AF53-B79B-DECA-232BC3DCBB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1AC34F-6D25-C7FD-429D-1506B0EFC4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F75DCB-B26F-B4F1-A970-21F0EAAE46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CD9934-AC68-763B-C205-53070E64C80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7384F0-9D99-5A87-62BA-DBF1087214B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196EB5-5DF0-A494-D3BF-A3CF8A74938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6B6F7A-01A0-484B-CC81-4E82E612FFD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29412EB-3E1E-2C7B-5026-251F6E2173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00279D-1F27-C0B2-F6FF-CC82533628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9C237-9AA9-E04B-476D-24C4F498B8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37B467-C385-DB54-ADF2-9E40DC61599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1CCEC25-84F3-3084-3C4A-195BCB6AE9C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F59A23-EFE3-CACD-1530-B3B7C242A5D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706777-F42B-8BD1-62CE-1710A102F8F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AA68F4-F99D-C774-DB0F-7AB23027E5C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14476-D922-8AAC-CB8B-86F83060132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C4D7E6-95B2-5B50-B571-3EF729631F0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2E1876-E75D-AC6E-5632-97BB85B9141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A74CD-C38C-9E6B-A125-FEE0043C7C8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FA5BD3-3A99-7874-0AD0-4695A86F1B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5D8AD8-8E6D-1A2B-DBB7-F8E9EA75282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DCC18-5CF9-ED33-4A0F-3ED35DA515E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6B51385-D4F8-72AE-043B-FB8FE09719D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7124E6-A607-5176-E1D8-157E6B83C74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1B6EA8F-EA12-30AE-F258-EE9BA9CB20E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0F387A-8CAF-1C3A-2D30-3E053B65A6F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BECE4-40E1-BDAE-0043-AB4E1A1D58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A00FCD-B258-4E89-588E-0D44A9CF345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5CACDD-87BC-439D-6FFC-C61835C4FC9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84A64C-E262-98C5-7527-43BBF754601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DB544-0F50-A746-F0ED-A112D7AA104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E47500-4408-1B0A-EDEE-85B06183E46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D7D0FB-0E32-DB7F-2C42-6665E0C52B8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6AE1DB-80E9-9B20-F05F-F3617AC864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F9DBBE-8279-B39D-4220-DA8664A653C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FD18B-9954-95A0-1BF0-A31BB17ABD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132640-105F-B388-3D85-68E77A6DEAC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3B47A2-7E01-B347-FB66-F55F98D3066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4F5AAC-6725-5C6D-EFD3-FB991AEEAC8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D07E46-C389-8F5C-EFE3-E48D6A7F720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CFA4E-9614-7B2A-B9BD-6127B06146A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A41B0B-9BE8-C721-18D2-BA4E7BD005D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F0E17D-9EF5-88AB-2C01-077DDB62DBF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E5B8D-F928-838C-7FDB-7435483D0F2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006CB1-F6C3-6369-57E9-929AC981789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75909F-21FC-EE46-9B46-3C440C6E7F4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3FA5C9-3E2A-0CBC-182D-0A9930D215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9899346-2BEB-2090-A938-EE079055EAF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36C824-CDE1-F16D-30CB-ECDE4FB7355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6E0D7B4-066E-E1FB-47A9-F1E2ABC911E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A49CB-624A-76C2-36AF-805F0E98FA9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855686-2017-D7D9-4E13-0EA8BAA6F46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0B5342-8B1F-DAB1-039F-369A62C7C6B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1DC5A1-C1A4-AC55-925C-85CB6423683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FCDBCE-71FB-932F-F153-38A451E6D6D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FFDA01-8C04-A8BB-1A52-5126C1DE34E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A2A6A6-4E7A-A3C4-2ABC-8920F374EA9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AAA2F4-0A10-B516-28F9-5F5AD88514A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8F9B7D-187A-BC6F-4222-248C9FFF48F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63EECA-495A-AF7E-8BFC-2E9E1D5996E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BA0677-6605-306D-9EAE-DAD07C118A6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84597F2-83C0-4CEC-6CB5-1FAE498586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10F6F1-C7E6-52E6-9799-4695614CEDE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7C4AE9A-B6B7-0E90-AA6E-40DD66E50C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E293E7-AB1D-D29B-1289-B24088872AC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9E16CB-833F-EC47-E30B-B945EF1056C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4B4636-9DF7-8633-63E0-F0B737E1B25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ADC818-04DF-8176-2308-D7A6DCFC3B0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777D6B-68EF-1BA3-FB1D-3EC7502EBC1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EBDE98-3152-C770-67B1-BEB91A5B63B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218502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3AAA0-7806-E2E0-4C4B-8BBDAEF86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EA15B-A6E0-AD8C-4FB1-8D49272AD2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4D8723-9FFF-19D8-4DD5-FC6A90606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23C3CC-F7FA-4B33-BA07-AAAB4D5F5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EDDA01-3D45-38EC-8789-C8AF02974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6D2CA7-0B92-C387-97A1-994F4BD4A5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76291F-C1F1-AD2D-86A9-66A2ED66AD3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A7279A-26DF-CF69-45C4-7275939A8A6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8C9096-CCD7-E9C3-1DCA-8591621F874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DBEDCD-669F-C661-C349-6F510C75428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F64F80-E13B-2B23-936D-EB438122EDE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DE8489-95CA-E84F-326B-A58D0A8ED2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D9F1AB-02DF-274D-7810-3E1C406673A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C62EDA-36F4-2076-35D1-24F635CF2C1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BF69C6-EB15-D1D8-F9AB-CBD045693DF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696D85-DF75-6DBB-2FC2-706EDC8D1A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12D14E-7542-83B9-A04C-DCDDBE0DF61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0F8F63-2800-745E-AD4D-0CE54C0A7A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EA2326-E3B8-403E-5055-7DA6DBD540F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86E3DC-91C2-9702-BBE8-6BF1F92D372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DD69C0-BAC7-73E2-9F16-D827B9FF06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9000778-40C2-B9A9-9995-69C12288F94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1D820D-CFCB-2C8C-C435-4F776965272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74B23C-35EF-45C5-BD87-1D3F149162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A901183-56A3-B24B-8A86-4609B1BAAF6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5B0B8D-7AB4-CD62-3B85-A50F3C64358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C166326-AB9C-FC69-6BAB-A0295F0DB92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468E3E2-94E2-E417-2A43-79DC4B69266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D8146-DC46-A1D6-4BFB-EA88653CD66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24FED8-A8FA-5BF2-964C-11D3E15361C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780F2E-C754-D130-BD51-ACB837A4D2C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802A1D-42C0-B6E0-D391-6BA4B347BD3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48F1C5-6D61-E7C6-F18D-5431690DC84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0A98CD-624B-DF91-E329-D0B3433108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3FF0C5-AAB9-69F1-9B6A-3C7DF4BE0DF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03EB3-EAC3-3624-065C-BF14D4D6303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101FD2-0275-8CAA-6292-81C235A9B2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39F8D64-0067-6968-CC39-3BFCE6153E9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2650F9-C764-24E6-5084-CE012B65B96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FC5AE9-0992-F853-606F-47715DC0859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DBE75-4D0E-6FE1-0A70-D5F6F5155E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3B84DD-E285-B737-69D3-6C1DD59C4EB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00A39-18F9-CBAE-06E4-3739F8CB84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0C2E60-DB6A-5AB6-EE5F-57B3D820E60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99104B-81FE-1894-1642-A0EF186E71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1FC443-77CF-E41F-A410-A5772CF4469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41CCCE-7777-C99C-A727-9760071874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34D79A-F777-BCEA-1ABD-97501032EC2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CF788C-6AB3-F533-A5E7-12B096889CB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11712B-1E26-7C8B-8D67-0FF745F33A6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DBF6F8-90CA-9B2E-14F0-D4E6742A320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E16F07-9B63-FA0E-D04E-2DDDD2C6E44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317BE5-52C7-9518-B9E9-5F0942AD80A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F7B7C6-D290-B210-981A-060C3C71006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324E1-68C7-9031-74B2-099A0BAC0E1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55C314-393D-8400-EFD6-06478F0B902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5AAB35-8F8A-36FC-1508-352CD6593DF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91C2EF-76DE-8620-B0AD-F7E901F4026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15661A-2013-0725-02A7-C89C50AF403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8AA3EC3-F18E-A60E-2013-FBE7D73AF9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3B57F8-F1AF-734B-53B0-D9B16902AE8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4F4DB7-D640-7057-008B-B739C01372F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D31D51-A09F-89D6-CC30-E5FAE284F87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0B31B6-708F-F2B8-9E7C-B9A4ECD3321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47F2B6-B358-0CF6-ECCC-4B97C9D8B8A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C6EBA9-91D6-E4B8-861D-3C18C7948AF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3C9C278-AF2B-6F93-ACEB-E377DC086C5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ABEB59-2704-7307-5436-6804CDEEE1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F749AA-8FFB-0BF9-72CF-61A42F26AE7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FDD43B-647D-C39E-49F9-4BAC38FA384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1A0C8A-D2F0-06A4-2162-C4525ED5C27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D17CCC-18FD-7978-87E6-425C65973C1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8A69666-86F0-7464-803A-16510A90C33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E4CD17-A430-0994-4C6A-53B3AADD064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72238D-7FED-B996-D8BC-040922C04D9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02055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11360</TotalTime>
  <Words>5550</Words>
  <Application>Microsoft Macintosh PowerPoint</Application>
  <PresentationFormat>Widescreen</PresentationFormat>
  <Paragraphs>4734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430</cp:revision>
  <cp:lastPrinted>2026-04-10T20:43:48Z</cp:lastPrinted>
  <dcterms:created xsi:type="dcterms:W3CDTF">2024-03-19T02:13:08Z</dcterms:created>
  <dcterms:modified xsi:type="dcterms:W3CDTF">2026-04-11T00:18:55Z</dcterms:modified>
</cp:coreProperties>
</file>