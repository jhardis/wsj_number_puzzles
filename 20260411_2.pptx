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5" r:id="rId14"/>
    <p:sldId id="542" r:id="rId15"/>
    <p:sldId id="544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630" r:id="rId24"/>
    <p:sldId id="631" r:id="rId25"/>
    <p:sldId id="676" r:id="rId26"/>
    <p:sldId id="675" r:id="rId27"/>
    <p:sldId id="553" r:id="rId28"/>
    <p:sldId id="554" r:id="rId29"/>
    <p:sldId id="632" r:id="rId30"/>
    <p:sldId id="556" r:id="rId31"/>
    <p:sldId id="558" r:id="rId32"/>
    <p:sldId id="588" r:id="rId33"/>
    <p:sldId id="559" r:id="rId34"/>
    <p:sldId id="560" r:id="rId35"/>
    <p:sldId id="561" r:id="rId36"/>
    <p:sldId id="562" r:id="rId37"/>
    <p:sldId id="566" r:id="rId38"/>
    <p:sldId id="567" r:id="rId39"/>
    <p:sldId id="568" r:id="rId40"/>
    <p:sldId id="598" r:id="rId41"/>
    <p:sldId id="599" r:id="rId42"/>
    <p:sldId id="600" r:id="rId43"/>
    <p:sldId id="601" r:id="rId44"/>
    <p:sldId id="569" r:id="rId45"/>
    <p:sldId id="574" r:id="rId46"/>
    <p:sldId id="576" r:id="rId47"/>
    <p:sldId id="577" r:id="rId48"/>
    <p:sldId id="634" r:id="rId49"/>
    <p:sldId id="635" r:id="rId50"/>
    <p:sldId id="636" r:id="rId51"/>
    <p:sldId id="637" r:id="rId52"/>
    <p:sldId id="638" r:id="rId53"/>
    <p:sldId id="639" r:id="rId54"/>
    <p:sldId id="659" r:id="rId55"/>
    <p:sldId id="674" r:id="rId56"/>
    <p:sldId id="660" r:id="rId57"/>
    <p:sldId id="661" r:id="rId58"/>
    <p:sldId id="662" r:id="rId59"/>
    <p:sldId id="668" r:id="rId60"/>
    <p:sldId id="67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568"/>
  </p:normalViewPr>
  <p:slideViewPr>
    <p:cSldViewPr snapToGrid="0">
      <p:cViewPr varScale="1">
        <p:scale>
          <a:sx n="113" d="100"/>
          <a:sy n="113" d="100"/>
        </p:scale>
        <p:origin x="1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EF62-FAAC-5465-91E7-4E7A9AC1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26295-6EFB-3150-BA8A-2A3E45CB1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A4D53-53AB-6574-4737-345708CDF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08F6F-B1BB-5162-4BAD-BAE43623A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52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22F64-6BD0-E5F9-B932-1217CE94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E167B-D0C9-050D-019B-7576940AD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72136-A70A-6FD0-0DB1-70ABD6438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73396-5591-40CC-C2A6-978802FDD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8516-7DEA-A797-11CB-376D58C2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FF734-92AC-2239-F7EA-18D764E28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C6351-90C6-F312-924D-B0BE7B519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3C6DA-247B-8E88-4D5B-A55D5FCF6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07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C2278-F273-C44F-EAE8-C11C6C59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5282E-AF23-6DD7-063C-D78BCFA50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8F55D-EC61-F616-137C-F2865A8C4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6AC99-FCB1-CD11-DB41-55E586450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01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FA0D4-84D9-378A-097F-5D51D0A0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15BC8-441E-499B-F2FF-3C83E5C97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D3B4E-E9CC-16CA-1889-31B7952B0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28C05-7BE0-F004-49C3-50346F82B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09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A15C8-7FD0-A69C-EEF1-85A76AEC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52EDC-CDC9-15E5-C6A2-70979CD54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3F859-6DE8-8A52-C3CD-7C600E3DD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F31B9-56B4-2FFF-A688-6FED03863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05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B234-5CA5-34BD-D771-E72A74B44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5989E-8F8E-CAAA-7C49-456FD4B26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12A41-D934-77CC-2400-09973F4FD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AFC48-15BC-8F9B-5C67-7B2120E46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17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9BE54-B655-E097-6230-F4DC73B89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4EF16-ED9B-60BB-F42C-7E4EA9CCA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0630E-29C6-950F-5F1D-BF47A6402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74ED8-F88C-1003-F54B-F53824F4C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4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D06E-9D6F-70D8-1164-045BFC04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E04FD-75BB-8996-F9BC-F1ED54D32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E2B61-6188-B48A-5EA4-B81A84D76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60FDD-5139-C751-85AA-1BF7B06C6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71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7EDC2-EA26-D9FC-33C6-04682243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D0878-4F82-47E0-EDE0-316BA4DA0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CF5AB-BC58-A4A2-BD96-8513C4109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890A5-29C3-F026-BF35-1736A7293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33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CF22-A5AC-0C0E-08B2-D8ADD47D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7F467-BE3C-0E59-6FBD-210751148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5ED1C-5D0C-9EEE-6CCC-53551C5D2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D1F7B-25EE-27E1-3125-A51640FA1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54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9C5B-B882-C80E-4FA4-825F95E8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0EE35-3EC7-6D6F-7260-EFBE23474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ADD00-D957-82A1-21A5-40A66F846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9557C-F5F0-B827-2471-F7CF0A4B6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3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7EACC-10B5-DDE0-8040-16B3425E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1D4C7-7688-D588-1E3E-3D391A9B2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802F6-A838-FDD3-8417-922158B07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2D426-38EE-8025-8CBC-605CE4686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67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216A-B0A4-1289-254B-2DEA7C786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33713-0098-017C-4F01-621A97C2C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C8355-2B81-0557-398E-9F742D3E5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1E913-A987-5D5B-1007-5F323DD3F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79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2DCB-4472-9561-E2B9-28EA75B6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041A7-4623-3816-12F7-C53B85774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745B1-D08E-9101-BB6E-F9E3915DC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40792-315B-B273-A4F0-24F2B20D1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73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474B-AD8D-8531-120E-A1A83272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DB728-8C84-ACEC-C0B4-454C059BA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3E10D-E881-DFDE-7A43-726317D23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D19B9-A6F7-28E4-DA5C-35A70CAB7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226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2114-CC7F-E57F-1B2B-24AFB8F0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E3A1A-6148-8302-6D8E-0A9DFF10A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E3A5D-3CBF-E025-0B40-E0B035A06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DE494-616B-19C7-1858-2FEB49602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743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11545-5818-82CC-25B3-0B556AE7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0E933-8487-2570-8D29-22B7F39B6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72E0B-1F7A-154B-A8CA-81935D78E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80FAC-098E-1E8B-4866-653240F8A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19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CEB4E-EBCA-5743-377B-40DDD5559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AD36A-9A3C-BF5B-B90F-8AB09C2C4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172FA-F5D3-021E-5839-C26B42DB5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E6494-B9C1-5CE5-E844-4A29A054C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58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13637-D2A4-C8CA-357F-85C1DEAD0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1A53B-9BF6-B934-6CC2-3AB99D8B3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17538-7565-E491-9285-86C8ECDAB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695D6-B16D-4D11-F0EB-090F83862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454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2034-EBC4-BBDE-F578-A8C06D0E2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580CA-3C62-D087-A405-D538CE37E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07BB9-61D7-26C5-D8C5-6E8DD7144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A6AA8-1BDD-7F8E-3C71-5182A4206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77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5749-FC4A-D5E5-A62C-A65A7DDE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AC7B7-17DC-E196-14E8-CCC74A519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14898-55B9-FB6C-C5D1-E7944EC29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739A6-C083-AE6A-EB34-E97DAAB0A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896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671A-7A04-800C-08F0-8B0C0218F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9B071-51F0-CFE0-A65C-E72978242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236F3-5946-C81C-FB1F-B79913BEA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9F5CE-6AA1-7CA0-C7B0-8525F0060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265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B10F7-903F-A7DD-1C42-0528C3EA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49B26-EB11-9D86-C971-008B215BB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0AFAD-FDCE-081D-6D60-DC355FCF4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BCB75-5F7C-9298-5002-B2A6AC43A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225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11CA-5779-0797-EA88-E61D21796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9B469-8A38-A8FC-A089-5CCD9558C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6E8A3-5EF7-D436-97E6-2BB0AFE91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1FB83-B915-7E1F-BB19-BE8F5D27F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722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1158-2E93-B105-55BA-B3A10D91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4A3F6-98A3-38C2-7EAA-983CD494A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F5CF8-0E56-855D-5297-2F95B50E5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98340-7779-C2BD-B754-37F0EE387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1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2812-EFD2-573D-2B70-BC367A8A7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80D6F-F1FD-169D-789E-6CC12595B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E0250-3E70-A585-9876-681F60E2B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E9120-3657-1AA4-EA2E-5FDE85E8D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853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D71C-3C92-6F65-4B50-7BE364FA9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118D7-2CB8-9B40-D6C6-0386F481C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FEBC1-23D3-0E40-4271-EB584453E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B7207-D2FA-7C24-D1B3-97825855D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875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37A82-FAF3-32F4-E241-F97B744F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3AB5A-834D-B89A-5495-06AFC27C5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A6149-0D49-0716-B38D-93304306A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AF9C2-D72B-9341-7F2E-7012D74C3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023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A7E1-432C-CA02-D60E-52C427098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6B2D5-9FE4-EEA0-CC71-D808DAC0B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FDC37-F40A-8DD4-032B-3344E0D81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E1B8-9D20-0835-B2CA-39808F8BF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668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CBECC-C867-20B6-AF17-D420E777E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336AF-54BA-F383-7A20-8CC84DFFB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D5C83-9BE8-7E11-F214-FBF59C445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D003B-C3CA-6460-AD90-7D7F97F5B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4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369E-1DE1-2D83-4290-2D464C53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34D9A-FE3D-1D6B-C48B-2BC6D49B2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4F2C8-27B6-A500-8137-00DF4FEBA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91676-BBAE-7FB0-BEA2-A8C6948A8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945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C75B-E692-5871-510A-4B306192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CC411-79D7-12F9-20D1-5D6E4F76D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6D08F-84DC-0AB7-2286-4A2772158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F5059-9DE6-74EE-DE0E-109C27F29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265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05237-AD21-57BD-5272-CE90A80C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0AA78-FD69-FA3C-4CE1-41F109129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3E108-520C-87F3-A3E8-A5A3E2FBB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AC9D1-12FC-958F-6128-244EA40F8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40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030A-A0F5-10D8-E6DD-292EBF45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76A15-2B71-7414-B2C3-3AF6564BB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B6927-8316-FEC4-0025-089E16E1F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AD957-B3E8-1D15-1CAC-1C040F367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137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0FE54-EAD9-D533-32D4-231E651FB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9AD5B-66FE-B361-1332-B344BD4CD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E6764-6F49-3647-0731-6FEE04C4A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60895-BF4C-0A4B-D9DB-A08133642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264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8992-5CFA-D696-F272-5F06AD422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37AC9-6577-CE0D-3502-DEC2BADF2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2B2A7-12BF-3EF0-F597-6530DD9E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457F1-E02E-C5DA-D061-17CBB0B07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138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EFE8-CAC1-4F97-0658-90419DF1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569B2-FC62-78CA-F1A4-528154B5F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6A194-FED4-A96D-591E-83C55EC2B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735B-9803-1007-DF2D-F4E5A4C96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703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6A2D5-77AC-1DBB-5536-30EA7ECA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0714C-9C04-FAC1-164F-107ED355B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C7B98-946B-22F3-29C8-6B2A86A7B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6B596-EB25-09DE-6A64-96CCBF07A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984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89F2-4595-E789-EF7D-D7B8C6C27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DBF82-E013-4FFB-DCEF-2D1BEAF89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35AC8-CE25-CCDB-3860-E6FA2229D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B7877-2DAD-3723-2D99-C18A99B40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922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504A8-2D26-CB15-E3B1-D1845A1D4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9D427-1800-DE33-FC18-BF4F26E42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45A02-CDAB-3E73-2C81-70CEA67B7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AE88D-0570-EF92-A6DF-CDC18D467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476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6D00E-8E25-A195-64AC-672A66BAB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4FE2D-7BF1-D3EE-C343-F73A12AAB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8DAAD-B5A7-DE7B-5C41-2F40ED7A1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B4F67-7E86-9077-A80C-1E0A2ED8C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574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02479-EB85-F2BB-382A-84D960C8D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09189-F624-0D37-8955-307A59204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0DC9E-04D7-EED2-FE27-2E60A4890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3B36D-51C0-9837-AB7D-3CEBD1DF5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684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80688-EEEF-9D3D-54C9-2FB27F76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33694-F025-5E04-86E2-28741AB86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AD99E-9EE6-1F8E-A4CA-63238ACFD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35C60-3758-80B6-6201-21D633EB8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8536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1E78-C192-81DE-6FDD-E66EC668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133E8-111F-19C0-25D9-6C4D5D631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EFC2F-B153-941C-68AB-E7BCC5176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C1510-7465-15E4-AC8B-D433570DA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501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A5E4F-8DA7-0033-7B35-8706B360D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86F4E-4FF6-4D3A-666A-8467AED8D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92CBC-0B92-0265-9CC2-1A35E4C06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AEAFC-4423-7C28-4F2E-6E371D5F5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01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E9579-6EE3-DAAF-0AC5-A5056602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7AC91-D5EC-6664-FDD5-F63E019AC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EA525-C800-B5C4-36C1-034FEA83E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B76A5-9F4B-0FC1-A0EE-6071787B0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461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0A1E6-A458-8C69-62CB-7798D6FC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4445F-B386-A6D0-E6DA-6B59D023C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753EA-001B-4B77-41FB-C5F1FDD2D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BAF83-B885-C9EA-9340-8CC10F68E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028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2D3C-A930-D167-6194-092CA390E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7AAC5-011E-F35F-D767-C1BA82494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7EB62-4B32-9564-4D0A-2B3554609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D015E-2F51-2E07-D404-4AC37117B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531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0357-E18F-C62F-AFA7-E23213811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86E16-643F-7F5E-EF0A-6A8FEAF5C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CD439-E152-F505-1288-345D2628C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D11D2-A260-632B-A681-31A0DCABB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567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BC05-6964-8644-AE05-1DCE1BE5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222FB-3470-834F-4F4B-B7080F938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EDE20-7B03-14AD-0100-465ADED34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1897A-E928-D1EB-1364-811B73076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5890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62AD-6FFB-E2F6-9667-E70AB341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126D6-23E0-C316-58C5-7F1C5D063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BFF9A-781F-8989-0E46-4B843AA03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0AA4B-0C44-9AA7-E912-19F4A576B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984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3529-4B73-6997-B6C2-1B4A9F7B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70F4A-4EEC-95D8-EE27-AE6AD7F8A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66287-673E-0753-A924-4E8573C41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F10A3-CEE5-753E-098A-B59E11FA3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172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127DB-3534-A364-4667-81FC1BD53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413FE-C853-8D34-C4EE-7A8F23B5A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7EB88-695E-E4B0-C7FC-EF2373E87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72CC1-7C0F-1061-32FE-2D223452B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7238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9D87F-CAEB-FD42-CE5E-4DB840A6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CB8C4-CDAB-F70E-09F8-C7845C70C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B856B-4A0D-03B5-AC13-E77E44969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7CDFB-05D2-5E60-295B-9C62F61EE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236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3E516-AF5F-7481-21D2-8E0AC2415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821BE-818A-2326-BEC8-995C090B5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9AA61-10B2-2F80-697B-38FB4AFB8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4BB73-5008-0480-DBBE-26F322103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3894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A5739-ADA5-7776-2795-F4F322DF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E290C-2522-C2EB-7A6B-43DE6E448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43ADD-1066-9E2B-E2E3-2C3117E58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0CC47-8CA7-3E19-DC92-4EBC3DE87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8058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E5ECC-7C27-5AB2-62D2-8A6DBC3D6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7F232-9525-390F-0574-83B2BFE8B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6E3DD-4BE5-D986-76B1-2D768C998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8CF31-165B-8C4E-5C1D-56F2CE4CB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825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02331-965A-CF51-37F6-0DE860B7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9B541-B460-F546-6516-6CB24FEDD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A4855-8DCB-ECC2-A623-B07011702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2750D-28BC-E160-F226-3662EF6DD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95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8CF4F-720E-6147-3CB2-9BE5BA95F3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62186"/>
            <a:ext cx="4543224" cy="513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F8A6E-91FA-8279-06AA-7FFB1B0F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C15CCB-803A-6CFC-5D21-FADA031810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5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6CF8D5-1DBA-8EE3-39DF-AB88B116B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106B1F-ACCD-7ABA-D449-6DCAD4E60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C414E9-347E-1E2B-B60B-8D0C1227F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E9139A-FB4D-ED7A-1329-39582CCC6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6126A8-315F-D3B8-49AC-505B90D8DD1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1916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9BE03-AD2A-6EF4-7451-91549301D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7619DF-95D2-9B92-FC20-4303D40AEA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blocks with at least two digits, using Sudoku rules.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22A601-785D-9AFC-AFFD-E4EC81609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FE58D4-4430-893B-211C-3550A6CB2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BC6198-C136-03C4-17EE-3A2708582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0B064F-492E-B2F8-8C16-921CCF5863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48FC9B-FF66-0145-C41C-D3B590183C0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373BB-528A-1D3B-82BE-89DC2D6941B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3F16AC-C20C-5244-55C6-609AE326290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3B996-FB32-2F05-6D74-9071311E497D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1F2D9B-2956-9411-357B-1CEF8E11A7F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D14A8C-1A28-7408-7964-85F2AE42A42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9D797-F104-74EF-854A-ABC724D5181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79DBE0-8AB2-707D-4E7D-E46053F3E276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67B55F-92ED-1877-E6EF-B3BDF62FC95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D6AAD5-DF2C-09DE-C489-189AB565390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039549-64BB-76EB-9822-EE9E4C4F68A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BB34EC-82C6-C81C-DBE0-7D1704D1CDF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773274-C006-5790-AA2E-0A93586E12B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87E479-815E-776F-164F-A7407E2F8C0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8F5AC0-0947-8149-D8BF-BBA608F4458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2F5503-0564-937A-D487-98C3121A342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E5B52-9344-728A-18D1-6F351A5D6D17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E8D4CB-BF97-3DC2-6468-43CF0287B1FF}"/>
              </a:ext>
            </a:extLst>
          </p:cNvPr>
          <p:cNvSpPr txBox="1"/>
          <p:nvPr/>
        </p:nvSpPr>
        <p:spPr>
          <a:xfrm>
            <a:off x="5147734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D31C13-999F-FA88-8C28-0EFCA5FC2603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09F826-51D1-5028-B6FD-38F85FE3E7E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FC513B-FBB0-77A3-C14E-23AC0FC8D0E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C79F83-4B10-D5D0-E335-ACEB967884C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26B89E-16E4-7EC1-8DC4-59C2A9285DC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846E2D-E1FF-E838-1B16-1C99409EC47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A23951-9027-37D1-FB71-BF1801BF55F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129D6C-6E39-C585-90D1-C434EF141FE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C7C998-4D1D-25B3-DAF7-D3200447A12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F34848-4AC2-5675-7304-563781E3D61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887BAF-1032-8291-13D9-E746A9A0B5EB}"/>
              </a:ext>
            </a:extLst>
          </p:cNvPr>
          <p:cNvSpPr txBox="1"/>
          <p:nvPr/>
        </p:nvSpPr>
        <p:spPr>
          <a:xfrm>
            <a:off x="6152446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AB0F1B-FBCB-64F4-68D1-6C6B076FBF9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4A5AC4-9CE1-DD0C-0512-F481CA1BEBED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0FD041-6BD9-48FB-1CC7-EA58E07E554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2DEDCD-A8B0-8A20-A0BA-3D84502DC511}"/>
              </a:ext>
            </a:extLst>
          </p:cNvPr>
          <p:cNvSpPr txBox="1"/>
          <p:nvPr/>
        </p:nvSpPr>
        <p:spPr>
          <a:xfrm>
            <a:off x="6152446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48B56C-63B4-0CE9-A726-3F8FFBAF219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E5114A-934B-6E35-AD41-F2578FFE156B}"/>
              </a:ext>
            </a:extLst>
          </p:cNvPr>
          <p:cNvSpPr txBox="1"/>
          <p:nvPr/>
        </p:nvSpPr>
        <p:spPr>
          <a:xfrm>
            <a:off x="7157158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</p:spTree>
    <p:extLst>
      <p:ext uri="{BB962C8B-B14F-4D97-AF65-F5344CB8AC3E}">
        <p14:creationId xmlns:p14="http://schemas.microsoft.com/office/powerpoint/2010/main" val="97771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BD87-BB8A-F378-0380-E182E7FF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46CC79-24DF-30CB-79F8-DD6893A15F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more cells that will be subject to the adjacency constraint, or which have six or fewer possibilities.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303FE1-E8BD-8883-539A-5F4047814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878C0E-6531-71A5-F1A8-C44845C8A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F527B1-BC7D-7A7C-3E73-EA018FC8A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9074EB-91B9-F0F6-838F-512B95737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350204-1E46-9F33-B734-52D18E067D2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3E05D-BED4-C7EB-CD93-82BF1C48CC7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4490E-28AA-7180-8F44-4BC9803FC72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8749B-6B05-87B0-907E-785468F9909C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DBD519-49EA-9AA0-FEE6-083B1EDD0F5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163F53-725F-A6F5-7986-482EE3599A0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5F6C1-FDC4-45EC-2490-3F41F071C8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457203-1C77-A3DA-4919-CB53FF0020B7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024DA2-AFCA-A0A4-A700-C7A3E4B4614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525C01-DA44-E46F-50F8-967CE206D0E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E6E123-ECCA-086B-4292-205D952E2E1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D5AED2-66F2-6948-69AF-305B0AC4688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83B192-E39E-35EA-99E3-AE57453A010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DDF209-9490-6EEA-34F4-45C74531149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53CC7-224B-3869-FAB7-A675F35C1FF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9B9677-4549-A3CD-BBF0-22E8C173BAB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A25DFD-4D1B-0D21-B7C4-6389A8BE6DC8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406E12-A886-BB73-6F79-BA8C0557D237}"/>
              </a:ext>
            </a:extLst>
          </p:cNvPr>
          <p:cNvSpPr txBox="1"/>
          <p:nvPr/>
        </p:nvSpPr>
        <p:spPr>
          <a:xfrm>
            <a:off x="5147734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358C5F-D9C8-AE24-9146-BA601545B58E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611026-E93B-CD50-ED56-833B5F55169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019BA6-CA70-9D9E-0B91-D94C3160392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6AD777-E324-B449-730E-ACED1792A25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872D6-BFD4-FFA0-9F8C-CA3DCB93560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F3C827-3852-9234-D8C6-50BB9B8105F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0C92CE-DC7C-9D26-D64D-6794806DA33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0A632E-5E60-E806-0B01-1900DD21E50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4BA1E1-650E-E41A-1D17-9F7D739A9FE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0D92A0-A38D-D739-C741-8653E2C09C8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A699A8-0E88-6DC5-32FB-BB48E12D466F}"/>
              </a:ext>
            </a:extLst>
          </p:cNvPr>
          <p:cNvSpPr txBox="1"/>
          <p:nvPr/>
        </p:nvSpPr>
        <p:spPr>
          <a:xfrm>
            <a:off x="6152446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90634F-5A2D-6594-9825-DFDA8048E1A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C95C7E-597F-01A9-E204-8BA141E07505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EE9341-09B0-1826-7406-0C215793479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BAB335-CC92-0696-F5DD-F6F727EC83FC}"/>
              </a:ext>
            </a:extLst>
          </p:cNvPr>
          <p:cNvSpPr txBox="1"/>
          <p:nvPr/>
        </p:nvSpPr>
        <p:spPr>
          <a:xfrm>
            <a:off x="6152446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3B0BC3-980C-2F26-4680-5C41991CED9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A250EA-7AAE-C9EF-4DCE-54DD5D60C99C}"/>
              </a:ext>
            </a:extLst>
          </p:cNvPr>
          <p:cNvSpPr txBox="1"/>
          <p:nvPr/>
        </p:nvSpPr>
        <p:spPr>
          <a:xfrm>
            <a:off x="7157158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47ED62-FE38-DFF2-8E0C-C7D7A9F57AA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A803B1-1F35-4AC7-3E2B-17AD992638FA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526DC3-2C5D-1CAE-7FB4-1705891F86F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701934-6C37-9BD0-1395-A77AC97CD29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AC93EE-17AB-7086-CC0B-F96CEBC4787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A99CD9-E0DE-C6D2-E858-8B6F4C104F98}"/>
              </a:ext>
            </a:extLst>
          </p:cNvPr>
          <p:cNvSpPr txBox="1"/>
          <p:nvPr/>
        </p:nvSpPr>
        <p:spPr>
          <a:xfrm>
            <a:off x="414302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F8F6BA-1510-DB94-C083-43376948380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1C5F7A-FB31-5C4A-E9CD-DBA2C08B697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47DA92-CBCF-ACED-0F34-C44B25C1970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2605EA-E5C9-AE1C-2CBC-A772C3D3C15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EAE7C4-069C-99B8-2BE7-B9BD7C8610B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3C3180-0718-4410-79B4-96A6DC46D15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9D988A-3E9A-D96D-04C3-6329A568075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F5CABD-94A7-652B-50B3-61750F18944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9FE511-ACE1-76E8-A329-905601FE212F}"/>
              </a:ext>
            </a:extLst>
          </p:cNvPr>
          <p:cNvSpPr txBox="1"/>
          <p:nvPr/>
        </p:nvSpPr>
        <p:spPr>
          <a:xfrm>
            <a:off x="5147734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240487-DADA-0BDB-1AE0-40DC7123EA98}"/>
              </a:ext>
            </a:extLst>
          </p:cNvPr>
          <p:cNvSpPr txBox="1"/>
          <p:nvPr/>
        </p:nvSpPr>
        <p:spPr>
          <a:xfrm>
            <a:off x="6152446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5DC4A0-F024-4613-6C48-203B7CCBA88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E5310F-A1E5-3347-2867-482C7246ABD3}"/>
              </a:ext>
            </a:extLst>
          </p:cNvPr>
          <p:cNvSpPr txBox="1"/>
          <p:nvPr/>
        </p:nvSpPr>
        <p:spPr>
          <a:xfrm>
            <a:off x="6152446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5F4F45-47A5-1B09-153D-B19B0E891B8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662BB8-35FE-1B8F-976E-DA00E504DC05}"/>
              </a:ext>
            </a:extLst>
          </p:cNvPr>
          <p:cNvSpPr txBox="1"/>
          <p:nvPr/>
        </p:nvSpPr>
        <p:spPr>
          <a:xfrm>
            <a:off x="5147734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</p:spTree>
    <p:extLst>
      <p:ext uri="{BB962C8B-B14F-4D97-AF65-F5344CB8AC3E}">
        <p14:creationId xmlns:p14="http://schemas.microsoft.com/office/powerpoint/2010/main" val="32029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8DD46-39E0-20CF-9059-5899D354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E41585-A54C-7144-291D-B65B69B171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Remove consecutive digits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B9437F-0402-E212-489D-DF6658E94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D2A093-D837-EFA7-40E1-B80113DEB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351D77-6BDA-246F-0164-990A9BAE7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30BBAD-8829-48E6-81BC-919BB2275D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9821D7-F5AB-DEB4-D29E-FB6255A1417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AC971-51D8-F1F8-4E86-47DA3C58E96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65227-D873-62C4-4B7F-B8987EF7CEC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217DA-C5D5-ECA4-2207-90789449B95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70BB05-590D-814A-B9E8-D53EECAE11E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7BAE07-90BE-DBC4-2711-975A190398A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9B203C-F83C-4311-C349-B02B3F9BB26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C9788D-7646-37F4-280C-6F3BF2C4C83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DEC1E1-A53A-5372-3272-C71A3D5A792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D2F891-11DA-53F7-1C6D-193BC7185B9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E5F2E3-EC95-8206-1960-B2F3C9BF2C2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3E4B33-7777-BEF5-A73D-74FAF84DCB4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09B95-31DF-D133-7558-2F2B8D97824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6D28BB-D815-716B-264D-DC193325B2B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68D61-31F4-09F7-7D95-9432D70039F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BB54BB-0132-9720-FCD8-96F1C444384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D9EF2F-343C-B050-1FBF-06B9F752FF26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8A0804-3146-982B-6365-A3B312E5C70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6119A0-DAF1-5882-F8E4-588A4400BAFB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E0452D-3D56-B175-D9CB-224C5C8A8DE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14247-0D0A-ADFF-0528-BCAB24BA468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0C9784-CA08-863A-79E5-66B24918C77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AE3DB3-F54A-A27B-CD29-2208361D0A5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4A8472-28E5-6820-1EE5-D213C3ED66E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5134ED-EF1C-8A14-85BE-6332E7BBA91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E1E951-D3A5-8D84-97AA-985E049BFAD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CE798C-7EA4-26FE-757A-A3303D52FA0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66A3B5-88A3-25F7-997D-1D399EF04E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2CC859-F2B3-8245-EB61-822A1385E32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496BD2-C2CB-43BC-5182-8E6057FB9FE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59C479-9C29-06EC-BBC6-782D44DAACB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D486E6-6D4B-D401-92DA-FAEBDC305C5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860F14-18B8-CBAE-CF32-232533D96E3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54D665-D09B-403E-208D-4BCA66F7EA3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38E06A-3B80-7F32-6659-0781FA7B1D8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C0C35A-92CA-B256-A8C6-A5EC6C629C9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785C1F-DB8B-4A38-84D3-D3D6BF57EA0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7EEEE5-A887-B334-356E-52DE71A35AE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C12729-A265-BCD1-8E40-16FB1C9F4B5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115C55-0EDF-277D-0364-65426B9F3E6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6C9772-2FBD-436A-6E62-6A2540F712A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F9F359-D9F4-B80C-6441-E87541FF0D9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6D6AB5-072A-A804-ED3C-F2346CFA68E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3F53E4-7CEF-C266-8E49-5D1FBD23800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5B9597-39D0-BF35-4495-CEC323DCC41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331A9A-5A48-CB42-883B-69A601EB80F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C98622-C630-0BC9-DF95-60DF06E6E12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728EE8-8693-F74A-B187-38761C89D84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B239EC-DCF6-3D7B-3FFF-1B80076EA66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E1A1AA-61F0-0BB0-61D3-D41D789368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69C20B-8FF8-7C13-B918-1C17F5504FD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0ABBB5-9C1D-AFFD-01EB-DB0A21A84BB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9DB2B4-3FBE-3227-3C3C-F5419856DE3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D94505-3326-3528-5042-9F42EF8D202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9FD36D-AA1F-C20F-AFF4-AE7263EB73A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</p:spTree>
    <p:extLst>
      <p:ext uri="{BB962C8B-B14F-4D97-AF65-F5344CB8AC3E}">
        <p14:creationId xmlns:p14="http://schemas.microsoft.com/office/powerpoint/2010/main" val="1302487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AD11-AC7D-C980-7A01-C620428F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28F6F4-81CB-B9AC-41E7-D25916D052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right center block, 6 is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A4C917-D51E-8CDA-DCD1-037DF0226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39BD9A-6A8F-A0EE-6843-FA7377ECD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C4913D-FB20-0F17-BDAD-8288B8F5C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8A6EF0-734C-90A9-2456-616E8654E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CA8173-2F35-DDEB-D979-58931A3B869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E107DA-55DB-DB36-6CB9-F27662525CF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0AFC5-61C8-F267-42D0-54BB75216A4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EC2DF-6E3F-7172-063D-1F89EC784AD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46818-7FFC-9942-4334-353E53A1372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4A08F8-247E-4A69-69FA-F7177B9512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DDF7B4-0EB1-5FFD-CAB6-80F628B2D7E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8E5E95-63DF-E8C2-40A9-CA51821EE11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345CDE-39FA-B5A8-05FA-17085902524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BFC914-1F01-B888-A9B8-363FDD55CEA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E95A14-36F3-B265-5EB4-35F091917F6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170DBD-0F20-E3A0-34D1-227EADB0CF8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BB5157-A6C2-4F5D-9CE8-BD2BEB5DB0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635BA0-D63A-B25B-25C3-D98AE042D2D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AA31D9-C2C6-51CE-9E5A-A2A0B3FDB6D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47304C-76BB-23C0-4FE2-0635012C24A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2D295C-4087-A6B6-08D7-6278F1FD1D2D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EB5D55-2B01-2B4B-6A02-0D31F393610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52DAA9-FAF5-170F-E9A6-9B35CEFE0A94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15DE41-BF70-3CBB-E800-F7A1A19BBB5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D26526-CEA8-21A2-9A41-5A56EF977C4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97BF99-63A5-D299-A151-0C75B6DF787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33F80-E29C-6119-1547-51D9456D74C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6C37E4-4B14-E0DD-9320-84D3ED8F57F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3E9CBD-24C8-8A75-84E8-37BFB914BD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2BA1A2-7F8D-2738-426D-25EEFBC02FE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516715-667E-2B7A-E0A6-121A01A9A77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C65B5D-D629-F148-DE08-3AF1A66396C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E22614-6EB0-1DD7-4064-8A54D263FB4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57757C-8095-3AB1-78D8-709924F427D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9B0BD0-2DB0-BB5F-F9BE-F007AEE4AC0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B4A45D-6711-0856-F2DE-BCCA955EC88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B71401-40BF-BE36-A5B0-51C883969C2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47F341-80EA-3290-B7C8-34185F2AEE2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82A9C3-D0C3-D4E1-C654-2F17E058963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5DC06A-C848-6A76-DA90-0AF8D5D6DF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1C5723-5C65-1C30-45E1-B328EAF287A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1C1D79-12FA-8F68-073E-DF99209B4FE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F77BB0-E4FD-FD73-DA60-8EB31CAC522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998919-9988-70BA-721D-099E7720194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9E7EE6-C58B-A0F1-D6F6-2740B4B64F8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DC17FE-75BA-ED66-ECFC-80ADF8B761A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6B4392-D398-09AE-57BD-311892808BC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BBD7AA-04DD-FC89-C3FF-DE48D19C47F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3E1783-65F1-B716-04EE-E36717B0060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9644F4-DFE8-594B-0E9B-DA3B9A38045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420497-3E8B-1362-6BD4-2CE56B06DE8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96F191-E1D9-277B-CB26-535DCBDA2DB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D01AC1-7C04-0EBF-56B7-B622E988765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2012FF-443C-5412-90DA-AFD8879ACE6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B5E59E-4873-8194-FE05-91B26A522AF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3239CE-72BC-B252-2344-7F04B9AE0C6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F32289-3844-DDF0-B0FF-8BEA53D0790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E8BB42-53F8-F6DB-6FFC-0C4128338B8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C87E17-6858-CF63-0116-C83B0EA00C5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</p:spTree>
    <p:extLst>
      <p:ext uri="{BB962C8B-B14F-4D97-AF65-F5344CB8AC3E}">
        <p14:creationId xmlns:p14="http://schemas.microsoft.com/office/powerpoint/2010/main" val="160329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677D0-4633-5DDF-722A-459BAC2C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05F44-C6A5-6D74-852B-ABEBC44684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right block, 1 is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F527A4-0990-74B2-08FF-232A895C4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A90E08-B204-90A1-914A-A01988F5F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3CDB4CB-3E02-EC88-2C03-9FAC329F3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C80AE7-E2A2-3196-EC3A-B101FFA618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36F014-CD89-EE6C-234A-1FE49861CC2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90581-AF08-A801-1F42-B60540C7F34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69E62-17A5-09D0-B251-EB0896FD309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5FC1F-7CF3-E55D-4210-1558987227C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0B8F41-BE1B-CE2C-5161-8D2FA71407C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E0603F-7A08-CC81-0698-0BB5BAAEDEE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5CAB13-1003-67E9-12CD-818FBCCC87D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5BDFF3-42A5-DAD7-96F6-60B8DC5451F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F61377-F3A3-7738-8E3F-E174DF6C392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0654AE-26DF-C901-3CA9-8A433D75FCA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3E410F-8F9E-2C48-6494-F162A72FFDD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AC3C50-106E-D38F-C9FE-EDB0957D4ED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390C02-43A9-111F-99CE-143FF05D600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31E942-4188-A21B-DA28-86D54AC480D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057853-525B-670A-6BD8-184C31FA78B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47A469-E301-ACA5-40F4-10BE4BF77FD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1DD788-6FC3-C2E9-1BA7-3C012DA635C6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65FABC-FC5E-E18A-7D7A-0FD52EFEB9A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19BD76-3040-1476-0287-A0F05BBCFE20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855803-6859-6EB5-C4C2-45A3BF07027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6507B9-5A98-34B9-A2BB-E2834030E61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2728A4-D09C-A685-735A-ABF227F4582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44C959-2EE6-0890-CCF3-570B6BABCDB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F8098E-43E9-02B1-F53C-42DD54DAF8C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A87A53-B2B9-69CD-853B-B8EFDE82043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37FF62-09F4-49C2-CBAC-E63A4031EA2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AC4538-A2A8-7DC0-7907-7717C1C9E9F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1EE8E3-3300-4673-2641-CB0FB19021B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90BA3B-2129-F169-5B59-BCFB3C891D6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112596-7651-E653-5625-7A44D7249CB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BDDA7B-FA65-5384-9D3F-A91D71A2FA9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769DB0-E184-8766-296A-1A93465AB8F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983CD6-DA5D-8BF2-5366-D42BBFCAB03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B6757B-8633-EBC5-0A79-0091C519B88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9C4033-229E-0661-DA73-9D73C026DE9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DEB158-EADF-2B94-A6D3-1C1AF2A9E96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173B35-9954-93D0-5126-D2C36952E3D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B98F9F-14A1-C5D2-DBC0-ED963FED7A8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197FEF-4C76-9585-4647-7A4E7C53AC6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DC00A8-8DB0-1A4D-CE5B-4C735A17FEC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44639E-CDB8-8FDF-F995-747F3029ACA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9764B3-F4C4-400A-1E48-9323CF11F48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F4E269-BDB9-F029-AF61-AF949EED614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C143AA-BC83-91D5-28C9-89F4BA1507D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FCD952-A253-699B-26A1-22F4780B4CF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C714FA-DAD1-7905-930B-6F2DF679877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65C9BE-F341-1127-6F2D-4134214555F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D7C59B-280B-4DB0-A2C6-D00851DE03E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ACFD5A-A34A-83A4-7677-6C2309A906A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B9F441-C04C-DF78-D1DF-86A1D8F3C0E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BB63DA-48B3-208D-F6C5-42AD15DCBF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1C741B-39F6-A507-2F40-5E7A79003F9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B9169C-D779-7AAD-2754-81A7D01A645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CF2170-0A6B-0D7F-56DC-588F0920825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6EC694-9D3C-6E67-66CD-51F6FDEA37D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30334B-5ED3-A0F0-28CF-CC05A027AB42}"/>
              </a:ext>
            </a:extLst>
          </p:cNvPr>
          <p:cNvSpPr txBox="1"/>
          <p:nvPr/>
        </p:nvSpPr>
        <p:spPr>
          <a:xfrm>
            <a:off x="7157158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B82AED-7BBF-3AB4-0FD2-1D5E343F4068}"/>
              </a:ext>
            </a:extLst>
          </p:cNvPr>
          <p:cNvSpPr txBox="1"/>
          <p:nvPr/>
        </p:nvSpPr>
        <p:spPr>
          <a:xfrm>
            <a:off x="7157158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2346789</a:t>
            </a:r>
          </a:p>
        </p:txBody>
      </p:sp>
    </p:spTree>
    <p:extLst>
      <p:ext uri="{BB962C8B-B14F-4D97-AF65-F5344CB8AC3E}">
        <p14:creationId xmlns:p14="http://schemas.microsoft.com/office/powerpoint/2010/main" val="1765744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CA480-D8EC-DF92-CAFF-022B1F8A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DA933B-8E2E-E088-0EF7-629B8BF293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right center block, 2 is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A8E309-6B4A-6222-3BDE-ED3134A84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A6FE08-1DDE-36A1-E0DC-72987CCF7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CB9C9E7-FE44-1558-1F8D-4DCFD5536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2E34744-4888-B635-2783-0EFBFCB9C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84F865-195F-4218-A890-BEADD137CA2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B3919-F653-515F-2B9D-B7BA66253D3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F7F33-4188-B957-B4B4-1DEB43AFCC8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EFA86-2468-185C-C4FC-00A5925AFD2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E2534-2BED-5623-AA1F-D1654379EE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F2E4B-B517-6E88-868A-70E5C147272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BAF8D9-B18C-DEB5-5C4F-F9646E5A41C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3CB6FF-3080-C780-0228-9F217B872EF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A8D682-D105-E68A-DB6A-B0175D5EC3E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719A89-D0F5-EBB8-70FE-3377B56DFB6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F2D397-4820-63D3-C27E-19ABC01C56F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E3FE80-138D-F706-677A-FFDB887145A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F42E5A-2904-BC1F-CF2F-47D16602CB5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EE3AAD-9089-5DC3-4FF7-AB7C16EA8EF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1056BB-A0A5-30DF-30A3-BF45B3027CB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B79425-5600-D5A3-38CE-610CC0CA34B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DDBD86-2425-A338-B746-D233228B7CB4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1AAABA-3FC6-9AC1-4BA7-7A6EE5A173B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F675A9-8251-059B-7E2E-DBC3AEA6D4FC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ADBF43-8BBB-B9A5-6183-DB03B559160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404CEF-D1D3-7A48-6C78-6C84534D1EA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835165-C6AE-059F-B2CF-682AB503B75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BE5705-981B-7004-C00E-80CAB39A99D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853A16-DA2D-A309-4F86-5EA7B5740AD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A4022E-3CAF-DBFE-F1AB-CC0F47F596F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8C8B1F-1398-8B65-B736-1EEF214E5EA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A55E6E-8374-83F4-1DB2-5747C11E184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8BBB54-AE93-EC4A-815D-16FB518EDB1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75C208-A87F-2A80-720D-FBAB8FA60B4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991EE9-8713-C501-2625-92F89BB853C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3480B2-413D-B553-3BEE-D8713DD89C3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F81BFF-B938-E925-B1DD-02579189A22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F4FEA3-ED8E-2294-6EAB-F3BDE7B1A35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E20EBC-337C-3733-2B6D-A6322B60BD0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485B9B-0691-A984-9CD3-27E2E5AC4F8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67D3B4-3B00-DC5B-FA27-A04D1144DFC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313B37-D510-FC93-EB6F-5BD7171DC34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FCDC51-4D09-CAE5-1E21-91841396DC3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3CFB6B-6078-79C3-BF42-3158A614845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6891C5-5B7A-A813-B087-4E5854FF3D2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B91F4F-9D8A-C503-64C3-7E4F099F1BD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B8BAAD-621F-910A-95B5-0506BB97EA3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F85310-2223-7C6A-9584-C47ED9E6A25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70AF6E-D4AD-33F8-46EF-2A425F043CD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5BB74A-25E7-3431-414E-184859BA2ED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38BC0A-13B0-0941-F7D0-5156FEF3414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9056F5-9279-B5F5-20B8-5B7FA3A2B46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3299C6-8C0F-CE05-C763-B7F36323EC2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17CC69-DA23-1199-1F17-5442CB8154F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1D4E57-1FDC-2A19-7702-6957DDAAA42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D10CC0-BB17-A368-7536-06CF94C4779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24BAE7-326D-5D78-781E-8AF68103DA9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A6635F-1BC3-3D57-EB72-8200D506734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8A79F8-F50E-5B4C-1B58-16DCD21ACAD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A666A1-559F-10BD-BB0B-522D3825212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20B00A-E4F3-1B9F-74DF-098FAF40701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7DB240-BCFC-C4E5-0AC6-91791FD0C7F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</p:spTree>
    <p:extLst>
      <p:ext uri="{BB962C8B-B14F-4D97-AF65-F5344CB8AC3E}">
        <p14:creationId xmlns:p14="http://schemas.microsoft.com/office/powerpoint/2010/main" val="33373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400E7-0CC9-FD80-D21B-7003C943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1EC071-3F0B-7354-3A02-7BE5D83EC6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6 is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1A6CF4-9B42-E710-CA45-7531F515F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F72C8E-AC47-BB8F-9EBB-A50705767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37DC1B-D102-8C6D-7C31-1915135FE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BD75E2-9FCF-9C49-AEC4-12DA9137D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CEC04-1D77-1852-2AEF-242CDF9F75D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6C0041-4D7E-AB8B-878B-BC64E54F9B3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8B9AD7-341E-5F11-4E00-2167D6ED38F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C8959-3583-8294-AEFF-3CF6439C639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830C57-1747-2F5C-B2E5-3F11DF8D3BF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EE853-9AD0-F3E5-65AE-DBB90D2978E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7E74DF-211F-2722-5F2D-A8A032959E1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80E3BB-2097-E899-505F-2254D2E022F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ACC4F-A9BD-BEB6-013E-F775301989C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320D0-9740-0A49-DDA2-5DB64E3DCF6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F38806-6466-F572-0653-CCAC25C6709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56FBFC-136C-BCEA-8279-1C61270E6A6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878071-D719-0564-D1AB-FF1E5A1CF6B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3B89B8-9BCE-C17F-41C8-EC25D73875A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017DFB-93D2-173F-316B-D23CC8C95BA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E09BA8-002E-3B82-CDEA-FF9630C929C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D6DDAE-5C13-8D9C-173A-2AD4A4148F1A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58774A-BEE1-A356-2D9F-0B85D904BB2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10A13B-744D-D189-8843-ACBD6DCA2F60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FA8DFC-A428-F01A-08A4-E3756062EFC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BD5275-98E0-1BB0-4BB5-A0AB7AB64A9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98705D-D234-6248-9E3B-C452018F656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8B02CC-EB22-03C5-3641-FBB7C7F4634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BE8230-CF62-54A0-C487-A19473B9871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4607B9-7FDD-EA80-6BC9-84379C16C36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0C79D6-24EC-DE7C-370A-E881B127C34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25578F-2687-21F8-BF26-DC4BEE5E8A7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5E4CFF-2E00-9D82-A3DB-238203C5918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096420-6073-D0C2-9F9C-915FC1198CD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CCD12B-126E-DE11-63BD-0CEE8AD0609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5E6E51-D831-61CF-0AAB-F29F6815438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481727-0A2A-425C-640C-78952C52A6C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5AC288-FA30-295D-D913-52039330A06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1B4666-1E7F-99AA-F585-1986BECD15A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88DCA5-8274-A7FF-5FE1-8D3BAB117E7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C60685-5275-FF03-21F1-379B3B142AF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843339-FE78-4145-C5D3-88B6AADD792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AADCAC-5C45-291A-5BA9-E6F977C72CB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2D4D36-936C-6784-0F59-937CB00A7F1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12F059-C3B5-E552-C788-1104CF26DE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84D4F5-4624-97A5-B3AA-161ADAEB8FE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B23495-AD43-B636-DB56-FF12E803F52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250D86-EED9-88DF-DCD9-9B812474105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7279B8-9EA1-8EC2-53F6-DB808A013D3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D5B75C-CF17-8966-4573-3FC36CAF95B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6B96CD-6E5C-3DFF-929D-B943F0CD048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8DFDB0-95F7-CFDC-977D-5F30DC6605D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369DBB-F56D-9551-3A15-B568C09C025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EF7AF0-9D01-DEA2-6D35-053982FEB35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6F5355-D557-E54E-83EF-6B6532422BD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DDF283-3ECC-FCE7-5CAB-E35C4C9D867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471B85-7844-DB7D-1517-E2B8D664038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04BEDA-50E2-5DA8-7F5C-17F7AF9F793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6FB02C-5047-417E-BD3E-7B75D9D0446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B70DAD-2240-F41D-9E46-49C131C1473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3B64D4-5F80-88C3-8DDD-E7819E32F9F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43B147-FABA-E6EE-ACA0-A695515209B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</p:spTree>
    <p:extLst>
      <p:ext uri="{BB962C8B-B14F-4D97-AF65-F5344CB8AC3E}">
        <p14:creationId xmlns:p14="http://schemas.microsoft.com/office/powerpoint/2010/main" val="1154698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EB518-1D8E-5BA3-CF61-4B4B5210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6E2F8C-4C15-84BA-6EBD-EAC8D376C9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left block, 7 is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A18AC8-DFE0-6183-01AB-12C448DF3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CBE2CB-03FC-2411-3C48-151AFB7DF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049AE0-FF41-4F73-F927-B20F24EB6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50699A-57AA-F43B-0751-388292D2BF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30DEA3-D1A9-41FC-D128-00197917B7A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E1DCA-EC7A-2234-8D31-F3B332E792B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607DF-109A-48A6-7C5B-D530752865F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D89D0-1C3B-0062-5837-193A3264F27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AA6CE-EB5E-62D2-971C-247C69E825C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CDBB4E-AB81-6D35-F5FD-EFAACBED045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7E93A9-3A6D-4F2D-A08D-26D4D3642AF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052128-9123-ED1A-603F-F19A0F10FB1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2053F-504A-AE04-9B5E-5B4478D70D4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8D58F1-2C92-24AE-5DCA-160C9A8598E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721A21-058B-7E1D-0376-8D28EF22DE2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4CBDDF-244E-4AD9-7633-9077B7F2077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C2704-CFB1-3C99-3415-913D44CFD46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83C206-D619-238A-5B61-0AD38F4B92E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0F716A-1BF7-DA36-2417-35AE77052AF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98E9D3-0389-AB1E-9778-8D5554DE8F7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98C56E-4C72-7435-E712-270AA1A67350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93BEA0-6D7E-1785-2893-E3BFBDBA315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310062-D4D7-6AB2-45E1-C22561D31B32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CD0ACE-67DF-D231-8F3B-F8BC8F914C0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128F11-19EB-D9DB-9B3B-36952A6A711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CFF3BC-E5BB-BA7D-EC55-7882B51C199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C0ABA3-DB5E-EADA-4BAA-DEFAB7EEDE2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23AA4E-1DE0-28CC-C5A0-570046281B3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9D5DE4-8A8E-0837-DAF0-23817127616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ADED96-A2FF-192B-6218-C96E2FB4EF8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E241D7-446C-4A6A-72A6-62EC0D7A0E8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274A79-2C7B-8D56-88B2-DE9A0868A8F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E2026B-2233-EA54-2C42-CDE1536BFA7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47B961-F74F-5666-52C4-D187E5BF53E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6DEE78-8636-C4BB-45D0-24095576A2A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BE7B91-760E-5371-4A2C-D0D128249F7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B672F-747F-22DF-316D-D5708B0768E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89BB9E-18CC-F89D-316A-C61232DF50E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BC82DD-8F09-9C3E-2EBF-B968C77A4E0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1928D7-BFF6-058F-899D-F60A10A92F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B232CA-EB95-D104-9946-776C04862D6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E8EEB8-755C-8E3E-8F6B-50252FA618E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8268A8-FD40-B68D-7BF1-59A1BE4C1C2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059AD2-DD76-3CDB-602F-A646A43DCD3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CCC105-F9D5-6D3E-2ED8-333519EBFD2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44A4FB-5DD2-EBAF-B92F-6232B99F4C0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7AC4B0-1106-974F-A466-299CB9C21CA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E7BFF9-DF43-9FFC-2C5C-C0CE772EAD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E7DC77-466F-4C7B-475B-B4098B76DE2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AD245B-291F-FB64-2936-BD7581337CD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C3FBAE-6031-DA3C-3DE8-2F809E4D994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84CD3F-3AA0-FF9A-6BB9-7E8B3C9797B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AD02D5-887F-61AB-6A7F-148C6F84F30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DBF5B2-464E-1D87-5EFE-37D13C7962B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BD216A-B9E6-3044-DE97-9D53EBBF074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9DE0C1-B76A-42AD-904B-CB7777D761E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35C94C-C8B7-2A36-CA98-C661BB4AD4A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C3DAAE-D450-F269-B0AA-47EB889AD59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08D6ED-1C53-5259-6377-39D64AD0E31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B528B4-5E31-4514-D8FA-64EEEFCF3A3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A8B0D4-150C-1A23-B264-4BB694E1B02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D83DA8-626E-A20C-A903-CD28DED3B8D1}"/>
              </a:ext>
            </a:extLst>
          </p:cNvPr>
          <p:cNvSpPr txBox="1"/>
          <p:nvPr/>
        </p:nvSpPr>
        <p:spPr>
          <a:xfrm>
            <a:off x="3138310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BC2895-C616-5584-BBE0-6F430BF4B3BB}"/>
              </a:ext>
            </a:extLst>
          </p:cNvPr>
          <p:cNvSpPr txBox="1"/>
          <p:nvPr/>
        </p:nvSpPr>
        <p:spPr>
          <a:xfrm>
            <a:off x="3138310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1245789</a:t>
            </a:r>
          </a:p>
        </p:txBody>
      </p:sp>
    </p:spTree>
    <p:extLst>
      <p:ext uri="{BB962C8B-B14F-4D97-AF65-F5344CB8AC3E}">
        <p14:creationId xmlns:p14="http://schemas.microsoft.com/office/powerpoint/2010/main" val="3421759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F86B-24FB-AAA9-E727-9AADB60F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08CF65-2F93-CFFD-E499-3B3535CB77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4 is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8F5BAA-6BAE-93D7-3C8E-7869B9473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B4319B-2563-2061-498F-4D1EA1B74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E69309-A6FC-B155-20D4-A109FD3C1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7D9E08-B8D8-4C63-8107-498B8530B6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2D9E0F-91CA-7BCC-2F61-88FE25E4509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32A86-C0F9-2806-5C33-0FBF389A8D8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36D15B-E23C-CD1A-5F8F-BDD39A2DD98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7387B7-58F5-BBF9-018D-321156702F1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1E52A5-1C2B-CDF8-5D45-595680459F4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3E280C-A45A-3318-8D03-7480C01C928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DD1EEE-72EA-DBEB-DF88-E79AF9BAE59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E48D12-A88F-7A8A-14CC-2AB591F705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CE04DD-79E7-8C46-7DF3-058E333C6DE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95A27C-13F7-693E-9D67-9E9585AB383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AB68CF-C070-A5E4-0C00-8F3B60067A1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720859-0209-665C-9829-A9C4DF1E584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70BF0C-F50F-B00C-D390-1A52401D2D2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71BCA2-7354-E13F-6786-03129A127EE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8CA34-7949-8DBC-086E-D758E6E7F67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3B1B8F-138A-E44D-F284-2D00D8C1089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EC925F-946E-B756-B185-5A389B6417E9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1D6337-847D-E315-0A1B-8B55694E46C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FC0B43-DECC-4BC1-2263-A5431A603513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BFEB82-EC34-F645-A9CD-1CCB07C1A6D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EB409F-9FB6-9969-FBC6-2C46909C42E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A17DDD-3759-6DA2-168B-E5D01464276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0BAF6C-FFDC-95D5-6891-27F99DA2719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5B8942-E196-7FD8-F185-57EE72B3D24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81C9E3-D3AC-57A3-49DE-C65C520BC88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FCBDE0-19B1-AB30-A2B6-DD57CFC488F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422CB3-29C2-360C-B820-202619A229E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7B3ADC-318D-69B8-C3DD-1C509777EE9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A54CF3-3EBD-C93F-A143-5BF3C6BA583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2F924A-CE3E-C592-F1A5-8D734CF704D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F48803-D712-4FF5-98CB-6054CA89E6C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A55C99-FA6C-5EB5-FEB3-D5B5DF1CB24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42AC1C-70A2-7DE8-DC2B-C454C9D43C0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4847E4-A9D7-A197-4BA5-30EAF3F117E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6DF052-4F9F-0F39-3849-961144B1EAC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9DB5A6-AAC6-2091-7281-442D3212489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B3AFC8-072C-D651-E5DF-6F6666086D7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B96816-A3A0-4657-B73A-EBE86164789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9D683B-E27C-60BD-6241-EC1E160F0C9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03A82-7EB3-D72F-53F9-1024DC52F2D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A4EF35-79C4-1BD4-4806-704C56294D3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C1FF7A-A6BC-77D2-A5E5-86F4A7BA112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EA9F5A-0EFA-A43B-58DF-037DF37129B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B5A4A4-1AE9-F9B5-0F6D-4A2FCDADF3C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F1DCF7-8525-DCAA-76B0-86CEFE53943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C1077D-AF90-7A58-11B4-E40FD6FD271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F5D23D-614A-F58E-EF03-08D1AD1871A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04D80C-AC45-6A8E-CD34-3F593A1E179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15E1A7-1343-4C72-7B04-137C1663BF3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56F60D-8FCE-CF79-E9D7-ADDA6FBBB54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D79837-F13F-090F-DBE7-8B5BD1E93E8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DEB7D0-58F6-96C0-BD04-923B6C6B249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CD8DAB-2BC9-5C21-0ACB-A102C16CD94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8C787C-CB6D-FD85-D0BE-70A6C313253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82D92E-501C-4E26-5A07-969CA2A6A18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2AF7DC-4CDB-65FA-482A-306B8F6E062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5E1ADF-39A3-839F-EB9E-7154A06F907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FEA66D-BE6E-A18B-2875-BF2D0CA87581}"/>
              </a:ext>
            </a:extLst>
          </p:cNvPr>
          <p:cNvSpPr txBox="1"/>
          <p:nvPr/>
        </p:nvSpPr>
        <p:spPr>
          <a:xfrm>
            <a:off x="3138310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C442C0-087F-BF3A-23C5-6C970FDC6FE8}"/>
              </a:ext>
            </a:extLst>
          </p:cNvPr>
          <p:cNvSpPr txBox="1"/>
          <p:nvPr/>
        </p:nvSpPr>
        <p:spPr>
          <a:xfrm>
            <a:off x="3138310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1245789</a:t>
            </a:r>
          </a:p>
        </p:txBody>
      </p:sp>
    </p:spTree>
    <p:extLst>
      <p:ext uri="{BB962C8B-B14F-4D97-AF65-F5344CB8AC3E}">
        <p14:creationId xmlns:p14="http://schemas.microsoft.com/office/powerpoint/2010/main" val="109040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9AE08-A9BA-FB8E-7E78-07DF3CDD7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D03E91-D3E7-42BF-4386-D404B25414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8 is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C0E3C5-0A47-A128-1CB8-B6F196E57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CDFE0B-C881-ADCB-263D-7AAB548F2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F82D03-03FD-9353-FA16-36396F901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254E425-2D53-492D-2908-369642115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CE0748-52A3-98C4-475E-5F6A36EECA6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3EAAB-0C9B-59C4-D453-9F5128ED878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D8101-F5BD-6004-1172-5FF24B88127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BA3CF2-DFFC-BC1E-2820-A0E6F15A4A1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A195A-C878-4E59-E981-81ED340B54B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C9171E-1248-2AF0-7935-889A5ABA157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D4EFD-1C4E-B466-B35C-87701B47DF7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6B61B-EB24-5CFC-B55D-75177B14037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4929BE-885B-1792-1DAB-7195D7796A3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72B6DD-ABFF-69B6-156F-CF6DEC4387C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594171-6B65-3F49-B259-BE8B37F38E6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AD6B77-ADFB-0E6F-8126-AC328B122CE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F5D43F-6794-73DC-2B70-F3BA8385C13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27039D-3641-BC06-B943-48898461AC4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10C654-A07D-AD35-2FF0-1F56AD05CFE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B32BB0-C502-7FD6-6553-E62C5B94688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E3B30-4D93-0AD4-0B8E-0686C9379183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64BBEF-8840-7B96-3DD0-1AF73FFA303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CBCE3F-8E89-F0F0-B726-45D74E84A6D6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B3262D-99C0-25B5-B6E9-C4067B3B6B4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CFEB97-635C-226A-09FE-E8BB030B617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E15178-1A8F-D9F0-C257-EF021DF0576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DE5710-0BFA-D3DA-FB45-AB288141F0E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C94DE4-F860-D303-8A25-59F512E6D18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00CD8D-865A-F570-986F-E54C8975127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A123E3-66C5-81CB-53E4-FBC9783C4E4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1BAE0C-E659-8998-3580-BAF6FEC80C6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5C57B9-BD68-4F4D-F1F7-83B768B78B6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F7579A-B868-F1D3-CF86-7BD376C5DC4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DBDEC4-653A-BC27-24F9-5A57717F751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2CDD3C-2112-063B-AE32-548F7893AFD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607900-94F0-71EE-310A-94A9EA1A716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096C32-1EEF-8D68-0208-6046F63E456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A45152-B1E1-B668-B216-2ACD9F93916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3D5F8A-3B32-69E2-86F5-A8C21070BA0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07C62A-7F67-5C00-E8A3-B72A6CDCF3B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A7C859-24E2-8E34-63CC-01B76F4F6A1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79607E-B8B0-1430-0E48-7EBA8B83357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39214F-52DE-62A9-3FF5-13223B5516F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8C55B-500B-F989-D14C-F906A28D4B9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0371DA-5957-60FF-6CE7-F694CDDFC42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10F3C4-BC2F-0EF2-4BB2-A021A83480B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67E10A-2D0B-5D2F-1DDE-3FCCB6407D3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E1275C-1C4A-6DCC-BDE9-A889B545966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A5FEE9-87EB-5D3F-244C-205D65CE503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273E03-4CE3-CE2E-A787-03BC1489301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5E4C80-36A4-59A5-202A-0F025026422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35E3A7-9DAB-7F8A-D51C-1D0A50E96E6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AE50C2-FE27-D91E-AC39-8D06DB5354C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9E2EC6-B98F-6EC3-CE92-9B1DC4BFE39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72825A-0FE5-6F97-F2B3-D4DFC08D7AA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700A54-FD1A-99DB-A59C-C0B7F46E939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78A26B-D6A9-9D8C-4203-89F7AFDA642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8197BF-5BDB-A463-6279-23793014863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4D555B-5989-4B80-0853-E226944B7E6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9C2B56-B0C2-7B51-8C7A-590BD806E37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3D0A82-473F-7F63-3B23-4DE4C4DFCD0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18E4FD-6FD9-A415-914B-43B8B85CD7C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AB6C85-DD0D-7DF0-FA0F-5233BAE62EA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</p:spTree>
    <p:extLst>
      <p:ext uri="{BB962C8B-B14F-4D97-AF65-F5344CB8AC3E}">
        <p14:creationId xmlns:p14="http://schemas.microsoft.com/office/powerpoint/2010/main" val="280160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A65D7-9FA7-B0C6-4959-410468B5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A6D14-9BD3-C0BC-1BA9-6D726C4BF3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Cells adjacent to a 123 cell can not be a 2, because the adjacency rule would knock out all three possibilities.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683829-AD4D-AA8E-8724-037EFF74A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3BE1BE-ACD5-25C7-DDDF-9B3F34377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D8071E-01AE-4E0A-C72C-3F7E4AEA2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7D9C01-A59D-56F4-2288-429578CD2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94D262-4D75-868F-3AB8-7EB559978A2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9DD02-375C-14E5-F1DA-36582225779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65AA0-0A42-3EFE-F6BD-BDA2DA0412F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38561C-0833-0A0F-CE67-414753132F9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9AC91-62C1-D07E-23A1-C2A6AF0E83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4E43E-97F4-DECF-304A-006A2E35AA5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BBB82A-084D-06F1-F486-527F3D5C71D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C9379-927F-CBEE-06E0-78A106595FF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80113-D24A-D18B-654B-D4BC50DA2C4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BA0BDD-FE8D-BA35-07A7-51860136D58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5BE3A-A91A-B205-D8EA-A12359F12F3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AB9566-86C4-C442-0C59-282D4104268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065D8F-8798-1992-B0D3-237F153684A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874C0F-C733-A77A-CB4B-0630C633F37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557D7A-EE06-B5A3-4DF1-BE663CEBAAB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81E604-CC85-2651-A548-8E5FC9F2667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655FC1-F6FC-C0A0-0AB2-3A00FF744CBD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A6F14D-A541-4913-FE23-EECBF82F326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14D6BC-6695-28DE-1F36-0450492954EB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CB722-3E6B-6B86-B8C7-4D2FD2571BE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2ECE16-4D2F-E8E3-A2BC-A74C2429DA1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2A6579-0A43-11F0-1E36-BE9B46DDFC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5C5FCF-30D9-E0CC-C75E-48E5EAEB8AE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855130-AB5C-4408-B5CF-A7F4FFF1F46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C54F1D-8063-D832-43A0-159A10DC7BD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C81A22-BC4D-21E3-4BFA-E8594666CB9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DA743A-8898-9BE6-B24D-D0BAEE057EF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A625DC-A640-E403-9655-5F286EF5933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80F5D3-D2C9-4085-4A4F-C3C4ED976C7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BC2FF5-EE55-AD15-CE1F-DCA6D885F06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3D71BE-F6BD-B594-F1E6-FEA9C5967B3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BAF80A-594B-1E66-F696-3A7AD8EAFE2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DDABC1-F0D8-7759-E20C-FC4EFF2696B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28EE93-D6EA-4FCD-4ADF-6F59F2AAD88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E23865-3CE6-3935-8E9F-25E7FAC64E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FCCB90-802A-0A89-A0F7-16044337029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F9DB4E-ED37-C285-EA86-E1813D0CDF6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2B4582-8D79-5BF4-469D-A7C2ED6C223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A87F79-26FC-F34F-E297-4D8F85DD8EF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88D14C-5FEE-1CE0-A97B-2AC819C11FA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7193B8-0662-3DE7-7DF8-1815B40C20F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5B8478-664E-6E65-C9B1-020F8AF3613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23D288-9038-27E4-A981-54A29846699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71DF77-C907-B11D-EA0A-68877EE61DE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1445D4-EB0A-3EAC-30E1-E9A2B01BD6D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031880-A076-FFAB-D956-BEFCCC7C8D3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3AAAB3-E2E6-482D-2574-85CC8D5AB44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19CDA2-29A0-C8DE-C451-027088A6BF9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89AA2F-23CF-CF6C-0D66-43B694EC436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CBCDCA-4FE5-6BDC-8D36-0864B16844E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5564AF-FCF4-4BE6-2063-95895086DEB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7AFEB9-F646-1176-72A2-C28BCA86C2D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53E5F0-2FCB-C2D6-F5DC-E1E9B65EF0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3CC0C8-AAA6-E2C0-43D2-089B5803865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217115-8A5E-8D59-46B3-3950BD09E5E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964610-FE0B-882C-6185-468BC76D57C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983507-5A50-9469-D64B-7A4D39F4F1A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345BB5-3014-58DD-0C78-33B12347226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E735E5-5B78-5A64-8D24-E989D655606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</p:spTree>
    <p:extLst>
      <p:ext uri="{BB962C8B-B14F-4D97-AF65-F5344CB8AC3E}">
        <p14:creationId xmlns:p14="http://schemas.microsoft.com/office/powerpoint/2010/main" val="230221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81C3-A049-85AA-B485-F8091BD9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20EF3B-6256-BF2C-27D6-41D296F34D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Cells adjacent to a 78 cell can neither be a 7 nor an 8, because the adjacency rule would knock out both possibilities.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F0C2BF-5BDC-12D2-B7E0-F4ACAD2A9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0181E1-1E60-6AD0-62CC-E54832680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26FDC5-F9C3-2949-2395-837BBD9C9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DECAFE-DF44-8CCA-B143-5CAA373063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98580E-F58A-B2A9-0EC2-7DA6334B126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AF970-92E6-41A4-8309-E77E34E8C75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53A2D-3ACB-4C39-388C-4809FAC958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895913-9A75-1CCE-F067-A9F61F034E9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D78F6E-6146-C145-01D7-CD54CA00EE7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D1630-C771-3613-6BB0-5DC68C0A8BA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255B2-CB34-796E-DAA1-D3F80B139E8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94152A-C718-7CD7-4ABD-F505B0A29BA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843D52-9326-FB38-9A0D-2F622938E7C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A0F01-E301-8DA0-1B1A-7FFFCE6788D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7A7D02-9995-C058-C963-F7E2FF06C15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437151-7B5D-14C2-AB50-B078A52F1D7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CD34A2-3A74-1EF2-4A05-C1BA48AC7E8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265071-6A80-2E7A-F8A5-2BA7F6BD902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83BBC2-FBAD-3E5E-FE94-536093D1F92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F8331D-076E-56A6-8E7E-A441D9E5B28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A2360C-CF18-D070-B46B-EC84F65A2074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72751F-6468-90EE-D66A-556F30C6930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A6B8F4-5435-B374-F4D8-E9303DB03FD7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E5E796-A44A-FE40-DF8E-8A1A7744D49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57A05E-8C50-7205-47A9-EF34D90B667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83B781-0F13-09FE-FCB8-ECF8ED129FB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080459-0762-B435-BD14-E0D6C493C55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47C6BE-C924-3B1E-0BC3-CF2B6395CC1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963AF3-DF4D-489C-0DBE-20B44CAA3E9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739B9B-1ACA-1B8C-7F23-FC2554FD5C8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9CDF99-2771-86F4-F977-8C0E131D2D1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ED0272-E572-A64F-1392-E416A533F11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8D5D36-5BB1-003E-5E20-E9DC5F9F2EE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3A0C82-0165-FBC1-3B69-D3573E71E10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90F0B9-2BCC-DBC2-24F5-BC37A3C5AD7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987FE7-0F8A-CD93-BBE3-920603EDF59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E47CBC-FE74-021F-AA0F-5AFF72BC8D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808607-C5F5-9DCA-FBE8-0474EEE2D1F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478860-C9C7-85A6-B564-66782DE0716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44DFA3-EB92-81BD-CDF6-D97A0EEA2DA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995110-E8C0-C970-6E94-66D4982A8DE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3FD820-075F-7380-D842-99B7FB9F634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8C8F7E-E5DD-BFC6-3535-8F7EBEDCEF4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415C44-1911-590E-6F6C-E22A0F79640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FF0A38-C0CD-0885-1C05-44FE89DD042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601BE7-3B08-5FDD-6814-7B3A4B753FF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4B29D7-640B-0E43-7603-6A0A721A0BE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B1849F-C944-7DDE-9CA5-9C05C66B94A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0FD902-46DF-DD79-746B-0BBA2387240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FD31B3-76B9-3304-9F8A-251D105EC10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69C15E-47DA-4346-F6C7-4D65A4E7607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FE7B8E-4226-EB17-6F96-5A29925CF75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2732EB-AFEA-5FA5-51CA-170EC659F0E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21F460-3843-4063-E165-93B38AC9FEA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8DD9588-49C5-8D4C-DDC6-750A6B9D501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4F2530-318D-887B-594D-636D207325C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D94E68-036B-093D-F737-C66CE69AC6B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15858D-3888-5E80-6EB9-CECA8584DDC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A5FC5C-2C6F-12D5-74EC-7F17BF6922B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BFCD08-784E-EFD2-27FB-7573DEFE183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5ED378-20ED-6D91-33DB-28AD8F7997D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0D08783-5E95-2CCA-4832-F26ABAAFABA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228A33-4FBB-B4E2-D64B-1FEE80106EF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</p:spTree>
    <p:extLst>
      <p:ext uri="{BB962C8B-B14F-4D97-AF65-F5344CB8AC3E}">
        <p14:creationId xmlns:p14="http://schemas.microsoft.com/office/powerpoint/2010/main" val="4294871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FDBE6-4586-6971-2A17-FFC069D8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421720-584E-2BA5-73A9-8A23D92B4B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Column 8, either 28 is 2 or 78 is 7 (or both). (8/8 is an obviously disallowed combination.) In the first case, 3 is not allowed on top by adjacency. In the second case, there must be 34/34 on the bottom, since 6 would be disallowed by adjacency. So, 3 is on the bottom in either case.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F433B2-A69B-AFCA-82E8-DF273162A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05033B-D2DD-E734-6982-C0AE541A1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8F852C-6320-5974-888B-CE7FB7A19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600C81-1E9F-1F97-6ACA-85CCF13A6F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C470D2-FCB8-3165-6C28-0E3BAB747F0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20594-F18E-2C42-753E-1E988376E2C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3DBCF0-64A4-24D8-8C29-1A2B37B6FD2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5FAE26-F34A-F16E-98DF-FFD25E641FC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EC137-0969-C2DD-7CF5-89271C14EE5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8A6F7-118D-5E46-AF4B-87C8F145771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D8614-BBFF-B15F-F2D4-35EF845FAB0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68B5F1-7948-1840-CE04-353080B14B4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2CF14-6E56-B1E5-35AC-134A665305F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804568-4040-6344-514D-07DE2E9D1F9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9B7EF5-6C0C-9383-2C4D-8BFDBD5C95D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DBABD7-86DB-3D82-E715-C8108F12ABD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3D0E58-F88F-ADE8-ECFB-5507531CAAB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26D4C4-2D00-F9F1-E6BF-71456A942CF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B8CE68-B384-8840-3046-FCF8FBDEDE4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B47F00-466D-751E-929D-A95560A8E29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8E89EA-F51C-A5E7-56DA-86CDA2CB3A5C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917E48-CB4D-7A07-7E4F-75C3CEC27B3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87D36F-E6EC-0889-C29F-03CBA00A6722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7BEA12-470F-4D6C-C6BC-B1DDE31D269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A1F42F-712A-1781-10D9-8A87FFDE072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DB392A-4C4E-9B24-E781-59FD1EA30E6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0907E1-F541-7C9A-54B9-1D5D954DEE3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210CE5-3467-9FD4-606C-F7A78FE7542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A59274-07F7-13E9-DDDA-5B4C6C12D62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CCB313-C7CC-1C1A-C213-3BE1AF615D3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14BD46-B1E3-E6BC-1F95-4EFD50886C0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CE3139-798A-6820-1D52-13F335E19A0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6923C2-68BD-AF3D-64D9-021A7CFBCEC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0B7D15-5E7C-687C-73C0-2DF96DA9DE9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62382F-806D-8280-2C3C-1DDA108A4DF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D9DE79-7FF4-369F-FF50-76EFFD16366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B9958A-1ED7-1972-9FBA-8BFC492FEA6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596A15-EF77-EB18-98D7-D29D04C2396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2AEBF3-FADF-AAC3-23C4-72BF617CCC1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638849-8EB2-C673-B337-6C9F82786C0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B9D53E-9306-B969-7086-D5A02CCE74C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55B47B-4F52-E005-026C-F1103C5285F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BE7B92-7201-06B1-B70C-46167D13C38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B8B66A-EF45-676A-0FD1-AA7DC27DF70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6DBA21-4D88-5F1A-2B56-A27C939C162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4240A8-2E5E-92BD-79A7-3BF6BDE578A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376698-7FE3-CF3F-27D3-8A5598B9774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60242F-8881-03C2-92F4-074D09C7347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A74A9A-B18B-A430-8E29-94CF88A04F6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E750EB-ECE5-ED3C-8A5C-C2313D3D201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9EFDB8-1972-A02D-CB6C-79A62494AAA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28D543-39C9-7B9C-CE68-2AFB45FEDE6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B8E11E-D68D-E271-D126-FC1E2F09953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C39EAF-11A8-A881-B58E-EAA576E14D5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3635EC3-73D3-6466-025B-87AB2055564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C66A74-E23A-1354-82A6-DB7A1DFAE0B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0E1BC8-BDD0-312E-1C9D-D198D527412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0501D0-CCB6-6BF7-F5F8-0DEC063E950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2A6D25-5247-7C9E-E428-603B9169A00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364C80-73CE-1B61-D581-6B39A1B64BA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C06306-BB7D-9E78-969E-220264426B1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1F75F0-CECA-A880-5BF4-03E0E6E6B05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EC98B4-6864-7C69-89C2-AB3F155B999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</p:spTree>
    <p:extLst>
      <p:ext uri="{BB962C8B-B14F-4D97-AF65-F5344CB8AC3E}">
        <p14:creationId xmlns:p14="http://schemas.microsoft.com/office/powerpoint/2010/main" val="538539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6508-C510-6F18-89B3-76BD3CEA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89E42C-9381-FE69-C8D8-C3B186B099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right block, 3 is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57E2BC-7120-BD51-EB1C-5B00DAD05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14F0AAF-AC7B-2B20-F365-0717BB2B1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CEEA0F-F449-084F-A1AE-D6D7385C4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4599FB-17E6-B266-7489-3E9038B26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4A3E23-FF5C-C109-8F31-19FABEFA3D0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4CDD1E-7361-90FD-697F-F2CAF6BA0F4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81F3BC-7413-F0D2-0B2D-E5D62B7D5DB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9467C-370B-CFEC-2064-70101D431C8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1937-2826-1901-CB08-8AEA0E269AB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F1F548-17C1-DC4E-5622-6C239872FC1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50327E-ADE3-7579-176A-E78D8F70413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D4467-DF67-1A62-F1B8-1758ADBD1A4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E2CB01-87CA-E805-6C1D-D5A7CCC8D02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59670-F050-B09C-A71B-4AEE68BDC96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0FE55B-30EE-791A-74FA-FE4D7859532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33C147-DA88-CA73-C970-111B76EE1CD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BE02B8-DDA8-6DDE-F759-ADE26544B3E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C79EC0-CFEC-8206-3D7C-148615B495C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0B7044-1ACC-4443-09A0-C56C147477C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1E4D93-825B-218D-E94F-F38652A0D97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3A740D-5800-9B90-7055-08FC2154EB8E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7F82D7-0EFA-69AF-D6DB-C475F6476B2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58C0AE-E9DE-1EE8-DA48-02C9436C86C4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591FB9-18B0-D003-F832-574B4AEC13E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268BC9-98E6-5CE5-9BBE-4373CE27C22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4EA5C9-44F4-E67A-B587-99D1783EC1B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5E000C-5C63-D34A-27A5-D8030D9EB68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E3F7F7-5897-993F-D853-3410BA26DD7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01E9EF-0CC9-5725-6BBD-E9D887D049F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79F735-23B4-7D98-1B4C-52A38CBCEF5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3B16DF-FA7D-91D9-CAC2-727B25FF065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BFDF66-BBF7-A6BB-35AA-D7289B11CB1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7B30BC-8394-E15D-21F5-70069989DEF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319633-3F1F-8530-10CC-C7A01BD9410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463AB0-B007-938B-875A-8B9293EF909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C6B07C-1369-1698-469E-2BD3485AAB4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F98DDC-3113-2341-F5F2-28B92521789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41C8AC-3F92-5E96-F2DC-92B4969848C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9AADA2-90C9-9DD5-CF6D-978539B758C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9E4DF0-47CD-4208-3F07-7AAF0B7620C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6ED9F1-AFE6-AB75-486C-4D403BFE814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5E1165-57A1-E8CA-379B-2066258CEB3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F33509-9141-6D14-B7E0-D1CFF0FD17E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B82865-81C7-E880-6FA2-F3E71FEFE55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6A3427-945D-7FED-1F51-DC4911A6A61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A07269-EF3C-5303-47CD-631F9FE7433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08F091-5C49-B7FB-588B-7A442442E93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06E972-1454-67F8-F1BD-A718380FEC2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E4275E-F3FF-4F24-A935-5544764CF27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BBA116-2912-B575-850B-5ABDD3CC6BF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EF06C4-BE97-9A97-E46F-7B214CA77F5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306FDD-058E-D261-534E-5F9BC119A31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070C0A-0D2C-D450-0A05-B280B1F7C15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E5F10F-B641-F214-7868-3CA296226A0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B54A73-6600-9C7A-8D7A-A83E41D4484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3BE330-9354-02B5-CB50-C1A200BA6C1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60C03F-A341-4735-366E-EEBF8D4601E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D6A33C-254D-19ED-CFF0-88471F618E6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9CD531-DB65-8530-6C4C-962275958C2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551E32-A049-E279-8807-D1141ACEEC0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8E30C7-224C-AF0F-52E5-5DFA1A2AD0B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13592B-5649-30D6-A9C1-2479C05A323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60872A-C235-131F-E4F9-FDB9D4F8513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</p:spTree>
    <p:extLst>
      <p:ext uri="{BB962C8B-B14F-4D97-AF65-F5344CB8AC3E}">
        <p14:creationId xmlns:p14="http://schemas.microsoft.com/office/powerpoint/2010/main" val="3241031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C885-E41B-35C6-E2BC-5EAE2049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EE0BD4-871A-717F-84E5-7439143559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right center block, there are the only two possibilities for 2. The yellow cell can’t be 3 if either it itself is 2 or its neighbor is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A6EAC2-CFB5-2369-2050-F86BEDBC2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D6509A-7485-0AEA-0B79-249078292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9100B0-03B4-2C96-56DF-A64205013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B26843-A941-D8EE-8C9E-910B9F8AF6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E0E33E-BCCC-0482-934B-399C5327246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B6859-1081-2DC7-2352-C006F0D89F5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5B163-CC2B-84F8-E36B-B1F02074933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149A0B-8266-CAB7-E4D4-EB82746CDC6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D4477-D109-4E4A-0514-F584E3CFEE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06AF6-749D-6A57-F0D6-74A1FAAEE74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62974-509A-8A00-CB8D-DB5149389D3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948355-1232-A538-BBB0-46A964E829F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9AACC-0BDE-F4C8-1BF8-09AD0ECCB51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6DF66B-00FF-FED1-5D1C-B307CAF05F4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C73DD6-0B34-01AF-8E5B-3C8ABCD23DB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32F8B8-1E98-BA64-E201-CC038D51FC7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095AE-B3A1-52DA-6D23-63B4F995A7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DDE9E9-D85B-C5FC-9EA2-2604FAA8D1D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759AF4-F4A3-C7A2-A519-71D33669AA0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D78ECF-39EB-4AE8-B893-9EA8FAB0089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E3192E-8AB3-B75E-6682-7FAF97D7BF3C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5870E6-A995-5929-E5F0-E37D839E1D7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059F58-D47E-DACA-2DBF-02AA53BDAE95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F18020-FEFB-0C03-B81D-0CACA25BC78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66814D-FD0A-0D10-02FD-43B23730285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FDA9FA-52AC-4732-07E1-A581176623F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F5EB8A-CA75-9EF6-5057-F8618E0E655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B0E9F1-3931-D0C5-9F43-1BC2D88D4D4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52E173-24F9-F589-9A12-9947B23E6D2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97AA7D-8368-A735-4497-4E484E8BB58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735F97-766D-4B0B-2D6B-04EFD124D01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7DBC19-32BF-1BDA-7368-966873044BA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B9EC6B-5C21-57B9-FC5D-CA17CEED468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05D43A-9125-45A0-0A1E-5A09D611450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DCD41C-0E4C-1DF2-A4E2-25A3DE173E4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C36906-43FA-21A7-D88C-8B0060F98DB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9CFE76-A165-5895-528B-1BCDA7D9C4C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C6E3D9-922D-2892-48F4-FE38A788A7F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F00A5-FAB8-32F7-9608-33B23CC856F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95841C-F8B2-260F-7A24-D846F7928A6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135C02-8B64-CCCF-E2C1-1111183903E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43EAE1-B9D6-1216-A8DA-0326B18EA93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407142-932F-C8A8-BB09-31B5FED7CD0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5A7A12-98AB-74B2-E92D-7561455943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266588-90DF-CCED-7658-E77D1066061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FE3B43-7A30-C763-A7EE-C11D9BF41C8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6A781D-D907-0F01-5EA7-8B3CD2E0C4C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81A28B-D131-0F59-6F80-2A5B9988DD6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FD4857-39AF-F21E-F74D-95861DA1F64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6D86B6-46C8-C92A-41ED-B66E5ED2DB6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B442087-8A94-BA72-F8E5-51B0ADC3C0E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A1F8C5-4C68-B65E-738A-B563C8DFDB7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149517-6CB8-CE71-156A-228853F3428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280708-6BA7-6A26-3FDC-12998C370A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0B3CA0-9816-2CBE-773E-46D6416DF43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25EC4A-08BA-881C-3C78-140EDDE678F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4FAB4F-DFE5-12FD-0F93-73BF91741E9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88AE604-A846-4442-C474-0240DE53E56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C77435-711F-406F-8B0B-59D06406A38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A19D89-FCCE-B8F8-3BBE-C047371B177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CC476E-D392-953C-65FF-535900E05CC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40DA58-4045-442E-EA46-A43D6C7AD40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958F8C-DB98-0343-832E-51CE45C5C11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</p:spTree>
    <p:extLst>
      <p:ext uri="{BB962C8B-B14F-4D97-AF65-F5344CB8AC3E}">
        <p14:creationId xmlns:p14="http://schemas.microsoft.com/office/powerpoint/2010/main" val="3194739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94BA1-5BC5-2486-3DEC-FE126F7BE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E8FE8E-4F2C-BBD3-8510-1E585E3703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there are the only two possibilities for 6. The yellow cell can’t be 5 if either it itself is 6 or its neighbor is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79A947B-8708-8042-BF8B-C1D5C7E54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582637-1A73-B7BB-22A6-23E49292A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3F9D42-5877-9D4C-F0CC-03F58B843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1BEA50-6BD3-E6D6-D407-53DE0F0AE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A7C4D9-1085-FED4-F767-9712F67AA02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93F3B-732A-A5EC-C6DA-BB10BEA3546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0FB9B-327A-E276-6A88-8F4409F99BF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A6072-009D-CCC0-D3F3-76E63BCB9EE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2C5360-1B42-BABD-9ABB-5E232448B52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645608-4F9C-9752-BB86-1D0790D5D0A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FB3024-4D58-EB9B-AA1B-267B9DFFC6E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CD49C8-D699-AF36-BB6F-453F0624F98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C2F2BE-3133-247F-50B7-789A8BE9DD7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5E1F09-43CE-0130-FDA9-09AFDA3178D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A89D29-F888-08B2-A232-CDDD45A4AA6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E158BB-2C4B-5EA1-740F-87B2AEC7C74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3B6793-3249-AAC9-E06D-1C311F8271D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6422C2-2F44-BFD2-8996-E25897BB277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F1321-5516-81DF-21BF-1F68BE9688A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4E6C12-E185-C25E-609A-2793C489E2A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6B0537-CD7E-76DE-B66E-9341B572D0C2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56B291-FCDE-F32D-78A8-A3CCE933021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0B071E-7403-5917-B34C-0D770BD6585C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A38B4-B6F3-3494-2ECB-A6AC804F4EC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49AD7B-387F-EAE4-4A61-9512B9CC56D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E9CEE1-14C9-4774-BC8F-062381CA851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DEB07D-4E40-9F85-1FC4-D1C707278E7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DD3F17-0B0F-F5AB-954E-FDE33FEDF3B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0539EA-A4AE-6A7C-045B-13E5E1B0B25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48C9C0-2CE1-4505-BCE3-2D1061E5A9A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AC14B4-7EE7-E286-9C56-5AD8889A369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1C44FF-87EA-5A83-1634-44AFDAFFB92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4016A6-D724-9AAA-B007-A6121E6C903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847461-2378-BC0B-58DB-BC8B4713719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61E12B-4243-5269-80FA-D14DA263350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849E3E-7C67-1BFE-88B6-2A9924BAA99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33B3A3-2094-46B7-77D0-63D5329C824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F7B725-DFFD-439E-3F53-71085032031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F178E0-6C4E-6A21-97EB-80C5EC808AB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1C5724-5920-4917-7A4E-2D3811E533C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73EF48-EE66-1E4D-7F9E-3FCCA690371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4ED84D-B6F1-3BA3-C44B-584180AA2AC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0E913E-9CCD-0C87-5970-6BB0E18114D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7D31EA-F626-DC4A-7905-64D3A31B875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4904B8-9263-8B9B-7B42-C3F4E9D4699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5C4E60-C24F-393C-C271-05ACF2253D6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283DD9-D98B-5500-7DD0-DD6B790A0C1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8CC7D3-2688-9332-FB6A-32CFC4BAF07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5FDD40-FA09-DDB7-4578-A305E99AE4F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C99127-A02D-5605-AF64-2933C7CB3D3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252C3F-0867-BA86-6202-BB62E900B3A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E99740-25E9-9887-D636-2272C910CCB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A9F1504-0824-1699-D604-F5C1B4061FF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F2ECDD-7358-1756-CD79-72F07E3629B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E452B9-619D-991D-C390-DC59DD5065B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830E0A-57BE-A6C5-44BB-93A5807DF3C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9B4B6A-882D-2C8F-FA3B-6E2A49BE7E9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5F9F96-EAC3-F487-0948-1C221734E3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E6A879-9575-0DC7-19D5-E3ECF6B7A88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8108D0-C654-EC4B-BCE1-C6D488D3B4D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97F5B5-AA2A-1A3C-D5D4-9BF2F5EDB09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FB0661-7850-D7A9-C0D6-E0A33B0AFFD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5D32C5-CFA3-509D-F564-7B3F7758523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</p:spTree>
    <p:extLst>
      <p:ext uri="{BB962C8B-B14F-4D97-AF65-F5344CB8AC3E}">
        <p14:creationId xmlns:p14="http://schemas.microsoft.com/office/powerpoint/2010/main" val="975182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41CE-8E9B-435F-BD73-B548B107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00C701-B87B-B6D7-66A8-A6B65432AF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5 in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1DE4D5-6F10-F1AC-5DF9-9D6075204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BA2F7A-6AED-633E-2194-E73A79A42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59A19D-DAD6-D82E-B5F1-2743A6070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691208-4DC7-C3B1-E8D5-1BD3E0AAE2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0D6A55-BD45-D60D-6A78-5D4AC8B9573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1B4B09-2B77-8ED1-3444-2E6F00620F3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B44D5-068A-9FCC-018A-DDCBFD8E550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D1EDE-F5B9-67A9-E1C8-928C4263BA3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BCBBC-48FD-D902-9ECA-2816F4A8E84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B4270-7D1C-4DAB-9566-C6CDC46C0E0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870508-02C7-D6E4-F3A0-028C20FE469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A1313A-FC1C-AFCB-5028-91788EE60A4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490D00-4C57-1038-B2AF-6D2DF4F748D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25DED3-1D8A-154C-F6DC-17FEC31F1D0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69045-B9A7-0481-587A-ED96BD7CC92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445CE4-3821-AA8F-771F-FC7740DFF1C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C9212A-2151-1617-2B0A-7A6A644CE49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5C6BB9-09AD-FF22-B620-71B5C15898D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8BC4FC-3992-1052-E982-2EBD3D79F5C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B13410-02AF-63A0-EBAA-94BB29FD5459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D9092D-4A17-ACEA-E845-64C9B08288A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786AB4-58CD-028B-5B3D-4E788C4759EB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293BCC-4EC3-7C6C-8754-087C815BEF2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EA41D5-8DB6-570D-6FA6-0E0C64A3285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5DBF18-1CF3-199F-5A5C-DAD37C5588E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20BC8F-7664-3FED-1BF8-CC503A28AB7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13A3E9-94AF-1A78-6439-EC646BCABFF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701013-45F0-1004-DDC6-42F9842F050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98211D-8436-F75A-2816-65C7DCED39D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59C4BB-7692-EF60-B19A-8E760E9E7FF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9B3595-B824-662C-96B1-EE803DE054F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264CA7-96DA-2827-C855-341F503524A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18B73-C481-29D1-0FA3-6B770A367CA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7765B7-A319-A00F-CF6D-46B8F9DA18C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8B668C-B9AB-F6AF-BE59-16F7C307E7A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943E90-31B4-B7C7-764F-C0CC8755273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D187A8-290E-9C14-FBEC-DF165B55BA8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6CF21B-F09C-2584-48E5-860C1D565A8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4CDC2A-FD8C-F3C3-3F44-6201A627C52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E82BF2-95CE-C261-0E80-5C2EE5268A1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7A52FF-0071-14A8-6256-A6548EBECA1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CE792C-09D9-C3BA-B424-0736641544A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A9F7DD-445E-6BAA-ECA8-40221D1AB0D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6894A3-BCDC-4C47-4FF9-0A5A896C4C3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F29709-86C2-1E30-A7E6-CA171B6C6C8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1E578E-E664-AA40-199F-5CC1936C682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C5DBA6-277D-ADDF-050A-E239A442D0D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67501A-FDE9-698B-3B13-FCD68D5E8FE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FBFD85-8A6D-1EA2-2C40-F98436DE28A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458B27-2D5E-B556-7F4F-DC223BF8AD0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76C505-1676-5ACB-0B90-9435E1A069A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C10D0F-5672-FB2A-8DB7-E5ED3BFD8AB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99DDA6-E847-C9F8-005C-223058CB002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51EA2D-74BE-FA62-A51D-9E9C08924DB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39C1CF-3445-FFCE-3E5A-4C287C67541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517CBB-C6C1-A823-24BF-8B5C59AC0E0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A23722-289C-ECF2-CFCC-B5E668F1FE2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8A1433-41CC-7122-642D-091D81794E9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1ADE60-E624-EBAF-BFA9-3FB754692B0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7C0378-3F26-84C5-B6B3-3F6C362C5BC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734056-6429-4BEA-44E5-7426E94E7BB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8D6EBB-C991-3416-6D16-110BDC53852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D98847-4507-0499-69FD-7C2B0AE2C40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15509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41C9-338F-5E3A-BDD6-C74BDCD28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0C438F-4629-1EBB-483C-1A6BE98BB3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B48006-8178-C561-8A2F-E524D5F32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D8EA35-77DD-1E24-5E55-32BBDF022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640E74-21D7-E3D7-F675-994C82B34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9670B5-4924-09BB-81AF-72E214668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3B4884-C75D-AB34-90D4-2F68ECD0E52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3F70B-E046-4CE5-B878-1C98E9333CA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D7A05-98F0-63B4-5D59-C2062AFEF90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866AF-0C5D-A154-8BE3-C64C8092211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440599-6CFE-BA16-10E3-0F17C6181F0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37B36D-F6B6-9A90-148E-AABDA5FEB6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A6D75C-7FB0-0009-7F74-532EFDFC9DF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DCC3A-2166-5333-976F-BE1B3358C07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7FDD3B-CFFC-2B26-D09B-AF0B18E3D38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D4D105-1AB1-C99D-6F8C-E4F00FB5D85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FAFC53-227F-0F39-77B9-54124541E76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85E6B7-BF82-C966-47BF-3CF84A165DD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EDF354-5E2A-FBBE-1928-6FD96A8C5F8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6D3B2-6442-2348-6E01-6709A3AEF59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11B409-16A0-D429-90F5-D8EC438D4D7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AAA707-1567-3A44-A6AB-7C751B8BD1CD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FA0C1A-4D99-BA3D-A3AC-F5B21E1F9BC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E13558-7A35-5325-FCEC-7070D98C9A32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1982DD-4012-2556-EA38-65F88D547AE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7B7255-5892-8EE0-6D14-F24002D8283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395367-0F6D-7038-29FB-E4C40AB1B67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CC5112-9001-E73F-9DC9-BE3EE53774F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F4A93B-6034-B970-ED19-FA9C944379D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18ADA0-A850-A265-24F9-7D744513E47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1C2517-ED51-B9EA-FF50-4A2E44EC288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1A5809-66CE-3F08-D9E7-5B015718E0D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637218-F848-5747-7B23-C37B10C8726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2AFC6B-0822-912F-EF53-3B77C12695A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C6E05E-F511-CA79-A4D0-FA3A7C2777D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3B90AA-F3C0-22D0-0458-6989A46DF7D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F51FD4-FA1E-1917-F445-3466DA53028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B3E0C3-84FF-48BA-2B2C-B9695708C6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6457BA-BE95-E549-9FDA-998CB015CE8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DFEE89-652E-1FE4-64E7-764F633E2D9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20ACED-22CB-42B8-85E7-64DF983C921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AE1BA9-DB13-E382-E52C-DD70B6788D3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013D7F-B719-260C-38DB-052C1CBA63E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D0EEE-7CD9-694A-606D-BBC89B53BD9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B938C7-CF9A-23BE-EDF3-97F4E5C35A1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5576B6-C436-414D-D803-C5D43B7F502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3ADBF1-F130-273D-1FF4-F984CF06152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7CF400-0B43-08DC-7D24-CD0EBBC4063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78EA1D-9B13-F764-9195-584BA6E6545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6F98C3-2D74-3AC9-85A8-476961CD7E2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CDCA61-D652-F02C-7A2E-2E8EDB16D00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1DC61D-0154-2094-BEF8-4EEE8331EA2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EAD2EA-BAC0-ADED-0FA4-0492A15B720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ADA8D7-C54C-E679-78FE-877F0776CB7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5F610B-AA67-934C-070B-10788623E4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31EC22-6E1F-52B7-38D6-B165B1E3547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CCD7FA-666A-A1E8-7ADF-BBCBD963AEC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1234A7-C183-A634-02A7-B10927124D8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13DB3F-112E-E62E-4D28-24A966BEB3A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77C9B4-2146-62AE-2CBA-595ECF9A101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A0E625-8F79-82BA-DFA8-05328A8B0B7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7D81DC-624D-E2DD-D204-BE3D44C9679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2053CA-1D6A-714F-3604-6C5E9DD81F0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EE77DC-7276-3AC0-5B2E-6EB550320BD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C4C3E7-1011-E2C2-A875-82F90526F69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0058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8F521-6AE1-FD63-77C4-BA0F4507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92583D-D707-4037-92BD-93A3BD67A0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are two possible locations for 6 in Row 4. For one, this cell couldn’t be 7 because of adjacency. For the other, it couldn’t be 7 because a 17 pair would be created in the 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0578D2F-BCD8-7778-1FDC-3E4FFF745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B8FBC2-AE34-FCB9-AE42-C1390B3E8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CFA312-FC85-69C1-0AC1-E4BB1030B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F8166F-0BAC-997C-71DC-15A9D54E4D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DD8878-5474-F111-F854-844F9B509EB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BACC2-4574-1439-FA85-C685EA5C04A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90B0F-4D09-40CB-3593-87BC3BE069A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0F3A1A-7C3C-5DD9-B279-E1C5A7E1245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E80E2-9271-82C3-952C-449F7858F05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04B9A0-34FE-A5A2-C620-155DFB9EC42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AABDB-375F-153B-43D4-0CBDAE17063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4CB3ED-BF7C-D980-BE04-91250ADBFAE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503738-1DA1-C93A-7191-C6BD5622D1D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0EA0AE-C89A-AAAD-E600-EA4D4A9B9CB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C13294-E61C-C100-F73E-A0CA1999714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D07BA6-072F-6C72-C3FF-D1F759FB70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C1AAAA-6FAA-4DD6-E744-9A61F1BF8C4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3722A6-6511-38A9-BCA6-61C7ED6C80E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CBB996-E891-64FE-2CBC-7DF00D018860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3F41AB-A77C-32FD-C349-A7617A5C255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DF535A-4994-6751-0586-A2B33F9E6A8E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BC03DC-687C-016D-7447-3703DD4C7BD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001AC6-B2CF-CEF4-FD60-1E5FC586613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B8DF9F-D670-867F-C821-12C9E8162AA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4B9511-69D3-F18A-4D40-C1B0A1936C1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1D4E02-D9F9-E617-368A-7E0AFF967C3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F9F94A-B2A8-6E3C-1278-F5164336AA4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3856AE-8FC4-8639-D560-47FEB29B826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3D0577-A0F9-2D9E-6AD0-E15D9D51D2B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C5F588-E596-6211-ACD8-FF97BEF187C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755084-05AC-32A6-6F2C-596388CAC9F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5AB016-6003-B221-B587-20090296472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D1758C-F7DA-05AE-CAF8-664F82F438C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FEA70A-FE77-CD7B-F81C-3D75658E4BD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A37F2D-A131-21DB-AF56-13599CBC64B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6065A8-E013-C8E0-FB0D-3601342D86D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0AAF7B-E615-A0A4-BB85-6E831F5F36A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1CFC3F-099B-D70A-61F6-E73DBD55014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7580D7-CB48-4DC8-5FF8-E0BFDB7AA2B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34640E-3FF7-174F-3C45-C2977693F9D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7B0061-57A2-D7FB-DD3F-5EE773C55D6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F0D2D3-13C6-9FCC-DA0F-4440147DCCC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6139BF-952A-76C5-8E1A-E03C3573F8E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8B6ADE-5694-942D-07FF-044C8E4B7C6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E915C4-93AC-FAC5-090D-E070D5B312C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0A498B-C7CF-CBF7-24C1-FFBBDE6C47D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ECC1B2-7DED-BFC7-4282-61B4C91F79D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B8D96F-9CA1-4D76-4709-3FEBA05CC78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360318-CF3F-3A0E-2468-EC7D43B8415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5C0920-C910-6E18-0A41-367C81B36D8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20DA61-8B14-B94F-25EF-3F486ED671F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5B84DA-F0E2-E8E9-82CF-C18DCD6FEBE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13D56A-E94B-7F91-BC3F-A0C5C85AE25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E26F1C-8CE4-A237-C3BA-5B01D358024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F80A47-6344-9491-5E15-87BA42C16A2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C3536E-DBF6-5DCD-86F0-25E9A07808B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B8E3DB6-BA1A-C59C-10BE-4D5F6672327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386BA2-A56D-6340-1FC1-058C8480DEB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EE2BED-D8F7-331F-AAE4-539D73C297E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9E383B-8ECB-1CD1-FC99-4645A08EE23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1F64EF-1AE0-3290-A818-B0AAA885138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1EDD63-3799-BEFF-04E0-3E02DDFF59C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F38351-1E06-9B58-096F-CEAFADF0ACB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11158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9CC8E-A0F1-423D-7B95-9009AA61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FDAB33-1436-1BD4-C379-D8052AFF1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0C7A65-4F3E-F060-B885-93A169853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D38AAD-DED8-6C9E-9794-4B09542A1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41D0C1-3658-6E3A-D141-A0733FAD7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7F10BE-8B01-B0DB-6AE5-663659CEF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8E5FB1-837C-C7DB-06E6-26BB06CA5D9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C0274-2FB8-BC85-CD0B-1DA88821B33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1BEA4-184E-BE0D-A6A1-7F28F2B6BDD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6DC82A-7ED5-ECC8-EEC0-56ED29FFFDD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740BA-932D-BDB2-6287-62213D45D3D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84D514-CE86-B141-FACD-B335303C3F7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FE55D5-BE3D-5141-F8FB-CF813563482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A465E-64D1-07BC-428E-77E801AD36B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D90F57-B817-8DF1-AC86-BB975CE6937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938ABD-B42F-F065-66A3-831C8F68B60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A7B560-CFCB-AEF2-77F4-B72F8E1A07C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100ED9-C74F-2C30-C77F-CDEB239A8F1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8F23EC-5EC0-0F32-C4AA-53FDD4C8F03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72943F-3F13-F485-2714-1FCBCD37851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436AC3-4100-74FC-1F85-6F4D1A435488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8C6087-C003-65EC-B2A7-71A7120B3B6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214BF1-572C-CF4D-8F5C-4F19BE4B10E5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2CFF79-5348-9439-0CF6-4AEC7C3F536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DFD924-E743-03D7-8145-50B5F182A5A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230492-800C-CDA3-1CA8-C673B12FABD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FD117C-0EE8-804B-8047-915F7394012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70D703-6A2E-8103-D1EF-48A62F2242B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EB1967-733D-DF36-DAF0-1EAD463F590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48EAB4-7C80-9C7B-86F4-B851073D0CA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5A2D56-601E-5DE9-5E86-9288D09E48E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B48A25-28D1-87E8-DF51-9DB6768D848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974E99-5465-B262-163E-484BA852689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08B269-55B4-CF46-4D97-24F98CD95A5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2244EB-8FC2-9D29-96F9-CF8EF3D66F1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FAC481-ACE7-7F5A-8FA9-A59CC1F10DF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90433F-9B5E-1522-B991-46A817D6198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3CE5BF-1EDA-22B3-E6B8-F693C7C6CDC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387F64-B0C3-ED85-32CD-308ADBD49C2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49EA22-BD0C-D90F-6227-E114621E962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75F02D-0368-2B31-6DE4-445E48FD546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F34263-5A20-BBD7-1736-2C55E48574E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E92242-CF9F-8C72-7543-BC64830A680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A567FF-15F3-DF1A-5DAC-8997E46B619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D0E469-5575-ECB3-3A88-9F0F893F2C0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B4D6C9-C29F-35FE-80DA-AD6C290DFBF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EAC63D-B9E7-3683-8862-C65D3D1EE99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9D1F30-AE0E-281B-5620-38960FFEB2A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0EEECF-1F2E-3CE8-7408-C4167B3659F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6228C8-77F2-C03D-FD0D-EAA36DABC98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E19942-0758-6AA1-14DF-7EA631D5003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CA95E9-2764-CF9A-AF8A-56FEEA7C823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10EDB6-0F6F-19D1-D28B-97D1C57D212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8E5C2F-7837-882B-4E5A-E635C297F98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D6146B-2FDB-980F-371A-E4DF006C831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331FF9-8BE7-62D9-C3B8-4CF48BBF9C0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DEF11E-DF1B-D34F-7ADF-49426FD61EE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D69A69-2D8A-10FC-9475-1B1EB69063E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D64C40-8A53-C569-1A54-F3BD39D7AA7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A10098-F3C5-5363-35CD-D4B07052A69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913662-93A0-6172-EABC-A2EB34999E6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EF3BDB-55B8-13E5-40DB-B7BA040A467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87FB5-8328-A4B3-6C8F-EBDFCBA63C6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D55446-1BB2-7EFC-451E-56ED1688D24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C8DA04-F6B0-A37A-7506-B1CEA78CDB3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27264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3C4D-608F-679E-BF12-E1539EB9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3BFEB-1EDE-9C5D-C6E2-39BBD7BB3A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72/87/278 triplet.)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2C0DAC-C13C-164B-3B3F-773BCE8EC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EA8A4A-DA08-A08A-B57F-FAE36E323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08F6B7-34DD-47C0-0C29-BEC9F7721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500B04-6B33-50B4-05F3-7688C52DB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9A4C72-9537-38E5-9B45-463BC764F21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5D95A-E6AB-F889-4CAA-C9D73CBD29B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BFB0E0-F89D-E61F-FE0F-CA7CA5F6CBA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9CA819-C213-DC3A-CAE3-565350C5BE6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B0370-D68A-D579-9864-1E3FD4FE975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F29AA1-9682-DC1C-C8C2-E0A70739D1B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6CF66E-6A83-1D07-2DC1-B08F208EED3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28C05-2E3E-D587-DF05-19119A2CDA5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8CE71E-38CA-B8B3-62B6-10138F62E57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D09226-BAB8-BF2A-2A9F-F2ECDF2025E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03D56D-67EB-EAB4-AE23-933F8DB6F51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74CF7B-5532-C22A-6D60-E8C303CF2A7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7568A0-0EED-C109-B57B-1E8FCEB6312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215EB7-B2C3-F952-6DBF-B352A912ADE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3B9A48-FE0C-99D1-E4DE-13DEA7C7F791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5E64A-4BE2-4108-F804-5F53EA537C4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0DC1F-5355-92BE-CAAD-07F3029B7935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5E0A5E-B8E7-AAC5-CE6E-29938CB4562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71B02A-B5B7-6DD1-21E7-694ABBE6FF0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A47DB4-C1BB-8784-73C5-33DF8A3E323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86CFE5-AC27-1980-EB1E-57F5CE20F04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5701DC-E413-456D-57F4-BDCF38AEA6E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D8FDAC-F744-A01E-E288-25DA5CFA0CE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DA47B3-678B-E45A-FC51-B4A093F55CF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0384C7-9F4C-2FC0-399D-86FF8336DA8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F559FB-D51F-1E9D-4FD1-9A5AC98311E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0D5A24-EFFB-A0E9-D715-F65ACFCB0B8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E032F7-E898-23B6-E2CF-1BD16CA7412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7BD0F6-831B-82C7-CB38-2EA99C56782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3A7C9C-D051-2B31-4AC6-283EEB5C666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DAF39A-A911-3F08-B125-077F296F525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F03BF5-5DB5-D6E5-F6B0-0BD3DAE5A10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435F63-78DF-4966-FC01-913E8B3BF2B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5C17C7-58A1-FC4C-2824-F8AFE53EE1B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0DFCB4-2045-8FC9-C40E-F543980161B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355A09-8CEB-204A-6D94-CDADB33820C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C31246-F727-589E-C718-B9AC88E2D15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A73270-3313-46B3-A9BA-42AA5075CE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AD54EB-8EE4-89B9-D996-E7FD5A6C275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37C52E-E7B1-0D05-1BBC-4CAA1D67F97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2AB0FA-8C4E-A55A-DFB0-6A95DB60A24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3B2F21-19D0-5A8C-B8D6-8ACF9E7DFE8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E00F60-703C-2943-4072-F1734F5FEC2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46EF75-17FE-FDDB-9614-ECC4F04ECA0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3217B7-ED52-0743-3B0F-053DB323328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98FA25-E10E-9CFD-C93D-C0B827EE736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0B5B0C-AB38-6C3B-5931-76F9DE68807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97AAE4-E3AF-89CB-58AA-B9D00699AAE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935035-9AF7-BDF3-030D-3500A721BAA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65DC0A-FACB-AB00-02EC-73B10EA3EBC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47B9B85-B629-8191-B833-CEF74BABFE8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9C7A23-1F1E-17AE-692E-CE67F22845F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F4CBC9-6BD4-ED4E-D31E-27516504157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D118D7-7CEE-1A90-182F-209E9F38EBA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BDD1A9-67F4-E331-28B7-B34832C228C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BEDA09-9151-BC1C-CDE4-EBD7F54BA2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922ACB-0751-46DE-A9F4-3370F52624F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F93453-20C4-85E4-36FF-393F154660B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D2A05F-B7FE-B816-7B4E-0557CE28306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1364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4B42-5878-0422-7BDB-F90C46828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95EC90-F084-5412-FA45-47BAD91098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0C3E62-AA83-BCB4-D4AE-41E6F5B6A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3B0625-36C0-9EDC-15A7-D9D089A58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04019D-F64D-F84F-793F-C6F5712B0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D16022-141A-BE6C-9D71-54ADDBA010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0EC21B-B1FA-1D4D-9C80-A7705434E12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1F49D-DEE5-35F4-0935-4233333A2B1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83733-C41A-A8C3-DFBF-7A15A83B161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16070-C958-E1D7-DE5D-CEC0F8D13BC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00540-BCF1-8724-3A54-0457E4495B6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A135D0-0526-D070-8827-4E3AEBBEBEA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CCF7A4-D1F5-B1AB-505E-DE129F5A83E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441BFF-9466-46E0-DB01-174F0B5F88A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D1E16D-4D53-7EE9-561E-430848156F1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B8A16A-A562-5334-1C41-F2B741646AF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9B09E2-9EEF-4F56-AAB9-56FBAAA60EB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98814-1CB4-459D-3344-661BA604BE3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189E9-9FEA-452C-33C1-F85F1DF97B6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6F1472-AB5B-4ECF-BD1B-3406C8C48E5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AE75D-537F-B800-3BB2-73B7D078536A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0290AC-93FF-9D4D-285C-4031E67B8DE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992421-52D7-052D-6F48-3D774C7BFED1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D2043-11E2-C9D6-8065-D04DD755EE1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1C5B87-5FDF-F873-4760-FDABC46178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C6BD9B-C991-A08D-0AC2-3B701EAE7E1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B11346-AF82-F682-2455-8CA001B24CD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760B48-5CEF-9C33-2CFF-07FBF48F458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3D9FEB-64B9-9A5D-0FFD-9061E1CE7A8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AEF3BF-4976-AC0E-7E0F-EE374A5350A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BBD9E2-1EC3-47D6-5186-4E27ADAB4F8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E3EE0D-87FD-03B2-F7C3-1053752D991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86F990-C54C-440D-B166-36C0B8CB62A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D5C756-7C90-A7B2-4452-97CECDFB708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CD554E-AB05-4F38-A2B8-DC9650815A9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D5AD11-095F-BD81-7E08-10B6DD2BC2A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732627-1B8F-D84E-8079-00C4DE977A0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8B9A4F-201F-EF43-7126-8A9999C4942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AE4641-43A6-20C9-3682-A27540CD863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483F83-D65B-CBBD-C3DE-F4BA22CD31A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0BAC50-0499-CD93-0D62-A22723BEA02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2D4220-CE7C-9EC4-2DF4-11A07A4DEDF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89AFA8-46A7-F063-9E70-5853750A896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0BF910-3290-BE31-43D0-D576849EA9A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5E1CFC-D259-04EA-CA51-B0EE38F1A6C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811E58-80B1-B714-43EE-37C66566EC7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E6F96B-DCB2-D6D3-24D1-05D9FFADC8A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F6F51C-3D78-0433-6E4D-CEC6E308999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63D35B-B463-ADD0-E4F5-4F3311BC51E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95129F-89AF-3AF5-6122-A2FDAAD46A9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A68064-35BD-AA25-7BBE-B6D8BF8BACC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B96F68-31EA-8B09-DF37-3EFA9367E5D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A293F2-9531-6977-D8F3-96B5B3DBC3A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D3B956-5A87-F3E2-2CB0-F7B48FAEC19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AF5A09-0510-9DF0-2EEA-BE4EEF3A019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EABEED-68A1-B9B5-91B6-1D895C035A1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899E78-F186-CCBF-9F77-2486150FA01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6C6FCA-6939-CA13-D2DE-3AC14526112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2417EC-BA89-E9B0-5BF2-F8F93BA6CC2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1DA98E-AED0-C8FE-44E7-83579A15142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0B7CD9-E987-D320-75E8-94F33526A1D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770422-8946-0596-4153-1C4AB2F8FE4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1E0E43-7144-6EE7-5D4E-3899ACC71BF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67094C-D84F-DAF0-4A5A-E2212C98472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A902DF-32F1-D31C-64DE-7BDD0DE9FC3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08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32BF-EFD8-3E03-3393-5733CA08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00FFBA-BE78-9D45-E96F-A45FB98D1B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8 is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C75C1D-4BC7-FDF0-826F-1B97B4044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DAC7C4-359D-8256-FDC6-4BB8FF7B8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60B1BB-4BE7-73E7-7B5B-6246408F6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5813B9-E70B-CCE4-1E25-C459AC7C19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400AA8-81F6-2E0B-4DE0-85B4D12A039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6DFA2-C391-D57E-A8C8-FAF9EAB7DED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BCE4E-76BA-9F55-2B62-1FE83500FB9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22B295-D389-D0AB-891C-7ED73053A35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37B2E5-97D5-A47F-8D74-32811222623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E2F408-CE10-C87A-E86A-BDE76BD5559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99D747-7B7D-0C8A-4B60-72FC77B5C2F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D2E028-BC85-9551-5A30-1F4CDD3381C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45DCE6-C04C-5A0C-81FB-26AE21ED468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566139-B394-3416-3DB0-C9D02D27641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7BF9B-4E0E-03A9-FD54-0DCF1DE4A4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6B92A9-F881-B9A4-8CC2-D3615579101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C958BC-4E4D-20E2-F3F1-10F03632D02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66861B-D9ED-FCEA-C42D-2B704E9EE30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8D1440-31B3-1A9B-4D1B-F59215F5E7A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7BCB60-D002-ACE5-4F2F-FF1D88DF92D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EC0407-0A66-C25E-1E2F-C1E708DAC1B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3232B9-5A96-34D6-B9D0-C619FBC3B60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FC7DDF-EB18-53C7-9576-2BBC08AE6A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D29F58-F5CD-6DF0-1E82-AEB3305FDF6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5FF2B9-38FF-4610-8AF7-0A84EE0781F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E7BE3C-954E-ABDA-ADB9-BCE7F43B1FE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5E25F1-FE90-D9C2-2C7E-B69EA4A3966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C07063-E997-4920-FE7E-ABA9D79B441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85C01E-CDDE-DBAC-268F-F8F7469673F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87B5F6-02F0-42FF-D5EE-870F5901622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4F6106-585B-4718-6DE2-B9D78EA7D85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AD0A29-F354-EEE8-3EA0-F926855A98A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E7F33E-D1E0-6835-2351-4583F693B9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F58F80-2FC4-A47B-4B2B-34CD46880F2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57F633-85B4-B5DD-9D74-7C6ABEF9C29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5CE568-9B50-56C7-C9F1-2EA255A08C3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5F3CEE-C117-A136-D396-5DAB193CD27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B45DBC-AF9B-7D93-290C-0A08686A62D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8E0894-FF18-FF84-4D26-E5B68D26331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0FBB76-451A-6803-F4DE-47CEC1A6F38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B22C0C-141D-9D2C-3B53-CA82B5F921F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FE805B-5765-AB35-2162-C786E7B3A5D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22FD9D-CC2B-1A17-6D68-9290CFC45C2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22FB73-573B-786A-6DF5-9DADA91EC50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7F7D8C-4119-CE69-B59E-29550778581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C58584-C244-E1C0-A21C-B65E66570BD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92D743-7BA5-4E08-CDFD-D6B87BDD981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884B15-EF65-64CD-5EAF-EC2523FD18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1E2758-4DC2-7037-A9BD-B8E87A4F581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9FDCEFE-E83D-D46C-97B5-68D6638F1B7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EE12BB-CFE4-453D-616C-58B3A6C5D74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538DB6-8C26-1889-1221-2F1F336A056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C4714A-93ED-991B-FB65-FEA461712B0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8C5E29-6922-1148-9750-568D6A7729D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C6A96F-CA27-2049-7E63-7208CDC4360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50723F-5C47-B690-910A-21EC4F2457C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73B554-675E-EA32-93F0-95DAFCE23E4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883A80-608B-9CD3-8845-539478512BE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3D9969-B8F2-31A2-D897-87A5EB9DEE6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44263-F2D2-9833-73AE-3692C245D0C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FA2697-434E-2A25-13A2-7BCC6F49C30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CA9D15-3FD1-C0C4-3EEA-85C13D60CB2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E44CA2-2C7A-E1B1-B8E9-450DF9FFD9B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94866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2259-7619-BF01-123B-90CB97E4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B24974-C782-BD70-453C-96706AE3EE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there are two possible locations for 3. Either this cell itself is three or its neighbor is 3. In both cases it can’t be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E649F1-5451-B4A7-7B62-FDA6FA566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9058E9-075B-1092-CEA2-0600E81FE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B6075F-2CC4-2C40-09E9-543C173FE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1AD6A7-26C8-3256-91BA-EB106293B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CF2213-5A77-F806-4FAA-43CFB86E055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C8EDA5-E68D-EFE8-01DD-6CFC58ED2DE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396A49-C65F-D4D4-1812-C62EE492C5B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0A0F2-9B03-53A1-7BB8-F1E8D634B41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2499D-71E7-51ED-5999-575EC06DCC8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D8F4A-BE18-028E-4E10-1CED9BFB85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7AE4A8-4BBF-6EE9-CFB7-ABF0FFD3051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E6C50C-1B93-EF45-AF6A-E84F3185965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4D8720-EF67-DBDD-F14B-2AAB42FB65E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F68BB-687E-1612-0BFC-F487C914F65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F751A-9DFB-47ED-50B2-2DA2DA42834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363394-7354-1EF1-8EA6-45A29262604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A9A13F-9077-DABC-5DE6-997AB1F478F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3D7AA3-AE57-4E9E-6E66-73B5720A00B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4F0C03-53AD-78EB-AFE0-4B1B8E672BE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98651F-4C76-56EE-25B5-B2A9874AA93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0292A2-0687-D4A7-9F07-DF4E692D9D2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493E1E-5E87-8380-F209-92B919C336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F5E328-A3DD-2317-D67F-3AD2972B3B8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44A188-0560-5036-7CC3-E8959DA35B5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0A5723-AC19-4C02-D15E-75C39B59023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37D539-1316-E995-9C02-1D0B0FF9EC6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80ECA0-B280-8AEC-0C93-94307303597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B9D7B8-0922-2F1A-DE76-70FABAB1BD5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296873-B7CC-03B3-B0E0-78EB0B11E5B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619D20-137D-07D0-DB85-C8A8613CDC9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1FF53B-3C3A-0171-935F-07BD1158AF0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45D325-E31B-9B8B-F175-5E844D861C7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ACF1FF-54B6-BE4F-7683-1511ECAA026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7693C9-CD26-5A33-302B-816B0A409A5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5F3FA8-874D-50D4-D924-A4CF3930DF8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692CDF-52A9-C5BA-D73B-81C50AA25E2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219E8C-BD61-13A7-B21F-38C833C033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FD4296-2426-0CC1-5018-53970A95B22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6CC7A8-1998-F8DC-EA9D-3C1AC2BC7BD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EB4556-E7CD-889B-F4F4-A2508C03DF8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FDC863-F1FF-548E-8101-9580B93E5BB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EE20EC-2BDA-B803-15A3-461A5D530A8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25AAC6-45A6-4523-C26D-532C41E4D08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75691E-09D0-C8D0-0C92-749AE9B61F7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065D6B-776A-BD65-656C-35E43C61A49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22760A-997C-99D0-9E5C-9D06D93E88B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59DCE0-B6B5-BAB3-A6F6-B1896FC7F24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40974C-3F8A-3D7D-E173-BED5B12F827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25752E-2760-1229-AB5C-403795BB9AE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62959B-EA31-159D-E5F4-7CF1B2B4B6C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CDA628-45EA-F53A-5EE7-5787BF3E747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4F6CEA-219B-7CF4-17A7-AF0E4CD0CE4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26CAD1-2391-29AD-5254-3128E8EEB62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8ADF9D-BE8C-72C8-1B01-DAC09B4A27C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BC9423-2553-D17B-3732-61CB1058AC4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CF6CCB-A2A5-171B-EDA4-E27EA6F0BF4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38F808-BFD6-AC85-EB97-B6BFEB9C56D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EBBD87-8B3E-8653-4C28-191971AADCC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1D783F-9E4D-D995-7C14-BE9C0CB3597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A83AD4-2101-96A6-D711-33A9EFC4858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A1FC80-86F8-3FB6-8754-12B329F2B61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F13984-C435-5068-9728-3E4D3C437E1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79F33-55BE-543A-ED52-7136D3390FD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7921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DA392-F4DD-E27B-5E12-4CEDEBD0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0AF8B5-0F7F-47F9-D1F4-DAA3D5F51B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the 4 is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E52563-4785-AFAD-5D9D-7647E2112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9B9F8CE-1D60-CA25-723E-92E45B84C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33EDB0-B77D-A6D6-394C-076DD0D47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19E9C7-2A84-2089-421E-647277034F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5BBF89-34F6-3D67-AC23-DA957A9188A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F68440-0E5B-5881-9895-86AFFF3B5DC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24455-720B-C1D6-4E82-084AF2CC18E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E1F93-1E3E-D94F-3D3F-286876D5C95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2CF5D8-F88E-19A5-DBAA-14F3949BEB6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4FBF2F-88BC-6774-64ED-3141F6F550C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4818AB-E4F7-9D94-A6F0-94EC2617CF5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69B353-88D4-5787-806B-93107F531E1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A5DF1-A8FE-C745-B4D5-CA0E4791320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AC46CA-2F6E-9FCD-C247-AF7E76971F2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568ACD-74E2-B841-BE71-42AFA2DE905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0F4BF-5369-E0F9-7DC5-7437375B290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0B8C15-B81F-3A6F-C66A-F7126DDCD17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EF7ECA-13B9-514D-ADCE-96813E3418B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DD42B9-C88F-4006-023A-726239AEA7A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70C829-CB43-F005-4E6A-606CA599C58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D15F1B-C131-88F3-D773-C3F3B25D972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F5B6F-015C-A05B-B8B9-79376E65A49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9A562D-1110-E751-7690-56EC3333712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C8541-7372-2BBA-3F76-750BCE3BEA7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702CDD-1BB1-F33A-5B76-44CF3A63A61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FCC89F-E758-A33F-1080-257232490D4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78495D-781C-D1B8-A8D8-9A98D85C260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01C36F-F7F5-9D9A-C726-071FA69B7DE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F9BA7D-1A3A-E507-D97C-2AD594CE220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9BFF17-884D-9C40-874D-A68E618A035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FCC5DD-BC81-C21C-940E-58692B9B6B8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C1F8E6-0501-C697-1200-A34D5D4C082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87781D-85F0-2054-DC59-E047254D7E8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7E5DF3-3FF2-9D03-3EE9-A97ADA292DF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BF8601-C640-BCC0-DACE-8A8C0965BD8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0315FA-FE00-09CD-81E7-E6D632A5174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2FF1F0-63FF-3211-3661-0E0D3DA97CF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5E4761-EF19-9D2D-E4FE-BCF7DB10116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EA754A-4718-9CB8-D853-EE677EB7408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890BF1-1D2E-2F91-FF1F-01349CCB982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C1037A-60D4-3970-F035-7FB7117F3EC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2E9E4F-1025-78A2-9616-B95534FEABD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CBDBAD-E6C5-49C2-7C38-A30B61E6ADC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67553E-B7ED-0912-8E9D-D3331F154EF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2F1C2E-FFC6-F01F-FB2E-5C1E6451E15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D417AC-77C9-D815-BA43-BB9E4EB865A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617989-648F-7736-B411-7F7325E2F8A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117358-5B63-87AC-4A48-D2FF7909CFF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F9D75E-65D6-D70C-4AB6-73F4B4B30D7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AB6C11-81F8-A814-AD0C-BC05F4B6357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0D7018-2826-BB0E-E25E-03FB11FCD27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CEE4DE-33FC-B0C3-3CAF-58C561F2418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AB0092-22D6-DCBC-172F-5170E6A2355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5D880F-381F-B356-E453-F9205C0179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3F8B47-936D-D520-1B0B-6DA21514C2D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760E43-F4AC-0DE3-1D6B-27A3B681C48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517465-3EFE-7B96-AF2B-0B8C4281836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37A228-604A-5E5D-C67E-F00CB2155CE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AF1D35-5E7C-1831-0D98-94B4FB632F9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56D021-BC9A-4C96-A2BA-2F54B797B34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38EACC-DD94-D903-6410-23663DEEC5F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761916-E7EA-ACEB-D603-68FED55ECA2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38C90F-6E77-11E2-4325-B7A616107B9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19496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F331-84AC-C951-EF1C-CBDFE659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31AE04-409C-52A0-9597-F89441DAE1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8, note the 2678/28/267/78 quartet.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50E45F-E3D7-5A65-434B-6C03FC34F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81BD85-6CFE-856A-67ED-932A1A00A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2E11B9-5DC2-7773-4639-42B87B715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91E07F-7862-4E4F-5339-580E6DF1B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3E44F5-550B-121E-4C7D-F3CC40D21F3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3D9FD6-DBFD-85D5-06F5-87F487CF701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68F65-ABDE-E607-DB46-910306F4657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683B64-B972-C62B-D074-DA57FA5D216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6D4CB-ABD6-47E9-8C2A-03EE6F5A5B5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911F0C-4CDF-A0A3-B8F0-84FD6542AA4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DD6FA-1C19-E4DD-83A1-CB00103BFB5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FB641A-DD63-ED19-0B5C-A0476F02E60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22288D-6721-2269-91E1-B2ADDDD6A3A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E7E36-FC68-9B6D-8040-1960A30A270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D8EE4-7FE6-1857-3C89-D4F55841D9C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B62224-6721-9E0B-260F-70FFAF0AC46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12047D-91FF-91D3-6197-513BA782571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D26D46-D553-2D60-14A7-3F69DE6B890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6F73A-E85E-B14A-2632-EF3382B34AF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92EA5F-931C-1E4C-2EFD-AAE1BAEA73F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9D5B06-7BAA-9B39-1C69-198DF5A0666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9A29FB-BF5D-687B-9523-26329C6DA88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D660E8-87CD-DA71-68AF-E4829877D60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1710F4-CDBE-AE9F-AB7F-B484234CB63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5EC031-DA60-6728-71AF-E22C7FFC6C0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F57C79-AEB7-3DC5-B94B-22A023322E7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F2FB0B-4998-F5BA-C8C1-0D1128AD55B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8CED5B-D9AF-CF92-398A-4D69EEE639C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E47486-E5CA-8D61-1054-AE45CBD98F2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0A69E5-F209-D1C2-50D1-F0A0FBFDDB5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15B6A3-3923-5141-5C27-FD48BF729EA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58B2E2-F323-E95A-AF93-7938428915B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1406F5-37D2-B3AA-F8EC-22441D13CE6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A7166E-18C8-2D08-57F8-763CABEB284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5390FB-4758-AECF-E94D-84BB1FFEF6B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91EED3-3A3B-6BC0-3BB9-F07AB7CFE5E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E0229A-C5AE-C794-7CAE-5C215C9C3F5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284AD5-5D02-9790-3D98-097AAA92A77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939DD1-2034-4C72-D041-1A3872E961F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D4A926-8B7C-7D2E-0ACE-12CF6083E4C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516E47-50E2-03F5-E001-3EE0131452A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A7ED50-6652-04F5-9719-7E9856753AC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B4699B-076D-0F63-5F51-44AB4D4EF32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B903F8-6AAA-8EF0-CBC6-9A014C96CF6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536AAD-1EF8-F8BE-697A-2F9A3BB2120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39196A-0533-1685-1393-88099FE6982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0A4787-DFA5-5107-F5F2-E570A04DF25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D5F715-426F-0522-FBA8-91B48DD9F9B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78D738-9CF1-00DC-6E26-EEECBE84EDF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FF75B1-187F-DE15-F8AA-FB150F2D99D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14F62A-631F-2346-B142-E35A878A4B4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709859-C703-1693-D804-8F472E4ADC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849DFC-F830-D21F-B5F6-06C71587353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C57D11-9497-A0C1-107F-769A5775CD3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0D08C0-E7B8-D73F-1408-6EAD102224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712E56-0A4E-6F70-EBE8-AFBB275DAF9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A9F722-E5F2-D43A-3CEC-BD86AAE4DB4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B6EC96-B372-5A6B-CDEE-373863EC518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890C89-483A-F03F-B196-01BFC314A70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9C6398-4EB8-9890-F1A6-C1CE838A4EC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1B1A13-B49E-20CA-F096-38BD37E2382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012D32-DFB3-9731-B944-22977EE514A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0EA447-549F-B52E-E24F-2B0EA0DD757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60613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B1BE4-A04C-4DD1-6608-D2017316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692483-CA04-A552-E4F7-D1ED735A38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the 6 is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C9B492-19AD-61FA-FEAE-CBA56A3E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C046BC-C89D-09C0-B45D-21862648C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09B6BB-79DF-B276-1D93-55D5473D4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B3598A-9881-B0FD-58E0-4288633D75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3A82A2-D411-7F96-676B-EC796E68281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FBB05-1E5D-8028-9701-88BABADB3A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D762-9EB3-14A6-862C-B712DBF390C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DFCD3A-D0B1-509E-BA26-07D463769A3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38511-FA51-1583-D69C-B4AC4D48EDE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EB44D3-9DE7-B06E-552B-64FCC39A665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E234A-D650-8EC7-5F66-27B7CF2B0DC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C63F62-1789-1998-8E9D-07D59750FF8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ED715F-AA04-2A70-63B3-5FABC59C482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41C1DC-9C8D-B45E-1A2D-0589891E90E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AFCE6E-2C9A-DFF8-0026-C75584B670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4082D0-2FEE-B04A-E798-8125AD88BB9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E8061A-6D86-B57F-CBBF-E98DD068794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C96881-2A75-8B7C-2DB1-AD216A4A20C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EC8F97-9DF8-AF5A-90D3-263EF75D12C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FBD125-9E56-FB75-CF15-A27D243C9ED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771024-83F5-4955-FDFA-39835899E11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DD5A3F-CF16-FDDE-BD2A-AA07FEE50D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ABB3F2-8FC3-1B14-3110-367BACBF1D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8A4513-7FDC-EFFE-A122-3F880A0E05F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3B24B9-9817-F970-CC9E-CB8989F77E8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7993BF-8949-FFF5-2EC7-BE2743A3B7B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C7D668-E12E-C788-C83E-78B619D5747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56425E-19B1-D93D-59BF-72239B39829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2F31D1-ECCB-2C4A-271E-DDB6D02E669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A85B2A-CCB4-B698-E1FE-6BC0B5478D7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EEF945-19BB-1454-206A-B0014EE332B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63FD74-8937-3678-C171-020EF459BB4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5F626F-1A86-AA0A-5A38-F9A58D224AA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D84E89-623A-D539-C22F-FF80AEA7298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CB17AF-3F5D-AED5-4A44-A769E2CE6E8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ED8076-6121-0679-2BC8-FB087A07032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24D711-AB12-3F03-E905-B866FAB2487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024D17-2975-507B-A915-ADCEB80FCBF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C14CDD-1077-0F8D-26A6-DB718B2BFA4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DD726E-1E02-50CE-3E1A-E444286C4A7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D0BFC5-B180-2F04-4ED3-AE2A759C703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210F5B-D0B7-C560-87A4-B20156AA718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C19B90-4831-901E-6B0A-EAF383D2EEC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BEDCDD-1430-E35C-883F-E3D9D88E3F6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EAFE0B-DA1A-1D78-013B-F5A7D6EDE74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38CC39-5C6F-F09E-762C-E775D2221A7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C4E839-5AC3-6599-A489-9B22B8CE20C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5B2BCE-372A-5806-E193-F29755390CE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12B82C-BAC6-3A32-1331-088FBE55DCD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5B1790-CC5B-10F6-C851-C6A453C6912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749BFC-0167-69F1-DB08-9A93E1AB741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EC2D05-589C-287A-990B-F2E134BFE20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BDE6C0-094B-A070-080D-AFAEEDBDEA5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884AB0-84B1-5122-536B-4BD0DB96E77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337F72-D7A2-BD0C-63E8-11B375DB1A3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7DF30D-AF8A-25EE-5E18-C5CC62D48A7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BFCA48-289D-FEF5-994C-CA831A17069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12B467-0497-24F6-65BE-ED149BB74EE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A669C1-18EA-0AC3-1D40-52DE6B6FB62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EA786F-9865-8212-3A96-2761357F040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A6AA8-67DF-7176-670D-7F410B7BA96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A2A09-3660-2A0D-7E51-081D6EB79B2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35AFA5-770B-7B0B-1593-43183CB712D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9900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23F7-D645-C22F-704C-0BF7D933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534D9-689F-6B77-671A-560DC2C63C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586C13-8632-BEC5-C6F0-DEB0B0B12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426A0F-B5F2-C7C8-7822-F6E8054AC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9D4212-6C04-D790-49B8-E471D214F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184A31-8402-8585-95BC-1279664F89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A08EB0-C84B-F04A-394F-19DF38DE86F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D5362-E281-C7E5-A0E9-0EBBE7F2B7B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9E890-9761-4134-DAD5-47096A6C772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DE01A-14C0-580C-4D65-CA2CB084D35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D7B70-F374-8C57-4B1A-EDFF3E56DE8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F1B6E2-C453-C4B0-B617-C4042E67FEE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7B31F2-111F-8D2A-61FA-2782C7D2A8D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F0BFCC-1CEC-D78E-607D-1421DCEE976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E5348D-903E-C07B-574B-92987885A0E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4C98EC-B76D-1FA1-62AF-86E61D96BCB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D6877C-7AE1-90E8-E1FF-62F4147EAE1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81A703-869F-56B4-D32E-53B6EBB0E46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1B0698-15DE-7392-6C6D-56444F79BA6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1C8F51-ECA7-7C4A-3075-BC96FEB7D54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E12F6D-DF84-2ABB-1359-9C935D2796C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1AA720-7588-6B05-5200-2ED72696809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3A6D30-BB35-F9B3-650E-6EDF6F6EC34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D2E388-3CEB-F6DA-2E96-D242796517C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8A07AE-A14A-F649-3C0A-6BE45EB231E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6C8B6C-425B-87E5-F3FA-EA98131CEED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784BF5-EAB8-E9E7-E8AA-9B071E23F88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E9593F-2B57-0982-2492-21C037270A1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B4E896-671D-1B3E-C207-108486831A0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8F7BF0-4386-D5B7-9A1F-4BDF456FED7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117131-492E-CC77-496E-2D39662771B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5373BD-5FF4-E989-DE1C-DE754595330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CC3C96-1FBA-82CD-FFF7-DD225C3995E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645E77-87DF-8BBB-991B-50107FD08C3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E6B656-6EDF-E3CA-C523-7A1823AABEA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3BE673-BA22-35FD-297B-7DE379ECE90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139F3A-8B4A-66C8-125B-14D4ABAA093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FD332A-BEF4-C565-2EBA-12BA86C016C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D0641F-4F17-0A1E-8172-3BB3A394666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DC3A3D-8823-8DFC-F83D-8E21F9F5C56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A9538E-00E0-A80E-8D4F-44CDE17C250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27F60B-461A-3F95-3A0A-E4AFF696399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141650-9E45-88DA-D4B9-7E07E46D0EB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2B3D5D-CF34-9F01-8016-2B1CBFAAD86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0526C0-9187-C62A-6175-54F99F7E76F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ABA7B4-8A03-AA90-8DDA-5B3BE6623FD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1B0FFD-B3C2-C438-45E0-1C17AF427A9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D9785F-5F84-4717-F33D-AC65F134695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BE57E4-3CCF-A5C6-75E1-9BFAE5A4057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62C7C5-64A5-09A6-7ACE-0C48CBB673E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8B3A51-C842-617E-2850-8E821FB571C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A604D7-6CAF-A2EF-FD7D-04E2B2C8AC0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605783-6CA1-B131-DBD3-FE35E1FDE84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109632-AC53-2336-EDBC-470A499EF8F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098985-4F20-775B-A508-401C454EFC4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AD2408-B194-8DB9-3CC4-F2F9B9A976B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241628-9D06-2818-3B69-E9DE7D32A1B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1EDE89-84CF-0DEC-31D1-D96CD033FC0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9FA111-6076-B6D8-2A30-E41FCC26A03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338D0C-0C2A-E103-0255-9E90232A2DE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EC4F8B-43D5-40F7-64E3-26F204A5FD7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3421D3-6FED-7A39-EB1E-EBCA13685B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559507-96DE-9934-EC47-3521A19219F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BE4114-ABC3-DAA3-A07F-82C14FCF81C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40BAB4-A4E9-A84E-59A7-40D84F70FAE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0017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3A17B-1D4F-23A4-3D4B-A5F96621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AF8689-A638-B28C-D1A1-95D9AE9AF5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there are two possible locations for 3. This cell can’t be 4 because it would kill them both.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23A1EA1-C369-156E-9DB7-E7ACD3AD7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15F5C2-393A-3CF5-6A21-02184F4E4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C4D480-D41F-4D76-B76B-501317076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22380F4-8E9E-00B0-938C-C37F45FFCE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74B2AA-58A1-D0EC-4174-FEA47D0022E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C21B1-7836-88A2-C9C2-D4C5C984F73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C62EC3-5403-C953-108D-0908B9070AC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1E88A8-2932-0177-D102-4BF7AA50DD3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71419-D9D7-18DA-AAEC-A3760061F02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B66C9E-6A77-F23F-FEDE-C4898F77810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79FC1C-F1DE-AB33-3CA0-C28EF38498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AE387-4467-CCA3-DCE1-056F8F0C1DC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6D9787-3553-A3F2-88D9-9E6A0FE8625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D336A-01DE-656F-16EB-F6D45BD5BC3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189095-5E1D-60E9-9E2F-3738C8E8FE1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0B65F4-44E6-D8F3-1585-4974993C8CE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C859-D3E6-3FA2-3B8D-6F0C5C5CFD5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BFE3B-6EAE-AFC5-A652-0CF8564861F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BFE09C-F5E1-415F-CF21-7655CB51515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818114-0998-BEB0-05AD-5F3FDA9CE07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0C0CF0-B81C-2E1F-5304-7BE80D17776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03A32E-2F8D-A85E-DD3E-8C74F8B9DE1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093AC1-2EBB-80AC-2097-665CCF265EF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797283-EBA0-AEE6-3008-E5CD9AE4E69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DC30DD-9591-4F3F-AF34-0F06F52DAF9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995F1E-7CC0-A3E0-F199-BB5F180F7C5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864123-6311-FDB5-D1ED-A1AC181927A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72E8B3-935C-0642-3C8D-3D753B32441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C635C0-3F41-5A0B-541B-75AAB25AD15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DB8828-369D-338B-D714-DAF5E72E8C4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658F74-A03B-25C5-8650-D45919AD62E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FEDEBA-6072-CFD4-9FD1-8500D83928E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574D59-43CB-4F1B-8F7B-F1DD2AA2A6A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5822F3-C7C1-BE0A-D08C-BF935559637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8828B2-F8F2-ADF2-271F-2F1E29474B8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F78CC5-7056-48FD-4233-D4D5C04B64C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6DC698-B296-2456-B619-0BD991F4AD2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6A965D-AABA-BEF1-9F02-B988CDC36B3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1BA65A-9F14-4676-C2C5-E29949BCEF2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F3025F-698F-3941-043E-55F0FA97BC1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5FE2E0-96B2-446D-BB59-1248B5E7F28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7963DC-6ADC-84D3-17BC-66CFC878285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49AFBC-3FF7-1D69-3182-D32FACBECCC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9E32B8-06BA-045F-1C1C-CB411EA2BFE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ABCC32-C597-96A1-1DBB-A314B4D4526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18890E-CD18-ACEE-040B-065B18D1AB9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A01661-83C4-CEFA-D871-BCB3CFBD13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D65506-E2E5-1C54-8087-EA1575E80FD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8B04F5-7869-4FCF-84FF-E7C084E011F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FFA492-BB78-4659-294F-097F655C01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06BD39-AE5E-A083-5920-9DD0809FA49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03BD13-6678-F5E2-6D4C-0FF6E338AA2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74ABCE-E15F-A58D-07CE-6C54A16364C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A85766-6472-CFC1-DD2C-0BD7FABB800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DE8FD6-8165-8338-25E1-AC1C2E08B2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5C1201-7F81-7174-AC89-25EBFB1C525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84E4D2-55A3-A79F-3EAE-28D7659B723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8F088A-7989-01C2-55A9-19E1CA8BC25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0DC4B9-C73A-4FC6-81B6-59FD77F5E43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5A483D-5C1C-BE83-489F-22DB707DBC5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114FE7-6802-2DA2-4C8E-E7F18737316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705E2D-F211-7E7F-BDC7-83E2673FD54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4D4E04-281C-BE7F-F50E-57BD7C44421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53367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EDE83-60DC-AEDE-2881-70928325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1678A1-0E8B-DFDF-9DD3-DA17F3C5B3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locations for 3 and 4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BD33BA-8ED6-B95C-64B9-AC1D995CD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A2D6A7-C513-FB75-6172-246E541D1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DFED618-C86F-F3E9-AFF3-FF5C419EC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70388A-8BB4-FD06-00B0-BEB927492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EEF586-7CA7-095F-65C5-7D19D8A5B0B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929ED0-9B96-1CAB-3D05-8003EE2529B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048BC-5BDD-FE22-4043-876DEDD655A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BA04C8-19C3-50DE-BD78-E97BEB3C05A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890BE-1114-E620-F0F4-634811F786D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589A7-0BB6-CD1A-F8E6-9E39310399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8F1C4-29CD-96B8-609E-762A9AF4647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927EA8-476C-5DF2-4B01-0F9014FF102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CB5F08-1939-3C05-BDA8-7169A8A16C7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A74B54-746B-3E60-EDF2-1F858D87A9D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84B34A-E6BF-97A3-9F4F-D8B4447E96F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7607C8-96AF-0101-76C2-9DDBE1E7616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61D7BF-0D5D-95EC-15F8-A8BA827BDE6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542338-E0AF-2612-6BE0-87442082991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318CDF-97C2-00B6-5825-72754D82630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9C3E2C-CC2E-E7A4-66EE-B0A9900D6A1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F5085C-1924-726F-9948-3EE4BD4101B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ADA4B1-8997-C68A-A52E-1EA5844D377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105BDC-1BD6-1DEA-8FF5-84471BF4D37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153C45-9A32-19A3-EB24-672AF3A99F8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90166B-1A57-1C5A-0153-E3AB83B8938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F78B20-D6B9-1648-7AB8-FD8637C82F3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1C4D57-AECE-ED31-1782-427EF44F704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8C81D0-EE80-E7BC-3A7C-883002A4F4E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4FC15D-E583-CBF7-E5EA-0120F14D592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7BDD30-3DC6-A97F-F546-15475EFFE46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1EA3EE-CFBA-ECC6-6C22-FA94430CF5D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16FC14-33B4-A5C2-9548-885066EC8B6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423B21-65D7-5FF7-82EA-4C7E1482948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8B025-3143-DA6C-ECCE-70D989689FE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378E51-1844-9C5F-6E88-16C71B970AF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929974-6CED-427D-8D1C-3D485427601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81E082-6066-63E5-F274-FF7653542B9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874DB7-08C3-A09F-1E47-C7734D58C5F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4F86CF-2444-97F5-5A57-0B15B38EE2F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7B1732-F245-E3FA-DCB5-802A6EB014A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553AB5-E537-FA34-EEEC-EECDAA97EF6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98570D-2338-3A0D-D19B-BD0DDEA5933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DD1272-4948-AA16-2F8A-C9655F1BE4E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258B35-C20C-C712-9F24-2A9C6ACB979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EDEDB7-8773-E0B0-248D-391D63EF2B7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83283-F6C1-CF12-C6AA-1D4B8BC858A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1D9225-1D54-D3C1-B663-28BBF73E050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9C9578-59DE-FB8A-E683-7AC49D44A5E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9D940B-A9BA-8375-48E2-8597E65C548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09B80F-C1C1-A9F2-1A78-638A8335A9F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4A7B97-283F-B02A-564B-8C23B10BE40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F69868-7CC5-81EE-C734-C8E6056B95D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0000ED-25D3-E8B0-9620-2E22063BC8F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58D7F2-0AEA-24E0-141D-CF4FB6C09FE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73D663-97C1-2D68-10FD-4CDE0E053F4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C414DC-6990-DA6C-58CC-4B84D9553C5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523CC8-0E8E-7F5B-7301-1822373188A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C0BD23-5226-A3F9-71C9-4E986601CF0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05F3E0-40AC-076C-6FD9-E397CF2183C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8C94CB-E306-FD57-00D0-CAC2B71F804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6FCF8-11E5-7D7F-C6A3-F5DDCF9F6F0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F7D8B-B92A-5F5C-169C-C0C26334AC6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B83440-53C0-24D1-482E-7D26A3277D8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080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762F2-4978-3F71-802E-A0895C19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D39C4D-BEF0-BB5B-A578-1C58C6EAA3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last possible location for 6.</a:t>
            </a:r>
          </a:p>
          <a:p>
            <a:r>
              <a:rPr lang="en-US" dirty="0"/>
              <a:t>Then, last possible location for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5719DC6-C0AC-EBA2-8406-F1C51435C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3492DD-F814-A138-8793-B3FF74D3A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6E7835-921F-1B5F-DD15-B98C0ED08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4B98E6-7308-358B-7002-3F9F5B9D5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5234EB-5BD8-F64E-B9F6-284C1EAA5E2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1860B-8C1E-C1A7-BFE7-2388829F24B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91AB8F-F3EC-C20B-E084-1E42B9A4FB9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DA0DA6-1205-AA1F-FBB8-5075B6A831D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7917C1-587B-A339-D2AC-8E021FB4EEF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910F5-C615-D8CB-E419-AEB39F3F43C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32A52-E9D4-A591-CA34-4B8FE3ECD2C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F4783-7965-2A9C-39FE-593FECA7C04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276C45-E766-DE75-B251-7C935B6DA0D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5776D8-FF56-A965-D185-AF3FA53AFB7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A6DE54-5D0E-0887-D239-20650D37D7D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67E35F-068B-B335-20D9-4DA20427132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49D8E7-2409-C10F-5137-BB719F26FE3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46EC65-A040-831D-9339-2EF43D15C20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5C19F-E165-DB79-9914-AC753E39079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9EEA02-23EB-EC1B-D0E2-5CA15B4DA71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F41553-3B11-4E98-1E07-40BDEF7940D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DCA191-9083-57BD-2B87-6F73F3D7070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A9375B-7356-046F-FB85-9B6DD326459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A6463B-FEFB-397C-65A0-16A9B8730C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EFF3E9-376D-4BD2-453D-9A06E803D5A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58AAE5-170F-C028-8C97-111DC52BA58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0FB851-A705-A794-B8E1-E7AD6788948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23413A-EC60-F0D4-D926-51AA869C27C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1C4E0D-9ECC-3AD3-5E7A-33190CB5510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5FADC7-F722-FD92-45E5-5E874458F44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DE4517-6B66-B396-56D6-215BD7F05C4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B789B1-4F09-EBDF-189C-16E6EC0B6C1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87A724-BFBE-D2D6-F681-A60E82C82BB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48E0A0-66E1-C69E-06CB-BD9E8001A5A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9BAD74-1A85-A4DC-AA02-D151E1CAF32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A5869B-8AC2-314F-FEE1-16A3F237941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9FC03A-9F33-D329-E649-1288716E81E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DDACEA-24D6-4A1F-77D5-3E745EAE486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8C5DBC-F0CC-2EBB-C6D4-10337461968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D66EBE-7864-C294-3E25-4A296019410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650CCA-24BB-BC23-6FEF-88F1D3E3DA8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6AA6EC-FE22-28B5-7CBB-8E017EA6A2B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887D58-7C29-0E51-5ED4-061A35222A0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C28672-C4D2-5C13-C16E-06F0383AC63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C5AABD-A9B6-399F-CA01-1A8934C501C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31964C-8397-D688-2050-7AFE7947398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0BA3F4-C3FA-D316-D2D8-8CB295ACA8D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59FE02-7F3B-1A2E-AE3C-8D98B81FF7C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552B80-9AFA-E47F-2FCE-34D0BB8BBEA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029C03-4B95-5897-77D3-72D75824714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55F087-9303-1E7B-0B59-667D7902704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240A74-F7A0-B992-4B2A-222EC97BA87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A03FD6-933A-8779-9B20-B73F48B32DA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D42D67-737E-97E6-BC87-8014BD48C9F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68431B-7E52-4BC0-936A-C52030527C6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3B8F36E-910F-3A65-B108-B6294ED409D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1F457F-1632-DA1C-66F7-326CA205BA8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2F7144-CB74-C40C-11D4-A6130F6384B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3D7E55-A141-954F-75AB-1016F68993F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6ED095-718C-3A77-227C-5974DD41BE6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5887AE-468B-61F2-34F0-002BCB53696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9D62CA-4028-65C2-9E4B-2244FF288C9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997D4E-D8E0-E20A-17B5-5A502727C3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642626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9924F-62E5-5E94-A0B0-26FC6890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5171DD-DA0D-3F31-9580-9E8401D5F5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2E51F9-18C5-11EB-AD21-9D101CE5B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078CB4-3AC5-C6BA-2F56-7A012FD91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648448D-A480-35DB-BDE7-0DDB4A5CA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04FC96-4103-D46D-51D9-E45E76EC8D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CD3324-0E54-314E-0BFC-840C18B245F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A20D6D-1DDE-90CE-CEBF-B775EB4B27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051FC-A249-F28A-4355-5655DC20B1D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05160-51D6-DE64-CC97-20BCCFE0141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7EA96-793B-27CA-3B1D-3E89C0F0676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8D20BA-0ACC-BAFE-8CAF-36F28735D39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7B0AF-4643-13EC-6B30-3DE1181059A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06EDD7-7F6A-B686-A6E6-BEB18895A1B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1D8202-EB66-51E9-CC6F-3759D82560E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63D109-1217-3D59-3764-B5B72B926EA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FA9466-57DF-8AC2-5705-F7B7B12D970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DD351-FEC2-DA76-5C58-FB1DE3794C0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61E9DB-F9C5-E4CA-7F13-AF9771E20B3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2F8E47-703E-A9B8-E677-9378779621B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6AC8EE-FFCF-7434-D409-7FC8A948777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57A333-DB58-4ABE-5439-2F88A3CDB9B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40769F-BCD5-2E7A-F3F3-0D9D271F59C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F66D7-B154-8063-7DE2-587E5B69137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6BCC9F-A8E8-FEBF-4949-9A027230F2B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0A1C24-87AC-B817-4B40-A7F59821318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38632D-785F-BD6C-ADBC-37BD570BD81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4DAA3F-182C-EF04-EAD2-C291D402F24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680DC0-F8AE-91F2-B02C-352A2A9272D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74EB00-0A7F-1527-4502-389DE204BD3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CB41FA-990C-3D10-F99D-2DF32A0FD8F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8A6455-5DA5-422F-E40F-06A2A7B3AC9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FE4C97-00CF-5C2C-7B92-0010DA834AD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CCF0D1-883D-D8E1-E565-216713D994F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78C29D-7AD0-9B78-2477-75EEA795471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982FCE-896D-3D30-68F4-FC16CC72A47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77D1B5-1818-2741-AD26-92E61A2C6A8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C1DF34-F468-0CF4-9BAF-3A0FF5E6CFB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2CFE36-0B1B-506C-2090-A33AD0024CF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BDB440-B158-1828-154C-64679BA85A9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824D53-310F-DB0A-607D-F4081A627DE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0ED713-965C-B01E-45BD-FB3223FB7EB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BFE81F-CFBE-E333-C6E1-3D3B1301898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D6C19D-8D50-0DE1-5DDF-774F9922AD5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6B5448-B625-808A-0022-1D9C5ACDA07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C68C09-F4E6-78DD-27E7-4A284B6536D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07B6DE-0DFC-FCCA-ABAA-C50389636E1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8F3A5C-DC35-D567-CA3E-134DCF3811C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A036FB-A936-1D4F-CB85-99FCD622B95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E0D4A3-7194-D073-5E1A-21853B24DD4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5D8F97-14D3-3708-767D-12D1980F3D3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9BB19C-58D3-6310-7AAD-AE000D63263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321E06-BBDA-381D-F9C9-393166BBF26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875270-3235-748C-8A27-F7D2E0E1EF9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E41E6D-938E-0875-F4EC-83265F34D9A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2C1D7F-91CC-DA19-67B3-FD464BA24BC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018C8A-613E-6D0C-47ED-96AF864C2E4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783C76-7A6D-58CE-E7DA-EA431A163BF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949B26-2D8F-54B6-941A-887BF2A6529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356C81-4784-91DF-9EE7-C8DA503DE37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992A4B-92F3-BCF3-6803-2F002320D3B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E5B113-CED2-9FCC-639D-CA817EFB74E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EFC6C8-5EC8-4FB2-5736-B9F191E2AFF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E236B9-2A51-EFAC-566E-F53FB505A18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C8B25C-3B84-E30F-A3A5-53F9ACCC38B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473538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41BD-6B72-D652-ACF7-2ED0059C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D9D10-89C1-6E09-59CB-9BDB6DF453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location for 4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B2F595-51E0-5BE1-070E-24E633BBA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91B11F-9464-922C-B00D-A4D790D7F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3ABB370-0304-9529-BDA0-45EC2B628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0C2121-F1B3-34BC-D625-D6969DEBA3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A2BA97-EA20-74AE-DA33-721B5B2AAF4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CDEDD-E272-2C57-7F45-76EFE147973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523BEE-B202-48CA-8E50-A5844775DB2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32EF1-768B-357F-2E62-B8043AA397E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2B7DF-E3E3-D566-BB68-919F31F2475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3F9D4D-D5CD-3EA7-912B-0FEB32BF79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684C3D-20B6-95B3-513A-83D550A744E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8DEBE0-8DC4-0ED5-D009-07E3A6927D3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FEC520-563B-144E-BFD7-BB03F43F072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CD0BE-016B-EF63-7AF5-4F8D2F06E11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F7726-6F06-F60B-63F6-D181EC29675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A2F8EC-4F1E-9588-54D1-43E211B588C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30BE43-D0BD-4E30-8623-419F9C9AF84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48B8C2-2939-5438-CFE0-BF281467303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9F61C3-6881-631B-D5B5-1F185B64B89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A75A07-9A84-7783-F681-CC08D8AF3C9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D7B3F2-7780-7BF9-EFC5-89B32F3E95F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B9593A-B72D-3F55-01CA-DE2494A9F4C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DEAE90-3993-32F9-A438-FD9C3F38A81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CEF5E0-7543-8FC8-0206-5DF84014BEE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1781E-B38B-C979-C720-123341C2775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FA2DE3-F8D5-B768-ED26-357C3F7BF0F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A6FE2C-7DD6-CE12-DB2B-19CEB949A1B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922166-78A3-73F2-8168-C2CC932FD9C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AAEDCF-9FDD-FA7A-535C-164B231E1AC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E4ACF0-EE40-B4E4-6F1C-40FE0264FE2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CCB75F-7DDE-5538-F74C-9953913F22D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62ED30-9A88-FFDE-44E5-A8014591158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C111C0-D084-B32E-34B1-8FDC4311295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FEF532-F9D2-2076-A851-EEB02CAA88F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B9F50E-2179-73DD-DA6E-0E58DDE7686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8EDB9C-1D50-CDC5-D931-0B414774DC0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11927F-D162-80FE-91FD-13D52531547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E9D28D-7B16-53F6-8D37-8A5DAF76CAC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5846D2-FCB6-1C0E-0009-A9408EED4FC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490EDC-D13D-5A16-5642-8B0CA9EBF6B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F93904-B94C-01AD-FD69-F06D7544AF7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994364-B0E1-DE13-8E72-922FDD1863F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C65833-9B54-45A1-FA31-D69F6D6F559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9F690E-5F6F-61F7-D970-FCDBC1D28E8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842BCA-FED8-5349-252C-239323490D0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18177D-EA50-892D-B608-0772587CE8E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42E3EE-B347-DB4B-C42B-FA50BB49131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1F2C37-EEAF-002D-815C-4B49A87D4A2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2F00BD-6931-303C-5433-BACB01F8986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B9AF0C-0CAF-E0BF-10F9-CF3AC3E0142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E05E1C-09C3-0C78-59F9-6528A0FDF5E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3050E6-6E13-BA10-3F4E-D4BF769D284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398F86-92E7-CD66-C4D8-DBE62CDC662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3F780E-6B4A-9796-25BA-AE1EDE05B91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A187FF-D323-CB29-F5FC-7EE53CA9748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B6A437-D68C-B171-1C35-8E1282B33AC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599BC4-5196-668F-BD97-1098FED203E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37A076-9DF0-0F50-1E02-D6F494D5710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65F29-5D90-8070-183E-C3296BF1B06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FB33A1-2FBC-6DB0-8298-5B3480E2C15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41DBBE-4736-F439-5D67-B07F68BF189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9E6C57-A71C-F27B-2DFA-0F9C2C06C1A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CE9CAE-3AA6-67D9-D870-D1B1DF958F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17265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416E-EC5F-DE2E-B808-16353F48C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06AD38-C16A-8F17-B0E5-5F34206279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B25CCD5-C91F-EF8D-60F3-6998224C3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AD53C2-8527-9185-0E2F-A63414759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095C5E-A04D-C4DF-0CD9-BEBDDA95F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E6AE30-F6A5-B1E3-1CC2-6784EFA3F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44022C-DEE1-11CE-D892-0EF4708F34E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8F4EF-1415-6FDA-D9CB-29702EBB5E9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8EBBBC-F1AB-1A5D-2706-4CFF1B9D753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AA512-96F2-AB54-8CF3-3D010CDC2BD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847C2A-0306-140E-8CB8-3AF96C9F19C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3652DF-DF9A-8151-5C5E-80CF21D6D0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382141-45F6-B2A0-F3BE-0AB19EE87FD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D1ED55-1D9C-03AB-2EA3-61EF4F4783E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ABDB8A-C813-9BE9-8B65-23BE8043A6C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93AD5F-0AD9-BCCD-479F-D33F2689604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0FD3CF-E1B6-E7D7-25A3-B598107BCEF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83BFB8-AEB5-4482-4069-BF22C68522E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E1266-A00D-8526-FB6B-A511FA1FEBB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A4D14B-30B8-6B1F-61D8-DC1DF6AFF9C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833B34-F4D8-02D3-CA10-71327E95490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1B3E5B-B013-048E-FAF4-ABBD3DBB214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E8DE27-10BA-2505-C73D-184EF9EF2AC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239475-9224-16D1-6002-ED893B08334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AC9227-084D-D2C7-424C-BE51871BC31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C11A4E-99D4-FA70-A4D6-527761C6E8C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266335-DD69-F3F7-9D69-C26F3805DDC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46A1B0-9D74-95A4-E2AD-7C4938470B0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553C51-FDEF-DDF7-276F-774D3B699B8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4C6D53-ECD2-5C56-1D2A-F6B6106897C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E83848-6565-69B4-96DA-7ED34A415FC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D02804-8047-2A01-7D8E-9C1D8F7E767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646860-276F-25FD-51C6-F191AB3216B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4D65A3-0016-1793-694D-A4C65695E37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022F9F-2387-DD4B-4FFC-3EE094B8DB4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EC5926-8426-3F6B-3050-670A4690918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CF1288-E1C3-BD6E-C0DB-AD5F626525F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122C7F-6914-0F6B-D056-49D5D007BC0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B15FE8-E68D-D7F5-E069-E8FD4F36649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9F6D90-DD71-4305-7C17-E6D7C9106A8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35103A-AAC1-4B44-AF8B-E2E95C3B6B1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5C5A6C-EA45-6ECE-F878-A3C0859B137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A55775-9C5B-5B71-4606-B95CE209614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99CD0E-01AD-8E3B-0F46-C80A5568025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5A951E-A518-F29E-4246-09977D8409C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7DCA34-ADE9-3A5D-F278-A5BF65CCB9C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644AA3-B77D-C45A-733F-FCEDCDCC55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C50032-37C4-0412-60C7-500F8408645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335F9D-7771-FAB3-0A7F-E5AF73BD0EC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A3B555-6623-C70E-E776-252591139E5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5D716D-BAB0-2270-A066-2F45745B1AF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4E6847-79B7-D54A-38E6-7F687493EFA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89DCCC-1C53-15DA-7179-A26A54C7D15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1FACB7-00F3-E520-618E-F27623697AE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BF9D9F-99C9-058C-0DBB-31812A1DBF6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71FB94-C611-B703-88FD-143AA0A4FA5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A54A11-D707-B388-A883-BF52F714DEE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7D7DC8-1A92-588F-DE8D-2CF4A85F8E8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299A13-0321-40B3-5927-981FA6C7AC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D7A304-180B-6AB6-9469-FB0E2BB86E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AF98A6-69FE-AD43-6F92-DF731172349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A30921-8BAF-D476-279F-48A95772614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8B2D0D-DDF8-0F60-73C0-A7A7BAB050E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6AADCD-A48B-AC8D-46EC-7191E51AE01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6888F2-421A-FC92-1E06-0882358E310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01033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00822-21AF-1A34-4DB5-E3BB4401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B9F93-4EDE-7917-7D40-1CAF46515B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this cell can’t be 2, because it would force adjacency between 8 and 9 in the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30776D1-36B6-2F0E-4CC2-2EEE6A70B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B30D4E-0EF4-0788-BAC2-A9149686C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B9D6C6-0079-064C-C8E8-E24699DD0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883529-1CA4-3991-216D-E0DFEF741D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AAB40C-2140-ACD6-F718-3311481F5F9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188DF-019B-17F0-E289-BDA83CE628D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B4CD17-76B2-9193-9147-5F1BFE588E4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C1752-CC3A-0BC7-7CB4-256B7D7378C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6D2A4-D9B3-8181-72A8-16EAC2B557B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4C8B9-259D-A17B-E606-835073880DD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8E02E-C0F4-2205-F248-445CF1CB79D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FA3C4-ED03-D871-48FE-DF4FF949A38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933A0B-923A-A79B-C882-A6953580EAF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F9F2FE-7E72-DC7E-23FF-C454C25DA55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01CA1C-9E6F-4CC2-4365-E5CB0FC546A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7A7438-F620-BB9F-49D8-4CE79117E9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A37942-D71E-D4D7-DB09-19D07FC8738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C137E8-2784-CE31-FFA7-458BD116AE3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B52E38-5765-55A7-D0A3-F3A382660A4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B5D36E-54CC-3CDD-E3B1-268045F4A46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24845C-7999-09CD-2A93-C63C7E6D62F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256C7C-A3C0-3EE7-9BCE-7176751737A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15062C-27FD-DAA1-14BA-FEC62F30433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2C5CE9-8E54-B130-A0C1-B9D4A08142C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DC22B6-00BD-B3BE-4B1E-3A2A482DEB9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171D9D-E3CB-FB56-A449-A3B212FFE28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1C961C-9460-910D-4AE1-79A55F6994B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3CE288-5911-4173-C0D5-98C047A5D8F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82055E-00AE-6BB0-D408-8401950CC21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BFEFCF-CFD9-A7A5-48ED-7AECB41E05D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1D663D-4002-EAAB-F89C-1C948F8F8CC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E6A438-689D-F62D-691F-57798CB6DE9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C1574B-52BA-C697-58AF-E51160295EE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A81385-04D3-89C4-521E-FFE18FDDBBE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2237B8-3930-F90D-7214-16540B4C9E3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4C1DC2-CA34-1B3D-6D8C-8FF268E3587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A07223-983A-D397-8DC4-42AB76B14E0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5F070B-F9DD-4869-75DD-7C7B4C5FA19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96B5FE-3CCD-A7DF-189A-E98B00EB100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2C582A-0F51-34DF-3197-62A557B50F0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6B48D3-D546-2FB0-5311-8F9A62949F2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1C4696-5995-378A-460F-4A84FAF5054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9958BF-17F0-A90D-2D50-882764DC11E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40C935-E57A-C6B3-53E1-26F9C2A7C6E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F0330F-9565-D61E-90CC-ED72408167A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BE509F-A79C-C2B3-16BF-136B3D850D9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880F19-D98F-D002-9279-D154A9F6574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F62F7F-33B8-67B7-2DA9-69667F118F1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397DA0-50C6-E5FC-DDC2-C1B680D36A9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A6016D-1F02-3E65-0861-F294BCC766D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5BC00A-BB15-2D88-F61F-7113C000976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C0FC48-9E95-C47C-F71F-66844E2032C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442201-8476-E6A1-3BB5-7944F7A53A6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336AFB-DDAB-BD93-5555-C7D426E680B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2BF24A-7CFD-65A1-6574-C1CA54A3102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2F7127-1EFA-8DF5-9014-62163DF03AA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65B191-455C-CDEB-FCD0-BBCF08B6E75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B46E3B-C230-16BB-1F43-993ADDD3183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2312EB-4903-7419-9286-31BA4EB974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F5F911-8FE3-5F22-9EB2-54F01FE0630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278776-775B-10FC-32D0-F6410530F4D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33C5D9-A65E-1721-7D01-121B97D76F1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6337E8-1893-9B3C-6EA9-B4CDFD6DCD0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781208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016F3-CB25-B4FF-DC4B-F337FDA7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802E34-D788-5E1C-A229-19D2CF56AC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22FBF0-8F4C-42FA-ACC6-A2D9C2346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2C6F4F-E812-2079-CA71-8CA118AF6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FC1CD1-9E34-D690-C152-D386587B7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1836A5-5C5D-8C0D-0AD7-5C9AB47899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3EED66-0A18-7FDE-7419-D8861BF4381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582FC-CB04-74B9-A067-B7509EDA5F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305C3-6887-A7F7-1935-7AC701AE390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AE868-B62E-1E07-56D8-6EEA5943475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2A9EB-EFF0-FFFD-7D94-F47CE07D0B0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33FDD9-ACEA-7808-4C40-0A76B770372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75C317-D4BD-AA5C-92C4-F11B42B7611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5BF2B-FCE6-B1A9-FA35-89BF1A1354B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E57DC-5629-D896-F9EC-AFD75B4CAE5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21D70-94FA-064E-3B2B-A9FC4ECDB3E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C36B20-CF31-23F8-7312-B807D2DD01B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08E550-17FD-FF05-DD26-28DCD0E81C8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AF43BB-A78B-98F6-2F2E-68350314BC9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1769C2-8B13-D6FB-7EBD-0C9795CA2E4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370CC4-02C4-FABE-DE77-9D2EC6D0952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50468E-4AA4-3291-E694-B0C2EFE95B1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FFC5C0-7801-69AD-6632-9C2BE2E6331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2983FC-E376-CE31-CC2E-632760EEE8F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A66E2-AB92-61AE-4289-E6F830E1219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DEF671-AD10-75B9-5A9B-66B14D6A916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43DCD2-53C5-D379-0C4C-C76F2D95A02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A6EFE0-A564-F135-F542-0D5F8637977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1EB5D6-0A35-2613-EA3D-37E70C5EE77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8A4F41-EA3D-EB98-536A-607D78E602A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F76580-2133-D248-6634-46702497683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F52071-2DB5-99B7-A38B-189D5A2B33D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7C838E-A904-2CB8-77EF-7E24D026117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8488EF-3C9D-A211-6E73-CB920A0C97D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D9E21F-0714-6C7B-9DC8-6666AC9942E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A20C96-2D38-2C8E-08C5-B0F2603FD0C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3F49B7-7F0A-1890-C080-257357CC94C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0828D8-5E82-BD49-C0AB-094695094AF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5370D3-B45E-E85F-F405-EC9FB3D62C2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0BA06D-1BBA-94C6-10F2-6863D50A374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D87C77-4899-0C79-4E3F-B4FD7372702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B4BE78-20BA-B07C-50D6-5A3943E8848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A0FE13-B3D9-1FEF-96BD-27B4A5DC033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4BEF18-1742-DA45-4C9A-A42B2BEACDF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BD159F-8507-8346-CF5A-9C7719A3A04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F6CFAA-0824-1A92-4994-13166823159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ED1AF9-EA2D-99EA-DDAE-F00ACB0A08F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C69422-DC3B-14D8-89D4-E41D61204E2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B06357-A932-0D73-A3FC-231F134BAF7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E60DE2-960E-9A3F-BBBF-5AA538D941B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9C77BC-EAB7-9374-B31E-686D940C981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6C5D96-03A3-E0BA-943D-ACE29CC9539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9DB782-8C8F-917E-8583-3AC40C81CE8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7EE6FA-4ACF-07F3-A8E9-19CB6B87747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A3F982-7BBB-B175-8924-D6ACB0F6532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B1C2EC-BD18-4A92-F8B3-9288E6BCD23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28F27A-B980-DCF1-D001-52ED48FB5C7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D91B35-74FB-305B-4CE5-FE9665D9408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42F2D3-F532-A5C2-593D-FB4E42B7429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5E4EF4-3D57-2DF9-7D25-67BA8C1A160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9AF808-FCE3-FFBD-9C89-A161E51E8BD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8AB970F-3564-A064-41EB-B111B02C4AA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216E1A-A5EE-93E1-89FE-25FEA218861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0DEFAA-FC9B-1ECB-8319-2506164D3AA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F3D2FA-77DC-FD91-4575-DCE8814912C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02392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4784-A39D-E379-A424-8DE6D3A0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F35E80-A271-06B4-0368-E84CDEB016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50A9E6-98B8-37C7-82E9-60D2D8E61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6E52ED-5509-59DA-0C39-4F66205BC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3C2B2E-8F78-1A88-BC04-8161DC410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2EF962-C39C-9756-B915-CA89B400B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CE77BE-FDCD-7F2E-6DD1-47F7E745A8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FFF4C-A7A4-911D-E50A-F3E17B85AD5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B8C90-64B9-EF79-5B3D-9FCB545B4AD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C4025-45BA-8A3F-1EEA-2B02E39DC88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274B0-1792-D080-FF90-EB768394D04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D49D55-F318-B62B-455C-892988980B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297CA-44F7-99D0-E3EE-13C0B913D83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58D48F-C204-77E8-8047-E90F775D040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18AB5-BBB1-F7EC-38B6-53323D514AD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2120A2-C98B-AE2D-0D69-8D64CCEBCD4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CE0E22-9331-95F4-CCC8-D82F728C5A8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C0D9C0-F985-B390-0628-AD250444190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6C984F-A430-498B-1BAE-1666D70285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70AD17-7E12-9A72-2981-A5814218700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2BF212-64D8-CCFD-E60B-6BF1B4F4D8F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3F80AA-2DA6-1601-2469-9BE2F42E39C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9C2425-6D47-A618-EB58-D74E3E4C3FC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1B7A77-B030-8294-6C22-91D480F0094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672BC1-DBB8-9360-7173-2397F52EE14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33C51D-4B8B-987D-5490-1D47C047E92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E450CA-395C-0F40-EF0A-E138045B99A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08FE75-4F3E-8CC1-EDBD-C6EA4AE1CED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CA61D5-0C6F-536C-04A9-7F57D3902C3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584ABF-B56B-45FD-181E-FDA09CEC4D2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377986-443E-A65D-7531-0BF77BA4ED5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79AF2E-E043-675B-7B86-17D5C229293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826F04-0E28-6A7A-145B-D8C4C88DBF2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504C2C-CAAB-2014-2FBE-D62651CD478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E9D812-6AAE-2043-CD66-77756DB7DD0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33A4C4-9428-3640-C4E8-48BD1D34434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D62712-BBF9-C36E-7B40-264110AA94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749908-3F17-1832-C239-853047C10AC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A0A30E-A2BC-FA59-3074-F91C49EE48F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756861-B23A-B913-AC8D-0A9303C2B39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38AAC9-DBAA-0FA6-433A-A968A95519E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CEEAD1-9A00-937B-3EFC-DAEAA259490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D8ED32-A4BD-9186-2200-29891DC5B55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C01BE9-4ED1-4AC7-0587-F48C5054384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ACDE5D-32E3-05FF-299B-C4EA022E817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F9645D-582D-6655-CD91-4EBCB445981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844766-A476-50EF-EB94-B91402CCCE5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D1475D-967C-AFE7-EB9E-ABABEA679A1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9C5917-4EE9-5AC8-AE58-5F8E5467B1E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4DA720-7555-1962-14E0-D8F1F57FA16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37C6D5-CCE4-9917-141D-FAF58D268C8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DF6C82-77FD-C4CA-E326-42441F28FF2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3F3161-B496-3A5A-A254-7B4A048E295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86171D-2408-3ED0-83BE-2960E4C718C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7869D7-6B1C-8DC9-0610-7BD2BB06351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652984-7AC0-B7DF-9832-4279E3B0696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697511-1288-E758-49FC-0E8375B175A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B85222-1CB7-F41B-4532-95BBF82C361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EDBF05-8888-7421-C849-17E71A094CE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15B69A-18CD-03EA-5EFA-FF6B01402E1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8BA7B4-1907-2F9A-BCC3-170765420CC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CD86436-A4AA-F157-D9CA-B67E99DBBF3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6D8767-C04B-BD06-6D85-86A308863F6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099C70-0C00-F3A2-9952-F6D45DA78E8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364DAB-BAB2-563A-4F38-6D063547F20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808830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929E-F1CC-8C12-9363-9FFBFFCE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1FD3FD-1943-7C04-E818-76DAE060C7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These cells can’t be 7 because they are adjacent to 678 and 67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86FD84-1971-3A5F-D5D4-B9BC3C7C0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2D656F-A6A8-7DD3-32EB-FD28C984A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B6B0C4-9E2F-7C22-9CEC-9FECA805B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633633-674A-261D-B7D3-2DAA6B074B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88C431-D2DE-DC28-59A4-F09E0ABEEEE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546BE-B909-3869-CE04-67FBB5B2C12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B0B3D-B9A4-7A3D-AC50-ED67054A394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47070-2E27-5D35-9592-88481DE1A13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BE78C5-A570-97BF-BC12-1DDA4EA0124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E7714-51C9-2362-5237-C56EA1485FC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FF9F22-31F7-A249-09DD-88B963A7BB8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B20507-FF39-3184-5AD1-4E0224EE811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F9174E-8367-B4CD-D7D7-9E7ED511F5E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0EE8BD-AED6-3D9D-BF8F-14205D62848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442151-4076-1DFD-C31E-B8198FA6B3C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06C8B6-C489-CE3B-7998-F67BE88659D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DA7AD8-595B-5432-C715-516429877CE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7FD381-963A-C009-0B3D-9317DAC91CF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0B4280-6793-ABBE-B44D-6751E03055B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863A25-CB63-5B27-205A-4C4099F3E9D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18688E-6CF7-2C48-F7B8-95AFCC0669E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DBDB34-A490-8CBF-A73A-4CC344052C0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D9D29D-5AB4-42A6-6F38-B1CF496BACF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5B2C75-A71D-7DF3-19E1-164D1CD4D93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FC908F-0597-2A7F-298C-FC0F0CD186F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912787-797A-E12F-8453-B2C487005CA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417A58-9403-C868-81F1-07FCEAAB0AD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4FDCCE-BD8C-B444-9C79-EF506B21330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E470C0-6D47-97A1-9430-BDDB45CB058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9582A1-9F5A-399D-7503-FA6B7402C65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EB71F7-9467-D7AF-D978-377D0B14BC6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B28871-BDC6-8967-4877-7A9C290071C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C8042B-BB2C-DBB6-6C6E-BA76D9EE0EA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E9D738-587C-E244-D639-1AA22AE8484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690B2D-93D0-5C6B-85DC-43680544C8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2F5B82-69B4-A1C8-0EE4-64BA5878056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A51D10-7D3C-F60A-71DD-0FF422C5788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DEF67E-96A0-6375-F00B-E5B47174FB6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D0C68D-0036-215D-CAC3-F85E2A3A3B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DC2A06-143A-68D5-5D47-5E67DADF157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6A3914-B95A-FBC8-2437-2870A50737C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9CF0EF-6855-F284-7532-1FB058A90E8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6DE52C-137F-B3D5-1C4C-8413C093DD3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E5CBD4-F5DD-05B1-FE38-9C20085A757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C514C5-8A99-FE78-CCD9-98C8DAE7584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684718-72E2-77CA-0C11-44C36504E8C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BA6C00-5DB6-1D0E-3F59-B432E3FA6A5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9597D7-0655-A4B5-7C72-7F5743F3777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87EE34-66F1-CC76-ABD8-CCC37E7E9AB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AE8386-44A3-FEBE-D6BB-F8BC8568E09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CC75D2-290A-81D9-ADBB-A7A1BD70C26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A1B6E9-EE59-64A1-659A-7259F263DF5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59CDE0-3345-E492-6CD4-1BF281F32EA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28D618-255D-EA5C-48E5-6310F34D22F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9DB37B-AA2B-433F-2B4F-D52DA99AC00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CD92FD-8F9E-C736-7CBD-829E77A7334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0E5E2-E9A8-67F8-4524-8D1D18A9513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DBE016-8F5F-00BE-0FA7-A952FF64A1C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4351C7-1533-523D-56F7-DA54E73FD14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E7D773-0E7F-6FD3-70A7-7B3F62770E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32F7DC-F934-D78F-9157-62D971437C0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8D47FD-9EC1-9518-0434-A64E45DC9C2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0AB1B-26CF-0703-AF0D-C6F48B77513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26130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169C2-EEA3-4945-C5C9-762127F2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8C25A4-E9BF-085B-980F-ABBCB65DA6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the last possible locations for 6 and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9DDD47-770F-00F4-FA7B-384427B43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849E19-303A-F8C7-273D-622364CBB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38DA8E-A5A3-5492-6C70-4D82030C3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8406AF-B5F9-10A2-2882-D6B79E9B7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48D18A-5ECA-92B5-E365-DD846DB8BA2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24DD0-1D6E-5B88-475A-9AE92D9FE5C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0C125B-0322-5DB8-6422-0DF28718312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69EC7-7C29-A15B-EFAE-3B67FFC34FF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BB6B5-67F7-12A9-817E-3B72F522A8E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ECA8D-BD9B-C9F9-5FF5-882D736D551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0F685C-F7B0-DB65-6D91-54DC955D11B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8E0B1D-3DEE-F080-F0E8-B070CC6A828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FC3862-EFB3-2C61-9816-8A9B6B35190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6820E9-B2F9-F610-5A99-AD91AD4F9F1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4CE270-C1A1-FC97-C44E-AC6A025E9CF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9A8A98-F761-C0EF-8E19-97725F76E7A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B9165D-B35A-9000-B52A-7E142111288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14B2E3-FF9B-EB81-8390-0D875783340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3E845B-654C-C17C-7852-FF5E10CACC8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EF952E-9C2A-B7E8-5944-DF21BFE8E32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13F9F2-2434-5783-A7B2-B555191092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B42474-917D-78AE-5F94-FFC63A1454C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03104-985E-7138-D0D4-6551521FDE1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15CA79-8822-A78E-91DA-A1DE921745F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EEBBB6-D23D-E840-48F9-91B49397BEE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91058C-E5CB-F1B4-658C-3C28C81DAED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FB9854-B782-C121-04AF-0421470C7B9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DA48E9-4FB0-6709-8515-BEC3530B408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71088A-2C44-AD2C-47CD-CF8EDF9ACEE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9B91C7-BB82-534A-B3FE-32FBABD6CF2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91697F-E2BC-5066-31CD-6818404086D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DB148D-D863-6D6B-65D0-5870D4C68B2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91EC7E-DBBF-F439-8793-ED5D202E057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AC5177-236D-2DD6-4377-CAAF8A83240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0171B5-643A-9908-194E-6393B253832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E2FFB4-FC6A-CB3B-F724-EC4FF417FA1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1C2F7C-19CA-3B8B-5E98-43B7D599D67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06D7D7-2F32-F9AA-3CF2-6AD1B2B899B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1AA640-525C-8E19-094C-2A354F30E1C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487FB1-6CBC-57D1-8357-EBCA5187F36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DB88F6-0E56-4298-51BA-A7A831A1731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2F9C35-4E3A-2B6B-91D7-62C85854CD2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EA684C-1408-16CC-D1B7-83550C8D483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0480E6-B72F-8EEE-29B4-D68E55C5B98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13517E-1555-DCEB-D229-421E5EBCAB4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308D856-97C7-FA47-D0C8-6153BF1D2DC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CB8C34-503E-4350-C94C-56FE360D2B2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B81FDB-D1F3-FA28-F2E4-053D62AD560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F03D12-5F58-2AF0-A932-30B0DE962AA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54452E-4033-6F27-6102-06DB98C06A1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28DD1D-D974-5CB0-C689-9D4EEBA6A9D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10780D-35FF-223E-6699-4AA42284DEB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82260E-1D20-E049-15CB-BA8B95BE137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FC9C39-49C7-8CF4-324E-DA6B9725E21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8AB84A-8636-B479-57B8-79878BB7CFA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C64E3A-511E-C67C-D386-9AD238D2759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C690C5-A2BC-CCFD-3377-A6BBB20F9BE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DD0BE8-B2C4-76D0-EC29-353FD3C0298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4EBDEC-1039-F1C6-D553-7506836C58D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3BE013-35FA-D8D8-E60A-12924B128AB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BF741E-E1B5-2728-B38E-D8FECDBB312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DFF7DC-9674-247A-3365-A1ED425DF85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509D45-8868-E082-EF94-48DAAF2C690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767256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06DD7-4941-6D8D-C46D-E0AAD7C9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B17D2A-5EE7-5A2E-C1C3-E93144B510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7105F1-6A51-B404-C254-A5244DC5C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E786F4-B44B-9F18-9228-B91646614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BBFEE2-ACB8-0A37-6D92-80BA4C4B6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CAA1AB-7861-4570-0944-6FC60E55B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31DD64-36A0-CE92-B797-7BF5548B2EF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5CDB4-AB36-CEB6-E49B-2D529BD1B7C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029C0-9358-9BF6-0231-C614EE676BD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304229-C029-E4D9-73D4-231DA681C6E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FD55D-1811-24A9-C74E-E766C18E995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223230-18E4-604D-B959-6EEC6AEEBCA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979741-8307-64F5-45FC-58C011B909C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38A1D-47A9-D62D-4C83-81463E267B6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392B4-A8EF-58FA-FF93-E005A730811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BDE627-9F9C-E26B-2968-70A2D7D752A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848C8-38ED-BA9A-3B29-70B1F5B01D0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3CBAF5-0011-A0A3-C9A6-EACC76C2183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1B6BF3-82A6-C024-7CAE-59EF4BAAA79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1E6147-CB38-E2A6-B811-DB7847FA8F1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F05544-2E65-6706-AA8A-FA0F0ED17FD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57DC19-D884-2449-EA6B-0EF15BA89D0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6DEA5B-BC3C-5F93-CA25-2A5E778D23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FB31F5-4ED3-D21C-5EEF-565344686BF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DB58FA-6F88-68BA-132D-FBC64DAC0D0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24C655-CF91-5EB0-F29E-125C75D6F68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8F0087-FBF4-6D2E-FFA3-67CC3DE5EA0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8E8AC3-B87A-05C0-51EB-326D5E2E659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C19B9A-0D7B-3E73-5091-539302D2E6F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029A5C-AA17-26B9-9258-B7414957ECA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6AAD81-9C58-B828-8222-0573642B694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C3FDBC-45A0-799F-9236-6CE6998FD78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D06B97-57C5-B274-7263-7FFD54E6F0A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AC66E9-6089-54A3-6541-6D15D5DAAF1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B77FE1-21D4-27E4-2185-2DF2AD7AC12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5999B9-51B4-DD75-968A-7E316543C58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40B092-8131-448B-50AE-2A963833D35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93282D-CFB1-57F6-4551-982FEA7638B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0DBF25-61AB-B6ED-8065-FBF5A892103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6AED6A-553B-6544-C805-14E8DDF1863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9EFCF0-36DA-8C02-C191-97090620EB2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2CE403-1BE6-A335-B289-69CF7D5A3E9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FF7DE8-9D05-3E5F-AA5A-1CCDC6F0060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2EB326-9EC1-DB92-F9B6-09FDA35615D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D8AF27-07D2-695D-EFBB-898E9348ADC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07EC86-F7B7-D925-5D6E-1A30F4B2C5A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042613-2FA3-6935-3616-82290981C86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ED62F0-55DB-4662-31BB-21CB1597724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5DF4ED-699A-0D7B-B197-4368A731C80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E173AE-9503-DCEC-0B03-E3CE6F985FB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97995A-CF8D-FE41-1236-0DA42116765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B8A41F-ABC3-A431-E8E4-2EA36FB36E6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36A701-2AD1-FA2C-2964-E11F3CF7117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A72447-9BFB-FA91-0522-654B64EC6DC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4938F5-641F-40FB-97CA-1986F2213C3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B6710F-A3FA-E0FE-F4DE-9A4E7BDBA61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F3FE9B-A318-E5DA-1957-192472F228C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CADCF4-3CFC-0EF6-8A0B-40FAD0265C7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78566-0769-F374-A620-C335682E9DF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D5748F-D734-1E2D-DD15-CFEE7B709AB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52CC13-0F38-13C8-BA26-710E0F36D23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844DFA-3E40-FD22-9FE5-460106E6B9E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7A5B29-6135-131A-A735-215060470B7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DE8E0E-7D65-E5BE-5379-A838C4790BD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A158F3-16F0-445B-555D-42CEBD7EDAE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527246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2F27E-9810-51B4-0F89-78618A21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64C631-307A-B255-954B-F006884EC8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1F439B-EFC4-AE71-56E1-54328D3AC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3480CB-9087-B8B0-4C35-E21A947C7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8D0F22-FA00-426E-FD28-EC242BCB2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7BB6F3-F398-44F3-F76E-9F7B2537FB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5E7776-3E32-D33C-3049-E2AB2B8BD94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53661-D1CC-4EB1-10AB-88502C55951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672751-AA9B-E1F1-D43F-CDDAC162BE6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A46B3-D7A3-BF36-9732-A4543B37161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12F98-8075-EF56-E35C-6A24A65D43C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9C578-DE80-24E1-60D6-E841BC0D7BD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9546E-63D9-1C10-6940-572C3FDB884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F8AD34-E923-0DB6-1AB7-48FA71C7A66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96B84-F935-6A9C-2171-13A887EF211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23C6B9-41B7-4219-C9EF-8517165601B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E0407F-5EF1-C9CC-EF2A-8AEED689B4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87B1C6-A46A-75DD-B1FB-DC4DAF21FA4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298C07-27F8-E9EA-1EE8-58B5A39EC8C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730765-88D4-43E4-8F11-D5CB04903CF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77B99B-7292-C3C9-1B80-AE611FAC3DC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ACEDE3-73F8-C7D6-36A3-29AF0500759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BEEE2E-0056-4BB0-DF04-E569F5491A5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A69429-3C70-DFE0-3904-A37C939829C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49D875-C379-144B-B9C3-2776AFFB563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5D8EE3-814B-E9E9-D0AB-0B462AB700C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C375CB-326A-E719-EF4C-C33EF1AC1B8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5A117D-2970-B3E6-B907-33113B8B9AE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D7F9E1-2E0D-798B-E3FD-ABD8D41223D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14020A-F995-2ECA-9EC8-B5266E730F2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119EE2-1EDD-3422-B553-3D634CE6125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30A03C-2FC7-C17C-B09D-53427A07FB2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FE75D3-52C0-7BCF-570F-08B9C0AE8EA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082A0D-A87B-57C3-9855-22F2ADEE7D2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5499F5-559E-4949-FEFF-675598A766C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7F1C3B-10AD-A4BA-5290-6D95D23671A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815748-4565-11FB-4E7A-5C8A21433B2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B3794F-8A4C-7611-E762-4197EE3A2B0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03EE6A-1601-FFAC-A328-DB6AB37B4D9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FC7337-97C1-3B21-FC9C-CD6550DE2FD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FE22FD-B8ED-6CB6-F0FF-17B74BEAC9E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4B8B85-460F-C9CD-AA4B-E98C2022CFC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09D570-5932-C621-5AF1-CD66513B271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A5C58C-7903-A644-55FD-371F1F03ACD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535607-35C7-B531-415F-8556378358B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736454-61B9-A6B1-C59B-20467117860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EDB1DC-654F-5560-7606-9F5E45F7865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57B01D-5030-892B-157B-F01A937F600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D0B547-975D-4B8B-637C-1E2EA73CA97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4125AD-77A4-101D-1B85-46824E6C5E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BB27AA-951F-146E-CC38-361032C2B6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9B7166-02D7-42FA-EA93-A3BD20DA3D1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F2AAEC-1A7D-FDA4-CABF-3529EE6E55C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4B7BD2-CA43-6773-7462-4DA6F15A31F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55A718-EBC2-B5FB-33DD-67A84928D4C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29C88-40E7-0442-9423-F5169FF9C36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1013C2-D259-9107-EF7A-04C6DC5CC15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02A33C-E809-1986-10D1-2A3B7864287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226591-F510-0FA6-128F-37D84A45C19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300BF3-8C4D-28B3-181C-8B9EA23734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3D3DA7-D8BD-2C66-8E73-22B120D517B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A68442-5589-7327-E5D6-5C2A0B1D8A9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F02012-73CB-3D8B-1DE6-9B46F11CE63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E80775-0634-4162-A4D3-FD473568272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530849-056E-9E35-119E-2B0CB34B396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57460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5969-C9B1-32D8-7783-E085F22B8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AFC3E2-AC16-D2C6-D20C-2D59FF1BB8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upper center block. 3 and 5 cannot be in Column 4 because of 4 adjacency. They cannot be in Column 5 because they are already in that column.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5F8260E-D444-7BAD-3B72-231DC5588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CEA134-11B4-EB20-B527-D7C75DF38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D5C65D2-84E4-1CB0-417C-02AC47D2C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6BDAE3-BF83-C3CD-018F-EC8BBCCEC1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9CD80-8793-CEAA-2288-157C21876D1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028C2-A775-C061-C194-590EF76582D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A260EA-E41F-F9ED-F561-716EA726783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079971-3232-D398-8715-32583477AF4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41E02D-3378-93D7-279E-2190A6D2145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9E1CE3-84BD-C80C-237D-2B908149F0E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B5856-D020-9039-AAD0-A0AD82D3F59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5D22D7-E0EA-7F8B-E340-D187A82255B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4BB465-C35E-44C5-DE81-D292AFDDFDC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F23EFC-AC04-71BB-738E-890EA40BA13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6C96E7-FFD6-CFE3-7189-13F606AAD5F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2B0AB4-40AE-D3AB-98E7-D2EA3E46F7A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6D6597-7B9B-4C64-9232-BA97FD748EE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F6472C-8487-3FC1-4511-90B70A5830A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234496-E6BE-1F02-2956-02862B86AF7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FB48CA-F8A1-62AD-7128-DBF7FDA8B8C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54EE97-0909-C78B-4ADE-4A7615EC19B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AC4749-1304-3C7F-9DC7-D7D19647330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537066-AEF2-711D-A8D9-AEBEF31A28D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B5DC30-F834-00C6-2B5C-35347878561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6F3063-F68F-1E2B-7A93-6DE05C2D497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7D9BB4-4A4D-8296-D037-963548E8F09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123943-3756-23A2-31BF-BF38B629CFB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F5D837-7C88-B13A-97E9-573AE9E18D4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608E58-EB87-7CF9-B1A0-E274667E17C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4ABEDD-6AE4-495F-94BE-CB486B63FDA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EDC0C8-CBAC-10B9-0053-D10C628AE5D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98791F-0C45-C7C2-DA19-65D7D6DE023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9972B2-9E70-64B5-4C88-94DE9686005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3C4363-4EF4-F39E-F478-A3EBE0D93E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621DC0-68F3-EBE7-F460-C4517B7957A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11AB68-A845-49EB-6A41-E17F99FB35C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0FA92E-E19F-015D-FC17-38A46AE38E2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6D3F7D-19EF-7E50-D1D8-DB65996F164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882877-BB92-B88E-4CDD-7F65FDB8797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7391A4-0716-02C4-9D29-F20E6FBFA35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70792D-1236-E47E-297A-53300BDCE18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A784A7-CAEB-A944-9F37-661F15DCD71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72EACF-8DD0-1064-571B-FA84F4D2EA5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2B79BE-5694-69D2-393D-CDC28B8D431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D11AB7-609A-A5F9-F228-B246790E0B0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34B330-2606-D83E-9E05-8CF5D710838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A49AFA-038A-FC65-BD67-BF6EE27C7C3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23CBC6-8BF8-B58C-3844-6F31F103D6E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CDB57D-06E6-DD45-62B7-CAFBEB32442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A70F2C-FB2E-AC2A-968A-CE7E83E0CAB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52F4FE-A71D-45A7-B8A7-0829DC50D81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8A62F8-14B3-9788-E20B-9E277358BA8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84F64C-BB09-06BB-B849-3D7777A8E74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04508B-EE69-3719-55FF-D87D3ABFA3B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65533A-DC4B-8134-576D-87A61846D54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2EFB65-450D-A534-05D7-A06CB3E6A06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B44DEB-7987-90CE-AD86-71521610AC3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094768-00D5-D3BE-53D6-4574365419F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F7443D-4AA2-E0CE-703C-572B8DEBD82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4832B2-B015-19CC-568B-1A23B817479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CA5FB2-B0FE-52C3-7221-B56A69B0C8A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200C27-73AE-C37E-4857-A425707349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F015A3-2DCA-BF89-07A2-9063E087DF5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97B5A2-5C9C-A794-5F70-16B61CE377B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C693D4-6D27-90DE-FDC4-0F97456EF5F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E62DC1-58CC-0826-46B0-A3DBE8E6A93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608F3B-F79B-CD50-0965-EDA9D953F9D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58B318-1566-D8EC-97A3-4D3C89977C2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60064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7CA08-3EFF-2491-E324-B59DA702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5EA4B5-40D2-068F-BD8C-41AA254BA1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D02BA42-9046-A427-B7FB-7143B6744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E2A3BF-6394-9512-59BC-3DA47E453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770AB4-7893-B1A5-7D4D-D6CB88BAB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465BF4-24E2-FA42-C20F-675FC4BA5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59C448-6A37-3D20-593A-AE2FCA524F8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CBB64-1E59-B2AA-AD32-8F0E2417A62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D4A5D-681C-7FA6-4362-EEB80ACBCCE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ECC0A9-E104-2DDA-93B3-A025FCEE469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59A03-1F80-4D3F-4D32-9EE3E683EE9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D0266-843F-EA4D-4C75-5F790ADBA8F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6E1632-CCF0-771E-CF00-30BF3FD986B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1E37AF-A71D-4BEB-B687-555DF041519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1817DD-84BF-8CF8-1CEC-CC5AD313CC2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CD09FD-B42C-230F-24F0-AECD853A427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80437D-E0D1-DA28-2257-57EB07B7462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D2C248-519A-0023-28C4-F294515AD56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712A10-C9B6-E39A-3391-087896B97E1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CCFAA2-7E29-5812-9117-7F08A7D9B94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96116A-373C-2F84-1FC6-3EB0DBBFA8F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338C10-ABA5-4B2E-D329-36F3C7448DD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F8B4AF-411B-C9E8-56F4-651E3B016C2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0C5FA2-61AD-6473-D7A2-88FCA677976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203913-2F05-14BD-1A21-330BB27AABF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81EBA3-A557-3E8B-F4E1-8201C36C18E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FBBC5F-C5D2-0032-9706-ADD574974BA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1EEE94-5660-7143-B227-F450A6FC118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400D25-9F43-227A-4A7A-C68BE401ACB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4A21C3-BE6F-FAEB-9FF4-78F6C13170A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ACDA5C-5208-96AF-0FFC-98C61978BE6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0A931F-C8D3-0E5F-2887-BC76D9EE321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D91C0B-F75D-6182-887C-A364B04288E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79000B-84B8-FD46-9391-338FC8140DB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EDAF62-D0EC-EA23-A33C-817F21AB3A6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A50317-85C1-8ED0-F17F-64DD757E3DF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2E9604-ABD7-B081-4703-EC8720DB19E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232C2B-A099-FACD-484F-F9CC0DD2152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76F1EF-80D7-81F9-6FF9-EC7F9628874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C77CC9-6D8F-874C-7FDF-12ABC810BF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DE6603-38DF-1D63-1696-FEEF3163F5A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0A3248-7780-B479-E0C6-DE729B87E0A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2D582D-3CF4-C848-88C4-6698F3AB214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9AF64A-2052-D1BB-F4F4-64C0AA47514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251A6B-819F-84D4-B81D-35939DCC14E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A44AFE-D8BE-8B1C-7EEF-9BC2C7EDF99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DA117F-47BC-48FF-3B20-00279971AA5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1BF4AF-ABD7-0F26-5D7A-5F4EBCA63E5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6531B2-1594-2BA5-EDBB-16B5C9383BB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1201E73-B4E7-357B-EA30-C64AC962953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C088D6-709A-05AB-CB45-8C7EA70BA00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18975D-1FA4-2043-F23A-AB6C6C3305E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AC792E-6987-D49A-4A72-E26D0ABC209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DE25C7-1E58-AF61-AAB7-2BCFC33A62A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16A925-6BE5-6C6A-C830-1FF50A76831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7BFA8B-A9E7-D4D2-583D-21D2D88E2B3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627252-78CE-83F2-5F78-9C2AE906849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540364-0670-2E51-8F4A-D9AC82AA052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7167C8-E551-1A14-D184-C494B210709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2AD5D6-27D1-D9C3-8ED4-8E46CA419B2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448EBE-17FE-FD49-08FB-B72A9A11A69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8FAA2A-70D8-3CF3-F759-6372F99AB18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59AC97-5970-F1C5-39D8-220F7AA5D85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B677CF-6369-8A43-0B79-9C6916693E1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91898D-673D-940D-D162-459E9AA6E1F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4A2610-6C24-A4D0-0D6B-C8767EFE1CF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71B881-EF42-17CC-78FA-9C062F4A540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8FB12E-3A21-CC63-53C9-88EBB178D3E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B83215-8FE4-8FA3-F170-E10D1F8D368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8C66989-AF92-345F-2655-CE3C1773A7D9}"/>
              </a:ext>
            </a:extLst>
          </p:cNvPr>
          <p:cNvSpPr txBox="1"/>
          <p:nvPr/>
        </p:nvSpPr>
        <p:spPr>
          <a:xfrm>
            <a:off x="464537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331EFF-8CA9-2DA3-8CC0-DB41C539D49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2260D6-482B-BC25-19CF-40F544E39AE9}"/>
              </a:ext>
            </a:extLst>
          </p:cNvPr>
          <p:cNvSpPr txBox="1"/>
          <p:nvPr/>
        </p:nvSpPr>
        <p:spPr>
          <a:xfrm>
            <a:off x="4645378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F9890E-FA58-F7C6-2B4A-AF5F62F00D7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FD2BE5-B89A-CC30-14CA-9FAFC2784CF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7FC7F1-0FAD-F477-0C8B-073F497F0BB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376779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5762E-5888-0754-183F-00C80D45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B19B4E-3CE9-E513-1C67-B814A6D9F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center block, 7 is in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78FAD1-BC74-072C-0C77-0A13F1E2D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284CD9-1AB6-A817-1D0F-9B56D26BF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73AE0D-8EB5-6365-D08B-966361C9A2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6211D4-8E8E-35C4-1982-721CC99B6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C85014-7E3F-BB03-7BE8-88717407F48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75686-E989-3DC9-D4C0-BFCB8327B7B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0A4B2-C3A3-69D0-2E30-28815E81975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A248D-BCC7-FE21-6544-3C367924487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3F6A2-0BE8-15E0-7302-2E1183B1046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57E241-238F-9870-A6B5-C62CDA5291E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EFB593-77A2-F889-B397-ADF55255F78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EC4F07-53E8-80BD-8333-CB63A765C04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B41EAA-506B-2E86-B1ED-D0FB4C70237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C9283C-DAF6-5C19-8E55-13DA53A3C75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0BC4F1-F7AE-C9DE-367C-5770F9A618F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157C0D-3B33-B91D-7CCB-53B1BC5BAFB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ECD91-AF39-CB62-E3F9-2400AB1B9A2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97D794-8C2E-49B1-26D5-8D6C87EFEC7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CE40FC-ADD7-470B-76FD-F563DFFE3AE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196D8F-0DC8-12EB-F4D2-794B7263874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1536FA-335F-198C-3135-AC5494E5AE5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3DFFC1-9AD1-D1E7-8542-D9E43E233A9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944701-418D-026C-688B-F69317C5DCD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2BC256-6739-A2E8-9222-5CEA6FFF11E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88EE19-B480-CF78-1559-27C3B246E26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5036CA-F337-491A-8334-D43A13E190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D6D5B7-56DA-E488-56C0-F8CABCB3B83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C32E3E-C0BF-CC83-F103-A0D807C1849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6B5DB8-A9EC-39F6-F785-0A2628D36E7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485ADA-762F-5D59-A8A7-33223AC8F8E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3B9F15-69CA-3651-FC0A-C613027EC79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77E5C7-49F8-053E-D143-3A19E2A79FA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9C1C86-A891-81E4-DC9B-A417FF03E1B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18EB7C-7A4F-1BFE-4BA4-E6AC7A3436D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69D856-62C0-E280-6BEB-B384154133B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F8E3AE-6C06-F528-9970-D934F6B4727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6503A5-E0D6-DD29-2C45-5C5708A75D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184822-C27B-C57D-8164-8569D52B706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0E6872-1CFA-5F92-2BB4-0D71AE892BE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52DD81-B4B5-2578-167E-61D5A3A62A7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105A95-B49F-D9FB-F4C3-78C38F3258C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52E703-82CA-4C5A-9C57-CCD7C666082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58E0AB-EAC2-4E04-C6E2-A22B6A219C8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F1729D-81F5-AA1B-D736-C1D04E3445D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5CB8FA-C657-85BF-748A-8D6DC9445EE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4B4673-8282-77C7-C6FE-C0B64A3DEF5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CE101F-A3F9-98E0-4527-9D2219FB482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423118-24C8-812D-9A0B-81E26905AA0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796248-BA88-E6F6-18F1-3DCBC333618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2404BA-120B-7261-FBDA-404EC740D20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761B0A-4871-A728-E0A8-0B83F427EEF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ECDB57-DE65-4B5B-7B90-7757C49BF11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3FC788-5BC6-4958-A48C-766E28A7594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08FCCF-EFEC-C730-23F5-49286D8593C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01F250-064C-934D-994F-FC15D1CAACF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BDE13E-8032-2AC6-2E5B-473027B45D1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0ECD02-06BB-DD85-441A-AB5DF781046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477404-F539-95C6-0A16-0DAF61076B6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38B062-1CED-C0EF-BCD3-D11556CA08F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C1D87E-138A-E72C-14C1-96FDF186697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D7644E-1B2B-1A3E-6BFB-6198674AFFD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6510CA-B30A-F008-6E4C-148545CC3D4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D84702-5C72-900D-73E6-9B85C74BC1F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5F8744-D4A7-885E-FB82-0268DF88458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BA6182-15CD-3014-6C3E-F976872ED52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E4CBD-8FDC-803A-A7A8-1E86B1BCF76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1F41F5-9C63-6933-AAA8-242E28A392A7}"/>
              </a:ext>
            </a:extLst>
          </p:cNvPr>
          <p:cNvSpPr txBox="1"/>
          <p:nvPr/>
        </p:nvSpPr>
        <p:spPr>
          <a:xfrm>
            <a:off x="464537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759CCC-C52E-136A-5E0F-30E4EF21BE8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B27244-AABB-85E5-FDD3-DF61548E686B}"/>
              </a:ext>
            </a:extLst>
          </p:cNvPr>
          <p:cNvSpPr txBox="1"/>
          <p:nvPr/>
        </p:nvSpPr>
        <p:spPr>
          <a:xfrm>
            <a:off x="4645378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55081A-006F-B260-211F-95008CC89F6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4966CB-EAF6-DFE9-DEE8-B8CC1CB7E50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9DE8502-44AC-B987-1128-06A28D359D2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424DCDA-6471-A630-AA27-19E47D1BAD1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251886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5E2D6-DA7A-0234-2F02-130A64ECF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60374F-F33D-5BB8-C385-C616F89B82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the three loops in green: in Row 4, the center block, and the right center block. The 89 in the upper right block is the alternate location for 8 in Column 9.)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2643E0-8A27-5058-CC9C-7E86E7BA8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8D3A9A-8B18-468F-5AF4-EB4CFF0B7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9542E5-ADA4-1881-2B05-E1687A45E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3D07CA-239B-3E41-7B82-C568DEEAD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75969A-3667-1B07-E05E-C8A2999532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355645-EACB-839E-C377-C65CB2F2CC8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2209D6-65F9-FF47-4577-CE0B4EFC5CF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CFFFA-33CD-0A0D-3141-FC643656240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FB83C-38FC-A2C4-29A2-FA6EF696C4D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8F296F-BC8D-AC07-31D4-22487AE6469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87047-B007-02C2-DE06-08D2492932F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5729A6-AC68-F7B2-FE0F-1180FAF996A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132566-BFDA-E575-E546-0F9087C2A61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9BA953-F380-4D63-9956-D1F34C3FAE7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0A404E-8BB1-2B7D-C777-3E9E7108C3E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542D84-7D63-FE44-459B-4FDA5111A9B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ECFAD4-9CDA-D423-1254-6EAD1B88F15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AF233B-663D-98FF-0EE4-68337FD5AA9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310127-9E5F-F998-9079-7336D101F9B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D88EAC-3A2C-5EBA-728B-75B8A05CBB7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30DE24-B052-78B9-89F0-6217C6D6F2D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FCCFDB-1388-FB2E-2A63-364445B1BDC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98A8E-2F3F-6054-7D62-E0EBCD1271C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F96D0-0145-B08B-79EC-698504B7ED9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66082B-BE3D-1F44-F3EC-6A5C72F0590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35F4BC-BDBC-6939-6CE9-BFE74877C10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E4C42C-9085-CA95-E973-EC51064B1D1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6BA0A1-F10E-8BFA-3A7C-726C38DE0D9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261071-8292-411D-52D2-E0C55A9C6B0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1A7DC1-2D1A-08C8-D119-E66B8C94E97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0C5F58-71F7-9282-2ACC-D12CF54A1D8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B36AB2-F058-0F02-E6E3-ABC79BE5A34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8C733F-1FD1-DC6F-3C85-0D9FF7FE408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46B9A9-EFEA-8A44-E9D1-6F1B8035A3E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D23A60-AAE1-F5C9-479A-90A88EB996D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920E87-B8E1-B4F6-4A99-E8D596332D5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F3D225-C1F2-810C-0571-4AC664FBEFF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119D0E-49FC-1171-54BB-B25014C0103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7A7A1D-CCCA-22F2-6135-EC1F8853C65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89C4A5-159B-80DD-D560-C8D5B2BEDFC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E31B0B-A613-29F2-A3A5-5BD73E7F7DF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94F847-35B4-51FE-0C62-DF32A7D6D8B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5FDA1D-CE5C-7AB8-DAFF-94452643E8A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F26881-481A-8090-E3C4-9AE1753C513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241FA7-23D1-6A7F-065C-9BDDCB63A5C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B0D90C-D451-4967-689F-44772C1AF32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2A71A7-F9B1-95CE-1EFB-016E374F515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B4C967-3A45-61C9-2952-8ADA5F3E555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5A71C8-D690-A276-D138-530DF814E88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BB93B5-5315-D708-764F-8BE8C554F86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D9777C-43A0-6383-6191-72C3449EC4A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6DD47C-CA8C-4388-2077-D1A6BCC48B2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A3F0BD-3C7C-D1E5-5D71-E55016FA1E1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A2584A-5AE7-697B-C77F-C76302E30F5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9F34F6-8FED-AF21-F4CC-B0AE2508B4B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A29EA5-B3DE-B0CE-C334-AAB87E175CB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51C036-67C5-0275-AA21-9406642380D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DA4097-8246-27D6-7FCE-28509D6A5FC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FC8151-9C87-1011-6EA3-0407F2F4A67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F459A1-E427-0078-D7BA-B21BB763DA4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FD89F1-9A77-5F60-A6A8-F87475ADF60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9EE4BB-D201-B89D-8CD0-88244C1B615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C6DCC8-9BE0-EB90-D208-9A41E9D7EB4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38807E-0009-A7D0-EC75-1076A2A463D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211B21-E499-0F5F-2FFD-4B4C2F3D036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5561CD1-7F12-8289-3A25-7AE1D2DA01C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93F0D4-7A01-84C7-19F1-1257F748D77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43D187-E814-CDD6-37DF-36EDB4E6AE0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9EF221-4E80-B595-47F3-F46F6C64D3B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168363E-0F5D-EDA8-AA50-B65DEE669AE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953D72-8D53-C739-EA9D-276BF7B5072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41B1C9E-7A24-0C61-1EAB-5482088B6B1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DDBD36-1409-22CA-24E5-777AD35573C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01219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49EE-C986-A63A-6C3A-045602B9B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B25829-0AA4-99C9-6844-09581F2CA9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center block.</a:t>
            </a:r>
          </a:p>
          <a:p>
            <a:r>
              <a:rPr lang="en-US" dirty="0"/>
              <a:t>Then, last possible 8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377298E-DAFC-A4D0-D03A-E8701C73A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CB3343-F0C8-1222-BE08-B230FA920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E24CAD-EB1D-00C2-6C1E-EAA5080A7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D2A5BA-4DF0-5A87-F077-E30826FE52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3B6956-8D9D-C525-F4F3-52E77E8F320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4C25E-4149-8CD8-C5EA-1D02980A89C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9FEB6-9A8F-32D9-FCD7-8A9E93BB0CA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6F2A9D-7765-FF76-9C81-1C23394DC38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C4B8A3-5165-9CFF-35C7-7C6C154654C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0D4225-2630-5AD6-D24B-A84BC4421EB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087B4-CC73-FCB4-CA7B-8F950559881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6D9475-5E84-0B3B-66A8-36293E00B36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2705F-B955-9F05-3594-6D48E930D50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A39D0B-5F2C-8C8E-55BB-C9DEF774D16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01EB13-27DB-7879-FA8E-46B665485FC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0FEB8D-61DB-F490-6ADE-018918A1117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562E9-E787-7B8B-2B1C-662B49DEF31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AEA4F4-FA16-375E-69A6-E435A572458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C08E53-1E6C-97E7-0DAA-D5EC10F9A41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2C7B2-529B-566D-DDE5-4314377515B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44585F-F05E-2675-6DB4-25E4B92697A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53CA49-872B-8A1B-B158-09B11A510B8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AA295A-A99C-462B-341D-3BBFD0C5B05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A750AA-A709-498E-2667-9EBDCF9E12A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1C5BC8-5755-E2F0-EC9F-C8001A74DD8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D876D1-3BE4-BFA9-B5FC-1A8FE3D4553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1759D1-A5A8-F0A6-2251-B0B6C7E190A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3D76D1-CB9F-BBE1-92EE-D4C030A492F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2C6358-DC65-392C-8964-61325B890A0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16F035-BA19-56B0-3622-7A3435AF0FF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380937-4B9A-7AAE-AB8E-8150D62963B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675099-CB83-C11D-3F5F-9B7F68ADFE0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CA886F-A1BA-00C7-EB22-FF4E49F5B74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0C01C9-7A7E-6184-FA63-2ED286756D0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60568D-8ECE-D515-EE4E-AA31E208719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C3C706-9A15-0766-5C88-E1CA9A00F2F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1A1A3B-D83B-F119-07E4-DEA19C8F8C2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59A3F6-FA8B-18E8-6C4B-95350A94354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7A0B6C-F1D3-A29E-1C3E-7230D151E3F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C0C12E-B28B-D009-12B2-2960719A0DB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AE1169-8D71-AF9E-C373-27BEA043ADD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ED7547-B753-174E-6F34-0288F7E8BE0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BC2FAC-1929-3F67-5EB9-0D81F74CEDD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7CE712-4E8E-EB9B-328F-4B8864F5688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358315-8519-8F3D-59B1-6AF4CA2977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F4B9E7-6BAF-C56B-C325-82CB51546A9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14C95F-0F6E-1E95-E222-E4E12E32B9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B742DB-9FEE-BAA5-DB0C-5C332F02199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5F0646-F5A0-7A21-21BB-2A4950E023C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49D86F-C73C-6793-9534-EC6E10FCFFE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82D97A-1003-E97C-4319-CC8DA3D5328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981888-6C07-2183-6D5D-C729601C636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20089-F1DC-6C84-804F-E47622BB4A9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C2F8C3-05EE-33F1-07CB-778B9E5EB4E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498D2C-6C77-E14A-0C09-876DC16530A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496DB3-FB96-028A-47F9-DEF7BCB8316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80BDA8-4DB3-8938-0CFA-21BC2AED23A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22BCB6-DEE2-7AB6-08F7-F7DE134EE7D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E18C1E-AA04-7D45-6AB7-F7F439F0BAF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64B945-0374-5EA8-5E86-E06CA66300E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FF8CFE-9AD1-FD4F-6AC5-C4F6B3346C4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7E7655-A9E8-760F-A840-D802295DA54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FCFAB1-4550-E8D3-F671-FCCBC67090B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518247-E4C2-0303-0C87-F179D3C416B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4D0BD1-5ADF-B231-0C20-E3A74CA9538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644978-4E81-3571-CC3D-63D5D86C0E9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8CF1C5-0B12-0CCE-697E-0D7EB7034A1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7BC387-7BBC-B0D3-59DA-CB2B870FBB4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D775AC-BD96-8C3C-9B6B-9F5AA0190DC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CC38C4-CD57-2BE7-3512-9D3708717A8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0E71EE-5AF5-EAF1-995B-1C79D112AED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20D17E-A23A-249F-EDB4-44DED90D73F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66B3FF-106F-3818-E8F9-98311D24C27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359103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9892-3721-D4CC-C777-D200C0D4A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82D7CA-3178-AD7A-7333-1475F1F684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that in Row 5 the 9 is in the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4424F2-DFCF-0994-982B-3E58C9DCD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47F5D7-F498-95B3-58D1-DC923366E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3C14FB-B43B-1CB7-960F-DF294165E5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9EA12A-1302-54B3-CFDC-DD0E3FC14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2C2256-3CCE-A934-D633-E03AF333B72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96996-1083-0C84-7791-4CDD067F22F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AE7EC-D84C-FC4B-E8DF-4FCA52107D5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0291D7-605C-4719-F0F3-C1BA4BB951D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2EC9CF-3812-C915-0283-6523FF153A8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5F8697-050D-0838-9E40-39B9C8741F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BE8FA3-0294-48FB-86EC-7C2E00EA606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EDAE77-A112-5CDB-0D55-D2E55AC04C7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F9C9FB-EC36-ACC4-2757-286F38CF027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41BA6F-D305-4974-C925-C13481FBF9C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936DA1-371A-CE9A-BC9A-3A2F8CA3FD6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1AAA4B-4B98-FD05-E0AA-C55580172CB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DB7C00-CEEA-F0FF-C4BD-94CF770F2E1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8D88DA-31BA-7AFE-15F1-75DF953ECAC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D7D8A9-329C-4250-EE21-58A05B5CBAD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B4ABDD-2518-0EDB-2EE4-2E65E6538D9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368ABA-B250-D8E1-CA9D-83784624266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55F0FC-9E2B-B2CB-CB62-B6981333195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345EE9-0271-F96F-07F2-4215E2BC329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44AD2A-E372-F11E-9727-55D59CEB3D4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31977B-5129-F2E2-EC09-3D747D1F271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ACA901-58FF-3888-6BDA-14993CD6C7F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6C172C-85BE-015A-24EF-047BDDA1D35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9899A-55FE-737C-0EB5-74EB7FB5D82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CA3A52-F87B-A10A-C034-4333E35035F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6175CA-D53E-68B6-6A08-CA48845E2B7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6A614C-15E2-FA48-C830-166371929D6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2D5B27-DC57-1A25-77A4-D44447190EA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9043D4-79A8-3456-A893-FCC31A1523D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459907-CC43-F1C2-A668-9DFDD1ECE59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DA26B1-DA2F-3B35-BAEC-DCCE3CA481E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5AEB47-229D-BE24-3A42-248F8595B0A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B32808-AB58-D031-8DFB-E0E1AD9E366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46B807-ED5F-4C5F-DEEC-3FD5A5102DF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2A455F-C364-D2D8-8654-DA2119AA527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FAB348-9938-FA6F-4E3A-0E8B7C1BC6F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94BE80-3EFA-C245-0643-63D3DD8A34E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5541D4-4834-FA5B-3459-EEAA332F709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5A93A0-84EA-E7D1-19C4-1663498FF58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FB3F50-D128-A7FC-D7DA-7F7A0481166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8B7E88-A558-0CE6-6239-7A48FEF6A66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D72025-AFB7-A2E7-125A-F4C5FB0827A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A7E7B9-237D-273B-CCE3-A7EFCB8EEA9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33FA0A-ED04-35DA-65FB-E22C2881ED3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C537D2-D597-591C-D74D-F18E39FECCB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727C0F-0D12-54D1-A2BB-F869D016FBC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0268A4-7C39-D479-75CC-3ACB06075DA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B129F5-A4C6-DE9C-6629-68AE5B8F24C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83E3B7-4E43-6CC1-2442-C44F25763B1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B00A74-073A-8115-F4B4-ECF6446E989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145922-42D1-9062-68CB-D9A0D2405D3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805085-507B-79F5-964D-5D3271C3679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014B7E-6A76-0724-F4D2-E7768638867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EA6156-CCE5-8BF7-CD50-27CD3A3723F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340BBE-23A3-ACEB-6C89-1A6F088C252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8F3D0F-BFAE-FCAF-DA7A-52A66D8E1FB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401AEE-DD64-F2AC-4138-A8C1B76BFCA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A0310D-8A07-DA29-3979-83F6A5867B3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59E015-E31E-2E6A-43B2-3D9A18206B0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688746-AA93-1F22-5307-78E127F040A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0854D5-8910-5F4F-1C0B-E76798B9C13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986158-6057-EF12-372A-0D8633A9545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E1760B-2964-980D-EDD9-B159BC76A61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DDB365-5D23-F4C0-34DC-4444EF33539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3090E7-308F-A7CF-89C0-8F64EE57240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11A9DF-B023-5824-255F-20A3E0D4569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88D055-2EAA-FB57-566A-EFCD0D868FF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4B54C7-2A92-A898-5987-93931EBB38D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BBE125-A118-AE1B-A9F2-59BC05D1B8B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154381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0AC4-78AE-EC76-7DD3-040ADF00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FE51E3-0DED-C7CE-A65A-DDDEF3DA27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(The 19/91 in Row 2 solves the green cells.)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0289C9-17CD-37F2-FE38-24886870C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11D042-653E-09A9-FE54-0B98BF916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F3EFCF-200F-4E72-F992-127556739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2565B6-395E-FC58-3637-4EB3C3C82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ED0993-C85D-D1C8-CE0C-E42F08D70F4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5CE1C0-5B54-F3F1-9FFB-9F110261E54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94DA0E-CC68-03DE-BD6E-C5FE0A4CF43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FD276F-9E5C-AB8E-9DEA-33537AB4073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AB72D4-134F-F83A-5D9C-2C5814DA44A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50969C-969C-686A-604F-3F1E7A67DF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F2FFA-CD43-8632-48C4-D94E2EF6449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C886E8-8CF0-3134-8EB1-B314FCC3FED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98E935-11A5-0FA5-AFC0-060F5B2438C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25D8B0-FC82-2F03-2B99-36D83E2E84C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D8B40F-2E69-2048-1CF4-1D4EE0BD924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8BB502-59A7-F538-3690-5C2580B6F91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98E580-A65D-B025-0761-473A8949913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50AC36-BB4F-6092-F29C-AB3311B1FF4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14FEDC-D39F-D6E4-CF8B-61BDC50E7A6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AEED8E-C668-0A5B-AB75-D6BA8D61DCE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1DAF65-D796-0B4F-F8E6-E960104B6FF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4120FD-8120-BCAD-942D-CEDA629B25E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D537BF-847F-B024-BDB9-9988893883B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87A209-CD50-9A65-FCE6-67FF8ED37DF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6E1F1A-6BAF-5178-58D0-FBECF1D6E61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6C5413-1E2F-0F9F-9C19-6B546E246D0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E3B8E6-08B4-E0CF-E5F3-7D1BC261E95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D4409C-DF18-7EA7-8279-F811FAD83B9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A082FA-2FE9-F2D8-CE15-217C5221A88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074DDB-B152-A776-0C25-E87563699D3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ECF604-8496-0F26-F66E-8CBD06427A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38486D-FDDB-676D-F471-61BC5500758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605728-B4C7-196F-2266-5AFC9B11E8E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7F3D75-FD02-4279-10E8-4D8C56F51CD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0CB712-F4A1-7DC6-1542-F7FFD336C41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0936C7-7671-1BBB-C6DE-E69C2A1F11B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9F15CE-A701-BB14-E443-62C50B7EDE0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504F79-EB0D-3EAB-E443-47351810A0F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012647-842D-8234-D28A-8526AA315B7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464255-876B-4B1E-0A7B-64BF41A37DF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6DE9AD-E06A-7FC3-812D-6CE4B1424AB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D5F9EC-0FFD-805F-857C-16D4ED5E642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E0F83F-A168-67CD-66FC-85843131321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0FF673-46DE-FCC2-42D5-A3FCA817958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BBBABE-7CB6-8371-7D9B-479788EE5D8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695AC3-ED37-A6FF-047C-71A4D4B5942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67CC47-7081-684A-B3C2-D5DEF2E7630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DD9BB6-9F92-0486-8171-E35BFF00A50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017DDC-636E-39A7-9348-EC884DEAF3C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61911F-412D-F275-0AE8-3D93F94E0F9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97D39E-C099-7B14-5778-320F4A22EDA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87EC9B-13FD-1003-4089-86E32D6E4C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493096-CA65-8E57-DEAD-9F91570B26B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E51CC0-6B2B-7E99-1F3F-0A0E502B360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888B48-5F1C-D09A-825A-5B144C58506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DF0B81-10BE-9377-1E95-4362FBED429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F0E98C-9665-E35A-E5DF-D09F63D8014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FBC457-9A00-4F5D-A0A7-4BE144A32EC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79B36F-2167-440D-200C-B731436BAFB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494FD1E-83E8-5D52-45CF-A37CFB2D232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ADC4BD-609C-9778-8D24-E98CBF2136B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9D970-16E2-DAB2-2B9C-951D300C4D9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612648-E90B-E356-F76E-AA6E9F1B279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782AF59-7F31-7F0B-79E7-A4BB7F8D0FF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14A3FB-2964-A327-F523-93FB69B04B4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7CBFF3-E6CC-05DC-5DA9-6D89BB1A0A6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4A48C9-CDCA-451C-859E-F100B1F8C90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C9EEB00-6167-1C3C-68FB-65929848379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E8FA25-05DE-34DE-E42F-49136B9699A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4F0E1C-B2D4-1FA1-4668-5559FA9EE9D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7FC26D-9878-5A28-A665-5C89C5B6826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769E38-7DA9-193F-91BA-0A1955B46FE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0B479-57B8-B182-1F38-31305136D6F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660260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91C1-1F52-BF7D-5A7E-8AC4D46BB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8EE71D-49C9-3898-D56F-86B7018B74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(Adjacency of the 6 solves the 35 pair.)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22D999-81BB-4095-1C87-20A8E4676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39E270-0328-0A9E-7718-7B2549FA4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471297-DA8F-F7E0-4878-8571055D1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214680-6346-153D-143F-0C4137BCB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E779F1-CA8E-7517-D9B1-367F2562963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49FDF-3433-B351-114A-E03455F9B7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CD151-26D6-2B3A-6219-4AA1CE82403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F225E-5415-E336-1D18-7BEA78433B1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DB081E-27E1-2928-B5F1-935685A003C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F9B308-FB05-E6FB-55A1-0F67F0A9E0F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379F9-1376-9546-53D4-A4C428E54CF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00A52C-4CAD-5F2E-D995-4915D28427C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38CAC0-80B9-21A5-B9BD-1FB8EDB434A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827D97-2A1C-5C84-290F-A79BF0F4225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158FDF-D274-BA6D-7B52-61463DA05CD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16D18B-CD4A-25B9-B203-422F8FDA6EF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738E3D-21B1-CBFF-99EF-43EB933035D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6971FA-58BF-4A27-94D0-2B1BD4CEBA3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7154B1-2126-198F-F077-C5A51080705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3A267A-05C9-51DD-D38C-A424F709D4E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6DFB36-99EC-BA0B-7A70-89FD7A8DCF6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1B206E-6F55-C1CB-5340-62EA1E06EA9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57A103-3896-868A-E888-1E642CB5980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54C4F2-B079-298C-02B3-FDEC23D426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0A9468-4EC5-BD89-6EDD-35FA648A3A1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8F5DE8-A559-F94D-1FE2-C0DB198F32E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2E0C62-CC1F-CDFE-D0FE-A1C493850C7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DB2F58-DCA4-2A74-52AB-E6D3E464F4A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9FD37D-3582-DD12-7AEB-9686110E384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7E5D15-D970-86D4-622C-49E617AA9A6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6D1B60-5B60-9241-B66E-863EB76A476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86684D-61B3-F0B9-7127-D52F9E28003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3445B3-E680-272D-9FAE-CDA2C9415C1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691FEC-3BF6-810F-97E8-4EAA44F035E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21D1A4-866D-9C67-ADD4-CBCCF4241E9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BF9D22-44D3-6855-5E63-1BF53D74A54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FDB363-8C3E-9740-38DA-E568A6FECFB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66A497-CD90-B885-3241-C25D9A9CACE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46EF5C-B1FC-A14D-170D-A911F1823A9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DE8463-2D24-3792-CECB-C02FCB2D966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C810CE-9A3C-CDCD-4D73-1862525C12E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3B3B62-0EC5-F5D7-0039-7C5EF4D5E24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7B6A69-F21A-9E36-0B07-C8C4C554183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1D788C-51D4-80FE-ED54-601B829BB4B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4BE968-DD68-7840-51E3-D820838A967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60C4B3-67F3-5740-67CD-8A130894C29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ADA5AA-DC5A-7E22-9E8E-6854AE6ED81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4A2F96-461D-10D6-832F-C29B0AAB679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7AC70D-9025-3D24-2553-5FFED440296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C3CA14-58CE-5C71-848F-476590F4A67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7ABBE6-6895-D3E3-F415-4A33095C437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93A584-1D5D-2916-E275-2E152241FDC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E9C50C-8C15-BCDC-4A3B-018D680A83F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B6927B-5862-3C24-888F-A20CCF7C35F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0A9FAF-B212-A9F6-269A-F03FB4786B8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4EA1ED-4D51-E08D-97FA-42ABB1FEA06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D12B125-CC5E-2712-60E8-0BA0EB68E91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F802D7-D93E-B49B-0103-A168CE733A4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1FDC3F-F190-622B-A64C-2A063ED23DB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618110-8195-6C07-9BA1-CFA466EBC8F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3BA958-E0B6-C157-ECB7-35ECC980C5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A20B46-6F68-70E7-74A4-160CCB6D434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8BC00E-6165-336D-4882-3A04DECF374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292179-E463-B09F-F459-D8D23947C4C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F12DE5-C89B-4F4B-8860-344B6987323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6DACDA-A591-EF09-515F-E47D46F247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6DBD00-EA14-B768-8248-8B83CC233A2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13AF16E-FF49-16E6-6425-AB3538EFCC8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BB54A-9DDC-B6FA-BF65-63FA63FB237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E6704E-34E0-0831-CF70-A0CCCF321A5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512EAA-B222-0143-AB2E-61767815984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AD33F5-07F9-AAB4-A900-0FBBC9F8F0E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609D4A-2266-2E5E-21A5-5988456329D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026726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2053-8EAE-24D1-9D35-9C39428A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675245-3A6B-B0EF-2825-A237B09755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the 78 pair in the upper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954DFC-DB0D-ADE3-FAD4-7DAC96040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F1D76F-1AD1-28D5-13AA-36D21B4DE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2547A1-5476-B178-69F2-265D7684D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8D2D36-2419-91DB-F0E1-C5B56EDF2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CC4196-3AA6-BC4B-3F82-DD3C3D2924F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41B5F-EA73-8FB4-3A51-A2A4F053923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C281B9-9F9A-F5C6-31F3-D5C31882967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7740CF-F094-BEF1-124D-B50B50DB8A3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B3FF9-2689-DE39-FA8D-5679B8D059B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F0994-6CDB-2473-BBB3-A246F803709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9F4C6E-9ECF-A78B-995F-D35C72B59A5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A6650-2913-EA8A-1E80-3357CF16671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3C4619-98F0-AE40-0F06-55D9375C0BA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1A070E-6284-143D-F96E-B5E8FEEF8AB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721949-070A-A95C-37A7-96B14E8F8D6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7CD8F7-89DF-ED94-7427-E586248F044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6AC272-CEC7-ED3E-578C-CB97EFFE134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308DE-DC93-D4B7-2143-84EA88D5524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C49676-085D-40AC-4456-A72CF690E74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210FA7-C8B6-62F1-E884-877362718B2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61294A-4A30-D247-9137-4BB90FD2A2E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BE176D-85F8-F7C1-F5FC-E86AC7DD474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A186C4-36CF-4F7B-36EE-00E9C6F4F7B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337819-0ABE-BEA3-6ED7-F11FCFFF0F1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DD1354-E2F9-5274-0B80-A713A8DBD0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344AD8-E60B-8BD0-2C68-6F97A92EEBB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CC8BCD-AAA0-D54A-0422-54C4405F1D0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C59B3C-FAAD-B993-0CF7-FF805F4A197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7DBA15-16C3-7D66-85B6-3741A35591F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6E8D7E-2409-8EED-2C7C-6B03B3F2FE1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B4F934-11B9-EA43-0174-A6815213904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5741E3-6B40-1984-F474-69414383C92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81EB30-6306-CB90-1F30-760ED3FF4D3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15E56D-DA8A-BA6D-889C-10034D25DF6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83C53B-2231-7990-CE8B-A94E3AB2A46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DA0DAD-895F-26A9-C545-90CCB2637A0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7A5730-6748-B1A3-81DD-A00EEBACADD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646839-679E-7218-CF66-18FC7B2DB23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766745-DB93-F472-6060-80B1E6540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EDAAB5-D010-DFA0-27B6-03A4D5D18DD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08440C-4863-CD21-7F4A-894033CB631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FCC4C0-8C3E-E030-73D4-A5814FB5B52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688FF5-87A9-8BCB-72FF-D1683F2876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AEA781C-B13E-83D3-F847-1AFBCA1B0B1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CA28C2-EED4-B514-D2D7-FD8F245A387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D4BFFD-ED6D-4F2A-6B42-E72E80C0AC3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D34B95-E289-4424-5EB7-B134A57A3AF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261A273-5529-C33F-9B2C-29A42C6E2BD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BDCE71-E304-626E-CE16-C2C702F986D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7673C7-2B0A-880A-8000-D12E3FAF5E6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80D80C-10CB-C4D4-E15B-2B45E27C76A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5682BF-6997-CCD4-9C26-4815AD9BFF4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849A9D-EE62-81D3-CD66-1F9AC2C6C43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01AD1F-0388-D8F3-6A05-71868826F73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03EE94-FAC6-F4EA-244C-C4038BDF76B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C7BFCD4-2052-EDDF-542E-783D54C6453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99863E-2595-2906-7593-CF0AD028BCB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CA1F33-B5A6-4347-D80A-7568B6CFF69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B8FFFD-BB6D-60B7-2E98-D735DF6AF05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45D2BB-4377-2D9A-3D25-D3C9580D0D3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525CD1-569D-4637-EC7D-B1FDE3271DD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CE362E-89D3-89CD-4C8A-550CFD0AFEF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87D594C-0CEE-4648-D2D4-1A9E234188D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673C51-7EB5-03A5-9D26-A8B2D78470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DBE288-9148-C377-9680-781785AB4EB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F43FB8-2D72-A34D-C945-F7247840E9E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6FE29C-DA4F-1052-08D9-9CA691CB0A2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75D53A-83F6-8AB6-85EB-256DF14FB31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EBAA9D-D710-5479-C8C6-81D3CC52555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93A94C-CCD5-83A9-B900-0B82DAFC0A2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72CCBD-5DC9-86D4-A9D7-5DCCC1D0B4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3CF5DE-89C3-AC02-9A2E-A7EF2E12753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656BF7-8E9E-65AE-A68F-632053BD47F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04735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02C8-21F3-2449-6FE0-B8D1A3B00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390E3B-6B0E-3277-A2AA-3054DE4120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A616FC-975F-D15D-B3DE-953F488D2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CDC941-4D80-CE26-9564-65B3EF445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C66329-FBA3-B5EF-437D-12E9395CA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9D1819-8332-5A73-80E2-28BF7BF7A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A4635F-C376-42E6-CAE0-E0336A1AF68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6A29CC-1703-C83A-AD62-9248B9E895C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E3197-2A10-B64C-DB3D-9FEAF502D74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591E6-CA20-7BC8-F0E8-9C2F16A7C3B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08FBC-2030-C7E4-847D-04F5750A7B2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65EC88-2CB3-E635-30D1-B49D299CED1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7607E-27FB-53BA-2CAA-7CAA4366009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42AFDD-A957-FC64-0EFC-AC76968E718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325267-2E4D-FB26-2595-91533443F56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071597-8FA3-ADF6-8170-6089DE7026E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767248-763E-B79B-D17D-7476816E02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F07BEE-89B1-9C37-2101-B69F8F6560D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D6A105-1C1D-AFAD-F982-93495AC835F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0998D7-ED27-8A34-F04B-6B0CF0BE5C1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24F69D-4C92-23D7-BCDC-9BA1924FC57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44D86F-FE61-9FC9-098A-BDF670D79CE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6F098D-22AB-6A57-CA80-526A4ED40A4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EA03DF-0AD9-86B5-D395-01D2F78E81F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4BABCB-2963-59F7-C34E-C9E69772338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448748-C6CB-584B-49FE-1B511AAAA60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ED3B48-41FF-D127-DAAD-EECA6046B1E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7D5F93-30F7-CAFD-08FE-4EF151E8B02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2E870C-0787-775D-6603-7AF6EBE5E4D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EB650E-858C-E8B9-25E5-69F0F94EABA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424F32-4305-54C6-4899-5001E465B7D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541D6E-7084-AB59-DCDE-EE56DF71626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FDF44E-3416-F855-F655-94DDA5815F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2C93A6-33F3-9F62-0BF1-8E409B22B1B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C95A57-8C81-D8BF-DF5F-B77F6F524A0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153D30-3767-EA00-B53B-93B72A6967A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601252-8F84-8B10-3082-DD33AC9E46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A95F34-8ACA-AA04-516A-3CE5C56C0E2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BE1CD4-AFEA-43E2-FDE1-0E4DAD3F98F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FF9B56-4088-DDF3-4954-70D0DF6B5B7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8BF969-D635-6AD0-AF13-9FAC13E74DF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EA701-D0B6-1DBB-EAB0-A84FFA4849F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5544D3-8B5D-FFDB-623D-EF0DCFFC3B0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0DAB70-CA1D-34BC-827E-8F1798FA05E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5678FD-9F4D-77B0-67BC-362ED8FE42A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3AD8E8-3F8C-9DFD-E12F-1D26CE7512B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B57BEA-8514-1487-D4E1-73349578260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3A4753-AC3D-E48F-CFAE-49B9D12F1FF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20FE30-EBE5-725C-3D51-474B53E0104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6571AE-FA34-535F-FA79-2137886F7AB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58824A-1431-6C65-4FB1-473EEF50E4C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A53E78-754C-7B4D-E5E6-C5497FAB79B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41E197-2C6D-1A82-5914-3D61750ADEC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701B76-2828-7A6F-5807-9D87B0FD0AF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3AD2A6B-7862-E1A9-7CE0-B33AFDCCCBE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79E816A-E46B-A9A1-3E7E-7695A2AA2E5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37EB66-D719-EBC7-7948-4C2336AB890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2DC373-CBD8-30AF-68EC-73DBBB102D9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EB8F3D-A197-0B24-8814-1E5103454F1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FCDA44-56B8-1936-58F7-4689354A39E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F9688F-F55A-8210-4E2D-37FD1DBC214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490BD30-BCD4-AB6F-1E28-9265052DEC9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80A3DD-5968-769B-936A-471F9FCC011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CE8F9C-EBE8-11DB-229A-9BB9981E1D7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6A1E27-DF08-B45E-0461-3CC397D92D8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5F5EDEE-66DD-E9FC-DF76-35AAF4ED620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E304C6A-AAF8-2AD3-5910-BCA498D1487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381EC8-5E98-83F9-21BF-A1683B4535B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EBA660-CAFE-7225-EDB5-3A58E7E0665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C6D090-9132-9478-8CA7-097AF78D4DA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7B81F9-7C3C-8668-A40D-39DB64F3645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0E394F-963C-91E9-0CF0-8524A3B729E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8B7493-3420-747A-C8AE-8C4FE014DD3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C21DC8-3184-0E6D-DD68-A5F5FF989A9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B51587-33A0-1D50-42EF-2CB7EC6D45D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26007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BA92-40B4-53C9-B7F9-7236739A9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28C44F-1B61-9D5E-8FD5-4D4B574065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883314-6AAB-BF6E-B5D3-DE754AD6A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F604F7-DA54-AD36-967A-A8C93FB66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D76254-CC5E-27C8-1867-B30C09BE0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9F3C97-1579-4FFA-AA9F-AB1833F896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19A6AB-59D6-C0CD-8024-F8E7D5F0A04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C071CA-CAAB-1E36-AE78-C66F69001D1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669167-D406-0CE9-7EF0-A4DD16A9ED8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64F84-9F13-A257-8C5A-306EDDD6F7B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713F4-5304-326D-F425-1FD4FDCBCF8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3B6055-203B-2231-DB5E-9774CF58723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A8D5FA-AE0F-0746-6BC9-8FF6BC7A6EC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B9D567-FA0D-6627-78BA-C87D8099038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669961-6CE6-FB67-3A5E-CB22CF5BDB0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AE5530-4B6F-CFA5-7541-48ADC10752B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9571ED-2086-2607-3E61-D2AFB65E551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55A34A-7889-5E29-64F4-660EAA9EAAA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33D8B1-82C3-122E-394C-9785D1117C5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D779EF-4B51-E810-0599-090721969A1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A0175C-DAC0-C867-2C37-D97302192BC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32111B-11C9-71FB-469B-8FA5F71E09E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59B714-88E6-AEDC-53CE-25136CDBBC4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FA54D4-1D51-1B1E-380F-90C293FBA80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AD5825-00AF-3251-A688-E93A77554A6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98BE99-46CA-B488-C883-0A2A97358C0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A5ECDE-83B7-8181-F9F4-D98B579A2E3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FE1427-EF20-91B4-3686-EFA01CFD2F5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C7EF8F-7462-3842-AEF7-38F57C2B7E0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B84BC-ABFA-DF61-97C2-462B314BC9D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31175F-D033-8F56-38A3-B2FF5CF2D90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0F0D02-B174-A459-1C02-D5168A42234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FBE1E7-D5CF-7C7F-9A56-51C9A63A68E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99895F-920A-00BF-A768-89C3CD529A7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745D77-CFBB-6472-53BC-BC0A0CD1429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0D4EC6E-B576-70B1-1DCF-98B5410A431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6EEE42-5F01-4429-77AE-350FAEA8555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4D1EF1-4976-D0A9-FEAF-9F0C2FDB458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FF166D-A13B-EF0D-0DB4-6B54EB6D9C5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728E56-E954-987F-45C0-D3F671625C6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9C4526-D2D2-61A3-83B5-E17AB10AC06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2CBB29-A713-84E9-88AD-92BB7353FF6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70450C-D1C9-1BFB-3BFB-3C9558D6FA5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BF0EA2-EBEC-5033-B9EB-02B7415BC2B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40958B-C03D-4357-B60F-5D0AD446253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6AF2FD-5496-F73F-F468-0B889458540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E83FAC-C4C5-B29B-9A9A-C17923FC3DE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C95D3D-4716-93E6-6858-B14CDA31FDA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72796C-BB7C-6B53-C974-46BC9C50CA5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396053-73FB-EF39-FD11-778FBF3302C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AF9C16-88A2-18FC-CACE-8EE3DE6599C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4B32E8-9BC0-957E-E0D8-979BBA894BB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FC7128-F167-2796-39A0-92E7818B99F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28ABA5-BF07-1079-6796-8C950CF2B00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885E59-688B-8CE3-F5E5-BF2C6967A6E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D16180-0D1A-60CB-A62D-B91696FD574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F68CDA-49E9-408C-F0EA-7A9C46BF6E9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7BBF2F-3C77-067A-C601-53393E2A37A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1833F7-67FD-A71D-0374-740F2414126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233F68-71D1-F6EE-8D60-779700FF0B4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917628F-137A-60F1-C32B-F26E4D28543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9C8883-706F-3959-CF6E-13B1F25C790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B9F1B3A-D2CC-5872-8C5A-F2B8D77388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69E6A88-FAA2-E798-1850-80EB0745312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8C41A64-638B-AC5C-34CA-4C71B8872E9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3E2425-8421-76A0-127C-56FA67C17D0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F745DA-243C-DB02-4C25-44D2AD98224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19382-BE57-CFF3-2E08-C3460A002FE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F6DC49-E2F4-8722-0DD0-39BD882F081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393E7-FF03-9702-1DB7-5FD43243E10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85F484-15C7-3B0F-FDD1-2AF93231A8D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9BB698-B1CF-092B-1B46-F5983477C2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8291D8-E820-7304-FECC-585824E8FBE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5E653C-ED5D-A6AE-8503-BA5FFBC61EC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5DC829-AC76-44E2-6E21-6BF188D7B12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193934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3B1AB-D4BC-A57D-66AE-50EEC001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9984D0-3E16-F323-F44D-55CEE1774E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this cell is adjacent to a 56 cell, 5 is not possible 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207F90-8AE6-178E-B4A8-DBDC7384D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4C7DC6-79CA-6BF7-B243-61FC36399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6E6B8F-D876-59F4-CF9F-3F6F0B81F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1C42FF-7E86-DB0C-E7F3-BA80CC187A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136E3E-C2CF-99C4-ECC5-6C39AC6629B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8AAB6E-DCA9-2B58-CE1B-5882B407556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F190A-374F-30C8-8BD7-A63A1A1B963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BFDD4-C364-0758-FC21-593304A2872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7D1F2A-18ED-A51E-A4B9-8E2FFC79143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DC7A1D-C05B-47CB-A304-53E330BFB1F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0FA022-2FFF-2FED-0FB7-6C9ECFCBCD5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35712E-7F1A-494A-FF17-E6513459CA5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CB0BD6-E155-C850-EC93-D2CF670EE54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740EC4-FA21-5DA1-B438-FCD974A0235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B72019-461C-D632-AE23-E39BAAD44AD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3092CB-72F4-B08C-67DC-AEB68C0A20A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1EE9D5-625D-9201-2E41-23A0769F10E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F84785-14C1-4045-787F-781D1D044F5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1D71C8-B1FE-9541-2B52-62138A27CE0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68C56A-1B8D-630E-CB20-AD1BF174484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B8BABF-9AB2-3131-D919-621015F43B5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180B93-70E9-46EC-7BEB-F6E5F7A031D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1AA735-094A-2AB0-F59F-2CE701B5B22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069412-7E6F-CBED-68F3-8F9931F7288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929F15-0EE6-BB49-1864-5B4E518E735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505406-E479-7C6C-6718-15649B5D378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15539C-1DFC-ADBD-B32A-B5471249FF9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E3A339-D920-A127-F5E4-890800B9D98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8D234B-21BC-3984-9B8E-E4B2630E638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2E25D4-A908-F0EA-375C-C0D76B5456F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BD8AB3-BB4D-6FB6-A1A6-8A5FA45D23B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DAEA05-C535-23C7-37E9-2AF66D2918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11BD7F-2536-88B2-61B0-357378EA431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630A5A-4A68-44B2-1833-73224C3A944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CE8D90-7FBA-A727-5219-2EDD1802B04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59901F-0812-2619-449D-8526273892A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A71796-3E25-4F00-DAF2-5BCC3E429B7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72AC15-5BF7-98BE-AC4F-BAEBBB52E96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AE6E4-8A70-2080-5F1A-990F5242B19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18D2C2-FE96-A050-B997-8DCF449295A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B68B68-8BDB-7397-1D54-AD951B4DB41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EFA27D-3BCE-ECB4-D26E-752135A4BB0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34D582-B1F8-0898-C006-5921B6485DF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A828D2-9DF5-050F-D41B-EDB4AFEF62C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896A0B-5BD0-121B-24E9-194E2CCE41D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1C5D75-ACCE-A421-2BF0-66035089250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DFB4EF-7F8A-88F3-D54C-5A646B26B28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05B1E4-DBAF-33F9-1853-CC148F72D8E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D12D317-1D47-6D7D-6ECE-26A90C5672F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0858BD-9F78-E02F-CD47-785AB93BC0D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C38162-0A4C-6228-CA41-33DC7617888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7358886-607D-7C4F-5736-85A82A87250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012E62-BC8D-C768-B8A8-4B758455585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590D0E-3001-7547-0500-ADB047C91FB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346D65-2306-9B2E-726E-C521A33BB29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C42A49-EF5F-6581-3DF0-408016BB3C8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0EE824-A460-9B1D-7EE5-BBD123496E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A78E362-5E2F-2F08-1CEB-B297EEA5CFF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24C7F3-82C0-F0FC-C4D0-B10B921F829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A85F7CE-DD4D-E7A1-122F-89442180620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32C8B0-6683-F30C-63FD-FFAC2C9E332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E5090E-5783-2986-0378-6531D60BDD9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F0108B8-5AD1-E43A-773D-6EC53AC0851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0DF5CB-6C6D-8FA9-D9CD-CAFE2074F3A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8DFBCA-B5AB-944D-E0D2-B690229DD3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15A4FE-1803-54C3-D26F-523D4F18302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E8DD54-AA4C-09D8-1CFF-0AED664BB74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D09B21-BB35-96E2-B26C-82732D2A415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B39886-8E59-83DB-EE06-1AC7B85EBB2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99FAE9-4ED1-B2B6-EA5A-6280AD6F029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CA33FC-3B9D-551D-2F5F-53B204A0406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F1907E-67D8-9933-1ECB-D6698E39EF3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5F8B6B-9E05-D622-6595-DA439FDB86B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503667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03356-40F7-5F7B-7D98-570DF787F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C74F47-FB57-B4B5-64F5-7247086CA6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(Adjacency of the 8 to the 91 cell determines the purple cells.)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09BDAB-479D-EB28-B3E7-98D718E0C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A63DD1-EC82-5D5F-677E-FFB5F65D8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EDC5EA-A667-F033-B0B3-7607BC293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473DE2-B5C5-A830-0AD9-E92EA323F0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B6C3B9-DF5D-9894-60F3-6C50479B6E8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E1185-F0C8-6685-A53E-661A103ADE3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574D3-F29F-5CFD-BA1D-D638E6D47D2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33275-6AA4-F820-65FF-763B0EDEA0E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D616EE-D814-15BE-4D40-2AAB159AD01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A7738-7CC7-050E-3FFB-02915E594B1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057A25-4057-C330-126D-F095951D384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16F2F1-CB3E-E5F9-9CC3-627D88A0EA3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48FBD1-31AF-0864-2ED2-B474278776B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7B27C9-E021-CFA7-AF4A-9E1507A1F0D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8245CD-1F9C-613F-40B7-8B611AC2A56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E02AF3-3A6B-3218-B898-4C5F3AAD443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7C5BBF-1F2C-9D89-FBB6-C351181BBB4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070268-5AA2-CB48-8493-63564849544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55A853-61E0-19E0-D7CC-8B9348DBA34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99E58B-B313-E932-2B54-3BC6376711D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B272C9-175F-9FF8-3248-78B20CDABC3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13FCF6-5654-F901-9027-E2F2F63A61A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72AAC1-016B-C932-CA52-298B5588726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E31F44-B85E-5AE0-56CE-71406D48BA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34D2C2-57EF-1DBE-0DE9-B85AF8EBED7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B7B291-983A-9538-D17E-0EDDBEFC25B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977E56-6187-D8C8-9DB8-7A2EF12146D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EB790A-A0A5-2983-E7A6-89C516ED16F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2930F9-DB95-6428-22A0-3DFC62BBE7A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778AAB-CA34-CD9D-3300-DAC86F8796A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58FBB2-6F7E-0594-32DB-331965187FA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C2515-48F2-2675-8FC5-09BF769FFCA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8EA65A-6707-98C0-B3ED-1D238268D89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06955E-35BC-519F-79C8-15BADBF09F1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73B175-1D35-7DCA-CE03-175552FB759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AF6317-9938-87FA-0DA8-A27E7F1D2DB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C693C5-591D-2A8A-5E6F-C2A0FB5509B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055D4C-F18B-65ED-396A-C603279F8D8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F68C01-CA09-1552-C060-B9B645DB595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880261-E0AC-4114-0699-F14433926AA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33C196-5698-A2FD-7BAD-737582837AD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41970CC-946B-F454-76B1-0FDF2B89C90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438B80-EBA2-0DC9-992E-9B0FB3144EA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6CDD8A-3C0F-9003-460B-EECBA86FEEB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3765A1-D641-A77B-2EE6-D4F3856CCB9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D50ABCE-4171-5EB5-F617-68931FFACFD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E51C7F-7ED5-3539-7178-2B693AE0875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E758C5-3320-BAB2-59EB-6A7C60DF1E3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7A67697-0E56-3D94-0446-9A31039E118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4FD092-FB63-4D95-943A-6D09B0F63FC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DCADDF-A352-4E3E-1F22-40340C9FC64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06B4DE-2999-7EC1-604D-0A92FC185BA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08BCFB9-8261-1943-80D7-6A9CD33E6B6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32B89F-D322-5FA8-1F79-014245ACE10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EE4A4-A52D-9D83-D7A8-A16D0552756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A44A7A-7A82-AB23-A406-AC48CE81554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269117-8645-C514-E1CE-B6128CE1B7C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46295E-1FB4-0288-BF74-739822C44E4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3785A9-4651-4F41-07E3-8336727C708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075604-EEC8-06CF-513E-BB2A004C9BD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E456C2-4517-A5D6-B689-63C26793434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CDEC4B-EA18-9195-F265-F50F9D36A48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177B02-DEE8-0117-5455-48FF9D16479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F2CC37-B341-1B95-C656-501D002ED3E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9338B3-20AF-0D5E-5FDC-3F880FDAE76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8462B8-81CD-B914-3855-EA57147DE76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E3F39B-E994-EFD6-B469-316919CC3C9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D22869-5817-569B-4CF5-E6B7D358352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4891F9-26BE-33DF-1CC9-3C486DEDDD2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C2FF31-D9D3-C266-4D3D-1C254FB6621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FA6ABE-EBB5-A6F1-02C6-EB39E30F6A5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D6D9409-96F2-AD1F-D7B4-7B7B7CBC176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63BCF6D-90B9-E249-8282-2C9A8FBB191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808070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F5ED3-029F-91AA-A9DE-FE089ACE4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242777-7302-C366-B91A-AC79BC1DD9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(Adjacency of the 4 solves the 56 pair.)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1DF6CA-3E96-43E2-B3FB-613F5D7D6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80C838B-FA27-CE06-E22D-6AB0F76DE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EC7B75-A180-0B87-3068-C9654F510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A21E12-C651-C35C-E6AD-50201FB81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699700-01BF-7F11-844B-B775B889032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641A2-7BF9-7D85-E91C-CB43B645606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9732C-F2B7-36C5-DE14-DD20F2697A7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CA142-301B-54D5-9407-4064AE89CB7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2775FA-23C7-7998-A008-E455B9C728B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FFEC5E-3818-D076-393C-3FF4316708A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E7DB84-6D1F-EB61-6003-F17ABF3013C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315073-6AA4-57B2-6A06-736EBA6FA40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3392AF-CCBF-D79B-A646-1EEB69F998C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D023E2-F73A-91DE-CB19-5FEF245C431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BB2399-F535-13CF-37AB-13CE90FFBC3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E51334-7D10-40A3-2F25-3D9E16071E6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D6D819-97B1-F03E-DC81-6F28E4B1C62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E286F5-DE82-8920-E39D-3CD7B0C1DD0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C3468B-C6E9-327D-3D63-FA61EF5AFCD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26D617-B706-26CE-9D35-7AE8DEF71DD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C5995E-3642-C7BB-365B-369ACF5F36D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D02F6B-7579-D24A-9B68-F32FA9B91A0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FCFD8E-19FB-7AC0-11CB-6EB4DA018A7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376627-269C-6D4E-1E81-0EFC431A489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267874-C084-09C5-1BF0-C45CD1E51A1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5AE56A-82E8-B0F7-A2AE-DB7B6EE8C83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B8EDC-561F-5497-B7AB-28B8AC7632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444AA0-A23F-6672-21C9-8179FF6E14D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CC0039-EA89-D114-7185-1511C0D3E37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D08AB0-399D-A0C5-3CB8-918938028AF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EADD34-FD92-EBCD-7C82-89A695DF5E1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483A81-799C-0860-B813-CBF44B2E76B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8CAC03-5103-16DA-2890-AB2F5B53DA9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8712FE-9B3E-CFD5-4BAC-AE0641F767C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DD500-7C3F-AD21-F4CD-6ED97E19960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938CB-D33D-D3B2-90F4-B6BB28738BE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FCFEC8-0BED-C5FC-13A9-D735673BC52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E769EF-5DC7-62E7-5C95-B747F26274C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9002BC-D318-EAD5-E39A-CA252EC95A3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7DD9DA4-D774-1B8D-6D3F-4F7A371347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F8E3EDF-7BB7-1B2E-53C3-1976D04A264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CC19AC-DBDB-70B1-9F6E-D52F2E9EFC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1BDF6A-9173-FDD2-04FA-E5218994BA1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1399110-1203-E6EE-FFC1-49E72F7C541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F0F6D1-E2F9-5C54-65AA-DD2359FC37B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04DAD5-95AF-7FA9-923A-C9DF6829271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14F4F5-A842-2E42-5AD5-4310B0609E0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D9A25-1CE0-DB70-304E-9166C516639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45EB0F-19F4-ED9C-C9FE-066AF02A0F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D6AB61-A786-F21E-7EB2-69B68CE2B46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CDE1F8-9507-810D-0154-0F0FDD0B9E5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99D02D-7DFC-1F2F-72B0-F6061E97518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B38AD0-981C-F71E-14A8-576C9384EE1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68540-7013-16AF-67C1-57B87DC30C4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C4C001-A953-074F-DC48-2FB70AD77C3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69D730-5377-374A-7863-B54C7D7B832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FD4BF5-346A-A43D-F815-FF2733455AE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A242D4-F7C4-AE04-E4CE-BA45998AD09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A995B9-43C3-B13A-1D28-5813907517B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307C50-AAFD-C086-D08C-04FE7CA433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873727-455F-75BB-6E38-F0D13F4FB73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731EA-6D13-1762-3208-322B2EBF19E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908F7B-4095-3596-309C-9738B550B1C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128C04-0898-E1F1-6718-87CB739FF21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03228E-B38A-5C15-81EA-89D202E4F1D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8838ED-A6C2-2417-3181-D72E8152A70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812CE2-57CF-926A-CC7F-EB43616DCE1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6DE881-6A86-8E28-7E50-B5883AAE0D5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54FD9C-29BC-4209-885C-AA02A0F2960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588E10-86C1-91D6-55C4-B90C3FD0A29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0328067-98A9-7A85-E71F-5A5DEAF70C8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2B2C08-1B6C-280F-017D-74C46C5F2B7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AF736A5-D814-78EA-4960-0E144F1E62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570873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DF25-800A-9A0D-FCE4-25461D24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C5692B-D805-5F45-F4ED-CAC852CB12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E08863-17AB-5CE7-468A-8E61B3A04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56710C-94EC-44F9-8F5E-5A5B4FAA6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C25FC0-395A-B109-5283-E4AC1170A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023E86-20BF-F1E0-B76C-FAE11B4BA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2AF0C8-F541-9DE4-8787-CEA54D9A27A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893810-A42D-B8CE-085C-0C5E1A65D1B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E45E0-69D0-4CF2-9BF6-C0C9118464D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8F128E-07D6-C487-6E68-679D13309C7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6D495E-A9B5-AE43-E94B-EA78794AB59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6AB341-77CC-3591-B771-FC0922446CD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DE4F69-A0A7-F89C-3519-72469C3877A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0A4AB8-DFD2-0C88-916B-09EC634C509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0FF102-2AF4-5C50-B19B-428316C57D7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FA0E0C-FA91-9A82-E3D3-25C9A7896F5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680A44-D7E8-7AAD-28A0-98C259A0D04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84D71E-512C-2AF8-786D-1DAB809C434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E0E641-B594-A3D0-F1A6-21DDBF5A5E4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FA8E63-3762-45C5-1B4C-11B861EA1F0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056585-8A98-F5A9-F328-450AD75F1C3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243D63-CE0A-6CA0-44D3-B6AB79FECB7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20079E-D6BD-E05B-BC6C-517303C9C36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4FDE24-E5C3-2AEB-0AFC-5D913B3C6DA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6E2394-EC89-4C7D-D447-E1F896588A6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374CCE-71F7-2FBB-0CE8-C403A502C78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A1975F-E19C-EFE5-3462-18175EE37D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1AD3D3-2C77-3542-7336-BD0831375BD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B994AE-1B56-D60B-25C8-627C71C5D78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15B4AF-C8EC-74AB-BE67-4CAA3D3CC7A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ACA94E-D47E-32D9-57A8-CCBAE791B6A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1EFECE-5D41-6CC4-798D-1C9345060BF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CC16BC-850E-2FDB-B24B-5A4C6457521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ACC4D3-019D-E02C-7170-D26F2822397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BBE6CD-42A3-B8B3-2F4D-CC1AEC10D0E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C12D92A-0DF1-C77E-01A2-5F42DD0C70F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E80816-3AE8-D8E5-A2D2-30D6835D33F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B41CC87-8D90-9D3A-3FD9-41BCA4C103E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409CE8C-81F6-6FF9-2DE1-67FCE5B0FF8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913F2B-0E41-2B8F-4524-1839CBAF29A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5572029-9438-7559-A5E8-A655857E490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D91DDC-6D3A-1C2A-2F5C-3F2349D3942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57C700-3DD2-F36E-2D1B-101AE6A3C6F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09EEC7-AD69-C47C-1329-1D647801AA2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83E018-407F-C975-8E77-272C607AB93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E3FAC4-37D1-95C1-1F29-627A150AC17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EE170F-170C-A7AE-9CCB-DDDFECC1252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A07295-C6CF-3AF9-0D6F-FBBB22DE537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1B96DB-D0BF-C2B1-0F8A-AF9C7C9E898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CCD6D8-545E-AC1C-3B9F-44943D97024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88517A-BA3A-10DC-5573-87873D296F1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308F71-BE63-D085-7CBC-141DC02FA2B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385CC9-CD0B-C35E-D666-6C19DA269C0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7D97FB-79D2-63A3-97DA-3BAE88F129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912AF2-5DD6-2CEC-BBFC-29EA34F8BA1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2B5BB7-3EF5-D7CB-6ABD-3C9F2FE7E24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CFCECF-FF0D-177F-089C-6F51BF6F2FB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B0008E-F41A-75C7-F51C-4D1B141657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B0E8C8-AF6D-504B-1805-E40E665FD25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79BDBD-4A7B-0384-69E8-6BEC3800337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5D008D-7F39-C49B-6F74-D12B46CFC5B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7ADCBB-FFE5-64BC-3694-A812440DEC9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ED8A84-1393-2ACB-C092-10AA265ADD6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FD1202-A903-74F6-9486-5EE01548DC2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98EDD8-77F0-46BE-E311-85E7E526CB0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73F6D6-8EE8-E5F2-5AF6-626D4024EF1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E57C993-F0F4-29D5-820B-CED45D8EBE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15F71B-61CD-CAFD-C43D-A90D0CD652B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E42D1D7-6DE7-16D3-3001-A49268E4007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CC5EB3A-E07D-E59A-6BA6-0F661EB51D0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C59D56-297C-C641-1242-CD0320C1AFC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F40464-C79E-5CFE-9C74-374082BEC46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C995552-01A0-AD05-6D39-38E3E5D4FEA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4C0DE6-75F7-C02A-91BE-5F3F4055401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94789D7-01BB-CE2F-2DCC-B78B05B8FAE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445577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C57E-334B-AD9E-4289-D061C9E8E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BEB58D-38F2-0FBE-976A-17C860DECA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the 79 pair in the lower left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FB3769-068D-2F58-F27A-2138F36EE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D38244-62E1-B731-BD77-DD08E96B1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727EF2-432C-40B1-1054-90AA020BA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954319-BFF5-272C-EC66-A2DC962E85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9CB4A3-8150-58C4-9DA6-3E991245202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3A7CDB-F6C1-AC2C-6AFC-0F9D1BB0995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30F14C-1533-92F3-18AD-39AC6567420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B9AAC6-4630-80AB-9274-87F3976D69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C1509-946B-C365-2B99-9834C9450B5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5CF6BE-8998-3000-7808-5A804F30265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D98B3C-48A9-C1F1-4F76-F6D7B96EF5B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30B100-E98C-29A0-5EAA-5B06536A6F5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ADEE0C-8484-63C6-835F-F5587781ADE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7CF947-4D15-23C9-5BAC-C119DB98B03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439C17-BD18-EE89-C2F5-ABF9C2BFD5F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1BCEAC8-866D-6560-CBF8-812D58BCD74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07395-747C-4EC4-35EE-A28DD676AEB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69FC33-D017-7C0D-4AD5-26B594288AF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9B4E726-EDB3-6A88-F714-CD0D6527205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D0578B-3190-42E1-E7FB-07C35F5A8F5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F44585-64D1-2D66-99DE-E8813C54314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02B474-F95E-FEA5-6585-30C0BB0D519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E7FBAE2-FD9D-819D-DCA1-D8C3BE91CB8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E31FF7-63E5-BC02-FD79-F7D40F616C8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CBCBAA-97B5-A42F-87E2-9722A47A2B6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446D73-45BB-E510-6D47-99095988732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61B1B1-497C-F413-A896-8C0063910CD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E062EC-3F60-FA83-833D-82E4EB237D3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557C2-17A1-0B5A-3870-D371ADBB20F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9E50A0-12A6-9430-7DC4-C5CAB1820D8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A00801-F1A4-C3F1-CB3A-0C93ED39FB9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D42DC8-B53D-5902-7C9A-941D0BB561F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6DFBCA-1D04-803E-2D4F-DBB01DD23DC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953953-74C7-0571-715F-3275CA3655E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049038-38D7-548C-7B0B-48F9892589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375AA1-1B6B-698B-382E-DD149F7A1B6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B176DA-942B-0ED5-916F-17DF74EAF1F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642743-416C-1D3F-0411-59F2240D529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D5803E-50C3-AE8A-3A03-4E6F1EC9DA3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CA1821-6039-55AC-848A-CD635184512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50FB26-1E8E-6373-C96D-2D54C83BE83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0DA452-EC1B-3E52-F9F6-A1482EF1731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9EC737-DB66-C191-8344-255DB198CCB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4A2F74-DD1D-AAC6-0310-10C204DA6DF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22FC2A-2033-CCEC-8DB8-BA4A5E15650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D1EBC6-8941-6239-FA03-923345E078F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D44476-F97F-ED30-A40B-4936ADC2285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D42DF0-8DA2-F867-724C-F121F1CC542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C0D839-D97B-FFE3-7CD3-48ED5630C31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168444-6B74-7B81-5AED-840405F8628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1A7D53-4024-B8D9-87AE-8AAC9FBA6FE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03EB7E-4EF3-0064-A25C-F10EA1787C2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3A219C-1222-FAC7-8B0C-82C2298FE1F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B08B33-3FAB-3FBA-C345-0363E3203B5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D9F8CF-2EE9-7663-4BE3-E50CF8E2530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276261-FDF2-797C-3816-F27DE6474E2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E641334-3E4E-9F76-A8D9-D04905012A2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077203-F516-2B29-733E-1E230F7E663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C1305D9-7BCE-1C1E-D3B4-996F9A2AFA7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E0C4972-8BCA-B852-4263-F4C14E8B1B4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F8C6BD5-1A05-53E0-AFA0-0CFF749E1C8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5FC9098-A9ED-9B65-E55E-44AAD8FCBC5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0592DF8-B42D-555E-CC41-B295B6C0284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CEA830-8F52-9900-D35B-42A42B2D457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FD2A837-37BB-A1C0-46C4-C5A3C20D806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E968ED7-3EC1-8566-FCCA-4D22A6AE4D0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40A311D-A22E-AB8D-F503-17A110CD515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5DAAEDD-0BB8-F981-3EA2-7521874E75C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E52DA9E-7416-1CC4-3CB8-83DE1FE1830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D989444-10BF-795F-9C3A-53DF58EEE3D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67B6791-28DB-2405-68CE-85ABC70B970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3118F83-8037-EE97-88B2-37F58F4D018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A78610B-ACB4-D35B-8C5F-3BCC8863561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993409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85F26-EBC9-8D81-EB09-CD96F75F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96B1C2-69FF-1A8E-3068-06F06EBA1D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C32E15-D331-6E9A-D225-0EEA8C5FC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65048D-1B44-BF09-2694-A6E28EC53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ED6EB4-23BD-D7C0-51A0-249BF2B82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1D4C60-EF6E-0C7E-A94B-C90AC405F1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79AEF9-21B0-C553-CE94-D24EFA878EE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036E86-FA60-1F6B-4E6A-168DC073FE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87C25E-6774-C9C5-BD8A-13C3C4365C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E85E85-4FE2-8514-982D-87402764C30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3CFA6B-E42A-014D-9C73-B8C5ED5F018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2ACEDA-17E6-6B4E-36EC-BDDE39452E8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E3F1DB-C477-F2C3-AC0A-7BDC014C164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BC173D-5483-A6C7-7342-AF2E7CB37D4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244694-0D05-3281-F6E0-624BAB2DD35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BD24C6-0A95-2BD6-0F65-2AC54644ABF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3FEB80-5144-FCB4-664E-C0E47C21EF1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583DAC-DACE-1FDA-CFA4-4CA7F70711D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008D9C6-2D92-DE8E-999F-59FB0F5A5D7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1B7224-712E-775B-8E58-975234C7CD4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D22048-3E85-EDE7-F37F-1BA9628C5AD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8F3C26-E130-CC2B-B185-7EF12B1071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3DFE9EC-B69B-D011-7246-354CEF9B101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796435D-FD5D-5DF1-C357-16ED65C5A2F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0942DD-B40F-D50C-561D-7C55273DFFD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75F205-62BA-22AB-AFA0-B5B19F8C0E1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F94170-DF83-C66B-7CC5-93DE5C13FF0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A4D01C-B404-1FC1-0541-776B1806893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EEF495-35A7-462B-DB1A-F2FCEE74EAB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9E340F-27FE-F80C-21BD-98DB79E14F6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9A771F-ADE2-949E-9446-EB52D54088B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8ED44F-78DE-CBE5-3AFA-91EA1830A14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C5A5C-36B4-3622-2457-9E053501EFF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3FFA30-2E3E-440F-A473-41F7D2C072F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B618AB-425E-0CAA-23BD-4D5C6E3CF72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553C82-1000-4C1D-6BFB-43B697EC71B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A593FB-93F5-CFC5-E9EC-C9D90E25C94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45F745-2CC3-7105-B2F3-CF4B6AC37EA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94D9A2-4C9E-480C-15C5-C417422F58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30913B-26C7-CD1B-5281-D60A59A3344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36FE37-9C2E-1658-5445-B4C9E9E780E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04B9E0-8DED-59BE-AB45-0A9A2A9F6FE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52F9A3-1C34-7B8D-D078-A9216C477BD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BEF4A-C452-E048-B6BD-9256EB54CBA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2631DF-44AD-DD7E-0DE8-EF9FE0EF3C5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12477F-4580-647D-ACAB-4AE1285CF95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F36F94-84E5-57B3-70A4-AA15636525B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B43951-5B19-0DB1-85D8-AB520C4E7BC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11FAD7-E2F2-D15F-E9B0-CF0B07D1973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20A61E-1751-6FAF-BF9C-2145F702F4A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7F11F4-E6E3-0EDD-F42B-DEBCEA11DFB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0A593E-615C-5B03-F086-2F321C75806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94978D-A385-9DBA-64EC-098ECE22DC3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B44E72-3F52-AF2C-817A-FA8C2BF7C17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43485F-CD94-DDBC-15A8-C7B8DBCE56B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BE44AD-3EF3-B8BA-5EC6-90914F34016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58CF3D-6CD0-145E-701D-F9F028DAEAE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F9D53F-BE8B-CD21-925F-3F8F3BB4948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D8861F-511B-9BA8-7327-1F3288A97CB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6FA01-FEF2-5370-7923-879B7DB7298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67DCA-610B-C989-4374-C4B2EA65D22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D54FA2-703C-23DE-5864-D5AB19B2B5F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91C22F-7C7C-7EF2-2C30-61725DDB3F4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1F51CD-0774-08A0-5C28-118C3856052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8DB254-57B8-D2D6-94E0-FC10BD5C5DF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44532-53D4-E93C-04D5-15D614CEC07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C2B873-A32A-81AB-A972-DF41548A171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1476A8-73E8-AC38-54C8-63BC7A3CAB9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666386-A5AF-9093-1A79-3DB3D8F47D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4861F8-CF7E-4D7C-8A4F-5111AB388DC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D063A3-2C52-BBE4-D48D-BF0FB010F50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D9CBFA-0DFE-7A75-0790-09F9655647C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25DF61-4B2B-0449-2AF0-5836F6D788D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C723B0-5857-D0E1-0FD9-D7B0EFFD990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F9717D1-657E-1E25-6A3D-552E532A267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9622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11956</TotalTime>
  <Words>4438</Words>
  <Application>Microsoft Macintosh PowerPoint</Application>
  <PresentationFormat>Widescreen</PresentationFormat>
  <Paragraphs>3668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453</cp:revision>
  <cp:lastPrinted>2026-04-10T20:43:48Z</cp:lastPrinted>
  <dcterms:created xsi:type="dcterms:W3CDTF">2024-03-19T02:13:08Z</dcterms:created>
  <dcterms:modified xsi:type="dcterms:W3CDTF">2026-04-12T19:52:22Z</dcterms:modified>
</cp:coreProperties>
</file>