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9" r:id="rId10"/>
    <p:sldId id="542" r:id="rId11"/>
    <p:sldId id="538" r:id="rId12"/>
    <p:sldId id="546" r:id="rId13"/>
    <p:sldId id="548" r:id="rId14"/>
    <p:sldId id="549" r:id="rId15"/>
    <p:sldId id="554" r:id="rId16"/>
    <p:sldId id="555" r:id="rId17"/>
    <p:sldId id="560" r:id="rId18"/>
    <p:sldId id="561" r:id="rId19"/>
    <p:sldId id="556" r:id="rId20"/>
    <p:sldId id="557" r:id="rId21"/>
    <p:sldId id="565" r:id="rId22"/>
    <p:sldId id="566" r:id="rId23"/>
    <p:sldId id="558" r:id="rId24"/>
    <p:sldId id="559" r:id="rId25"/>
    <p:sldId id="573" r:id="rId26"/>
    <p:sldId id="575" r:id="rId27"/>
    <p:sldId id="562" r:id="rId28"/>
    <p:sldId id="563" r:id="rId29"/>
    <p:sldId id="576" r:id="rId30"/>
    <p:sldId id="577" r:id="rId31"/>
    <p:sldId id="578" r:id="rId32"/>
    <p:sldId id="579" r:id="rId33"/>
    <p:sldId id="580" r:id="rId34"/>
    <p:sldId id="581" r:id="rId35"/>
    <p:sldId id="582" r:id="rId36"/>
    <p:sldId id="583" r:id="rId37"/>
    <p:sldId id="586" r:id="rId38"/>
    <p:sldId id="587" r:id="rId39"/>
    <p:sldId id="588" r:id="rId40"/>
    <p:sldId id="589" r:id="rId41"/>
    <p:sldId id="590" r:id="rId42"/>
    <p:sldId id="591" r:id="rId43"/>
    <p:sldId id="592" r:id="rId44"/>
    <p:sldId id="593" r:id="rId45"/>
    <p:sldId id="594" r:id="rId46"/>
    <p:sldId id="595" r:id="rId47"/>
    <p:sldId id="596" r:id="rId48"/>
    <p:sldId id="598" r:id="rId49"/>
    <p:sldId id="599" r:id="rId50"/>
    <p:sldId id="600" r:id="rId51"/>
    <p:sldId id="601" r:id="rId52"/>
    <p:sldId id="602" r:id="rId53"/>
    <p:sldId id="597" r:id="rId54"/>
    <p:sldId id="603" r:id="rId55"/>
    <p:sldId id="604" r:id="rId56"/>
    <p:sldId id="605" r:id="rId57"/>
    <p:sldId id="606" r:id="rId58"/>
    <p:sldId id="607" r:id="rId59"/>
    <p:sldId id="608" r:id="rId60"/>
    <p:sldId id="609" r:id="rId61"/>
    <p:sldId id="610" r:id="rId62"/>
    <p:sldId id="611" r:id="rId63"/>
    <p:sldId id="612" r:id="rId64"/>
    <p:sldId id="613" r:id="rId65"/>
    <p:sldId id="614" r:id="rId66"/>
    <p:sldId id="615" r:id="rId67"/>
    <p:sldId id="616" r:id="rId68"/>
    <p:sldId id="617" r:id="rId69"/>
    <p:sldId id="618" r:id="rId70"/>
    <p:sldId id="619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46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05FF-CDD9-762A-60AA-141CFFC7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918B1-F5BD-D9F7-E176-79E74A7A9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C959E-53CA-C2EE-09A0-2A26CFDE7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4A255-789B-A2A7-F870-D4E811A6B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2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F2A1-0758-456B-680E-D0AAC9C1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3A7AC-7B97-FC29-C8E7-FD1CFD63D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BF8F0-D2B8-32D5-D79E-0F9B0CB68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A847E-49E6-351F-64B8-3B91E241D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80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D128-1206-B77C-A1DC-E953ED7B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A1201-0B7C-959A-2FF1-BC61669E8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45A85-AEA9-A9C2-0F5A-02B034DB0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702FC-4427-708F-BFEF-E9FBBC63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0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E308-9F2C-AC3F-0F0C-06C2E9B2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229AA-3427-D99B-1B73-225F33AAF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5FA36-8A85-CDA9-CF4A-BFA9BA5D5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B9C4B-E4EF-1511-C69E-745EB4D39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34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3B0A-8F0F-64CF-5879-913D96CF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160CE-6F4A-5FEB-AAC6-B936C273B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F6619-61DD-8020-1878-1B9F637F4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50B59-EB87-E128-09A1-0AB62568C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7282-006F-1F24-B896-0B42E31C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DF689-6190-A146-8F8E-B1CD00A9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A4F3F-27DF-DE5D-A36E-9FE301EDC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1741B-2D2E-61B9-71BF-1933B7A4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49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CAC7-0A6E-0E76-BB1C-729AAD276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EA4B8-3FF5-BA61-4319-05B451353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A2D43-0D60-8CCD-46F5-DAF4403E6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67A0D-CC67-2D5E-7034-C46B79EEE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28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63360-CEEA-AD9F-C0C5-AEEF19FE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C4848-5A1D-C9DF-8CFD-8A3F95CDA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F6FE9-5CA4-D9AB-E335-A34395C93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42B60-31FF-61C4-72F6-AD716AB2F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3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6D417-C630-57BE-4FF5-CCC4BC00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1F914-C809-19BD-1E3C-FE6094B25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2E0C-8546-8A8F-C04E-9B1A3A09B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B7360-990C-9803-C588-5BC229D8A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14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21569-46C4-E67E-C4F2-AAC09975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C4568-69AA-8F57-29A6-B3B45A41F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2BBE0-AA81-D0D2-223A-7307F5889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9221C-C915-0DC8-EEDC-7C4477950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8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D9B1-11E6-2CBC-457E-E6CEA1F7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39688-D69E-F81B-598F-8BEE3918A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C7C59-4CAA-BEB3-6B02-C2B6034BD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D9A04-D857-1605-BDF3-15326E4D5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49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1AB55-4927-7CF3-D88C-FE785D98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1D4CB-FBC5-00A9-39AF-78537FFDD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8789F-6FD3-B4D9-9A21-23AE1D2E3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2B064-A123-FB74-356B-EDCEFE026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31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816C-5720-5628-F954-6E83954E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ECA05-B6BA-3ED9-81DA-25799B0E7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59691-6741-1198-1F9E-57CA4F4C2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A9E32-2CFF-27E6-223F-2249766B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96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A2E7-11EE-832E-CC00-4A005399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40F74-3412-A1ED-1EA9-8AB7AFBD5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D4AD8-0C6C-F7BB-2955-5D3295213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05E4B-D607-FF2E-A965-9F5131591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73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99FE-3E11-9D3C-BCEB-083E2130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301BC-A990-267C-2710-967AEE1D2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CE14D-383E-E36A-184F-0282228F6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20807-1AAC-774A-E2D5-070E0D8C5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40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0FF9-8AC2-3194-666E-046724A8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868A5-BD8A-2BD2-41E5-65827C704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30C35-3E2B-02F2-1665-22B9BC949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EB37B-A8E4-2677-8924-2B2D28F0F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41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1783-CFF8-6C87-9C84-4F309FFC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2417C-709C-1EE6-2E9A-A223B1A67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85FC4-5878-655F-6875-6FC067006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41A5D-F968-BD4B-1C54-853F44F06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7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DA0FF-2FC8-A0F2-F7F3-FC45EBA5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32B81-6EA2-81B8-CE12-6134ACEE7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1C82E-0C56-507D-4624-E118D4936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CFD8-44D4-1DB0-0490-D70E96046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93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31659-4E1D-7D48-2284-52A8AB26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D7FAC-6DE3-6DE7-37FF-905315745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E7A27-295A-C187-1789-A3D5C5433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B9F84-8FEF-90F2-8CF2-F6544CB89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38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C9AF-665D-0A4D-7A6A-C9E72EFF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47979-C61D-6A41-7041-399C18794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557F5-AFE7-4230-CA28-A8E29D84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03BA4-AAE7-5D3B-C1EC-A2DC531F2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62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1120-ACF6-2D96-5E9F-510CBD22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D8307-9DB3-5045-825E-6690CD535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BB0A2-E205-6CB0-49A0-BE9D765A2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8043F-8634-0655-367E-9C86E33D7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118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9820-20F8-A296-A9E2-28EED322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36F39-5534-7C86-476C-F06003F6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F191E-0121-D159-E624-9AB0BB417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D4BD8-66F0-5382-0FF5-CA8A4BA82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12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26CB-044F-5D18-9444-8A4B834E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511AA-FF1E-F1DA-2E74-8C5CFAE02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F8335-6ABE-0B46-CDD9-923EBA31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0D5A4-9048-CF0A-A46A-890C7F0BB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018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DB38-A3D1-AD72-65A8-75070791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8BF8C-9EF5-F436-0D96-67E60A581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E9B38-EA63-5EE6-D09E-E6B7BB2A0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3C667-07C6-9D80-DF43-D54D212A1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55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C9E9-E735-B8CC-40DF-73FBACF1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8A332-1B7C-2A6E-010C-FF27EED5B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9FCC6-1833-9797-9804-61E0AA6DB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A9535-CB15-BB60-5165-34DC784B6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A6F9-389F-AB23-53FB-812BF437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16C5B-AE9D-014D-16EE-203268F90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7C300-C381-5B15-61BA-13767271B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828A1-BE39-4C67-DDEC-9975BD27C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47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4D70-4C9E-E078-106F-2F4A6FE6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5364F-E08C-1328-FE63-8D5F79D95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D8C1E-E09B-DB3C-4103-E1BA4B386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FAD7-4440-5443-1E99-FA1938B06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85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65ED-D094-6D50-275D-CE258345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44EFA-9C59-93C0-6F91-66AA81B3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60F70-4BFD-B99F-36A2-409D2E3B9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D807-FE4A-6624-BFFA-086F8DE25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32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2D30-ED17-85E4-0313-8FA4974A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A7E3A-8430-0A79-8F9A-F6B1DE61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AC7F5-401F-6CFB-9E9C-761C98B06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98EDF-7AC6-8D22-C853-EF6B147CF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05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3BC7-CBD3-7343-7A3F-CD118E8A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6D463-9972-DE61-6E58-493040A26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6DF88-7472-B483-BF1F-ADC96E2D6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0A3BA-7F14-547C-CDB0-7B4856E26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81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DB64-49E8-D9F0-DFD5-BB1C4942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314AD-EDA7-C5C5-FFB3-3968715EC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3F1B1-A01E-2739-6997-799DD64B2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4489C-87CD-61B5-C3A0-5966E01C2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77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9FD0-F6CA-E22C-2062-BC7F8C2F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BCEEC-DEE2-7E8F-9C7C-384152097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3EB9B-AEB1-4B57-2C8C-A074EEA1B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7103-52E7-AB03-3586-6A29E41E7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117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C2D4-401F-54DD-83CD-260A74F4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317E8-3198-47BC-AAB3-5B7183978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3BF01-929E-56E5-3D9D-F0A065373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DED86-5A91-50C1-8901-6410CA170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50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C46-A102-2C72-BB93-5480ABC7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230D9-5389-F4CF-3818-3A1FDB1EF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F4E20-EB14-86F5-1DD5-DFB4346B1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5B410-485A-E0B1-DF4A-A4AACE68D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12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001E-1C26-60D9-4E99-FC622461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100F2-3994-CACC-5DB6-9E6EFC617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62794-C6DB-45B1-06A5-FF46290CC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0504E-E746-2666-7DA7-0D63493E7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457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69643-2371-21E1-BBF8-FF6EA71F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C7890-0172-3F21-AE67-15337F842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08BA-C9D6-35E5-2043-446CA6BBC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4BBE6-09BA-8D05-C7F8-B5D0377A1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93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4C254-B77D-7BE1-1E72-48080C1A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D1495-44FA-A5F7-CFFF-A7CABE1C6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CC1FB-1DA0-6D6F-CDC8-5C142414D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97CB5-19AC-4FEC-9215-C14555566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781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B75B-E159-FA11-3661-759DDC93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139CC-2AAA-D0C4-04E8-D4F7DE1C1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4DEDE-5A0A-136E-E99E-30ABB09F8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F653F-E4E9-0520-058B-46BD1B87B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474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45E3-3028-1184-F373-94ADE682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BBDBA-1DBB-CC83-C919-0EDE5C3BB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6C1F9-37B5-0051-71E8-24486D275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2C009-58A4-1319-C7D3-5C7978CD8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15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E3C3-6AF5-4177-370D-FA44B55A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F58B7-6F7A-401E-BA79-309D001C0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BEE9D-2CC8-8689-38EF-77A864102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CC5A0-6283-B678-8104-0DABA6E6A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965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D9D0-53F7-9437-A01B-5AB4BAD9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E1C79-85F2-EB51-CA86-60D0341F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7DBD8-BEF9-B57B-417C-5F73E97DB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2EA0D-005E-8765-FF77-09FA1A18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25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0AB9E-8FAB-E3BE-AD52-BDB9B645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872BC-645A-045D-2181-9B4D18C9B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A72DC-0BC8-B594-9F37-795EC841D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98C48-7E48-79FE-CA80-FCF2EBE12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74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F8C0-6C8B-8454-A8BC-56667847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58E81-E924-2921-48C0-9B25B82F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DF7B9-87D8-E317-DB0A-A2651F217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54BA-5B43-CE86-6711-B24B8B44F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68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8327-853D-63EE-3AA5-AFEF6B5E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A5F1D-7F32-AF7D-23D9-53F5C444B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FDD2C-35CE-794C-D647-B38F500AB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6FE3B-58F2-E8E9-4C37-74F79525C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68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DA27-05FF-93EA-930D-D9F487DF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7BD04-7F4A-0A39-6B6B-4679B4FCB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7EB6B-D8AC-20B8-B737-45E615170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859D2-D91C-9F1A-5FD5-3BE666F3A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752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0F2CD-048D-033C-AB86-A3C28AD6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45600-5B0D-FF58-9DE6-990A8478A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2A3C1-8B71-1835-C9A7-6F35629D4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28631-28A7-15D3-D669-78492CFF8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953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0E5F-F0FD-5414-4EB8-5E63D7BA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CE1AB-83EA-10AC-B54C-A9789AFAF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AF0D8-667A-FA9A-0A51-860087BE8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18DB0-32B3-5970-97AF-D5289A3E6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371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AC90-67CA-FA99-FD95-85B642C8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FD540-53EC-6FC8-EB5B-D1254FAED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3F25E-F248-E7CB-EDC1-E4542EE4C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E72EC-243B-7A64-6E10-319F59452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676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C5F1-FE5A-5EED-1853-D98FA6F9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D12F3-C9F3-7983-7565-CDC445323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9CD99-DCC2-BD68-1242-9A97D5C28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56D1F-1C70-6101-A81E-6BB32D12C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850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3304-24E0-6067-2841-CCCCB689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EE4BE-63AE-27E1-67CB-196F1C24E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85A06-AB05-73F7-0FF1-75E07EB96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720B0-9328-AC6E-82C1-688DD1133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89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7F5B-1AFD-6394-B18E-C12EB6B7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7233F-6B6F-DE79-B47F-C0E4F6069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AFC77-5F15-3887-F0CD-BA35EB517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A61F9-CE5D-0B7C-1B05-4FD859536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362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C0A3-F362-07E9-76C1-C8B60906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6AABA-A92F-75B8-4B1E-3813B567D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FDCF8-BDED-A384-B841-2AAEC6064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3D355-D902-DAAF-C129-D0C4888BC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999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E8C7-C6B3-308C-A7C6-A056EDF6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CCC0A-5F1B-11B5-4914-F9F8BA2C0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A6FDC-AD7A-0DE4-A3B9-704BB5132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4F4AF-6650-758D-8A4E-2588C2589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80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2762-5397-C127-74F7-9B1CC814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7A6C8-B5B4-71BF-53EB-A975C9241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DD292-8127-0F15-63EA-CD0F332B8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F6123-FF09-653B-8FD3-150AA26DD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719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2D39-6111-84F3-EA2E-9AB4E405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F2934-A23F-58E9-750A-7ED5480BF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42A70-A139-4247-FED1-ADA7D3268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9880A-4F11-49E1-D213-65DC10AF6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939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C075-3A6B-AA4C-7733-DED0810E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22629-4EF5-4D66-BBA6-B930DCA0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D473D-6695-CC7C-343C-1B03C4859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D6ED-601E-E768-B7D0-C32B80CBC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617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64FE-3A69-512D-C839-EC905845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79EB6-BAAF-D257-DF65-39A25DE8B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3C805-4D42-7A49-EA01-EFB5B1600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2FB99-33DF-915B-4753-D64C1AB1B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0360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0084-4801-F906-916D-8EA98A70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25E84-68D2-B2A7-1F61-BA136012E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CAC76-9670-4B3E-F03F-01AFA912E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6E8F-93FF-FA9E-4C35-91C7AEAC8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4605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8462-B2F5-A195-1194-CA575097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354F5-7652-5357-FDE4-D806F17DF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EE67A-574C-4106-11A2-B124A6451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F46A8-ACBD-573A-6D8B-DFA3A3716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196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9F43E-99A0-0EB5-5D2F-A405CC2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F8349-02C8-BC6F-C43A-B6407F78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C5832-DB82-BF94-0C8C-8D4EAD5D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134FF-6939-BB7C-0883-06CE029A4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258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0295-F668-5B30-DDA6-B44265FA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75577-3E49-CB04-A9D5-1146C6F9E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D5777-FE20-871E-19F4-51C58EF5C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88846-47C1-9FEC-9A02-686781A22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659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D0B4-C2ED-EF62-0953-0A38CE7F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E15AC-AAD3-8E44-09E7-F6D5485C2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0E88C-E44E-576B-252B-84F39FFEA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64E86-080C-9208-499B-686FB77B7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9157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01A8A-2D8B-B25C-7C3F-36A14F98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564E8-B1A1-4863-4678-55855B5C5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494E-43FB-B8BF-F5BD-A50D57E31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8D30-20DB-D29B-3341-2529C5B07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51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5AE7-73B9-6D62-2536-7003C26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FDE29-972B-5238-AADA-6762F17AB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33781-3CC5-39DD-D1F6-2322F6826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FE29C-A92D-0D06-9B46-E57EB9AAF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08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1B7D-9350-0FED-D9D7-9BC1E61F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E28DE-7FAF-5AD4-A5FF-6BE258D39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51354-F3FD-02F2-54EA-E70F63E2D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8235-2111-0978-9B5F-F0935CE05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58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6E44-33DD-3016-BFAD-7CACFD91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CA886-7B25-989F-2488-C74AD4376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B1A47-07D2-E51C-5E6A-B2172D5E1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3279B-6C3C-A158-64F1-98FCAF285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763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1DBA8-EE7E-3829-EE25-D3C7FED5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3F751-EBC0-2221-34D5-DECF949F8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2820B-866E-A4C0-3017-97B9FB3B6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DD34-8BC1-FBA0-6D48-016D8D4A5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54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C63C-FC68-1513-DFF0-47B68ACB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DB599-8947-A64B-5C7B-E5D915A4B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CBA8A-EF9B-DCAC-72F3-AC1CF1362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52435-38D9-DFB7-9D96-8F296D8C5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5907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3D5B-57D2-67A4-5663-9E222353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0917A-9FE8-D16B-B75E-DB9CE174B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A2826-30FD-842F-1BD8-749B881F2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105ED-C9A7-75E0-4455-1337613DF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08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id with lines and numbers&#10;&#10;AI-generated content may be incorrect.">
            <a:extLst>
              <a:ext uri="{FF2B5EF4-FFF2-40B4-BE49-F238E27FC236}">
                <a16:creationId xmlns:a16="http://schemas.microsoft.com/office/drawing/2014/main" id="{3F42C739-4886-C5E1-ADAC-F9C5F4551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1459"/>
            <a:ext cx="4543224" cy="502654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01BE-7CF4-964B-57A3-AC0BE306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210F9-C01B-EB87-76CA-E353ED0C53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three digits sum to one digit. The one digit must be 678, because 9 is excluded, and the three digits can’t exceed 5 (125 being 8). Since 234 is 9, a 1 is required.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F3CC35-1091-F2B6-D44F-2B2E9606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00713D-E9CD-B1E8-66CC-C780267E9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F35069-931B-351D-7F18-B83D35ACE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E333EE-33E3-F6E8-3438-AD5597894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93C034-3C7E-E23F-B1BC-0B726D9399E2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E3263-6069-58C3-1CE3-BF93FDA08CB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DE0E8-1ABF-AE21-58A0-1749907DA42C}"/>
              </a:ext>
            </a:extLst>
          </p:cNvPr>
          <p:cNvSpPr txBox="1"/>
          <p:nvPr/>
        </p:nvSpPr>
        <p:spPr>
          <a:xfrm>
            <a:off x="3138310" y="40348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B8C39-604B-4D5A-1A7F-9A009441EE35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56172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40BD-E351-E827-E4C0-FE148B54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DDC1F9-9617-610D-CCAB-20EB05F0D8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two digits &gt; 1 sum to one digit, which must be 5 or greater.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70D50E-AA90-AF36-027A-6F7439433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6A8D62-84E0-B64D-877A-9BF26BF4A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11FA62-4624-DF9B-0811-B40BBCB7D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90DC99-94BC-7499-AB51-4103374C6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4FB1E9-BD8B-7B22-7B1B-3F90043BE218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C3402-16B5-211D-DB0A-D719641D9A5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9A51B-F150-2C0D-8E5C-798BD6BC7E10}"/>
              </a:ext>
            </a:extLst>
          </p:cNvPr>
          <p:cNvSpPr txBox="1"/>
          <p:nvPr/>
        </p:nvSpPr>
        <p:spPr>
          <a:xfrm>
            <a:off x="3138310" y="40348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42B75-FA97-8BA4-D47A-AB012FE77EFB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6CF07-F978-3CC1-05B3-05D3E5F7B64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868EB-492E-8DF9-993B-77B22621F2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DB903-7DC1-30A7-B342-3EC4ABE872CA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2F617E-F224-F0CD-EBBD-AE7127D8853F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00318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1CE8-F04D-7A81-329E-6A9FDC08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CFDE2-EF8E-1EDE-B00E-0C7645DBC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two digits other than 357 (and 8 or 9) sum to one digit, which is repeated four times, and which can’t be 1, 2, 4, 7,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68ED2F-852D-7CC7-6D28-5CA64934F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3DEAF3-2769-351F-B076-26604993A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EE8733-C72D-03F8-D5B7-151D29030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9A31FF-B7D2-240E-614E-4B76696F7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640BB5-9B40-2974-0502-46FA50270CFF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B83E1-C94C-CFAC-E4DA-68EAA539C6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4D5B0-6DA9-B4FE-8650-5EDE0BD008A7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A8BC67-A871-A541-1AD7-212209E737E0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429D9-B807-EFC4-7B68-06331D1FA75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90309-93DA-BE6D-3BD8-4591F71D86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27E1A7-5F37-A77D-3C7A-2F429FD35D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78526-06A4-F048-CB2D-FC1F309D09F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17526-A9B4-7EE0-DDD6-01AF5095F24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657CE6-0868-FE79-710D-F36A63CC65D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2D356-27CC-905F-7765-2D81FEF764F7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DFA1EC-9B90-48BC-4539-7BE359AE691A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CCB04D-1E27-CA45-8829-3A618DA3528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A16F52-CD5E-6F68-D806-AB06737DD597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25091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8785-A9C8-D334-385E-F43CA267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0EB38B-26F5-D9C1-3B97-5D83E92C2F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two digits other than 2 sum to one digit, other than 1, 2, 3, 5, or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B22693-FFDE-C283-59AB-5D7FF85B6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B5B6A0-6E80-B94F-6B4F-606166FBA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402D2B-7AF5-154A-94AC-C3CD4441B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BCD84A-3233-82CF-9472-7F710C98A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1FE1BC-F456-CA92-5E78-B32EFAB4F58F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F4B19-9639-CE6C-B81C-3A0B6A27E79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7642C-5F0F-22C2-A0EB-5668AE143E97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AC8AB-D90C-FD7D-8761-AFDBE6D81B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B14B3-B90A-3AA0-3E8F-7CDCC5B4AF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EF1EE-DC9D-0263-6982-F0343C036C1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5B50C6-34F0-8755-198E-022022C4BD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B5AF3C-F040-C464-D223-26A6962246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E4161-2F4E-CE96-843E-1A6A7D56D9D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5C619-DF6F-ACA5-458C-3B0FC25E673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FF0D67-2D56-662F-37C9-DEBEA6AAC842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6DAE2-90E8-DCE5-1A0C-4F16257980B3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2FE21-36FA-903C-89BA-14ED0E6A86A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D1D62-C764-B05B-E2C3-AF3B930F1EF4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00B48B-CF4E-C02B-A79A-87C9377425E1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090B3C-1DB5-17F7-3384-0A32E8745DE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8B79A2-8EF0-33F4-012A-405983539347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160126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7B-1157-A639-1E27-9F7D013F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71315C-A3DC-4EF0-B1CA-AD3A0D4B84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a sum of two digits reaches a sum other than 1, 2, 7,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832123-3D21-DBC9-D5BC-B03CEA484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20FFB3-AFA4-6A5D-306B-2372C5628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C8418A-5D4A-A7DB-3226-079FE89C1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F64EBD-5251-0730-B2B5-46687B6AA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7C312-BBF7-68AD-A9DA-ED86D6273313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3E2C0-4A93-D0E4-FFC9-80733A3A1DAF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BFA94-6322-FAFA-FA92-C7581D6715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4827E-BFCA-6AF9-9853-83E5C7636D72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B03A5-59AD-79CD-233C-7BF8157CD1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E1A96-204D-C782-4C55-03C24F38F2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5B77E-0AD9-23BE-08CB-A2537D38D0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D28CA3-BC4B-2173-3E38-5D738A92D35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84957-F069-4C38-83C8-B777CE351E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A45B2E-E830-8243-DD06-91C5C27AA16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00C9C-D0E7-5929-F12B-DCE9330F133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9710AA-CC54-5A04-DDD1-A5B401668235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0D32BD-9133-B334-81D8-F7C56A187CC3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855367-8486-82D4-388C-CF40F80FF60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9174F8-735B-6240-7039-54CD079BF7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776C6B-46BC-138A-D541-06D3EFF07ABB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F99BCD-EE7D-3C7A-41CD-A315B91C075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81B18C-0659-84FA-FA57-14DE8303A183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8CDD85-C2D3-301A-60CF-797DD8ABA59D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835755-2F99-3296-5DAF-3FC4222FB944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B00933-8949-82DD-6C24-AEE3D204D186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198327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0538-A297-D0A4-FFF7-A4038D4D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6F006F-F94E-2C2F-A2E2-EE4E3F1196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a sum of two digits reaches a sum of 10–15.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DCD5C6-F92D-9907-63C8-5FE7C432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3C3D93-A7ED-6B72-0289-D6903137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DCB5AF-D5F7-701E-2989-5EDC85684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800C21-09D6-026C-B3A2-E061AD8F3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2F6EB3-4F13-EB5A-B590-0951161F722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55318-CC2E-7D57-6F5D-5989C8A0BE32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E9AEE-7C88-7D95-FFCA-07373E1D61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5F7AB3-D125-647A-3E76-C85EE82EBD04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FFEAB-6220-176E-6FE0-070A43DB07B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86C0B-A59E-EE0B-1DD9-4D216E73F3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F3D41-BF82-FF88-DA38-ED0EAF2F380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794287-305E-F301-7122-334F484C79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BBC8D-A664-0B13-ED67-11AF9F5F44D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6045D-8EB7-0B8D-C441-5DED5685870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8F0AE8-ADEE-E8BC-D40B-B00EA9DD43E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6D437-F9C5-66FE-E3F1-B6282766AB61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CB0C3-645E-2327-CF7C-8EB9CEA1F476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58CB0E-356A-7343-4EAE-1EEA027FB5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22F3DD-C49C-6711-F785-2ECF78DA77F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7E9986-C2C2-8DCB-BFDA-FED8F64E973D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5F22B2-AD38-F596-5F1B-2F98E26D4FDF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609063-4F63-75B2-3587-7B28F2E3D246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4B80F3-72C2-AAB4-0976-8B0C9F1486D4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DB8EE7-E48F-8253-0CB4-882280C39683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0FD7EF-92D3-CF28-2329-ADE984C5303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C60A56-2E6D-163C-DCDB-BEA755F0AB41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0C58A2-E5C8-5755-B71B-B30ABC8B33B4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C966AA-023F-D2A1-FFFA-A76380B8EC0C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57588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F47D-E0C2-34A2-956A-5E77581C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06F71B-0BAF-0714-0B03-26C9EB4A2B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this line, a sum of two digits reaches a sum of 5–11.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A5B96E-14D3-EBC2-37FC-EAA49ED9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4B6BDB-49DE-4323-CBDA-12DC45237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ECB7F0-B5D3-079E-D11F-0FE21C0AA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C58B817-2974-355D-2EB1-85390FDD4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A71277-6018-BE65-187E-54379342CAC3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94810-000F-DC9A-60E9-E6B8476A912E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7B4C0-41D5-9487-D5E0-AA9BC09501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0D57F-4074-F739-41DE-F99D8500DF1D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30BA2-B360-FBE0-D3AB-7AD9D32B34A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10369-01A2-C2CC-BB04-FF41BCFBB76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100425-7C12-DE01-A6ED-F638CEE88535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044EB-0611-4514-F77B-449184AC57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FF316-3E7B-67BF-63F1-0B7CF414248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2C1D1-C649-CC5A-B658-95943D07E7B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7B748-1B82-3E39-2F42-7712554F0C4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BBF02D-0F78-0B97-053F-9B82AF68FFB1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0FF991-60D5-0F11-9B12-54BFC173D55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3A1A94-2190-948E-18B3-CBF889164128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E21CE4-C6D2-10E0-736B-21D503AE9879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0ACEA-BA94-A93F-2957-4EB8053DCAA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990981-01FE-E974-7A6C-340CADD2E4B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4B8372-3F96-395F-40CB-06C558F8B020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16BC1-0CEB-B532-EA3D-49E1F4B8454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FA512B-ABD2-4602-810C-00086E09D7C3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DFC2D-5F55-E951-6B91-058ED1F21A3F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9BACA0-08B2-C597-0C85-B0F2222E207E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35AB91-AEFF-91DE-754A-087EAB21F60F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662FF5-9515-031D-ED37-55497A23FC81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AC06DD-B59F-3DBA-C607-0F9AC6EEB2D2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42347D-A359-855E-03F1-3B95EE3E1067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29941B-A042-3903-C48F-125505B0FF1A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70526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8CB6-C913-0D0B-6AC4-1C32DCADC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A03C67-F323-EF17-31D4-CFF36CD76D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Fill in more of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68E0B1-189E-0623-A999-5D8124A1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11A490-B5FE-2B83-F8A6-808EA6EB6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15C1A4-EF0E-02B9-3CE4-EE4F1AC91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1445BA-DC80-AFEB-8749-3107CAEF0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E7E342-4CBF-D15C-3E4B-49420D46C997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97E77-C987-BD42-C985-8E06D5C448AC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8AF9F-FD6A-575B-8E21-88CDF9D89B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FF5CA-911D-A723-4A97-16DD00EED48A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A6238-5938-8D12-C846-AAB1A3BBA1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8FFB6-282B-703C-C86A-912F48C11C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0A202-52A1-6674-73AD-39F28A372ED3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C42698-A8E5-84BF-6CFC-581103F91EB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ADD506-8EC0-FEBA-2E0D-B8FFB838D6E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95F95-9CE8-E405-E828-65857D63C5B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FF64BC-B64A-0644-3C3A-C74EBDC70ED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1AD5F7-7243-3642-C74B-68CF98DA3028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193B98-F23A-6D61-9F48-E6D7E30988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BF2135-01CE-E340-01F6-3A03B7D50451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7A87B-D094-6BED-1968-2ED60F36B1CC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67B58B-2C53-4335-D510-39709905AD5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6A3E61-E040-426F-120D-2C5C8C22BC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9445E-01A6-DBCE-C082-F4E069E85753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C1A3C2-8CA7-36E2-8113-70EEDCDF8312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BDD2B3-CC66-19D5-F937-A09E55437A1F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A2F11C-4F4B-3A17-B3BD-49E0280A8BD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D1AE78-B6C6-5D3B-76FC-5973B5026AED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8F7D0A-464A-FFDA-F2A7-45BE71001F53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1F6B11-8106-C228-911F-A6FB0D918BCE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BD1640-9C23-3510-EAC1-38F7DADF4BC9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26C4BA-DFEF-15B4-C057-C3502409F8F3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23FCE-F008-45AE-C15C-2E299C00632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D41713-2714-0B71-73A5-5C9649B1CDA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3B2C64-FE8A-5CE7-5882-564E0CF74B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689E59-D82B-83B0-CCB6-E6ABB11D962F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66949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FF0C-6272-8B75-901B-B65C4C1E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66FE41-727F-85E6-E2C0-F169CF905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Fill in more of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506E36-802E-CA89-EF94-F3FF90426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1D2A29-F124-0C38-4561-63398F1C1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523AF0-AD3E-549D-93D1-3A46F7CE9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180272-31C0-ED49-726A-DC3A1AB32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00B09B-EAAD-16CD-8051-59238143ED3C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47BC0-E5EF-B22B-9D5A-F80A7FBF165E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7DA46-CE21-57F7-CF23-AED2BE7A365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8886C3-448A-1763-149C-47348145B3CA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6E1F2-7F35-AB82-74C2-5904A0D59AD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61B32D-DBEB-1BA7-3AEB-69854F2C0E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F561E3-18C5-E435-9BC9-11EC1D64E62A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96E150-C2B9-1CA5-EC18-7FBD8D4E00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DE586-DF6E-C434-3321-729CA2E4282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96EA2-F4AE-1060-EB41-E0FA04FA5B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3D07F-1409-E11F-322D-7504E3016C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08AA8E-C808-4CFD-1DFD-8C95467237A1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0E0FF-DFAC-4E83-CA41-4AD28132E59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23096-AE43-C572-2129-B51DBDB1D31D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99C8CB-1D5E-3E5C-2304-8EFC459164C3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0A5EDD-A705-E44D-A513-B1980240404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AFEDD5-C49D-38D0-B55C-2B9331A9F10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C47804-4F14-188A-99D7-5BF7F22DC313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3CE46-D308-DFCB-C865-344D308FACE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DCF6E4-17F4-A3DE-6C9F-FB7C12D639D7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277DF7-7C0A-5CD9-FED7-37A698EF7E86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4CC63-9F79-5F1F-3A29-4A0FD7E0EAA4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C36A54-6609-B858-4987-8ECD915199B2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F63328-AD85-3F30-9B30-20610E54C6B0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653FC6-1E38-DC05-6CFF-3DD950F5FBF2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6861E1-1DF3-4578-6534-118C5F31F5E4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255E6-EB81-FB74-F996-F5F61EBC141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B64C14-C479-4A04-FE27-F007FB1D94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1A9714-09DC-5394-55F7-B893519836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5E1A1C-5BAE-15DF-513C-D9F9C185BBB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25DE20-C58D-505B-E26F-ECF5EF1F54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9D8F3B-FE61-69D0-C9FB-6A33AF76C4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2AC942-8FD4-0017-C0CE-420D8BD576E1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25293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315B-9099-B6E4-B702-33CB839E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449D26-ED14-D1AE-6EBC-5FD810074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Note line sums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88337A-6A48-C53C-DB2F-BCCAFDCBD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FCB2B1-480D-BF3A-D235-C3F875330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81F88A-0BF1-9DE1-7CA1-CDD33B813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660783-D85D-EEBE-D212-4D1D892CF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E7361C-210A-5933-9175-DE528B92DA9D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FD358-8F8D-E318-F783-C2B309C3D326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E59D9-FB5A-0FBE-F59D-A4BD4CC7DB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96D33-CB6D-4940-4355-FE7519BD78AA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F0EAC-6F3A-3937-A399-0458D2534F0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94536-D297-C196-347C-59A9D12C3278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B61F17-1151-2412-3C2C-DFC38BDFCC2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9DB21-297F-0BAD-D44E-9CE4923BAB6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ACC03-6AE2-EAF9-AB7D-8ABC62A6A14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244510-8A10-5E21-DE18-AF44EA95BBC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0F792A-66CA-05C5-E069-82C4D7AE4B6A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D04A08-B2EF-B119-17ED-3B124C497F0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293B2-1E3A-AFA6-D928-DC99393F7C13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F27209-C990-D206-ACF8-55F53164D597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BB8FBB-0919-1D55-3B8B-9E71FF7226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A36CDE-4D86-CA48-2E64-AE508A3E5F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A3A698-3B9C-96DC-AD4C-269544628840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463FF9-F0E9-1BC4-A487-AFA7740A2B18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12C905-3B87-38C9-7666-5E03B3B4515B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90A1C4-29DF-9BDB-AE27-E859AD0163FF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551B1A-79CF-BDDE-219E-8785C972F317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318FE0-3A24-69C1-77D1-1E077CD49E9A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39E4AB-E5CB-BEA8-6C91-C616F114CEFF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435D0D-ACD4-219F-F6B0-CAA4ED0EFBE4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56CB32-0572-32B2-A193-090A195F8ED5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69DD0-7A85-2F94-FE4C-6A1E84D582C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B785E7-96C2-18B3-B9C0-2A8942916C4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CAEDCD-9139-5532-E7E2-0E62312F5C1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4FCA34-22A1-881E-AC73-BEC6A24C2266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3,5,6,8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3,4,5,6,8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5..11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3..9)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4,6,8,9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1..6)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6FDFB-CFDB-E53A-8A56-7087201E2821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B5575A-CA08-8F32-D0CA-5A06C3631532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8D7784-8DAA-6C7E-30E3-CEDE1366112B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5ECFBD-D324-0BA3-68D1-854DC2FBDBF2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823E52-F831-1DEB-EFB5-8AC4CE41353D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836E14-E253-8FFE-ED8B-F8F0F6A249DC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D10152-91F6-E0B5-A15C-1F53261E5D45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C58001-73F8-90C5-BA15-D65DC10BFEA6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BAABBF-2F5C-1134-DDEC-FB013A35D165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6988E1-4FBF-D02A-4F36-D76130E1B969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E296E2-F039-72B3-3E5A-C1A90597B9F4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39E87A-C57C-B322-D22A-060EE4D2945F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84F837-363F-36E3-5DF1-9209B68EE256}"/>
              </a:ext>
            </a:extLst>
          </p:cNvPr>
          <p:cNvSpPr txBox="1"/>
          <p:nvPr/>
        </p:nvSpPr>
        <p:spPr>
          <a:xfrm>
            <a:off x="5657325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2B6C13-7748-2BFB-3A40-2169EC90EB74}"/>
              </a:ext>
            </a:extLst>
          </p:cNvPr>
          <p:cNvSpPr txBox="1"/>
          <p:nvPr/>
        </p:nvSpPr>
        <p:spPr>
          <a:xfrm>
            <a:off x="7403203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340D82-37D3-4A9F-5EE4-FA302D3DEAE9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71AA2B-0F12-2386-48F0-9D292C6B02F5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37036-9CC6-B6CF-B907-AE380D2BCF3B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3D7FB2-3C56-25BA-A227-5456F1BF8F1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114D5F-954E-CE46-ABBB-0F9577AC20B6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37E737-8ECF-2659-FB28-1B999618A9D8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C826B2-DB42-38E6-D47D-C8DB45D4680D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30F85B-1397-EF49-9D61-73714C31B713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6626F2-B624-DFD9-B337-006595B2F62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D418D1-3399-09FD-D99F-7867509E07D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8DCB14-009E-7181-32FC-67E94F87B13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B35610-0F87-CB8C-E7F0-FAC88E79B5F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586646-5964-6D6B-E926-A581F1F4F6D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98D9B8-D09F-E162-06BB-10194DD5A4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21CA97-A9F5-1825-6053-B30853D8CC0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258562-55D7-44AF-DDB2-C3258DB3F2A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C7E28F-91BE-FBEC-41AE-E7BD1F78627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287E90-AC83-BED1-5A9A-72179FF1AAAC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5BF580-A28D-94DD-41CA-ACF08795625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EDF545-C86B-D6D5-634C-CF313499D463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4D9D8A-9BBB-64ED-309E-91E020EE0753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ED1796-C86D-61A6-B38D-E487AC509CBA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113847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ED7D-3859-B1E9-D2C3-B246232E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02179D-FCAE-6F7B-1DE2-03D7B9EA7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center block, if C were 6 or 8, it would require one of the terms summing to C to also be that 6 or 8, which is impossible. C is limited to 3 or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6B8743-EDAF-1296-6841-D0AF5045A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EE7889-E4D7-21AE-BD11-C76221FBD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28F764-B917-8244-B8F2-CBB4134FA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77B88F-ECA4-4F62-2537-714E7B6FD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05812A-C683-D96E-86D9-8E6C9FE1344C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3EE6C-93CD-B360-4D66-4F7FC3521126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52745-C97A-0B1E-2DCC-DA9404B47B0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60162-FD38-60F8-E57E-911CBE8EFB49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D4AE0-880F-14B7-3045-734245CEF75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2D17B-22B3-20ED-C4B4-2AC1F2E727BC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CD987-F0AA-9A48-4E61-694009067FF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7F663-0FDB-84A5-D926-DBA692DE94E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474898-6EEC-B021-CF95-46B65602EDE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296ED3-DD1F-D4E7-B621-65134015F00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095C2-B4A0-E4DC-BB0C-20E1611CD920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77AF4E-4710-F6F7-FF77-6F5C6E56A8B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9BA07-12B2-5DE3-F4FA-E2EF016A1947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8C51A-BCC3-91D0-D711-14AAA0D593B5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BB7D65-1EB6-F2F2-73F0-46FA3AB01EF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97A389-687A-525E-D151-076D50F3FE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406EAF-52DD-672F-935C-C47394997D6C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2BE00B-859D-3903-5E4C-9A1A2BDB8836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9BD8E4-400B-CA53-7478-EBA081E2C61C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A26691-5F87-6562-E546-2F7FCFC16FA7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E193A3-617A-04BE-851C-BD55B40747F7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BDE764-A2C7-ACA8-284A-EC20B7F6F4A0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B00A5F-1771-47B5-A252-60E6FFB79FD1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64A7B6-8765-A482-3A42-112E612DA8DC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C4E03-2DA5-79E1-81D8-33B685202E88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C136E-F513-66EF-5C19-6972FE531B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109B9-D5E9-76F0-FCBD-FA46E4B4733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77DC4E-447B-519E-A4CB-32A20FC6F14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A85203-A529-D963-B01E-4B1F12962743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3,4,5,6,8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5..11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3..9)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4,6,8,9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1..6)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ADCC25-1E86-4DB2-651A-653BF4927293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1E89BD-3086-F445-1B99-0753AF0487B8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FE55A5-D850-4427-0F71-0B67B4EBFD00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6304EF-EB52-0F69-7876-36862B5AF526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6B606B-DCC9-7666-2823-113C3357B51D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31D0D4-6A8F-FB42-2B19-A295E31074B8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060D2C-616F-DCAF-3894-2B400FD22648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FD145A-AC9C-CF93-E087-B1C3CA6FFF51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D8A0C6-5AE6-B975-6583-8D12FEB2788D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C89EE4-82F1-F253-2A4C-0DC8534C6262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67565F-67F7-1B96-18B8-7FECBA9A4240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83455F-2041-8726-8402-C4FE782FA60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969579-C8FC-AEA0-5C25-7E4C519B9129}"/>
              </a:ext>
            </a:extLst>
          </p:cNvPr>
          <p:cNvSpPr txBox="1"/>
          <p:nvPr/>
        </p:nvSpPr>
        <p:spPr>
          <a:xfrm>
            <a:off x="5657325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31CD29-BE7B-9A28-8BCD-27673FFDF13E}"/>
              </a:ext>
            </a:extLst>
          </p:cNvPr>
          <p:cNvSpPr txBox="1"/>
          <p:nvPr/>
        </p:nvSpPr>
        <p:spPr>
          <a:xfrm>
            <a:off x="7403203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6F772B-B9E7-2354-DC0E-657AD48ACD81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874151-7A9D-ACE6-4677-70E44FBD7EE9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697E6F-C0F1-35DF-BA55-A02E2DCF1F9F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31E87B-958D-8FF3-92AC-464F5483461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ECEB54-1266-C125-8C88-B33B4F33338D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279C38-96A2-BFD3-F819-22107AE025C7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7B4C09-BBD7-1487-8059-67CC7D1E334B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038A53-1700-4DCF-B25B-502A17E7299B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AC41B0-35F9-B383-1EAD-DDEDE2DD8DF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A6D146-E7AB-6073-102D-CCC7AAFF5BC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FCF482-2E0B-D460-F78A-747ABAF0900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6C7DA5-1A08-208A-5597-4CDC3D95875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A63D79-E3A2-B5EC-853C-D1AB2B61DAD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351C48-95EF-AAB6-15EC-D1BF8B550E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23BF38-3BA5-21E0-C953-D50FB4498A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4ACAEB-6B6E-0397-6AF1-C48A87AB28D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BF779B-9C21-202F-05E8-CB49D700B5D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21AFFB-ECFB-F444-8A8A-C9B8995B93F2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C9B320-F15E-C138-DF04-6D03DCFDA88D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7C0D27-1A85-128E-544C-C59F5D470516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881493-3999-9EFD-4F6B-B4EF61D2770C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5D3D4F-E061-CEE7-4128-C8A3855542EC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976422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69E36-46DB-CBFE-1FD6-EFE33A42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9D4D98-9C05-11D8-9BCB-9DB9C9C68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center block, the 1 must be on C.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F78277-4037-D573-1AF1-32127893A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99FD7D-EE7E-86FD-C158-87EA4F65A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246B03-1F22-CB15-8F6E-A245285C5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87CA74-7338-3FC8-7C25-FE87C1986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64C5AE-34BE-516B-6870-F17961A5503A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42831-6948-2689-504D-1CBC1331A91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FB39D-31AF-A8E7-2EC0-8871233E9E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E7C475-B927-35B1-B4CC-416DF1A6AD92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28B61-F4C8-37D0-2908-FA98C7AB57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111FA-2B11-92AD-8A5C-01B532BE0334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E17FEC-ADB9-ECAF-EB42-481F0842D56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900806-67CE-BFA5-2FB5-ED37391EDD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1A33F-C63F-3720-AEE1-F2BA17026FD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EEFEA-B4F9-6119-72A6-A8932184F83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53C8AF-581B-0B54-836E-1FAF3A02E67E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CA3A05-747B-B911-39B5-3A56969D60B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8BDFAF-CF8D-51A4-4CE0-7ABEF605800E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9710A5-6F77-3F18-7795-2F50BE7E7F40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A810F-011D-8964-3810-373CF2A9CF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FC244-4D40-32A9-CBFD-254FFF551A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9366E8-3A4E-FC99-19BC-D1CBB4181459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EE41A-D774-0DD3-B8E5-F8CBB37F5A45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844372-B581-AB8A-DCDF-E40C806B03CF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72AF53-93C9-F029-6A4C-7443BB53F694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E9002D-78EB-F21B-0931-D7E4308D6397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C0368D-0DA8-D476-D8B4-C99F812F3300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223D90-1C15-2B73-2426-23062C3A8855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2E14F7-9611-DBDA-7331-3A89E6FC1955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D7FFE3-AB74-3840-F765-37D76C7D9347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F5143-CF78-DAE8-71D3-6B6492A8ED0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67E58-D87A-CEE7-9D18-DDDDB3A1C38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02EE2A-6B4D-71B3-4A6D-692D7E23CC4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1F7A5E-00D8-4325-0AD7-AA0D2CCEFF51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3,4,5,6,8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5..11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3..9)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4,6,8,9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1..6)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45DCA0-81A9-7E09-17E6-23315F1C4580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F36798-E12B-E12C-5FE6-43A7DB81B5CD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156260-E25F-359D-7CCF-F9DC5CE1B4AE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29C078-69DA-826A-D74C-2BD10BB32E01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45D94E-553E-88BD-3C64-4FEFE40DBABB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A25C35-EEB2-4603-6488-FEF953A34336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7D4E54-F18C-56C2-8143-CC3ECF641C1D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996AFB-F5AE-E66E-266B-DCA4824AEDD4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44ED44-CB97-9DD9-E05E-63CCBF708A11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D29092-D3B8-8032-9257-A13561A69403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7E40AA-1F1F-9FDA-43F6-9DB6DB92E631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BB13EF-CEAB-B5D3-4DF5-0FA25AC0F071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843B2-F257-DFE3-1035-03562C1C8215}"/>
              </a:ext>
            </a:extLst>
          </p:cNvPr>
          <p:cNvSpPr txBox="1"/>
          <p:nvPr/>
        </p:nvSpPr>
        <p:spPr>
          <a:xfrm>
            <a:off x="5657325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810CF0-ECDA-6A48-2A01-49974C52C4DE}"/>
              </a:ext>
            </a:extLst>
          </p:cNvPr>
          <p:cNvSpPr txBox="1"/>
          <p:nvPr/>
        </p:nvSpPr>
        <p:spPr>
          <a:xfrm>
            <a:off x="7403203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2B60B-939E-855C-F7E4-E0025BBFB1BA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DD9504-EDAC-4E00-BE8E-40A31448F611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75F3A9-7CC1-CC06-9A73-F1CD89F0694A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15D3FE-61CE-2ACB-EA35-DAD0AFD367EB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63EE5E-11EA-CFC8-900E-A24819B445E9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455553-0373-EC8F-44BB-191D1B4EACB5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96981C-2DF0-6CE1-38A7-CCF1CD900EE0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0913EB-9C0C-6BEF-C6EA-E04F7939C037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4F685B-D02C-5479-2C42-943EAA4A9F45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632274-2047-DA85-9C75-ECEF9FF8ED73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F78473-079E-8AC2-4B25-1D14A61DB94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975F0F-368A-4D04-7A59-F09DDE9ECEC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94EBD9-95A4-FD8C-DD66-BB2B2B01A1B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253C4B-5F6F-7D78-2DDE-A461652A27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9E1284-2709-461D-A64A-73075A8C25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0F9001-6C4D-F2EB-1138-E5B79871B96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53B425-3CFD-5D7E-CA74-DE4AD757A19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B88349-9244-90D3-F0B6-D11453F37F47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DE03B3-2087-B4CD-0B6F-789A3697FFA3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C90164-8D12-F1BD-A699-BBDA0485AB2E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8A8C99-BA9C-BA7C-03AB-ADE5ED4552AA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181E6A-4F70-AFAB-9A58-9AC7E4101C2A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313766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C996-3610-00B2-1236-3905F939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6FBF-13F1-941D-6E4E-DF4CD6B85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upper left block, Sudoku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E9589C-9F2F-FF62-3F6D-6BA4E2BD7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86673F-F24B-0835-38F7-EEA2196D9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6737AD-52E2-3518-93CB-90C148497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5B8F07-81D2-A89A-6308-93B06DA7B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AD4F9A-8158-706F-303B-285E700FFB2B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8D0C0-5AA4-D582-4736-FE7D324B41F9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159B4-D980-C034-3480-CCC2AEC3A92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88EE7-622F-9224-0396-84F6ABFEC247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B8014-434A-7532-AC5B-CF59A289EC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912D6-A570-630C-10D9-D13D4399540B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DF71B-92CD-0312-117B-2D65CA58DD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8B61E-CEAB-49D5-51A4-85BFFFBD195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25487-94CF-E967-F203-82216079B3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B80E7B-50AE-BDC9-B679-757D423837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99C4D-BB68-636C-EC83-C1CEDA2AC32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C891A8-B182-0B79-EC3E-8ABF00EACA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084E8-8882-6090-E5E8-C2EE058B8C26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3E3D3-7EC3-A809-2A92-274382D9D654}"/>
              </a:ext>
            </a:extLst>
          </p:cNvPr>
          <p:cNvSpPr txBox="1"/>
          <p:nvPr/>
        </p:nvSpPr>
        <p:spPr>
          <a:xfrm>
            <a:off x="7157158" y="328738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0B9F95-973F-565C-17AC-609674DCFC6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45A76-44A5-A3BF-EAFE-81808ECA7E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DDBA48-3F5D-F3C8-608A-1904D66EA98C}"/>
              </a:ext>
            </a:extLst>
          </p:cNvPr>
          <p:cNvSpPr txBox="1"/>
          <p:nvPr/>
        </p:nvSpPr>
        <p:spPr>
          <a:xfrm>
            <a:off x="5650090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D12E1-D06F-F0EB-D4E9-39B0024D8F86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24110E-9AD8-5741-90F6-2C5E8B473050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A9A76D-DA41-E930-E991-8A3CDF313773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6945A8-2744-1880-529F-FA019804852C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572F1A-7FE4-6B5F-3468-1E78A10DCD7B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77EE48-FA9A-7351-A97F-E8EC2E8FB77C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725FA4-94DD-A9AD-92B7-CB9C0009CE41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1BD3F3-2E38-78BD-8E55-AA329B49C983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AD37C-91F6-0B9C-CEB0-E2AB88AC69D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697F8E-5EA8-BB0C-3DD4-F01C9E02DAC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122A31-2E05-3FD1-783F-C6E9F67719D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FBA187-ADB8-C7C9-CA86-8E7DD33EE219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3,4,5,6,8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5..11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3..9)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4,6,8,9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1..6)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B9129E-684B-3D9B-CB62-8A214CED6EAA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30F4CA-022C-FF13-B876-E0C177636384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5259E6-F196-FD23-1824-6A14DC91C910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F9416D-9A8B-E8D4-E4D6-0F1E3BF28D55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A1D38D-8B8C-81A2-ABB3-08516B0C2553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6D9425-F0FC-639F-17D1-3FB64A0CA39B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FF2262-BD9B-9122-0FAE-E83F1CB23D1E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BFE703-9D36-54DD-0B42-36BDCC221378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70663C-8519-03F5-9940-6AFE950DBD33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ED9C82-D889-F835-9CC3-7DB146856B2C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90BD6-7249-68BD-E47E-573BCB38F7FD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C885B-F954-E641-7F89-653EBCD3D60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824643-1C2C-EE50-18B7-73291E9EA4B3}"/>
              </a:ext>
            </a:extLst>
          </p:cNvPr>
          <p:cNvSpPr txBox="1"/>
          <p:nvPr/>
        </p:nvSpPr>
        <p:spPr>
          <a:xfrm>
            <a:off x="5657325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1A249F-EFE5-DBAF-B4B9-0212B8D91274}"/>
              </a:ext>
            </a:extLst>
          </p:cNvPr>
          <p:cNvSpPr txBox="1"/>
          <p:nvPr/>
        </p:nvSpPr>
        <p:spPr>
          <a:xfrm>
            <a:off x="7403203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BBA5AF-1304-8492-E96F-E009B5DBC5C5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8A44A5-AD86-D764-0F5F-357FA1184131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131DB7-0630-B913-108C-D33861AAF58A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0D66DF-71F6-A658-F091-DC06F9994682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D3C893-E529-8EA4-6F89-060228E800E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9975D6-9EED-BBF0-CD6C-E33A6E267E6F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A20149-CFF1-FD98-FD9F-18B96616180D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19CC7E-EB63-C4A7-E1E6-BB08CF61CB6C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B47B0F-3430-2080-6C06-71D1A5AAFEE7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A4FDAC-456E-6842-F31A-97C47018282B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702B92-5B4C-5436-F1E8-9D54C193E910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3D08C8-4B13-83F9-59A9-45CD836BB0E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F1D89E-4BA8-FB3B-3F1F-986AEB841D4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6A78B9-C345-3544-39FD-DE1A8176D9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0A6427-8A49-A7CE-52F6-7A5155179F0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8B6F0F-3A80-15A8-6EF4-0E902097CEC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B47158-9C69-807C-60DD-2E87D80255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BEFA86-7B97-0EBC-02B0-794534CD994F}"/>
              </a:ext>
            </a:extLst>
          </p:cNvPr>
          <p:cNvSpPr txBox="1"/>
          <p:nvPr/>
        </p:nvSpPr>
        <p:spPr>
          <a:xfrm>
            <a:off x="3140230" y="7760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DC82D9-21D1-1C5C-46CA-43CC51E02634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2E6BD8-F653-40D4-DBD9-05BC2AFED6C8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1A03F3-7447-6FE3-D244-BCD7930EF6DE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1D5C9B-2176-66B0-8EDB-AA846B89A78B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D1F222-60EB-20ED-131D-6D95C30EB48E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853C619-95A0-414C-7710-E922408388BB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372085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2CDB-2E57-98BB-5E00-7B249DD1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D1827-792C-D463-4582-E1A27B3C0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same argument applies to F. If F were anything other than 4 or 9, one of the terms summing to F in the lower right block would have to be the same as the sum. Since F can’t be 9, F is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FD2B9C-B572-2FE2-BE1C-4AE0B49FA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5ABB53E-D15D-8357-85CA-393A7C725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F53DF8-935A-4F81-D0D6-4CFE3E05E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31F4AC-09C1-2B51-6EE7-320975390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0DCB24-1E1F-30AC-D712-FC48806D252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6E06D-9963-6FA4-6309-1068BAADA3B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514F3-6967-C685-9632-53C52976365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8C128-D76B-4688-8786-4E0B04895837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E0600-8CD6-F301-F62D-7F4D22601E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E3AE5B-038F-9328-CDDE-24097C9C08BA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39CB8-4527-C6A0-90C0-98E1FA23E4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AFC13F-1E1B-CF76-C0B6-FCBC14ADCC0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94DB78-B182-200C-0618-7C82F7F770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4EA0D-A88C-5BAD-5EBC-28899A118AB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369802-6B8F-BC9A-AF3A-B5198D88B498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6479F9-A2BB-6F66-2565-5EFD2A5359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C9C07F-E15F-24AD-BA5D-839C5C1AF8A7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4C887E-B1F9-016E-1939-F2BBC29DD09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8844B8-1AD4-64F2-41C7-B4A6F1FB602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6EABB-6059-7005-4282-AA82D338B492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FFD787-09EE-00BE-A73C-6902A230B4E0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C378C2-A9CB-C208-8041-AE98A1D45001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B408C6-1F2C-665C-6D4E-2D5BA1CD8508}"/>
              </a:ext>
            </a:extLst>
          </p:cNvPr>
          <p:cNvSpPr txBox="1"/>
          <p:nvPr/>
        </p:nvSpPr>
        <p:spPr>
          <a:xfrm>
            <a:off x="7157158" y="129156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0AA3F2-2E7C-14F8-3095-D2330DFB0829}"/>
              </a:ext>
            </a:extLst>
          </p:cNvPr>
          <p:cNvSpPr txBox="1"/>
          <p:nvPr/>
        </p:nvSpPr>
        <p:spPr>
          <a:xfrm>
            <a:off x="715715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077C51-DE17-E6B2-6974-612525C10EBB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104642-262C-2D83-3ED2-288B586DFFA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2DAC9D-F6CE-7228-E276-0BAD27487625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71D98-63F8-8981-1286-DDC7460E5C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90CD9E-320B-E8B6-1DA9-6EF372A1350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72647-D417-E2EB-FAA9-F42EB43980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12A6C9-F280-33C8-EECD-85CCE478E8CC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</a:t>
            </a:r>
            <a:r>
              <a:rPr lang="en-US" b="1" dirty="0"/>
              <a:t>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5..11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3..9)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4,6,8,9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1..6)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F77F6E-F32C-989A-30A7-BFF56BA95E66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E52DC1-B6F1-4494-2E6F-59E0829BE102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D65DD-DE80-FC65-C8F8-1C78E1B6AF87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D2D7BC-55F6-9892-2AE6-DA272AA7BB0F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DE1C74-348E-EBD1-EBDF-81F12F454FA5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483D25-CE9D-D95F-F0FA-DF916DB0C499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D158FF-7AA7-F1E0-3128-6296AACEDAD6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5BFB96-7C1B-2463-F25E-FDCF264D294A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7F8306-DB3D-7498-44C2-8B1A08FF9B7F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6AC14D-CB11-3799-4EF7-4F26019842C1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938EF0-D9D8-4B88-FC75-A74663F78AD1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9B315C-7DE0-8CF6-A8FB-C805977A1A5B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3ED5F9-2B1C-8827-0614-CFF1857BDF72}"/>
              </a:ext>
            </a:extLst>
          </p:cNvPr>
          <p:cNvSpPr txBox="1"/>
          <p:nvPr/>
        </p:nvSpPr>
        <p:spPr>
          <a:xfrm>
            <a:off x="5657325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122CD2-4408-3F92-5BD9-CF02C9B6583C}"/>
              </a:ext>
            </a:extLst>
          </p:cNvPr>
          <p:cNvSpPr txBox="1"/>
          <p:nvPr/>
        </p:nvSpPr>
        <p:spPr>
          <a:xfrm>
            <a:off x="7403203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20E0D0-71B8-EF90-386C-DC819A5167D7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98CA73-CF78-2BB1-07D3-11E92FCC9C5F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BF272E-2D88-0457-0DAD-40784B42523D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2DA6ED-8614-31D0-CDE4-EE5FBF862C3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20D4F3-ADFD-6A68-1A29-D4C1E33D02CF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9DA493-2D0D-5102-8CAD-18E23152DA68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6AC24F-B2EF-5FB6-5853-79A19467D195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6EBB86-E99F-95D5-CA48-CBEB6D72E281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F11D2A-812C-0DD2-7BEE-61D9928DDF6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86D332-3043-3672-4DC2-C5700AE7F107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F06F33-D408-84A4-2C42-28DA6C73B26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C45439-B020-892E-0327-A2EC1CBC5AF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BC8B07-6FB7-6CA1-30CD-525D1E2E01E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6F4B13-FD08-2E1A-EB90-9CF060A267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C07863-2971-94B0-BF71-9E9CB08978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3BF403-57CA-E207-58F8-111F9DFE4D3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F8F472-D7EB-882E-82A6-F91C30B58D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2E7CB2-87D9-BA97-EB68-05959F2375E6}"/>
              </a:ext>
            </a:extLst>
          </p:cNvPr>
          <p:cNvSpPr txBox="1"/>
          <p:nvPr/>
        </p:nvSpPr>
        <p:spPr>
          <a:xfrm>
            <a:off x="3140230" y="7760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E7994B-681B-E130-B108-76F0ECF671AC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EC868A-34B5-42C8-C599-9057891FD44A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49D27A-928A-8C26-84A6-5FFA24AFA256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90C95D-2400-A34A-5C32-4B04EB5A96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B40A82-B176-D4A1-181A-9E06438011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16F3A8-1F16-E868-62E7-F91BD1DA1BC3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23FCED-CE59-DCB4-FAEF-3B8F3DF5026B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2008E9-BC85-C3E3-F985-5F736901C581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412293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4BFC-DF73-DE50-4104-2BB312D7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04F3E43-6483-BF9F-0B86-AD02373FD0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EE9945-4FD4-45B4-DDB3-31854B5F0B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70784C-26B2-4CBD-26B5-E063C50BA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  (Note that H can no longer be 14=23.)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34FBDF-5E2B-3E6A-4B99-6CF1C2D91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CFE1D6-C8B1-5169-59E1-02B8DAD95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20E235-DBAA-A215-B4F1-5DFB45F2E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48CDC5-E169-6B41-50A5-421E22AA2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31483F-2DD2-741E-0F38-0F87EC2AD93D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0BB74-A98B-EF82-797E-46832FEDB39F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59E5A-A78E-87AA-8261-D8D339EB888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5B94C-F3EA-988A-6A79-977A92C7747F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BFBCF-E283-F0A5-0406-D9B7E908C7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0B9C0-0254-0861-73B8-03645600A0E4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E25B8-36D3-EAEA-513B-7F6C973F77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58D7E-0520-EA59-1595-173DCF9013A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959C9-D8ED-8726-53FD-4EC3CBC47D8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0B99B7-9752-11C3-B2E6-C1EBF38EBDF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CE4FD-C0C6-CC1A-A748-A4940C1B34C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2DC6D-E923-7028-CB77-705E73579A7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82605B-D889-6559-9BE8-3663A811A281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20A58-BCA3-ED61-4D41-B306D0B3A24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5C468C-C487-CC48-377C-1AC42AB361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D1AF65-20EA-EAAD-BF51-F1CE383DA285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BC78F0-C094-95EE-4E2F-4DD4A8A80C1D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3F5D3C-9F7F-4D86-01CA-772FA8AD1426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A24774-7E31-931F-A4BC-218F07F51A92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1B73B-4F22-AF44-A83D-04E748019EC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51306-17B2-A2E3-BF16-AD13B21ECF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6A3683-372E-C924-AC80-BECDD30044CC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114C2D-26F2-2720-11A5-EC50725628E9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7D656-12FA-47C1-BAF5-13482E32E4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2ECFB0-B3BA-60F1-7E02-AAC46253C2F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AECC59-139E-BD7C-F4E0-062E521DF3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CA76AE-B953-E0C7-59EC-4078373D0067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7..11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5..9)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1,2,3,5,6)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A533DB-909F-45C1-BE62-D998D39BDA72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92F386-5BC0-A0D4-3609-9FC47FF5BB58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24B37A-8908-5C7E-158C-729558DF72FD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F6636F-60EC-F4FF-72E9-6AE2F58CC9DE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5EE76D-AC6C-02FB-9A97-870C00AAB3FB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D29541-D20D-378B-4CA6-BE0F3EBA6B34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51DC5D-5734-2BA4-329B-852B8CEFA859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19F89A-0A89-1E09-2092-FFD1D9A847D9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73C30D-5A5C-227C-E7B5-49D72C96F628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215B40-BAE7-7531-A32A-E65396430A3C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5F926A-82D8-1CED-7A6F-3185FC4A4E08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8AA4C9-4AF7-E85D-9DE5-42E342573AE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31C8E7-E3E5-3633-2D10-B53523523D90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2A6A2B-F0B5-56CC-D504-CA77489407B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42C6E3-1C83-CECF-2948-E9D26C90DC4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32D677-4901-9CBE-78DA-0AA9613EC367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CA8168-0C27-647F-A8A4-79476D51D0D6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5AC262-2E1E-3F6E-AD80-B698C17A5723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194574-41F1-D2CF-FF86-D3875AE352DE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487347-CEE0-7D84-F4DA-F7DEB5C7398E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BCBDD5-FD83-5B2E-A571-156C371464D9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857BE5-C2F2-73BB-306F-A45AAE99D87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DF1646-8E65-8732-5871-913DE2376FF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56B6EF-B0EC-4FA0-39FA-380855F4760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04B57D-0EA4-55FD-E5AA-D5749B3D69C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850A34-98B0-7BD4-0415-DC4A9CB2B0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EF7F96-C613-AD52-EC4C-AAAC767058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8B4C38-8C1D-BF35-BB24-BAB287843E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9FCCF2-1B1C-7F17-B8F6-5D2149AA17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2B312C-80EB-3049-408F-23F8F4BB9EA4}"/>
              </a:ext>
            </a:extLst>
          </p:cNvPr>
          <p:cNvSpPr txBox="1"/>
          <p:nvPr/>
        </p:nvSpPr>
        <p:spPr>
          <a:xfrm>
            <a:off x="3140230" y="7760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155A01-C07E-52A5-C199-49F46087E7DF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247856-B0EB-C5E4-85C4-A8CEA9F0213D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4AB2ED-009F-ECFC-7757-4B7ABF95D00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F5A00-30B6-CF43-4CCB-5036AF1CCFFE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10252B-0A94-EAD6-934A-FF8BF480F28F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B0E4FB-FDA2-A058-F06D-0B52ED9EAF89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223024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6E34-0F27-C5A9-6FF7-C2736AC9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72350A2-3A45-85B4-6EC4-CEA1006DB9E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A3B6A7-CCE8-0E15-5AA8-DC6E3B664A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AF9983-0C0E-DA62-656A-0C708C2DB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possible 4 in bottom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199491-9DDF-A07D-207E-B8B7BE3A7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35AEE6-EC39-BA3D-31DC-172469FE2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9DCDD6-6AD5-2F5B-E0D7-D072AB83D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B93314-A373-4152-FCC1-564D94803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4F39EE-D142-6B7D-B051-35AA2AC7060F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8F1F-ADB8-DB99-36A3-E1684A1125D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94731-FA78-1439-D567-33F65DCFD1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13727-0CCE-F113-B251-D33B54799A95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E54653-9060-81EC-2372-56A5CD019E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D4437-7541-43DE-C17D-9CA81564C884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79E83A-784D-19DB-713C-685D1A6AD0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2C29C-5BEF-2375-F03B-9E743AB68B1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2EE7CC-3CD0-B4A8-A207-4A99992FF2E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091038-7C98-67A2-32AB-7EA6549D47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EE299F-8531-D6E2-AE99-3355985BE8F1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6005F2-6393-0035-2F2A-DFC833536C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E30B2-1A6A-50D7-F4E5-3F20FB9CECE6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A57A5E-9138-A2F3-E13B-086C391C43A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B716CD-7352-7D62-C381-6DFED43FCE6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299EB9-7060-929C-A145-3A8DCB43F597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9B7699-A3B6-0D32-A017-0D5EF34C4F0E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43EDA-8974-1CC6-6D7D-FA5578E36CD3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220C3-57A4-916C-5F05-C6695810D16C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B69E7E-EAF3-ABFF-0E05-44EFB13ACA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47A08E-D276-54EB-F5D7-8F203C5CE4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D15E26-2760-195E-8F06-B9CD79D1455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59E179-321C-58E8-6063-A3193EA11E6A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FBDEF-B6A3-E14F-9621-3CCAA85E223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387B2-04B6-2952-4949-B5798A0B2DD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C7E644-0DA1-50BE-3C27-79EA0569D67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A85887-5F65-7053-3608-4786534B5A33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7..11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5..9)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1,2,3,5,6)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3B0AC2-8419-67B9-E352-D57AB9B793CD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701046-ACEB-D850-D06D-8B47CB17BBC4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6E7727-FC01-C17B-B874-4333806042AA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7BA7C4-96B8-9E5D-C7CD-0B0DF2573819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99B2D9-D567-002B-CD4D-DAD75C1BD9B8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F30732-2DC5-8D92-96DA-2AF4676C7841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C57691-5731-CA8A-B51B-5B60CFDB98E8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066833-3F58-7A00-802E-BADC4ADAA233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961F89-A720-C7D5-B439-92299920B699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B5E3E1-4621-A134-3DDD-6A4E075C665D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93AB87-791B-D6A7-AF87-6F6A158F6A06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A436A7-4A2F-BD86-767E-DBE48FB4574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D5E92D-F04F-4DEB-6A37-5FA80B371D17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3EAD24-85EE-4E88-F2C0-A88F141283DA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08FFD5-56D8-CE55-569F-7F9E42D3B10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75B651-E242-3EAF-7340-BEC0C55A3AD9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0F1B21-9F39-4B68-B1E2-327668DFE20E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546CDE-7170-00F3-E42C-F38C122AAC03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F06A38-2E32-9C20-6E58-34E4C29DF117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B8EF1E-5EDD-D718-A73B-D8E2F63BDF76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A5D600-F112-9607-7DD6-1A29EC08F107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66E8C3-05A1-B96A-6A88-80D9100D440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6CC767-FCEB-490E-A7A1-8CC6065716D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C928CE-B606-5C96-D722-B9A59453415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84C35FC-917E-7160-DFB7-0D855F3F4F3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7DFD5D-3C00-1FB2-5E75-CDB2101E8B8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16C056-12FB-898D-D547-12A10E2285E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D4122F-B94A-4FCD-63A8-9630E5C9AF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9EB56F-8636-FA3D-C7C0-F388DC47C2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4EEB5F-9DE0-77ED-564A-E17F4CEE15BF}"/>
              </a:ext>
            </a:extLst>
          </p:cNvPr>
          <p:cNvSpPr txBox="1"/>
          <p:nvPr/>
        </p:nvSpPr>
        <p:spPr>
          <a:xfrm>
            <a:off x="3140230" y="7760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AE0ADB-8485-F635-F656-E332C155EC1F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C6E165-6F69-A10F-2FBD-AE29D1C3CB52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FE19E7-9212-6208-532F-2A3C4428F8E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D1B3C0-2AC2-8A94-2537-0AC6655258A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3A3711-33B4-0D87-456C-B6BE0CB73994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DFE30A-A0B4-2E24-CB48-EC76D2A10A94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15599E1-44E1-FDFB-335B-8F528EA3CC8E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2809172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E88-944F-9338-E5AE-0F177A2E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7D7A0A8-3955-92EA-D887-B55B27F5478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6B5042-3605-1A84-6D0C-4A6E8B4147B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55AC4-2A27-47A6-1BA7-78B0512F5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27928D-7100-759E-B1C3-4CF112F3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CDF8C9-CB20-AA8F-2023-146ED66EF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5C371C-7210-2254-4320-63E7554E4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B14DDE-0E5E-E708-BF02-81DDA6299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923B2E-54FD-831D-9168-BAC5CBD2E79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AB880-138D-FF83-9367-7FE6ACCC26D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2E5A2-6CB1-6607-3523-755060D37D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D2619-A597-D522-21E3-FBB5057074D3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58639-5F68-8ABB-BF5F-1A88425CF99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B57DA-441E-FB70-7E3F-41F72D7C18EC}"/>
              </a:ext>
            </a:extLst>
          </p:cNvPr>
          <p:cNvSpPr txBox="1"/>
          <p:nvPr/>
        </p:nvSpPr>
        <p:spPr>
          <a:xfrm>
            <a:off x="6152446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9724E-A224-A89E-01DF-2B93E866DB3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4E40B-8E4B-9E74-2620-0E599D32CD6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1CDA6-4A54-C16A-D00B-E64A7604160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0E16D9-9710-CE58-A113-86061F496F7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0A01A-9087-5ECE-B023-6402239AAB1D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2476FD-9BB8-FE9C-9751-757BE1576DB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3959A-067C-ABC7-C5AA-323512B6B813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FB537B-F308-D38D-97F6-B29260CB242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F9E860-32DE-1218-E0E9-E01DB5C9ED2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DAB463-46DF-538E-6E97-1A99C8F946E1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BE3604-1E42-F977-86A2-3F534A80188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E6C38A-62D8-F4BE-2BFE-65DD04CEA204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8D389-E1F2-3031-5007-06174928CA0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A92B47-4B4E-616F-4AD3-1202A16D0AE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F4A13A-63D5-7566-5C3F-BFAF9864BF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450C29-2ADD-37D6-EC1C-C9DA60B00888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A39CE2-7D7C-6C86-D004-3C792D1F7C75}"/>
              </a:ext>
            </a:extLst>
          </p:cNvPr>
          <p:cNvSpPr txBox="1"/>
          <p:nvPr/>
        </p:nvSpPr>
        <p:spPr>
          <a:xfrm>
            <a:off x="3640666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68967-49C6-0F77-2AFB-1FC78D4707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7BB243-64F7-5B3D-4F8B-4EDAC2FA373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CFC09A-BC53-D920-DEC8-5398BAF2981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644056-E178-134A-F45F-30C963C57A90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3,5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7..11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5..9)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1,2,3,5,6)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86F837-0970-240D-675F-1C7E45BE14B2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98C733-F090-2E6B-89BE-8CFC34FF03FF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C16192-F9B1-8B80-6593-18ED50DD79CC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0267B7-C32C-B81E-57F6-3C0E44DA558B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473556-3A9E-4C02-B931-D2D19CC9454A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F68E08-DD46-3AC8-C9EC-35DD37833E7D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D20FAE-DB26-C239-DEAC-7BC3C5C73B3C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0538D3-8C62-EBE3-43A5-F7BDCEA4B43B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0F016A-BDB9-25C5-C5CC-0F162DAE7E8E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EDBA29-DAC6-91B8-CFA6-B9CCEE93B572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BFFDF0-0B89-57A4-4988-4564D1A3067B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FD115F-B02C-3232-F02C-E658E530544B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0D5DDF-676F-60CF-E60F-B3C066BE6B28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FDBF54-5CF8-D3FC-FAC3-991396432AB3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76CFB0-0763-9AB8-FA67-FA2F9868ED71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41EAB1-AB2C-77F2-43A4-A031D4E82D15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955EDF-7C83-4FC9-7618-2A746F4A1D1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9363DC-58F9-410F-BB89-74230F3C3AAF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E4B1DC-CC73-52EE-EC38-381C06B84B7A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EBFEE5-191A-4049-CDB8-8EDB5936E14B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52E7E1-9485-FD39-734D-767245BED195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DF0E5C-610F-CC4B-576E-ED200FF2E0C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62F9D1-A4C0-1E86-6036-7DC68FAEA243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227B36-1702-13AA-4876-4E7C197C974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48C95B-1362-0A5C-9D2E-0087ACC54B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6E1644-FB58-4EEC-B2F3-8633FD51A21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6EAC9E-B770-6619-BC9D-F7909027CD2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AD8720-9053-16D9-8E02-27783B1001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E7D7D8-5F41-F9CF-84B2-6AA15C46BD8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0746C1-137C-2C46-6A2E-E7D534C41CB9}"/>
              </a:ext>
            </a:extLst>
          </p:cNvPr>
          <p:cNvSpPr txBox="1"/>
          <p:nvPr/>
        </p:nvSpPr>
        <p:spPr>
          <a:xfrm>
            <a:off x="3140230" y="7760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CA64B5-68AD-4CF8-79B7-5443CCE57CA8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F28D69-ADFB-21E1-39A1-394280D5A8E4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A956AD-BCAC-E03D-CE2D-10A8814B2AC7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9AE4CF-27BD-1825-5F58-A0F566673D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102F49-2886-90DF-5578-AA05A1C1546C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9EE6C2-E97D-6538-6242-0CA0B853BBEA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9A7551-E1EA-195D-5501-AC36489B9AA8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</p:spTree>
    <p:extLst>
      <p:ext uri="{BB962C8B-B14F-4D97-AF65-F5344CB8AC3E}">
        <p14:creationId xmlns:p14="http://schemas.microsoft.com/office/powerpoint/2010/main" val="2152835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53B0-6A17-7ECD-8E77-7A32A0D1D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E7E49A5-19EB-CBD1-B5F7-335A772E402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39F3A5-746D-219C-EB9E-BE35C30D0A7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4833D3-F124-495C-BB80-2B262FDE8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C must be 14=5.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134D51-70A5-F23B-C750-123F3153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0BD40D-9249-F62B-383F-C9AED6737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9FE41B-1630-850F-1532-E79683172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2BADE5-5CB7-F7B0-AAA8-BDF1F3466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522E62-892F-A399-6B3F-2AA0E5482BF7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7233B-AF62-E8AA-0EA2-81845177982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293D2-B115-A223-4ED4-BB86BD2BD1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A9628-D7EC-C3E3-3B82-4DCF5B98BBAB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A8FC4-85DC-8D20-F41D-CF72DFFC68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748B63-FD8E-2B20-D856-190C9CD06E9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7D5E5-BAA6-AF7C-3CAE-E466824758F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D92405-2663-4E42-51FA-926CE4D365B5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1389D-3EE3-2F48-A2A9-E5C5368A311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CF962-A0F3-C129-77FC-EDEEB55142CF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F9A024-A7B1-5184-C761-737694A3CA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7349C7-3206-4950-7FA8-D0B7B2623F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2B005D-8E85-0D53-7ADE-36095784A993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71C66D-783F-4F59-2FB0-EADAE185B371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A3BBDF-0D5D-A918-5C01-2C22B3FD3EAA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6D4A37-BFCD-188E-CF95-15915006CCB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B5B3DD-E592-19D1-B35F-2CE1B4AC800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8B4FC7-B895-C05C-724C-7E288F42D46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E9A8A1-4B20-A970-1AC9-912CEF740101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F4C5C-AA88-CB65-3B98-BD6EB5E703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49D2B-8A2E-868D-A53D-0905A24AC04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B93757-BD89-23C2-C262-D9BCE86FAD2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10B14A-A08A-DFC9-BF48-B04BDEE21410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5..9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</a:t>
            </a:r>
            <a:r>
              <a:rPr lang="en-US" b="1" dirty="0"/>
              <a:t>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7..11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5..9)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1,2,3,5,6)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56F711-F62D-B74D-22B3-989DACB75A8B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B4BE4E-1D80-288F-0853-60D662CA006A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6A4BD6-AF31-1C2F-626A-ED0245349C23}"/>
              </a:ext>
            </a:extLst>
          </p:cNvPr>
          <p:cNvSpPr txBox="1"/>
          <p:nvPr/>
        </p:nvSpPr>
        <p:spPr>
          <a:xfrm>
            <a:off x="3644320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53981C-BE4C-AECE-60B4-4E8A507FD79F}"/>
              </a:ext>
            </a:extLst>
          </p:cNvPr>
          <p:cNvSpPr txBox="1"/>
          <p:nvPr/>
        </p:nvSpPr>
        <p:spPr>
          <a:xfrm>
            <a:off x="4118699" y="321226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218D2E-5BE3-2E0E-8F82-2B3CB82F68EF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1400B5-BC8D-41C7-FA4F-CC548D5A41D1}"/>
              </a:ext>
            </a:extLst>
          </p:cNvPr>
          <p:cNvSpPr txBox="1"/>
          <p:nvPr/>
        </p:nvSpPr>
        <p:spPr>
          <a:xfrm>
            <a:off x="5611169" y="17047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036B96-EA80-6C37-2F3D-04FF1246C687}"/>
              </a:ext>
            </a:extLst>
          </p:cNvPr>
          <p:cNvSpPr txBox="1"/>
          <p:nvPr/>
        </p:nvSpPr>
        <p:spPr>
          <a:xfrm>
            <a:off x="6374587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6E8538-F3D5-EC29-EED8-0A2E1F5E5B79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A6BB91-F47E-EEC5-B0F2-0F5176D94922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DE0CD-65B9-17DC-A9D7-A57C48E3A815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D86D41-E328-F566-5860-29602BE193D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3235FE-85C0-F48B-9A17-FE3F989A33A2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AED760-B46F-5DDC-E74E-D39D443FF6AB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E25A81-2A29-AE07-60D3-574BA2EA77DF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AE6CE9-52B7-6277-A4DA-3F721B1F4EE2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AFD75B-98B0-FB09-114C-5E9EDA78BC6B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C9B1B2-44B5-5D71-AE40-F78DADFB429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0713FF-61BC-8756-64AC-BC876FE72A09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0D13AB-E6DF-4746-E976-4449B744613D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88F2F4-8B1E-A5E8-C05A-A72DAD98607E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30D280-33B6-098F-A9F1-346C7310F9D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F1A888-4DFB-4AE4-078D-C73D296E6EC1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253796-A8EE-A6B9-0B30-144D8C0151AC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B2952F-1882-813E-480B-BE7BFB6023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E7D179-451E-4499-C3F3-9BD98B0476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1CB1F4-F8B3-32C7-5317-D6B3AEE92FB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17C309-4D55-B5D7-57C8-F3A2265C0EC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F8D0A2-5C96-C012-2FE4-C4DA790BC84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1DF24C-E31C-9BD3-C54E-38189865001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87FC30-94B0-7C31-85BF-19061879D418}"/>
              </a:ext>
            </a:extLst>
          </p:cNvPr>
          <p:cNvSpPr txBox="1"/>
          <p:nvPr/>
        </p:nvSpPr>
        <p:spPr>
          <a:xfrm>
            <a:off x="3266954" y="95290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E30680-6F28-3E72-8659-DC45AF7ABFF4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86E781-5FE9-E8B7-FB16-25B6F563C51B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7BF393-3372-7E97-A2A8-D4163FEF23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A12ABC-7D9D-A9BB-5E2D-72D90DA25FD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B5822B-2E38-95C0-CB68-CDD0162A7A0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17E0B5-FF4F-A8E3-7A10-A002DE9FB8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06259E-9DDC-2ED4-AEFF-F78B8AEB372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3B1A6C8-CC82-FBF9-B1CB-8AD0831429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841257-7D73-0F69-2000-8E7D465937D8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10DA74-2DF1-D0D2-85C3-AFE16A023418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B2FE5D-ECD8-33E5-2AA7-F24FB9DF604A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</p:spTree>
    <p:extLst>
      <p:ext uri="{BB962C8B-B14F-4D97-AF65-F5344CB8AC3E}">
        <p14:creationId xmlns:p14="http://schemas.microsoft.com/office/powerpoint/2010/main" val="1903527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4AA6-F570-2E52-AD91-53F58C9E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20D022D-C739-0DC1-D957-C27C584AF61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FF48D8-0BEF-8462-2439-C19467DBD9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2B1C08-7965-0B3E-81EE-DCAF9BB8ED9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78182-E044-5417-CF92-677CFD152C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37395A7-21EA-385C-4BDD-0FBF8890E52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465105-A943-BE28-0DEC-EE3800D642F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CA7269-8F93-0AFF-9CF9-DC9AAC7BD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86AD1A-F523-7F4E-A401-E6E15FF6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2E8A9E-BC6B-73F6-2D09-236110DF0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2B55A-AA92-5670-42BD-C6DA8A059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4544F5-A8DC-302C-5B39-30381CB85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5632F9-8B71-BB8E-8CA3-F73830BE16E7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CE3DE-7F01-AEF2-0744-184052B96305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C417E-606F-7723-EC9B-355DCE1032D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7F937-AE70-79EA-659C-B6957319740B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6BD4F-AF04-6E8D-E211-9E6BE9AAAB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5C781-575B-262A-19EA-0F9538D54CA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CA99FF-1F41-C30E-1B54-1F90BB984F2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D57D96-F288-A687-A5CC-A86C75A333A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D71EC-2585-B1B5-615D-2094EE6912F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B10DF8-4E7D-1676-CB51-E1FE8348578C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9D04CF-3A8C-C252-9AE2-2CA664D4638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154BF3-4CB8-460E-12C2-F80D13F95E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23DAF4-F3A6-4A3D-DE3E-76286F17C3ED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C7E76F-70E7-77E7-1D68-8C28F50FED7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5818A9-DF48-915E-D332-21D1A386029D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81881C-C81A-27A3-3BB6-00CF8D1A587D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C15CDC-2327-C786-78E6-1C28E8D426F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EE6B34-2F7E-0481-5633-22D4890C662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818113-7D00-311F-0453-EE5F113F7E57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07277-EF48-DCD8-8AAC-591352E5F4C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A85AE-7BA9-3533-D6FA-D2713530134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65664-8E73-7FEA-EE34-B17089CB786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E14ED1-B242-343A-104E-9D7D985C9AA8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6,8,9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090BE7-2FAE-0001-45AF-EE68E5E421EC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B689A8-E998-A653-83A6-D5D1CF5804AD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714021-5CE9-C95C-3D47-BE9AF86295AE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3EF6EC-4843-0385-8ABF-59CF93F7EEE1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3B56E6-7AF6-C9A9-A7A7-9A5FE5946A77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DC30AD-2394-FEAB-1077-AE0FEE351908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62CB92-CE92-D32E-BBD9-59148F98BAC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A58938-7AD7-2897-04EC-7DBBD96E67F6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53D37C-53D5-9F19-3338-AA8457B392EC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7A17B0-262D-CEFD-4E98-439698BEDAB4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EB0281-849A-8E14-1C2F-F8C15453B1C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D82BF4-0FC7-1368-1212-2985020BA9EC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610B42-E798-9BE2-4CC8-64418F6F11AB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E2AB20-DE1E-3AF0-48FA-B154FDC1C07E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34FA39-F269-1C57-EF3B-7D1467844697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F7650E-9A72-5304-81DE-D61361296768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E662A5-6308-ABD8-EF7E-4B0668647490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20B7E1-9CD7-B4C2-6C48-05E02FE2B96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7A3B63-BBB1-EDEF-32A4-777DDCC0AF6C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0BE09D-0870-F779-B030-8F9752F39A0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A4D4A5-881F-3D86-9E56-507324A032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418194-DB0A-7EAD-F0E4-E0E4A7E409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9997B-D52C-7748-1AF5-C956A44AA5D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723B4-0858-53BF-4D92-7DE623D5DDE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91CA2D-6B08-641A-FAC5-A0BA7B01EE1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975FDD-BF47-8A86-4738-FDDE14EFAFCF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A7FDD8-3583-13A9-21E0-BD19C1517C7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3F73C5-E940-13C5-E9C4-1FFC3B94E6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0DD93-5FC3-4FF6-12AA-F7FB90AC5B0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3FFD1B-3814-52EC-A611-3F69B1E69668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BEC82B-4A16-E04A-22F1-C2E76F164F2D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2821FF-75DA-2D66-4FAD-A8E9DB24693A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245881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66F7-B157-1F07-2592-1F560D93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D8026F1-E25A-9AA9-3DA1-44309615BC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CEF84B-8DF3-C76E-372A-1E93961BCA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7D1D14-82B0-EC21-0706-086D7ABF94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8A6EC7-FD1A-E9AC-9CBA-31C60595CA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5E78700-783B-B115-A840-EF87ED7CD9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378C5E-571E-18A4-4B6E-A1D0179F1F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9644A-3107-FFB3-9369-27B05E4A2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There is no longer a way to construct 6 for I.</a:t>
            </a:r>
            <a:br>
              <a:rPr lang="en-US" dirty="0"/>
            </a:br>
            <a:r>
              <a:rPr lang="en-US" dirty="0"/>
              <a:t>Also, with 5 gone, there is also no match for 4 on the I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6C8F39-F45D-1D8E-1F64-21E72A68C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32F15C-B1F7-9980-5562-4C6EF75D8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378C84-47E4-F5E5-A7E3-16A6EEA67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B1F40B-BBFA-00ED-51CB-5441C8378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C6D88-9DC8-249F-210F-A0CA8305BD43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31A5C-0942-2C87-5E7E-F879BEB65073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7887E-8C0D-C6A8-503A-B48B87A04A3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593D6-4224-C011-0E1C-B6F7C4AD192E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D9069-C1A1-5B20-6534-BC0FB4EB8BA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B6BCB-80C4-DB7D-555B-39D66CFB5D5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33C816-808C-5F94-F9D3-6F47676AC3C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D690E5-1517-E959-3020-2F79815959F7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74B4D9-40D3-85D4-FD51-ACFBD620E58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3A0F6-5424-AEEA-230C-8FCB7BC9700A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C40A1-7822-9AE1-B136-11F5C36E734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CB5E1-6AA6-3380-3825-65F70D6F14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8AC10-8C51-846F-771D-59279D3DEE86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8C8AFB-339A-90A8-7C16-7B99A2441AB3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2AD61-0C37-55CB-59E1-02AA16AA108C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83033D-9BA6-2F30-5C13-565DD394D691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AE3066-3B04-05C8-EF06-12F448E6714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9C3D8-857E-AB0F-03F7-57B0C812C33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A68AB5-0933-D33B-82A1-A049EE7A53EC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06E44-1F80-0C4A-C399-E2FC05A9D5C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9D56A-30BE-DB90-4147-45AAE93694F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BF9ED7-560B-CF7E-53BC-F9D4B9F9906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211F1-88CF-6D70-2C0D-ACE5AD54008B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124DC1-450E-5260-D233-4DF2CB698875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A54FB5-3D22-2778-554E-3BF336D1E6DF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7EFDEE-5F41-AB43-E00E-F031BD54E020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C9209D-A1DA-5429-9683-518FD56BFF6A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4ACB23-13FD-D9B1-EBD4-35823E50342A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85A7D1-4439-E299-BEC1-97312DD8D22A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528CE5-8EF0-FF7B-D59B-656B90690158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3147EC-E7F5-085D-C591-760FA0791978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8F0B30-E173-8941-9194-BA4728088887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66AD58-73FB-29E9-254D-549EA7227972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FC1F31-BACF-5CA2-1EAD-CA07E2C0DE1D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F03BF3-D5D7-91C1-CD2B-003DB81AF5B5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A1A674-6F47-84FA-B876-DD347AD9F483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BE7814-FCBA-1CC4-D278-A3E0C05C3A8C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92C90E-386B-CCF5-6D24-44D48E2F1CB7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4D0F8C-6363-08BB-FB13-D1086F9CCFD8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38357E-3717-6071-352F-AA63FDD82BD1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73D86E-0853-C7E0-45CA-2948E10B4DD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8F2B64-434C-171B-2D04-30F3CA52A67B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1DD2A7-83B6-199C-EC6F-182123EDAD5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6E14B7-8A85-DDF5-1F26-35F80C2049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7B9E7-5AC6-5CF9-AF36-629E341ED5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682E1C-9E44-2CB6-8EE8-D9E4B3F654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23D69B-78C9-87CA-393D-CEFADB1F2A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433AFF-E030-B863-FF7D-0A65DC8008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ACDA1E-D519-CC88-3E8E-DF13387252DB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F98FEB-F56E-7ACA-A995-E33B609188DF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40DE1A-CFBD-0C28-3E34-CAF744597B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ECDC1-0CF7-3C6C-079E-3BFA2E1C1A3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A0C4F-95B3-83F7-0CD4-DAA4876CA537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07144D-82B8-2B8F-5CAC-2747B7B713A7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5C0A4-7617-76A2-F31D-AA9E6F399E32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178708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6E364-CAB7-C1A2-B782-F9072219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8B98925-1FD6-C963-0797-0348FF8880A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FAE7EF-0523-1CDC-52F4-16186D65417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E6BBDE-7720-D529-41E3-F2464952D4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9F9C94-EDEB-0707-5840-8947D1D3A5E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30A048-FCD8-8552-FE38-4A0DD8559D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BFF1A5-C873-5EB8-AFA6-53BFFF184BA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FDDB6-AD58-FF99-3048-9ED548C2E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possible 4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BE4D6C-46FC-CB5C-C5CD-70210F67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85C6AD-D65E-0ECE-2DD7-5B739C475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F4BD3A-DB41-3DAB-2169-9108FDB1E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90F629-C6C7-CC06-887A-8229ABC53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35E00-1DDF-D943-DDB7-335ACA634F5D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9D401-C780-5727-921E-257BD245C836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C9FC5-D41D-58B9-62D7-C990E888CE3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30C7C-02E3-0CFD-FD4A-8835363E1DC8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B0EBD-C2CB-0EFB-F508-E053E3FD450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2799C5-C672-0966-16E6-A7F35580B76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09A57E-321F-A54E-4CE1-771AC57BE31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74177-127E-88F2-5F69-F0F58C42B650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0D6A08-D577-FC09-DF65-C2F8E62C1F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6F9820-F0C4-0CD9-2F4B-F9C60EA1337C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BA3E2-F216-3F01-45A8-8871E32CC2F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FC09E4-ADC0-BB5E-DF2B-F8B9D3E79B6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AF2FD3-AC76-6256-2C6A-7947C58A624D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D86FE-E050-E488-CFF6-8EC3441BFF3E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0A6858-3501-20D7-4E3E-0AAF5FACEDEE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7C8597-653B-D271-4435-F1C52CDBD64F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7AA30B-E31B-0DD2-AE48-464DE6B5958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5AFFB9-92B0-40C1-0F79-71180BE103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771B16-1E4A-1C4A-B0ED-BD9893977A5C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324E7-14CE-9419-70ED-0C6A144F183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041798-BDD7-1E3F-E515-11C6DC53222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0930F-8016-94FE-C949-417D6F1AD4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5DDB07-C1E5-C5C9-A769-A5BE6D03A6A7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10..12,15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1,2,3,6)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DA70CE-C7F1-35E8-BE61-58C535A1BC10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4C2E1A-54D4-F2FA-2FF4-241727AF0002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AAF4EE-042F-28A2-1909-10477B9C69FB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5E6344-09A4-749D-F73B-CAC337CC4D90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021BD6-AABA-94F1-36C3-59728FA8C981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B2F79E-D5CF-0E81-2BDF-231A7F8C013B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CDCBA3-591F-C777-435B-C4F7C813C227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F5D4F8-782D-65B2-FB0F-19932E57A764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595D47-6B9A-BF8B-1483-00937371B1E1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9F136B-E645-B57A-2D2A-A7622831BE29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4A18E6-C90C-0E07-148A-CDE4C724D3FC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44FA22-58CA-B02F-ADD6-D7D171BE27AD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D22FD2-29F3-2B24-BA42-9EFF126CB14B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C2DDD5-F5EA-31E8-47A0-B4DDDC85240B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906DD8-D803-0001-5D22-CAB13CD906A1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013CCD-4B39-A404-BE16-C486B7F15CDD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5A4BFD-17F7-8EA9-921A-252BCFD8DD63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F25879-12E1-F077-D562-C1BF4D1B7E2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7E6C89-38EC-2D3D-9DBF-57517570021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D941C5-7A78-6A75-FC5D-76DEEA05782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2D8C6E-7378-C637-8BEC-007EE85477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3139CD-21F7-74CB-E92C-0104A43C5E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B111AA-8944-2DD6-7564-2EBA28F6D2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B1BFA9-704A-106D-C781-EDC658D14C9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FEF708-83C0-0590-91B4-66DE429C1D6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174842-B41C-619E-40F1-A3D6232DF008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49E232-B5EA-FC57-9956-8060E46E3FF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33E2B9-5A73-9AEB-D0B7-34D770BEBD4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FEAE1-48B3-9F6D-E652-C6CFC617FC4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B7EC26-EF33-06E0-8A3B-502915EDDD2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56779-C770-8142-8631-4858CAD14C9D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77FFE8-6E3F-1C97-9E0C-503F427F4D68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73682-A5C2-4516-3ABF-1C683A2BF7B9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3425839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1F9D-9960-13EC-6D49-8A14166B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CD9B4095-896B-BC08-B4D0-8EF3E13529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10CFD4-A7CE-34B5-A9D2-9E8F55D824E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D4CB96-53C0-1FE9-B50A-4FDD8CEA356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8069E-3713-2F3D-0FE0-430275587D0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6EEA51-A60D-4134-2D1C-1F323BC72B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0A5396-DE4C-4C24-8E7A-6E44DD650AF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162CB-1C80-77D0-3C4D-B739AB379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the bottom right block, the 2 must be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DC8526-3602-96DA-5A7C-D494DD9C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AB1FAF-6773-F3AC-1C5E-90EBE8C03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78B8A3-BC17-85EE-1337-6E12285B1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DD06C2-D51D-34FE-484B-972258490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F8487-5248-EE9A-0AEF-D64967E913AC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3C6E0-2A78-D17B-55F3-2E49A9E5A97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A6162-631D-0F4F-5EE8-978F8547CB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321B1B-4A4B-4512-0AAF-2F3805023231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7D1E9-D31E-E42D-D3AF-CBDE32DD384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0EF9E-ED86-54F4-A4ED-7495B913545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770F3-1194-D544-0EA3-41EA12B5314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7FD30-32E7-6846-2521-C854A32CA1E0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B0A8CA-B5B4-8FA1-E53A-3891C9EDF2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A33E44-B161-1208-99C3-EA4EE57BD9AD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85450-9C0C-2386-87A6-C4672990F88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0D007D-DF06-30ED-454B-D912349F93B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B442AA-C9EE-2A3E-E8AD-0182D44AB6F5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6DA78-D32E-F202-DE2C-4CCB781434CA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CADBAE-B82F-B9FE-3457-84DDAF14DEAF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C1895-BCD2-7522-D10D-4A01D4290585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899199-75F5-5A49-E40E-853909FBE04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BFF665-8EDC-D6AA-D180-17EA0A2A76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0B4E4A-F4CB-512D-9EFF-5CC05BC2E09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1BD62-6554-04FE-F346-A8D12904DA0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3AFDB-0FD8-60B4-AA82-1ADC7D7A05C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6A4685-ACA9-9F17-C644-3D2ABF39ABE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B5CB2B-3397-F24D-CFFD-2D05CE3DD0BA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67479-07C9-F2E1-AA49-F0A05467A1F0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E380C-4B9D-3DC9-8E75-20F0CBF490C8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256587-6110-E1B7-6312-119448A48181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63790F-9126-5E86-C37E-15839F32EB80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6E68BC-4524-DBF1-42AC-ABF10A6DDE89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8FECE3-2369-9288-E692-445C57F8378A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EAB2E5-ED56-7919-F7C6-CCEBB16E57B9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4844B7-F69D-5DA8-D75E-13D506AA1D2A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BB1445-4E7E-7AF8-82B3-FE5D7EBA5059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20BA89-9C5B-F0B9-36A5-58907AEDE114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27E279-6220-6470-84CF-13C8D5EBDB8F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104847-3A60-39D8-785B-8BC210510597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A98C94-0833-5CFA-78E9-56351ED881DC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E2BB23-B062-E134-A152-A8DD833277FC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E2284D-E291-1FB7-F708-21467757344D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9335C4-016E-CC8A-F299-37558C920FCD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524CF3-56F3-9AAE-3035-F87E7F2D6387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650FD4-D7BA-EFB5-E329-0CA0BA41ADA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CB2AD7-D811-A1EE-CE64-CE09F47F5908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F3360C-CB61-FB26-6389-FDD30AB8097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57700F-DB19-084F-F04B-AAC027A1A4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CFE86F-10DE-6053-A419-D461892A060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B3D064-038D-7915-C4C5-FF7F37E7456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FB976D-16D9-74D8-9CB4-1A465CA355D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C7F68-67E8-2893-FDCB-BFE4DCE38C4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31247A-68F8-F1F9-31D0-E935371BFA68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63255D-EAA0-C07B-52BB-9405CD83518C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7B9EE5-D29D-AEFB-8FFC-6E3165311E1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C6646-0CA4-4AF0-D22D-EA7712A66AD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BCB8B-F445-4332-06C8-2E1886788F3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89528-2069-E75F-5FB2-AEFADB2180A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4BA0A7-8607-77D6-0550-F9A5DE5F59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FCCD33-6817-B682-D43A-8321FC997E94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917233-6AAC-098E-E483-42784CB3412C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61A630-A1AE-E49B-6B06-BDCA8082C2EC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3861768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CCED-64A0-7323-9E88-F21620D3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297F460-AF48-C868-2539-2E66AB5A262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BDA15F-E81D-CDE6-119A-E5FCC65BE0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DE4C88-7B10-7B9A-FA83-3CB76D11C0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E94AFD-C87A-5B07-EC69-8A7D402A5F4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1E1CDD-7F4A-7B40-CAAB-A5F6D335D6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EA35A9-641D-86C1-272C-A6D1C27246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6B6CC-0807-04EA-A2E1-338A16D05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K, there is no more sum in which 6 could participate.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CD8E16-CC3C-B150-CD79-18E21C29D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E20305-0E99-7ED7-0E0C-DC8A87D84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F7F096-80EB-5379-C749-D4A15BF6E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70BC19-6FE3-BB98-30F8-A1C7C5CDC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7543BC-8F22-895A-159F-10B7D0971A63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89B6C-14BA-4744-1462-2193B19F765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EB4A0-90FB-D0D6-0D8B-DB9D8BA3A44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830D8E-DF45-A910-9A7F-A3D079F9717C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9293E6-02C9-7515-14E6-26BC63A1E7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1EF5F6-54E3-98AA-8C81-697179D8611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634E18-A4FC-B68B-3356-6A0C4EFB2DC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20968C-E650-1586-FD95-936EB2D1BEC0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001AB7-547A-9451-CE6A-EB7315D4D6F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C7838F-14AA-CD5E-8159-256DC09CB73A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DAB601-01B3-067C-0344-66A6A73F848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6F654-3D04-8850-10B1-F0D93462BD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8C3D5B-9549-8974-E129-DF273DD19C7A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E3CDB-5304-3322-755F-1CD28248140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4536A1-D7D6-B2D1-A5AD-6E21BF17437E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5E704C-3AAE-B153-BADF-B90DD81EAC7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FB904E-9CF4-0A2B-F960-304435088F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30DE71-F2BD-D3DC-ACE1-07099156D92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CB122A-DB70-7FD0-52F6-52103283067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3EF79-1441-2668-8BB5-B92BA1665EB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A70F1-5FDA-76FB-B0F4-3861C001A3F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B2EDC3-6E32-4162-B1F7-6B05E98679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EDF037-E948-AC35-4914-48F4010521C9}"/>
              </a:ext>
            </a:extLst>
          </p:cNvPr>
          <p:cNvSpPr txBox="1"/>
          <p:nvPr/>
        </p:nvSpPr>
        <p:spPr>
          <a:xfrm>
            <a:off x="8078524" y="135171"/>
            <a:ext cx="29578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I, J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7EADD3-4F37-8F20-E3A0-0AF7AB93823B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BCA2BF-8D81-2967-8AFF-17AF12FDB7D4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00A508-8920-AC88-761B-5A38D10B31B5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7FFD02-FBE1-7677-D337-5E613C02D14D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3BA0D6-DAB3-B9E5-C958-D6B96E91D100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DAF918-0BB8-92BC-A7A7-45F48D76678F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C42C27-5A9E-BD94-8416-16F6A0816628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44ACA6-F194-57CD-52CC-9043BB909F2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EC7902-E8AF-D353-B2BD-D204A657711B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BC687A-7E7B-9F7E-2D3D-A70FB0D9350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8F20CB-9271-98B2-15F7-AD61EF7208C7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11C803-BE84-C2E4-7D2B-8E540840CBE6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946DAA-19EC-0081-92E7-1DDD9C918DFE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BC8B2C-B561-A312-6AD6-B0C62E5622F4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C7238B-BEC3-FFD3-E8F7-B220FF16DE6A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E4B9BD-56E3-B429-AE43-E729451CA5D3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E9F45B-A551-23FB-CF29-2965FB2036F5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1E83B2-6962-3817-2E38-1C146AAAB28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B08AEF-CA6D-C38B-712F-7CD43B18737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1D9A80-61CD-384B-6DA4-C387655F624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2D30CE-79A9-557E-D174-81E9B9CE032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E09480-FDFD-4C90-483A-441D060303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025804-E14E-BF28-9B4A-87FA3DE468C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BD79D2-0A82-620B-5E9D-72985B77829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62B8D1-F73F-6638-16F3-70834465796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8B65E5-631F-DD1A-6DC0-D19738B900AA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929320-66AB-C98E-4550-8DDC9EB92507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ABE82B-4B05-2CAE-5D16-8F8C29E610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30B7A-8E52-61E8-162C-787B5EEAE15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052754-1E94-4610-B878-83F7ED0AD47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BB86A-AF28-70DE-81DD-7B4CAE2999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838C82-75B4-4560-8CC7-53FD1278CA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6C76B5-ABB5-3C48-3558-1EAC6B08D029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B3AB07-E1FF-BF0D-F497-58A39D194B8F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8E5BD1-0DEA-C62E-63DF-A45DCE1222F2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173281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F191-C147-581A-A8F3-928180C9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BAEA8B5B-5ECD-5AB3-434E-AC52B5B83E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15B48-206C-0F61-AB4E-032B933CE2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62CBD-0DBC-4C08-200F-574AA102AD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706E8-0A71-FB93-AA11-D63C6F3F75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E6C5EC-738A-5F47-D206-F30BC6BC0B9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A373B1-99BE-8EBA-4DC5-57BA3417BA7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E6645-33D7-8A1B-27DD-920470A52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the upper left block, A cannot be 1. One of the terms of the sum to A cannot be A.  So, this cell is also A.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BB23C6-016B-7DE8-C514-A62070382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052E5E-03ED-D00A-ADA9-B07DA4A67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D7E4D8-3CAF-04D1-F01B-02731A16E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96A660-A66E-7817-4E03-7E10907A8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782C01-FFAC-759E-C763-216E7E89F2CD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89FC6-6D92-CE2E-0439-FBBD9CF3ACD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73150-8019-E562-B1BD-0952C32D0D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CFA72F-6F8A-2D37-835F-931A089BF13F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AF284-9891-A36E-AA9C-7B82362F7F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6C294C-E681-77B8-900E-7AD9B59403A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0DD38D-0899-3199-8901-1E24CB7F546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810A66-64E7-E3D2-E93C-D96C51D8F928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DE91A9-E78D-238B-3C22-36C241AE01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95542A-6739-7F9C-F217-295E47AF0D3C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D4DC86-0404-D5D2-9353-464865586E3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BF1AC0-F603-DC4E-6192-33ACAB2A89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691128-B76A-096F-6080-A170A3C7AB3E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A82ED-A12B-A733-F5F0-99B4DC055BE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F58517-4D60-612E-C76F-F1783E8B23F4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5A9D77-9853-7FF1-4ED8-4BED0D6BF0AB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8A2DE7-E405-B965-92E9-87C0BE291AD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3DD661-7D5F-013A-F1B1-1CDC0EE59BE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E1F2FA-DEF7-7A08-E729-65A4B309959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D64C8-2F5A-AECF-992D-822DE7CAEE1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448996-FEF7-C97C-EE50-D8675627139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478BD2-C9C0-F337-23E3-1286788758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2459BD-CA4E-BDF4-3CF3-185507FE6FE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68E4F-8458-C943-F0B8-EED325C392B6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246461-6B1F-341C-F6CC-909FC83B284C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BD241E-D760-5EC7-45B4-83DB67423D09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F2F4D9-E3DF-82E0-6E34-0CC1B5BC0E2C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2DC3F8-3F7D-3540-A253-B30B9A8C344D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77D5C9-C7B1-E567-3BFD-92DC3AB47543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AC5DB4-249B-3843-EAB5-63ACE30A24F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398BFD-A6C9-C33B-C2AE-4D0344EA2D87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3D1359-E2F9-0F26-BA74-EF46AC13E601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02028C-4E62-EE25-D340-81E2CBC2BB69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8B70E0-27C7-9AB8-EFAC-8802E9A82833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AD6FDA-CA38-6995-C96F-6767374359D3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A33BCB-5FBE-5F8C-5CD5-AB2AFD6E4AD9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905336-112A-53DE-AFE5-25380B0B2853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A1B0C1-EDB9-6234-7A44-4088E4F9AE5E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CF6E0E-6349-552C-73C8-6AAD55DE1C4D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2139EA-724C-EDE7-9936-C8D4B1385A8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57D39D-FAC1-E9F3-AAF9-1667596FA1F5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49F15D-B2B3-7CC3-86E1-24AF34061F4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107FF3-4AF9-6364-B31D-F851D6B8159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62C4B5-E014-1BD6-2CD5-4C46A17711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4F7546-794C-7B8F-1743-18FB20F2B8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9250E1-03B4-A23E-98DF-847F67F93DD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C9EE4C-7BF7-7CA7-669C-9592D162B02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36C05D-C0D2-4D88-19EB-9EF0461171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202616-A78B-3D9B-C586-5B6CBE81D9D2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9B9964-2AEC-100E-9D61-DEA7AE72AEEC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EBFFE1-F023-4638-C49E-4EE87FAC07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BEA98-FEFF-29EF-C29E-501F3C43C2E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2ED2A-2788-3501-7587-A779DA17B50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DCD6E5-68E5-F602-4298-2E0DE3E789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600D94-D837-E439-2597-C3EAA734E8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1D5DEB-F077-3DBC-EC29-51BE86885D46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5FDEB-A50A-11CB-A9D7-F7732F37AD0C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5770CF-7BC4-2F26-C503-D77DF557B838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7E69B0-F1A3-044C-86FD-DF194B8432C8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136BF32-6747-CF96-E31F-0282FEB7078E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3794963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50C9-E6BB-D85B-0267-4976469F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0E5BDBD-F8B2-9EA8-52BC-204C68DC96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97184E-EBB9-FC38-2D6F-A4F33A121D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9E157-7D99-ED10-07A1-D1B4990B5A3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89C523-C98C-F392-CA20-7FA46E08DD5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A42556-FBBD-4905-DF93-1A675949DAD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B325A2-BE38-0097-C987-04EC5A7C202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566565-60A5-5123-1984-8D2DA7F23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the right center block there are two possible spots for 5. It cannot be the other one (in Column 9). The H line would be 69/2/5/36. That is, the 5 would imply a 6. And at the bottom there would be three 78 cells, which is impossible.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2E2BA6-0F49-D316-0F28-F0262006D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D80073-654A-CB1D-27B1-5D4E3C368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5FCDC2-3BEB-9144-FD7A-DD889620D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9F4F0E-D6B9-6B16-A0C5-684BE4346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AD38D9-3040-E3E9-270E-42F5BF8D8417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71DAA-0AE9-7BFE-2469-E872EBB5CFC7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0ECE5-2B66-CFBB-ADC2-AC5984C353B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8B74F-62BD-C4EA-9A88-3FD404594E83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81DE62-FDB8-A7C4-C7FD-68AF105278F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F8F937-8941-96D5-AB7A-47B2A03353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CF6957-1B00-68A9-3110-BCC525B5DDE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63967-2CFD-10F9-A682-E2E755D3BE4C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F6D5D8-8C0C-AF39-011C-C74062DCCE4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290BD-C8D1-C45A-89E2-883B7C69EBC7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CEEA5-F309-846A-78BE-9D5A9EA5249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CBF6A-C47F-4EC8-29F9-EC43C60F38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A8CE3F-28E1-9FC7-CB23-0F5125168155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B7146C-9307-DB32-1935-CD9796881EA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64CE60-854C-06FE-A06F-4907B695D01B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7FE985-6A98-0188-FA02-138702D5CFFF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DCECC2-D2B7-2073-5CEE-5F53F48B6CC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42CCC-5E81-1689-7819-72F8150346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2EFCD5-2B43-6902-064F-30FBF59E6475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726C8-B7DD-52D9-FA90-70CA9032510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B999FB-8FD2-68C7-3EAC-8BAF514E92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BE2AFF-7695-2318-75D2-688752810D5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28C46E-3E4D-6FA7-0A6C-7F2597010DEF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6..24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972531-EBE7-4337-F007-874CD0EC126F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555261-FC1A-BC2D-C9F5-2653CEAA6A80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655BEC-15DF-2A6F-81CF-FFD003D5D121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850027-4E50-2778-498B-11AD43D0A3BC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3D14EF-D908-C6F4-469B-61521FFA0BFC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A3EC1D-B93D-C720-A1BE-64E9070B6B16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0C439A-4F67-FC80-6E5E-11003930625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ADCA22-6FD7-B1B7-D460-45BFE557555F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879F8D-0E62-848B-4576-69044E1CA37F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410BF5-B8F0-AE3A-D9CC-AF8B0A395738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E7DBFB-8807-2764-7336-81E6D49F376D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60F82F-4CC3-3914-C08A-ED817D47C421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70A7AF-77C7-ECDB-B018-FF5DF04A1CD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1CC184-767E-3664-BAC7-6737D12ADF94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31B5D9-A52E-55F2-A09F-B12776B6938C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73EA81-1948-06CB-E0FC-ACC9B90F61AB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24AE54-5ADC-9281-6D7E-F770C5CBCEFC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CE317C-DC82-9CA5-8FED-8E75E4216B12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F6400C-DE6D-7C97-1082-F7EBE4F54E86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392B0C-7CC8-BB53-5217-99DD3A1C14F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B12CD6-1866-E516-68AF-B74CD22039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AACEEE-A3BD-0205-7ECC-96A9A9BF65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3E70E5-E98C-5DA8-7D20-9817206925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D806A1-7AF8-9BC9-9870-A02E33AA563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E793D2-B81E-92F5-D867-F5296511A3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987B1D-512D-3B56-3D66-93AA826387C6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FD1CCD-4948-B8A7-A8A3-492E23E4124D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6EBD5F-C09A-5013-FBE0-2BB5E7C064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59D29-51AD-A181-B04D-004561B5E8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580AA-6115-57FD-6BEA-193380B789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278B9-B11B-FFE8-E116-BB21BD1084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A0FCA-C3CC-E26C-F249-B9002AC06E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5778D-AB03-3134-BFCC-F6F909B664B8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6C252-F175-47C7-DE7D-B7DAFB8FC3CE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D2EFC5E-A8C3-452A-E047-32F75F42824E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9D46CB-540E-E012-4F55-E4E7E50663A9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6B3630-A46F-6CD2-06BA-CA031F9D5B4B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A923CD-983B-F6C1-C83D-6E8E3B3A02B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85641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A065-880F-95B0-513E-9C881EBC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9EC0944-5A9C-9291-B451-28A6C45BE9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D55F7D-DCDA-2544-6519-013F0A38901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F4E4A-0EF6-7587-A57E-88E6D89F05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3933BE-E920-14AB-FA95-2DD9B5BD17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5EAEC2-01A4-366B-C0D0-3045183B26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78DF047-3C7A-73B5-A162-3CA497155E7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A3FBD-9483-CDB5-37EE-FED5734AA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Minimum G is 14 and 23, and lowest spectator not among these four digits. 5 is also precluded, so it’s 6: 11.</a:t>
            </a:r>
            <a:br>
              <a:rPr lang="en-US" dirty="0"/>
            </a:br>
            <a:r>
              <a:rPr lang="en-US" dirty="0"/>
              <a:t>G in Row 1 must contain a 1. Maximum G is 189: 18.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8FB817-1150-0D25-48AC-43DB586C0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6A7367-0C8C-8E3E-E949-4315F63F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B30C22-4280-EF99-A5C6-2DB2EBC6F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B0E3CD-F022-3905-FDC7-A23A16B45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F1AB21-D71C-738B-A732-ABCC00B4C3A6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2A1C8-033F-401E-8FBA-9DD80AD3A7C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E893A-986E-B9AD-F300-5FB8D3A5D7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CFB18-E04A-C674-6400-6B4F1CDF3280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78762E-AF5F-9BC5-DDAE-0CA6105A7BA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695585-24DF-547C-BC7C-F2BE6143B51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F453C8-CB30-F5CC-70E1-7CEA9CB121D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25CE35-58E5-ADC7-068C-BA1941BA4C31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20B18F-3F1C-87C0-8D2E-4365384CF8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B5FF8B-8E5E-862E-684B-AA7B6AA41ABD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DD77B5-9291-8435-899D-15EFEA4305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0E3C09-3826-4D0A-C5F2-E52833CE559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E5385-1A43-FA50-44A6-A67668D646C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9C62A9-63BA-54CD-C30A-B0D5062FD289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AD939D-1A00-320C-0649-B0B9AEDD7B20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1FB00A-D5CC-76DC-CAC8-EEC5CD8525EF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FFB2AB-F81B-5FCC-36BF-88BC22E440D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710925-6FAC-9653-EEF7-4F89DE0F78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953018-82E8-2767-8789-36EEBBCB8D02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46E1A-EA1B-5FFD-312F-3C21F432952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52780-6416-719E-C1F0-60641F9F948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6BB125-AEC6-E634-B64D-7B3D0E857F4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03F5F0-6732-9805-B5C5-45F9B8E269DF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</a:t>
            </a:r>
            <a:r>
              <a:rPr lang="en-US" b="1" dirty="0"/>
              <a:t>11</a:t>
            </a:r>
            <a:r>
              <a:rPr lang="en-US" dirty="0"/>
              <a:t>..</a:t>
            </a:r>
            <a:r>
              <a:rPr lang="en-US" b="1" dirty="0"/>
              <a:t>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9BC459-4D68-69F2-6619-2A0B658EF35D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83BBBE-8D48-C8B3-E934-4D9F26B5C7CE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F819EA-1A3C-45B5-13D4-BFE3B0E8314F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348907-810A-18D6-DA92-51B0E2CD61CC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D30C9A-2064-F21F-5230-A9D857A39200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3D98A4-DF99-C749-E165-590C1D6F25DC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428637-C78D-1166-465A-3EB4241B9D88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CC3BF9-7DA2-7F40-05F5-5AF57311F0E0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9D681-7962-0B77-53BE-9D015FAC46A5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6C0334-D386-D989-B983-DE14D9A0F235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D94C06-08E9-BB95-8AF8-894FB36E909B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4DDFFE-447D-355F-4D4D-B6B2112F98D5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F212FC-06E3-114C-797E-79EEB97D9EA2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59B024-68DF-33EB-D591-A423BFCB7C6B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089C5D-EFAA-6275-8DE6-A14BE7ACDCFB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68E582-6508-97BB-182A-8BB5D95AF440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592909-9F5F-07CB-06F2-D397B50B7881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D814D5-698D-C8FE-FADE-5C02041F2A0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A7DB35-68E5-C8A5-C016-9E536C725C90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AFB422-35B8-5682-E457-DFDE7DBF8BD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C7EB0-A903-953E-BE9E-ED0FAFEB65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85F058-F0D5-72F4-9A7E-973FB40119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A6BFEE-C6F6-CD7F-0105-7C9FA6D49F0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A9BCFB-07C1-7E5D-3A90-4851FEC435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E2638E-1BDB-9A80-64E6-406198321B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67AF32-1842-8C6F-5C44-D291DF0FCE3E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B3F9F1-BF90-2C6F-AEEE-9E043A3788F0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B15C4C-B775-CB05-6E33-2F872CD072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256155-D6C3-A05D-2B0B-576BE8E9DC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07374-D16F-0AA7-BD7B-BE949840207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52A3FF-6A79-A15F-07DB-147597E27D3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3DC09B-7FC5-A042-73C3-8BAEABC401C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0ACB68-2E11-63AD-6045-257F70CE75EE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FF3676-DAA4-7668-2210-54AFEC865B90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F02724-0A36-DCE0-1C4E-A3AE92B45D0C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0E23051-314A-5D35-0AF4-9BC4B45DCFEC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A0A601-8AA2-15F2-1B46-4C34564096DA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2515D5-2736-03E2-AE5E-A73C92F65AA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24503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BF8D-5704-6C18-0A09-DE22D24F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9CDB0CD-E59B-56FA-B80A-FDFBB36513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7C49F-7F72-0352-5B62-138227265D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BA595F-859D-2F8B-416E-294DD236FF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D7690-1830-5970-24BE-509F673839C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0FEF25-F661-892A-7FB1-A04CD405124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339C5C-830D-63B2-72A6-D201739114E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BCDBA0-0D60-788B-EA0B-971B88699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the center block, the maximum of I, and {24689} is 89 = 17. With, 3575, the maximum is 37.  So, D must be at least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0B88FC-4FD0-48F4-48B9-8C1BD8201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2A44F6-A1DB-B51A-3A15-3DB2728F3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5BAB8D-9355-A800-DC91-EE7F5D50A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712014-EAA7-5CF2-7E44-BBB64B01B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507C5-1F1C-BAF7-1A14-5A6680702690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84171-F965-94E8-685B-50C4D72EE73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992E7-5E7D-680A-BDCE-4EFD4E659B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AC13C-2EE4-36A5-18DB-1F42C404ACB0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CA00B-7B42-58F6-8F4B-6698370A7E4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6341A-501D-BDCB-AD60-728D38D661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C5ABD4-C5E4-3722-BE0C-EDCEC79A702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B9D7EE-2E4A-FB04-D6FA-1729E074A05F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CBA089-BF90-8788-D76A-B4172663BE0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79D839-6C5E-ADE9-C640-0441B7A02C3E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C3037-2D35-6337-FFE7-41698A2C15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97617-2927-00DD-4760-CFC30C9286E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F0F11C-E478-6573-4269-D38C98A2358E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11FFF0-E45E-3495-CE2D-B548F514320B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29A662-B45F-B02E-AA14-2ABB563B7CA8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7CD44F-59B4-90AB-41D6-5BE476EEDEC1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EC92DF-B097-16A6-1FC5-A88E1F1423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476F2A-F29A-899F-53FC-AD1CDAD6195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4A7156-7EF4-E468-B23D-6EC9D390F72E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79874-2367-C0CB-5F67-83A2CC7BAA3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6CE3BE-4427-C65D-0402-5F70F64B531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9939BD-6EC0-BC8B-5254-3602DC1F23A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CE128A-1142-E8A3-136A-0D505A3132EB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</a:t>
            </a:r>
            <a:r>
              <a:rPr lang="en-US" b="1" dirty="0"/>
              <a:t>8</a:t>
            </a:r>
            <a:r>
              <a:rPr lang="en-US" dirty="0"/>
              <a:t>..17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887BA1-F61D-5AD1-ECAC-5D1D53352DBA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B99205-7CF9-8107-4282-74A722C089E0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304CB3-68A7-CD98-DD19-C15EEDE130A3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ADC2D8-DB0D-A00B-B39C-25829060707C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336D99-4E07-4975-4FD5-52C8F7B6F880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C265EF-DAD6-CDB7-BC94-2F69D2D3B771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36BA51-F6A4-B259-66E0-C3CD2CF80B8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91EB39-D13B-70D0-CE70-7E19B959C41A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896716-515E-DDA4-5FC0-7A3E7621A796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A0F79B-651C-1895-CED2-8A8F0520284B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21D206-9087-9E1C-ED74-A65869C08EB7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4A7EA1-664A-1E23-EB57-1ABACD6FE9A7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C9C270-39FB-632C-D124-392F777751A7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2CD9C6-979B-069A-718C-04982B94A806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AB2D6B-9F21-A619-EC8B-F921ACF08365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F048EC-E58B-1D44-C802-0B43CAC81AFA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D36398-01D9-CA29-99FF-9B43248221A1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07E645-676A-19CC-ACF1-83571368411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B0EF75-8EB5-02F8-EC8B-13586A1187A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5F6F53-C9A9-10C9-A193-F901868F1D3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4DF7D7-4E16-7D6A-173C-9AF89A47FD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99F43C-DA51-84C7-16F6-59870DB20F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C4235B-BB5E-3968-FB01-EE90747C1BC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1E3735-E1CC-D431-031D-E9127A809C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89E689-960D-7FC8-8387-8EEC81993A5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4D01F6-71B6-E488-BB4E-7FFA057C3BDD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40BCD4-E930-923E-89F4-AC17FDC6D6EE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C98302-342E-9D67-0AB5-8ADBDF4B07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4C709-9255-6D43-5923-54DA7186600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EF400-43B7-7DA7-A46C-168AD95F8F6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0E38E9-AE0A-4110-1F82-6E6A29D3C4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98ACC5-13AC-50DE-EC9E-7CECE4D43E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1FD02B-23FC-4565-F8FA-03787223B531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7410DB-A2AF-B7CD-E9E6-10FC6141DEA7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70E702-AB60-2B2E-8E74-47F9EB122B27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5A8B3E-61A0-40D9-E3F7-1060FA70192D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B09884-6CE7-896E-119B-A572428EDACE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04B4C2-C98E-AD5F-6813-8C3D735812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85574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203D-AA1A-0304-F1D0-6AAFF945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003EB48-FDAB-B328-D946-D18230B8FFC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12A99D-A607-856B-AB0E-45B871B6915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3F9A86-46D9-8BE8-3DE8-8373BE845E3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C84B05-02DA-56B8-9BD4-D001342F87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A633B1-0349-0792-EB8B-04619AB98FC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E32AAC-CC55-360A-0CFA-FDBEC30372A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C0DDB3-56A3-E6EF-B008-BA2E44FC8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Initialize cell. It can’t be 1 or 2 if D &gt;=8. 3459 are precluded.  D must be 11..13.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68A5F3-F404-24FD-30CA-072DD0D7B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99EBB5-B388-33E0-7E8A-A5A320A3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91F87C-0AB6-5DD6-4058-33E8C90AC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A1BA1A-4E31-343E-7DAE-45B160042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0764B1-A243-D761-64F8-738295A210E9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2F2EA-9169-AEDB-9526-12D677A1B5D5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71A08-3104-F068-CA17-A7AED5761F9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15A58D-9888-E56B-785F-0A0C7C9D44B8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B351F-4FA9-9881-9AF5-7C5A99B62D6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E157DB-4E4E-DC22-953F-5A87448C148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D5ADD-84CB-7662-53CF-A91223055A1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39748-BE6A-C71B-31A9-A040BFD0B339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52B92C-2E45-1577-1EFA-9EB0C3C48D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8FFB9E-E1E8-1615-E800-C006AC139751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B402D-596C-45CC-20AF-8CBACDF73F4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B916A2-EDEA-22B5-C4AF-616B92F44E7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72E04E-B10A-5A09-7902-85AE94917263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D787E5-00BE-9FDF-B47C-3D7D165F27B9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989098-43E7-CF20-289B-315D2BDBEB25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7BAE56-CB8F-8BB0-5EEF-D347012B7B75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DCD65D-8F0A-074B-C767-594840D726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2C378-7931-861D-BBF6-326DF6BA82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AD19FA-BD56-4126-920C-3512828ADF8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5D333-87D8-497D-6CA6-0D650F52B91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20D17B-2AB5-D6C7-0853-9E9B1A741CF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3AFCE0-AC2D-35F2-E5E4-AC69C74C30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E29123-BEE4-59D8-25DA-4E2A930A9285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</a:t>
            </a:r>
            <a:r>
              <a:rPr lang="en-US" b="1" dirty="0"/>
              <a:t>11</a:t>
            </a:r>
            <a:r>
              <a:rPr lang="en-US" dirty="0"/>
              <a:t>..</a:t>
            </a:r>
            <a:r>
              <a:rPr lang="en-US" b="1" dirty="0"/>
              <a:t>13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3C644E-4BB2-08EC-1177-9F92BF186415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9762E7-AC0E-F5D6-E99C-DA69B58970D8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45223D-8D91-D4B9-F572-CBF24D5EC3D4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48B08-3015-4D4C-18A1-337C14D5D2EC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120ED6-B101-70A8-CBBC-FF7BCD4F838B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BE20F8-4F47-FC87-4CD1-23DEE4C13B15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A8A5F4-0DF7-433C-CFF7-86C45A091160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323894-69FA-FD91-D49B-0DB18603DE54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B2C5FC-054A-B1C0-A168-3634000F695A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78D0E1-90F6-A8AF-CD34-FAE4435F36FA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D616F6-B764-6747-3482-3E49F7F762D6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F2C31B-6088-CD74-B4AE-499917516DA6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3902A9-9543-CE85-EF33-B21D3EA8BB80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16820F-16FB-16CA-C7FF-9283D1449028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A6D3F0-38D7-32B3-725A-B73F320DDC05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027C4A-4F5D-A010-3148-E1754EEA4DF3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A5BB4A-C5E6-338D-816F-93E45F8755AA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BFE3D2-B788-7FB1-52C4-ED85C16E9A0B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9FDA89-21A6-7D38-FB15-3CAE1D3C901B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B0DBCA-3EFD-5438-B418-1240ACF5B3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524CE6-021D-D190-CDCD-67C0D3AAF7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0C3411-B0F4-59E3-2ADE-EFAF727F85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0516DB-4E44-6732-8027-0C32C8DDE20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25F8B8-6E93-A263-B0AE-7B8AD72D4B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065354-BC8D-D71A-7700-52ADF953E6A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1EA106-6A6C-0CE1-F22D-1C270A4B8663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93AE56-0E43-5040-355D-9D5F05E839EB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CF10E7-1485-98F9-48FB-4DA37C9A3E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4C768-0FA9-D233-8787-38ACF4A37D6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43CD3-7AAA-44DD-90D1-0EC96FF92C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438DA-FD56-E26F-03F0-E5EDA9BC491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FA370-24F1-E9D8-79E5-CDAB7D8B4AA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AA15D7-C17D-364B-1CF1-053D8CCA20F8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4B1D38-0A4D-8302-509C-DCEBDFE35660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1EAEBA-CA40-A1C5-1985-00B1AA005850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FEEABF-5443-ECBA-B029-862432E5E707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95F103-6EC3-AE96-E0B1-A9D4A954B58C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60C577-E9F1-FFF3-F947-839635BF16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77DA8-C632-A5E7-A13D-6ED8BD542E6A}"/>
              </a:ext>
            </a:extLst>
          </p:cNvPr>
          <p:cNvSpPr txBox="1"/>
          <p:nvPr/>
        </p:nvSpPr>
        <p:spPr>
          <a:xfrm>
            <a:off x="6152446" y="22854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</p:spTree>
    <p:extLst>
      <p:ext uri="{BB962C8B-B14F-4D97-AF65-F5344CB8AC3E}">
        <p14:creationId xmlns:p14="http://schemas.microsoft.com/office/powerpoint/2010/main" val="2946473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3D6B-4D50-A1A1-420B-C9EAE3DE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C98B2C47-0D4F-4033-4332-7414674BCD0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55BADA-F2E1-D972-7546-C203F7D76F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40A39E-0A35-F07A-349B-DA1A41A1CFE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0EC51B-E6B8-B861-F01F-ED6AFA3B06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DD7C81-CB1B-8237-A6B3-D8D84CFD445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83DA96-5909-EC4C-CD48-DFC616E3E0E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81627C-24A6-8B19-247E-912E44D3B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The only combination that fits for D is 29 = 11.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2D1230-BC9D-12AB-232F-75B40631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D00D77-44F2-C9FD-6D08-987E8504D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696E53-BF6F-43F5-FE6A-DB4DB6740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57147F-5754-0FC4-E2CF-71C95FC74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8A9BE-BA5B-EC09-F8A7-1870679D6DBA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03AD6-CAB0-11FE-48F1-DF27F0BE6C8C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049B5-FB11-438B-6052-48EE742AA8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E679E-2A5D-58B4-60F1-D31AA5EEE414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0052CE-3793-9B27-7089-BB39E4117C6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5DD02-DB8A-0054-7867-E23C2C67A44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BE382-B0C8-8CD2-AC03-0282E767548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E49AF9-E2A4-C593-D4E4-8757205A86A3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EB1A8B-E39C-F6BF-79A6-DAA7B29B106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468228-FFAA-2022-73B3-EA543FEF6707}"/>
              </a:ext>
            </a:extLst>
          </p:cNvPr>
          <p:cNvSpPr txBox="1"/>
          <p:nvPr/>
        </p:nvSpPr>
        <p:spPr>
          <a:xfrm>
            <a:off x="5650090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EFEAF-59A9-24DF-C4EE-952718D41CD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0F7937-1464-7CA7-3DF9-AF7A192BBA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28D84D-E9A5-BD25-E7ED-D93EC39F00F4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2D462A-EC76-8B4E-435F-398EBF465133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06596-0FDF-8A45-420F-F3930652A520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DCD4C6-18A1-347D-8215-9C1A24F7D9F6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1118B-813A-C8DA-387D-617FCEE87BA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B1AD41-7F53-2595-7D79-E3BBE78D237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4D55E8-3C17-AEFB-6910-7E1770A96F6B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51F82-47C1-953C-E7C7-B77584EEF1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182383-1EF3-D325-4004-8EF6A35BAB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609D7C-FB81-24A8-92D4-19DABD9A334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9E5FCC-24F7-46E8-2F92-67D8A797BFD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</a:t>
            </a:r>
            <a:r>
              <a:rPr lang="en-US" b="1" dirty="0"/>
              <a:t>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8,9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9F53B1-7E71-5074-7F3A-01B7C3A123DF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6E624E-17CF-AAD4-9831-90D1E2BE0502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2550B0-A658-5888-AE66-9B4D3410F933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AA36D0-6D05-66B6-D1A7-F70DA530159D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B0042C-661B-AF76-42E5-5F3CA08A8F60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B1C714-BE0B-0C66-1F4A-8FF5F69B2A5E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194543-9BD2-DF23-AA34-6D6D07F06B2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7B0BC4-E5FD-77D7-28F3-5FB6F1359B4E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3A23C2-1EA8-EB24-50D5-EF98CED9E1BB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F8F41B-9490-73F5-B364-B3E903B33821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A057A6-87F1-7F8D-532F-0AFE964B47A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445C0-C969-EECD-FBD7-45221C01730D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6AD29C-3E2A-704C-7B52-02F66F525252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97F14F-C817-1328-1EE3-ED60490B1E52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89EF88-6493-ADB4-34F5-438025F8E5CE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5A3A64-C6AC-46D3-C1FC-FF1418C484A1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DFCA64-FBA1-7E20-A10B-048CC0742223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78A2ED-6073-A090-BD2F-8ACEF013BAD9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C0576B-AE89-3A7B-F67B-7FE5DAA3AEEC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867A1-A41E-DAA2-08E0-C5E09CCF100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AC3CA5-8705-F76C-6CE6-068133A1FA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9FE4F1-CD5F-DC1E-1863-97C04078125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895E51-035C-4E40-7250-F70F3D4D130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DE442B-3DE8-4290-891E-71AB8D7FA3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0EA211-E00E-7FF6-35C4-0109EFBFE85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481C4D-2B1A-479B-309D-B8E5DDD34E53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0A2C5E-2A8C-5F2F-FB6C-2E59AF5382E3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72A257-0D74-9B94-8378-995BDD0E5F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47542-98A3-0621-87F1-188D3E086C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81B60-D263-78DA-425E-11A3A52CDCF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6BA40-AD16-CC65-7294-05F312BB924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0B12C3-68C2-1471-7A39-450EF34004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FB83B4-4E79-3C9F-4B0A-40D1B7BE96AD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F76E0D-50B0-9BD6-08BC-B7FE7B6F4CC8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5FF2B9-84DB-255C-F010-E535EAE63942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FE345-7E97-8642-975A-6FA22962AD15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272F6B-B3D1-E38C-D053-4BEE1C0F98F5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4ADFB5-FF5B-A3BD-5123-CED15F9E3C6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8E6AA-066E-8811-E332-FE781D4173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400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7A52-ABE9-AE5D-12CA-6BD78B3E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A1D801C-2108-9DD3-B70D-4A928C50CAB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7339B5-8B79-D339-EF93-32001E1988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304FA5-0944-C0F6-B712-0F28CF77A23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86639-0CB7-F914-A545-F474CCBA88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729CE8-C009-88B0-0730-4530C91310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532893-EE55-4F12-4F38-6A268D1ED06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EF253-E220-00E3-FB4C-CD38F6800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439E76-1C4F-D16A-D75A-16A2CA8B5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063369-7C8A-112E-385C-CF00BA26B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BB866E-3986-E084-DB54-04042FC21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9395A8-D56B-AC1B-D1D0-ECF423DC7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2300FA-8125-0990-8113-38F1B79D91A2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11748-349B-63B3-8E3E-283BF6FC89DA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4B71C-C30A-D1EB-D9AF-17035BB61B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0CE2C-A040-AC4F-22F4-74EE56A23C26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7E20C-C144-0C1A-2D54-E4FAFBEEB0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D72C54-2278-C56A-C02A-A3F4819DE5E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526EE-F6F6-8CC4-601D-1B41AE80ED4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AF93D7-D88D-6AD9-90B2-E71D8E8CC3D2}"/>
              </a:ext>
            </a:extLst>
          </p:cNvPr>
          <p:cNvSpPr txBox="1"/>
          <p:nvPr/>
        </p:nvSpPr>
        <p:spPr>
          <a:xfrm>
            <a:off x="6654802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447067-1832-0115-A60D-D78C7A1C5E1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46254-5C6F-8A0C-1431-406AF5FEADA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E428E0-0307-5E49-5432-C516F534D3A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515FA8-EA5D-29C4-9387-2F9A3861CC58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ED3219-41C7-9436-9C0B-ADAA5E09CD9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BB817B-8E57-27F3-BE22-9B0E0B31562E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F90A09-BD51-56B8-CB29-D7620C2D4CB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5CF1AA-84C5-A917-45EC-A6FAD78C37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49D1B4-C4F9-4083-BB7C-AFD58EF8AF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BA177-B252-E90A-D29B-7E37A1A954D6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5FD34-1710-3674-9C19-79BABD7B1B9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8A15E-158D-65F2-9465-693BCF67BC7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204214-AD43-DA82-BED6-43150A770EB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3D252D-EC83-CC1D-771D-880D6DA6EBA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</a:t>
            </a:r>
            <a:r>
              <a:rPr lang="en-US" b="1" dirty="0"/>
              <a:t>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48A06F-2A0A-E2F9-EC57-6DB948B3BA34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907D95-D484-820A-273A-047E91D3815A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5242C-A57B-F8EA-B3D2-FCFEC00104C8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5AE45A-130B-2F00-58FD-992CA60611CD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64753A-9BF5-C43A-34E3-B855DB07F79E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046DE3-EB1A-0432-0D44-387278DC27AA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B139AA-C6FC-E4F0-16EE-1B40EF1C942B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165C02-D780-9F32-1817-F1DD403F490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96BB95-7826-E25F-DD04-0D24CFC111DC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02FC35-C4FF-1371-1D33-840B67B5189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905476-915F-C897-6330-A39F57D0B09D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F6F23A-7481-3E4E-F01E-39D9879EAD06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012F56-27DF-66FA-E940-43373FA32CE6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87809D-00E5-0D58-7789-DBEB44543EF7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FFA0F9-12C5-C41E-66E4-41BEEE2A716F}"/>
              </a:ext>
            </a:extLst>
          </p:cNvPr>
          <p:cNvSpPr txBox="1"/>
          <p:nvPr/>
        </p:nvSpPr>
        <p:spPr>
          <a:xfrm>
            <a:off x="5685404" y="224154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BEDAA3-DF26-E783-9075-4A9BF2B0779C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14F612-9664-50E5-E73F-F93F5094BA8B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8AF38C-B4A9-D667-15F2-991F1658996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7E06C7-747E-6A34-D505-74EE89EBFFB5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FCB85C-0523-D5C5-2074-5EF4949959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A13320-460D-D0A1-DEEB-5F69B94061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18FEDC-1277-49E6-94AE-6FCAE7D7E0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925A96-7DAD-8243-8530-759599E6806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764BF5-B687-49F4-6B19-39DB326D0A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69AD71-F3E8-F12F-5E41-8BE0B827A5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8D7A33-006E-C35A-4848-26B2E26E9CC9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02D0A5-B26C-92AE-2385-E4A3CF120B7E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70B2A7-A427-843B-933F-9BAF009569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77B9B-47C6-2BA5-F155-FB693060BD4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4F656-92BD-D032-64A2-468F8C2D8D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69CCA-E6B7-D839-474A-008DCDE7848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BAA564-F5CD-FFF9-F690-541757B0BED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1215D6-C709-CCD8-E57D-1BB13D1A9187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662141-D8D5-AF43-5CC2-026164962616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3C989D-CA8C-F6E3-AF6C-4EB8ECCB5C79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33737F-10BF-CA99-F9C5-96D9F2086C4D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63D8D5-DACD-84B3-2AE4-F2EBDA34C3CE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2E298A-E0DB-646E-13D7-C836E9612C1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48EF6D-37F9-DE4E-960F-42D8801C020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96B76-23E9-C275-F0CB-5C9D6D3BC7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0012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9D93E-069C-55FE-74BE-8D3F27A9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B6F75E06-0747-BA13-09D7-F2EDA15E513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D07D72-CCC9-03E3-B062-ED26639E8D1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5A20D-6A3E-4396-6E86-E6381FCE7E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7F2DD0-B1A0-DC16-DBB2-D92044B1B88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63B188-B9D3-8D2A-98C7-C1A7FB55983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B21EB-DA34-5FBA-FB77-8B4F4CC7E9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367E35-5688-FFAE-3CCE-B2C46EC166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4F4A6F-8EE6-E8D6-9EEC-6C47FF9235B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10C0A3-673A-787C-3DBC-727760A645F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D9AB3-7601-8641-BA18-EBD1EE60C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2316C3-3DBC-59E8-1702-8147C9EC7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3799FE-DCC2-F20C-D15B-DCCC0ABBD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784CD5-76E6-222D-5CB2-65F300CF0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E716FD-D49C-43BA-061A-8BD71505C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7F32D-A345-E8BD-327D-B3D8C41D17B1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F3A27-80F0-27F2-12EC-C83C5831D0FE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AA7E2-F6AB-E0AB-DA45-BEF310EB785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0DD8A-5648-F456-4150-7A8C432479C2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1BA69-F91E-8972-D446-EA2E266D6E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488C7-1FFE-CA67-1357-EF444AE1FB0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1181E-1225-354D-943B-DEB507BF66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62E894-B2B4-6510-5235-86637DB59C5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2A31B2-F2AB-5A7B-803F-D0B0951185F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4B6FB8-E9E5-ACFA-B9D9-79395AAB1F6B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F321B8-AFCB-42D0-5C59-352B752F36DB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0FF26A-FA17-B036-514A-7BCB8D4423E3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E124DC-82BE-5C02-9B0E-040AFB2B0DC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C4114B-91B4-0C6B-7DF0-4B6C26E693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5547D0-1C99-8032-5DEF-332035565ED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354E76-1E29-FFB6-48FF-D8AFAC75ABBD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A6B2DB-DD05-DF79-027E-55BB95AFE6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990383-A0EE-A73F-0497-A0C4E016F6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C3FC1E-4751-831D-7255-BA33542E254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8..11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6..9)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45049D-E2C2-A67F-3F6E-86C66FB3D324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68E66E-F9C6-497D-DF53-8E169FAE12E7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7E7933-1883-1B23-8695-CABB4B8CFD3C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A27EB0-9893-0964-C7EE-484077A37328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D8E7AE-DCD1-3FA5-BB77-AC58663C8587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487F1A-7D22-E39D-6CD9-EFAB598BD49E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F19A13-A7BD-A519-DAD3-4841D2179C3A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EF5425-7E7D-482A-97F6-768AB4FB8B0F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AD48E4-05E4-7425-A452-C4EA5819EC37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EB1156-3F38-708C-2724-90C3513AEC6E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E8AC34-D01B-4723-F729-1E5FF9945F2E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EE32E4-E6BA-369A-9935-80120FF7B13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75AEF8-B2A1-4285-769E-17D3152F35D8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7B89D2-3E3F-4375-A151-354670AF2F19}"/>
              </a:ext>
            </a:extLst>
          </p:cNvPr>
          <p:cNvSpPr txBox="1"/>
          <p:nvPr/>
        </p:nvSpPr>
        <p:spPr>
          <a:xfrm>
            <a:off x="6888895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5AA698-E61C-E267-0B32-43BFE72F3A96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397B21-0357-7C83-7D17-9D2C5EFEBD62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9A06AC-0B43-1272-D416-6DFC2E37E0F6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3FFF79-9A16-13EE-830B-18B44019034B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F37258-0F6F-D973-598E-DD7BE242E4A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C98DBB-A8C1-62CB-2284-1CA5098B2A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FBB613-8D50-9AFA-ECDA-601400D6E21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CA83145-2961-FDE4-F63A-D2A0512116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7C78D1-2A73-ADFD-4FBB-95AF0B0F584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414A3B-D32E-33F7-170F-0A3B79F6FF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3F087F-CECB-64C2-99AE-54DC653874AC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2A9C34-8E97-1A00-A965-80C3F20BEC64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A0414E-FE9B-AB17-612B-D81DBF5F76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74523-963D-F64B-42E8-A41C1B55955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ABB8A-DF04-161A-AAE8-F88BDE986C7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21096-853F-BC65-C24F-B6A127DF22D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0C50CD-DCC4-F3DC-4F58-7EE965E6032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427D55-D187-90D8-A55F-874AA1304B10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74050D-F38C-4407-9BA8-AB4275C14A21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F3A0A9-90EF-4A88-E523-87B5C5E5FEF4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7F1CD7-3396-241A-A2FD-40EBFCD68E16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1732B6-F8CF-CCC1-C353-E22AD5EB6E19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FA45F1-7097-5AB8-8E28-670146C82D9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34093-8925-7941-6D6A-B529A695320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8BB91E-2111-128E-3D6F-0F5A3851078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1381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88FE9-9BB4-17F0-3563-29C8049B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9774FA31-DF65-406D-9357-5044F102CAB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FF97BE-381D-E53F-8692-EF3285F3546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D380A-43F3-2C7A-7A0C-4C9C0376BAD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8ACAC-C8A3-D546-42AA-4630715B41D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7E7802-4AC5-AD87-E5E7-C0F45BDB21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D44EB-92AD-7AF2-023B-C4FF5E49E62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939394-1D52-0DA9-9631-CC77B9ABB46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087B32-6F8E-3FDA-4BFD-7126B8B01B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D439DB-5D8F-EFCC-FA24-4FD96C299FC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29629B-8951-77C5-EA96-548E5DC27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085012-D17C-6505-2862-9A12FBF3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E2D87A-EA93-18AF-92FF-2D4641CC4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0161AA-5185-D1A3-38A9-621988D41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F786AE-3CD7-59E8-E32D-2BA3FED8E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E17448-DFD7-C8BB-C298-A0C007E2F9BE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FBF9F-40D7-60C9-F781-54541021DC8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AB055-1428-7920-8BD3-81A9D1E865F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33C141-8A8A-5FDE-D384-7C1B26C597D1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6CF26-3701-AC7C-17F9-7F0A277DBA5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9B09A-D7D5-ECB6-702C-F3FE40623DC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E3CD9-7092-0F1F-BE05-132BF7BAFA9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209B04-ECA8-50C1-F5B7-47F6339BF41A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CCFE5D-5FA9-C0E8-5E4F-6B9FEF89CB57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01BF7D-B415-55E9-53FF-FB13366194A6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3F298-3062-5192-AF49-B654990AC5DF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245C9-8C50-2669-F2F8-BD8D58404D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7777E3-BF9C-E04A-FBD4-A078A02C499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2A4118-73AC-73D1-148D-7CCBCDE5D103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DFC39-9B4C-FA1B-45E2-0175AE566EC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CB16C2-DFD8-72E9-FCB3-09EC77EA137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F215D-A5A5-FDAA-0419-E9834705AD2F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52A5FE-91DB-C11F-5E6C-1B158D7E676F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83E6E7-D46C-4919-0807-FA6976E119D0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3C2A8A-1C96-0431-6FA1-15DE776CAA88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7C7BEF-3CB3-2AD5-4642-3988CEDF2A91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727CD0-0DD2-8CB9-D872-5E584D363B4D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EE1357-38D0-1D43-1E2D-B6ADFBA61454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929C22-092B-433A-C143-6E85C167E95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B98907-3D91-6E53-AE41-D15237113F5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43D4F3-CD3D-D654-DF4A-83F881606CC4}"/>
              </a:ext>
            </a:extLst>
          </p:cNvPr>
          <p:cNvSpPr txBox="1"/>
          <p:nvPr/>
        </p:nvSpPr>
        <p:spPr>
          <a:xfrm>
            <a:off x="6865755" y="399895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1E4517-B9E9-9BB0-211C-3D8415439F9B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81CB03-72E1-264D-8411-7862EC5D4BB3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A80B2D-38ED-E86B-D91B-97D399713639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6560C6-C51C-772D-956C-C8674C7D48A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E62EF6-CBBA-032C-0502-BCCF11FE8E79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43C744-6911-6E2F-D95C-E24D08DEF412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625D27-E78B-7DD9-9223-7DDAF6592A75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D17EDE-71C6-3E88-60A3-E609DE86C58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EC478A-0C79-2829-F06E-1C7090C2C1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5B02D9-D372-4F6E-7A70-44F7AC1CFE3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D44EB9-0E91-8B10-4C10-89A208DA38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F25389-E869-E9C3-8BF7-D1ADE53871D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E3814D-2F3E-1FC3-F06E-65A9023C7A8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069251-2C18-25C9-3AEE-11496E18474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9F0B8F-563F-1C10-E1D1-44DDF054A521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F5F4DF-8DD3-93EA-1B57-1714D369D6BB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203736-E418-EEB5-E03B-BA6A52B25F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29CAD7-7841-110D-6EAB-D56FDC5EEF6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E3D28D-57BA-D5DF-6644-0377A7EF06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0E359E-B86E-E181-B416-14154E0E4A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14B987-CCC7-FD58-3AE5-FD2B94373C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439095-8D85-D188-FA1E-BFD2B138B030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B4DE3C-C56D-AF5A-B70B-36E02704BFD9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6A9813-ED2C-6598-67C8-BE55C4E70802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513F9A-976B-DE96-9A91-9B5688FB64D2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7EE8165-CF82-BB6E-0CFE-088730C8D870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D6F486-0563-F02C-2F22-2CFB4A575C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095EE-0B7B-976D-2BE1-0B78DD59A05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90942B-439F-B1CD-3B03-2644CCDE0EB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1276FD-3162-83CF-1C45-F7EC1AC2C0A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52FA69-0CB8-3BFA-3D6A-3E511D3552C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02373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6FF3-D766-F635-7EF1-17ADE850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77272437-A9A3-0A47-053A-E25BD966D75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6B0C48-BBDB-8DC4-6735-D805CE07FD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8E8B8A-A43C-6117-85E7-D44197089CE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4A588-7E94-2AFB-EC69-BB6C0AA004C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CAFC77-7DE5-EF35-0695-8E578F97F0F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54651-8EFD-2664-085B-7FA4B6A1574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C4EFD5-F655-6E7D-79BC-4FF70148A0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2B2ECB-7FA9-E135-6AA2-46C537450F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21B10F-DFF6-5362-449E-F4057BBC136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42D025-09C9-F37B-8E0F-AEBE1E673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0B9B4E-06BC-AB01-7F90-5B27E0D11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04276D-9FE5-7C5D-C79E-B5A14010E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E4817F-8A72-796C-C543-4E1531AA9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690C40-4D3C-C945-98D1-79F6FD976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5985B-78A7-1E03-B6D4-3A1D8ABD9A35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1B41A-1EF4-E823-C17B-24BDA848177D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DBE4B-D1BC-32D2-3A26-D2981EA75E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E9F7E-5C41-AB48-07F8-5D7A541FB06C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DBC36-069A-7F94-C5F3-2D2756EF958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C00127-35E9-005A-CC8E-FC81CA79A23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902C1-6B4D-57E3-7A89-9C6744C5860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CCCC1-8B72-BA88-0A2D-F8EBD796F467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CC5370-052D-B076-522B-567E6C1AC251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8F9B29-98A9-777C-ED0A-C3D713B90D2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C95292-0F99-D6DB-C045-57D51F75F2E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2C6F6B-2287-3C2A-A6CE-208DE16999C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04B20-5B08-8B2A-C6EC-1F08B345FB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F58FEC-F64A-0882-3705-07068BB2FB6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84371-C1D7-D719-A31D-91975A9CF89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676696-27B0-DBDD-E235-3D4CD54B234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2D7B76-7FB4-01B8-973F-4D356A8D0FA0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9934B1-796C-DBF5-6702-7A42C1C4EF7F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70394C-1F0D-9930-8D73-F48A03549EC4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332B7F-AFAE-F300-B199-0859CB2C3707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6A4AAF-C605-25EB-FE1C-DFDAD43C83CF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AF5FDF-4455-0D16-8C7D-3424A8045369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D5D450-B295-D6A4-898F-D06CC88B6A73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570838-4598-CCC4-667F-3DB954A6FF50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DDC1F3-4913-EA1F-60E4-CAAB8BCE1BCE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BC2289-82DF-3D54-2291-B448BCF78F59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5D2E53-BEAE-6C43-7D3C-11169519042B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D0272B-B9B4-1086-6D47-EC09DFF136A3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7E0215-2B26-3483-5DFC-FB4F1071C76E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527AA3-ADA3-0B4B-975E-9A8B367129B2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778A4D-6EFA-35F8-9C51-8E09A68C9E26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CE5252-9E27-D945-95C7-736DAF03058C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CC624E-414C-F819-0775-013E1E25BD2B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21A629-9985-CC72-B701-C96ECB57EA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4141C2-39BD-F355-C94A-F63AF559C71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FC0CA8-EC11-88DA-2DD1-F3476B8BD8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C1C1F-600A-D8FD-7016-BCBEC1C341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A797DB-A929-07D8-E6A8-D5D36ADD08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8E2DC9-7FC1-00F3-97E1-BE823DE674B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AD06E38-6010-9DBD-20BB-D5DDBE7D12D1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3DA56B-DD46-44E0-77FA-3EE957D589FD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348A2E-EE2B-8CA7-3203-776A3369C2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620D9-FFD3-DFE4-F8F2-DC2F9077FE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4175D-5EBD-C34D-35CB-61BE739BFC7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3900B9-76D7-97E4-B50D-3D822760F0F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B1FA32-399E-A651-10C6-91E865519B6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D5C948-EDE9-575C-ED7F-715F2629295D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0F29A9-53ED-A93E-0A05-7A5ADED3F8CE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99A1146-3CC1-5356-29A7-68767F74271E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0BFF1B-2A18-A82A-E6FC-57B8C81A0934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43ACBB-9BA8-C8C7-2C06-E19D9B219720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A15285-343B-DD90-4BCD-28855FB448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0E429-8E94-A6F3-9D2C-97410D83A6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AE0B5-7957-88D0-C035-2284A1AC8CC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7ED8B8-F3B7-ABB6-32A6-20FF3B694F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A10A472-3454-2D40-6DDA-ED2F06D7E30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5168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6ED5-4627-6001-E483-9F90B2F0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29FF604A-B158-FF8C-398D-96037D9E60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B3AAC-6167-C3E6-4068-270D75A8F8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C03D94-948D-EA09-B031-FC4A852278F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31019-91F8-86E7-3D81-099CE8E4622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154A5-A6CB-7C10-D5AD-65615F281A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77667-F837-51DD-CC66-B7F198D0985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0B93D-A671-B24F-1E0F-0454A2E0D7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5FD94-AB8F-3839-800D-69914C4D3BC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B89104-02FD-D6C7-D567-74D0C62027B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9FFDB-9C2C-728A-3AC1-73563EDFE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possible 3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B4A361-11F0-24A2-ED25-0ED59EA93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D35C32-C401-7D23-3480-9F7AD8C6B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16F4F0-E963-3DAE-B23A-7404E3F9E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FDC830-E61F-CD72-7E08-2AC4C1B31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C38A91-1471-7AE2-8923-4E6317BC38E6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1AA1-FD76-EC24-1396-890DBB0BF205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BC86B-56D9-D5BB-78F1-3745E3B7D73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AC03D-CC02-F81B-B704-8D1164478F47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B2CD7-99A3-3DE7-6C82-52B279A9CE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49C69-1594-CA70-DC97-3EEF6F5A7BE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CE0CE0-9B16-0747-75B7-206EE081CA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94543F-8968-37EF-3A05-BAAF21D39518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2E987C-8DD5-0ABB-6ECA-5870C83A730D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1B4716-563A-0FC7-6036-E7847FD4A5D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AF567D-16C9-2A4F-1396-D983147BC40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EA1AD1-13CF-6D13-87C3-050C57960D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449FFB-AD38-A42F-EA4D-9C8164AEA9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FBC94C-E65C-F05D-3132-2665C33DBF4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AA963-25F1-9FAF-51D5-04584A91C1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0BCF4C-6B9C-5DEF-B90A-59D2FC98B2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F7C264-2424-757A-4850-7BBF88D453F4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D63CCE-F734-9241-0DF5-21E2B08F6C07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38FDF-ECDF-FB47-F9AD-E134E3675A8B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331AFC-ECDD-6478-9E0D-EA17EB3FDCDD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09442F-B12B-1448-938B-E71BB6B39220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8161C6-4569-786A-C3D0-FB060416BDD6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4AAC2F-A7A0-CF98-A913-33E05C4AA8C9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D585CB-9D97-E2E9-2612-C4921237E81E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C09B12-F988-EDD1-314D-5195739C2D98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D2E2FB-E07F-8372-E883-EF4786DCA84C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45E9AD-6908-DC44-D6BD-ED2E0568097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A968A9-81F9-A6C3-62D2-1819DA7EE1A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70C804-02CA-8510-3926-061FE8396788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5810D7-92DE-248A-254B-04422ED2C111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9EC387-0EAF-9BB4-EEE1-D9748A83281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D1B954-2DC0-3C0C-A944-DE73D367C06F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0BB910-708B-6945-D32D-404507BFF5B7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D8F349-C302-8B45-B748-D87DB9591E2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A563E3-01F0-6ECA-AD42-81E9BBC710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A2D8A8-4BB3-2859-723C-6C50765D546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C86A24-D777-A9DC-0D36-5684623519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6B1E15-D82A-76B5-0629-BD71F4A073A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078F5D-A612-6474-9C15-CCC9652D4A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D5D2C5-5B74-317D-FCEA-4E635872A599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D02835-C5AF-0948-01E2-72BAF94F2770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19F812-8221-CF2E-9A4E-B5CF229CB18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9B6ADA-3169-6675-07BD-35CFE880E0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2D4B0-8DC5-8051-ECF0-0A4CF208C5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385F8-46AF-62F1-D896-4E1DD3F4AAA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1A7F19-237C-18C4-0974-7B75C8E48D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36EF87-170C-091A-7A94-149DE3C94226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CDEA00-B39D-722A-4AD0-C5A7AA65F142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AB3692-0F3A-2B8F-14EE-DDF5C36E7C92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DFD537-60F6-90C1-D6A7-F4C86E1D26EB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370431-217F-E4D2-2CFD-DAA25750578F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292C73-C9B9-A63B-351C-9023A90C56F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BEA68-886A-EB81-E2B5-4EFA396459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3E815-C4E7-24A4-F618-6BE4D28C6F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D86397-2818-D7AE-D27B-C821FB3941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405DE44-EEA2-0334-53A2-5042EA2C08B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AD31F-553B-AB2A-1FCD-FB96A58754F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0943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8BEF-AF3F-733B-69BB-3CE62E7C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2079D824-4EE4-8CF5-8AFB-0C93421BD82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07BFB8-2F0F-D1A1-5A32-5BB8DD1CD9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7CC03C-FE93-6C22-D2EC-ABE42893B72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E4C75-B5B5-0236-C2EE-D840BC0CFEC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93514-06CA-2D6B-75D6-7090600AEC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31C55E-D6C5-5E1A-B79F-311BCA3D573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12FC21-E011-0E68-A1F4-05FF4751C43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627BEA-6ECC-472C-9A42-4D3A692284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27AC1C-875C-C9E9-9FBE-CE5B572F73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8C74B4-1C8E-574C-4F8A-C891FC96A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2860EB-0AC9-70B0-71B8-A27E5E9F8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C780E8-58BF-7A30-FCF5-932BB21D5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F5152D-7AC4-3B98-BBCB-7C1F00E2B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BD6049-F8A7-CC8B-9769-AB5F975ED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39F860-F450-BA7D-1C4A-50B2F8BCBB1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F3493-6B48-ADC5-646E-82B7CB0EEE00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4ED66-9B9D-544F-20FE-4D4DDE72CC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020B3-B2F7-6E47-95B3-CAB7A496B3EA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BC08C-52CD-3C02-820F-AA452F4E2A2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FBAB3-C620-444A-4762-53AF4F38C5D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71442-0376-93BD-C7F0-D3FC2EDF36B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CFB789-7C44-5F21-BAB6-72790D628138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0B93AA-990F-739B-ADC6-450CADBD623B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2E2F3-197A-BF77-D863-85220A994907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6602A3-A76A-5302-9BF7-D62B4BE3DD3E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02153B-B6E0-29D2-0F10-CFB9FCC69B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532ECD-A78A-5420-87B5-008410536C4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57F149-5B2D-214D-920A-397636834D4C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C07A7-AE71-172A-5169-177C4D81C90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34A229-4FC6-8DBF-BE31-FEE731B4AA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C005D7-2123-5877-0D5F-B26A95D67A7B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04428B-F49F-6852-B43D-AA549C349494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8A8C7E-F03A-3AB5-1F11-70E35161383F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024636-5558-9511-8FBC-2E0DC11D1835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145D4C-1BCC-2CEA-2190-D87DB85071DA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32897C-B95B-70A1-66DD-207D5C2AC554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F5A2DF-3B1C-D16B-8BEE-09A15EFD16CC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569E88-09AA-8C99-3248-5C99A676144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9117F3-B33E-8970-8FD3-B768EFB32551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91C5F1-A270-5D56-F5BD-B4F6C44C513D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D8B376-BCDA-929E-4409-56C6BEDC06FC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FC46C0-47A6-BFD1-33EC-FE3D3E74E5CB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B4684F-05D8-1682-18EF-DA318A2598EC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72DAED-8D2B-5C53-FC7D-955721A39D25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2A55F7-82B1-A107-1F30-EFFBF92E3C7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0F893D-3A45-8BA8-3F8C-BA72F0FD0B9F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6DF9B3-7364-27CF-6A3E-3B942633E29D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DE607-81D3-70C4-0041-F666ADFB1D0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711DBD-35AE-ADB0-6A87-FEB531E825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62B544-FFF8-7648-953B-22B9342C83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C40723-DCFF-EBC4-391C-01932A464AF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2D5D24-E0F3-56D2-E2D7-D7E70B8B4B9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72E91A-7E48-5DF4-CA95-538B1DAA6D3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34C860-342D-E551-FCB0-2533032579CE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38DA65-AD73-7A9E-C4B6-53C5DF02C13C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7A9D17-83A1-29AD-F5DB-3F2BBCF1C1B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CCAD9-E96E-3E0D-7859-3F3F356BC0F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634E62-298A-A124-D87C-5DC1D14C914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2757F-E98C-B4C9-E389-E2423B04DA3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59CCCE-6D57-79E3-26BE-D59C0D8653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DF5991-BE85-0F74-CD6D-A8124F8DFA8F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78960F-A188-C6D5-04A3-327C1556F0BA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A00F72-E2DE-7A71-3956-CCF332D1F623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735333-4C4E-D578-5B86-1E45316CE04C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866442-9AC1-63A3-5C42-9ED6566E7EB5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A60322-0D08-EA59-C222-B0EBB1E94F5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83F9C-A54C-F814-6DF5-D5E13C70A7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CBB609-B4E5-88C2-C02D-4E4D96FC76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D6CCCE-B181-63A6-EC90-FACE695EB5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402837-8D45-2912-F0A4-49DB9655A4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DBB1E1-258E-A3AA-B5BE-0AD962BAEE3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74229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DAF9-48C0-E967-EF8E-EEB5358D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F17072D-5824-D53A-0CB7-E99DE1263C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1F097-7D16-05BB-95BC-007A9BCA128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7D75824-18F1-0813-980A-EB0A1C2F34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0B2E8-F428-5DF3-1EA1-C4A345A5BD2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AB5F15-B1C5-1371-F62B-8F3B0550114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E44016-29ED-F689-C3A3-BA1F312B50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2B366C-6C5D-00AD-34EB-FFBD4E28CC8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273F86-D2DA-701C-177F-A93A1B59B6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64DD2D-E201-8046-515E-3F5F56138C1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CAA860-670A-496F-C17F-0B893A36F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The third leg of D has to be a pair that sums to 11.</a:t>
            </a:r>
            <a:br>
              <a:rPr lang="en-US" dirty="0"/>
            </a:br>
            <a:r>
              <a:rPr lang="en-US" dirty="0"/>
              <a:t>Only 29 fits, and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B16FFB-705F-02E5-9C54-45DFDF60D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D22C13-7853-4F9A-1EBD-397D8490C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2EEAA3-364C-A224-27F9-21D9412BF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CFF493-3932-41CE-7498-6410BBDC1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02C458-0342-0E7D-E9A4-135A032CD5F0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15A38-DCD5-EB02-D766-188568F9A7AD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97F45-F134-7881-C256-6511F515DA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11C22-8A42-A003-C20B-A672B20F8A29}"/>
              </a:ext>
            </a:extLst>
          </p:cNvPr>
          <p:cNvSpPr txBox="1"/>
          <p:nvPr/>
        </p:nvSpPr>
        <p:spPr>
          <a:xfrm>
            <a:off x="3138310" y="25478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7541D8-451D-072A-568B-F164B111477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AABE9-5CFE-4D37-EBDB-2F4CD80EEF2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056B8-2579-7B81-4CDF-69F3D6DA73C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3A41D6-C9FD-8584-2102-1A157F2B6638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C89B6-E0F6-5557-70F8-F7A314499F02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81378C-2ECB-0296-0FC9-AA9D0ADE935E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361313-19A5-0FF0-DFE5-49F2DEF9B7A7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AF4B2C-E5BA-6628-913F-DA35F914A96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6D0B43-07FE-12EF-5532-BBBDE22B84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1604F-AF0D-EB9C-8A1B-7E839568AD55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18163-83E5-9306-E4B1-F1FD6B0A33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B7594-69BE-1452-CA40-6EF9E5D94C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8D1BD4-1F6D-145F-0473-00E46844DECE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6..9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BD4761-695D-65AB-D56E-8A2632465FB1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AA7ADD-DAE3-8144-F2AF-EBC8D2718AD5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705C0-686A-1C34-9894-97C31A2D2216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F7CC59-E97E-8897-31E0-BEE7B40BEA73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B8B45A-CA4C-2D70-946D-6FC076983D6E}"/>
              </a:ext>
            </a:extLst>
          </p:cNvPr>
          <p:cNvSpPr txBox="1"/>
          <p:nvPr/>
        </p:nvSpPr>
        <p:spPr>
          <a:xfrm>
            <a:off x="4645378" y="373883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818653-42C7-CCF1-407D-454EC075C308}"/>
              </a:ext>
            </a:extLst>
          </p:cNvPr>
          <p:cNvSpPr txBox="1"/>
          <p:nvPr/>
        </p:nvSpPr>
        <p:spPr>
          <a:xfrm>
            <a:off x="6379693" y="249453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B3C93D-99C9-8099-B5F7-5B0FBF37A1A8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338F6B-1D42-E8F0-3343-D7CDC67D2AD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940868-5288-0CA1-D574-F2A9F65E207A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2C4072-FF87-5FD7-5996-FD345C3842EA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E29030-CB1F-A66E-1FB9-BAF78B0604AD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809B01-0FC9-1673-4822-EDF451FEE4A9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318F4C-31FA-0541-8596-9C66FC053F5E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4269FD-1D46-72BC-3615-E1467278BC51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7F40B6-EF40-95DE-1885-23A54747264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E58FF4-D340-604B-81A5-8722F04D9A1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318A5A-BE26-E2BF-E796-2824868563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A779A3-C827-FAD6-5629-5D6CA156EE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A95A2F-F483-B6F9-5021-BF5ED2BE1B8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00337D-D601-E72B-EAFC-F628900A6E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83348D-0F21-4AB9-CB72-CB68F59383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7B003B-F245-8D14-9763-2A5216A466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12576F-C376-0019-0CEC-2D42A88FCD3D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0F5DB0-7A06-0C32-3BE8-1764509B3A3C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99A3C6-7840-B539-D0DA-7F49F475C71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4C0B1-8150-D85A-73D4-0D487CCF9D4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9E790-CBAE-FFC2-91B9-D01605EDF4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6712A-6AD7-5410-EA2E-5168701606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A03E55-959C-33FC-8058-61B9B05F83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2CB8B3-3193-3C58-ECD3-0C1CEE22148A}"/>
              </a:ext>
            </a:extLst>
          </p:cNvPr>
          <p:cNvSpPr txBox="1"/>
          <p:nvPr/>
        </p:nvSpPr>
        <p:spPr>
          <a:xfrm>
            <a:off x="4645378" y="7747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17428-DA4D-4B98-1B96-CB6ED6C7077E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FC1DCB-B5DC-B070-949A-4B86FAF047DD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6FEE38-E7BC-43BD-95D8-4C85C47268B0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E3BB43-8357-8B7A-4CAE-F3FCF7F87825}"/>
              </a:ext>
            </a:extLst>
          </p:cNvPr>
          <p:cNvSpPr txBox="1"/>
          <p:nvPr/>
        </p:nvSpPr>
        <p:spPr>
          <a:xfrm>
            <a:off x="3654289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25B1E4-B68F-D320-6B7F-AD9845D301C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DF51C-D529-0D7A-FAE0-676752F2E58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998AE9-8289-B587-34B3-DC7AD778B04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390ABC-D42D-B45A-1CF9-A3E74D95713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8BCD24-CEE2-85C8-0288-BC623F8DA03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9D8914-34F8-B3FC-9C1F-192195C5A3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84D9BD-6452-AC7B-0F86-3EFA046EA02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87EFF8-CA30-3995-9DC7-F97815A7C57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24095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1CA5-AB19-6219-D473-1B27D065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D5FB7F5C-9F41-9BDF-7D4F-28A2859C2AE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55096A-8EB3-29AC-8174-FFA455EE60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4214EB-7C44-7D31-CE3B-7E5E767382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D7FE0-E395-BB22-A99A-888EE996BD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DB104-BA0C-4AAA-36D3-53DB9A899D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BCD0D-B955-2640-C8A1-F35C936D1C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8A9D7-3795-CA09-5F7F-9B02CF9BEDA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453092-66E2-1A12-D1EB-C26AF83CD09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5EB850-C90C-84AA-6A32-6BE0C0FA31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129EC3-E3B8-72A8-0A3F-F6CCF307CD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B61A62-CB40-2AC9-EDD1-0EDCF8C797F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382377-0912-F596-A11C-952A5837C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E015B6-F2DD-4443-C08B-F847C397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EBD5A6-CB26-7C4C-16DB-7B5A4B138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02CB65-B270-A71A-5777-AB930F092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869F7B-38AE-58B1-FADC-A36041879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A71C7A-17EB-0232-F560-E73DBDB35C9A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9203D-F51C-ECD1-1BBB-C3E2F002F15C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F63E1-D870-4171-E639-9C99174F2BF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A81886-00F0-0BEE-2CC2-5CED516DA0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A721F8-66B8-78E4-CA1A-0C1A2814323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E2771C-EEF2-DC8A-21BA-C64816A980F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F0A6B8-387C-9CBD-D6B7-BACB879C514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9E88FF-D33C-D279-95DF-0712FC4DC65D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EB2390-962E-2B1C-40CD-0C675AABD48C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9F7CCA-BF20-F9D7-7828-5F0998D30B31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E5C5F8-8939-68B5-5716-CB32F507D6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4755E3-DABD-CB2B-CEA2-2020F5A2816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9536BD-7AB9-F9F6-E13F-4D827208F79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74745-5633-59AE-D5A2-F4BF6A7EC6F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898BEB-1E60-F622-3F70-B099E6821E2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55E4A-1B56-13EF-49FB-02AE3186337E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</a:t>
            </a:r>
            <a:r>
              <a:rPr lang="en-US" b="1" dirty="0"/>
              <a:t>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5450F0-6160-CA0F-3D37-408B1D0E5B65}"/>
              </a:ext>
            </a:extLst>
          </p:cNvPr>
          <p:cNvSpPr txBox="1"/>
          <p:nvPr/>
        </p:nvSpPr>
        <p:spPr>
          <a:xfrm>
            <a:off x="4856331" y="94550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F631E3-D595-5383-8A26-1664C78A5489}"/>
              </a:ext>
            </a:extLst>
          </p:cNvPr>
          <p:cNvSpPr txBox="1"/>
          <p:nvPr/>
        </p:nvSpPr>
        <p:spPr>
          <a:xfrm>
            <a:off x="3133745" y="2236584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842A90-7149-01F4-E4DD-4D326571BC9F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51AA11-179C-734F-630A-7B6C6954CE06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1E1BAA-B793-57AC-93FD-38566A7C34AB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E6798F-C167-6220-E6A4-4819AA3FD382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2DE011-A165-FFCD-F496-B4C777D476C0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C2EE89-1F9D-FC6C-D343-4342DDD7D7A1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ED414A-52E3-9004-F2CD-5FF91AE09E88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6DA84D-7BDE-370D-03E8-6E643A3CA91C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8962DC-D778-803F-71F6-8EC07A7F23AB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4BF811-9FED-F8FF-421A-B94FEC8D599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F4724C-A22B-F66A-67AF-0A2486FFE56C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1AEAC3-5B6D-3873-FB78-8A96214003D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4A4B31-7307-1435-E0BE-655F7694526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91A949-D3D5-41D1-6970-CDF31B3A385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3A4DFA-74C6-6F55-8BF4-821FA4C4406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13C59C-F66B-4759-16DF-66C1FB20A49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274A8D-A7B3-2CA3-9D75-42CAF806F0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B80CFC-71ED-659C-CD80-471CC0EC20A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233C21-7246-854C-987F-56C3142EFE8B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90DC83-6AC1-EE40-0BA4-6D70F701E889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38C078-1C8E-61FF-AFB6-8D7781414E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28A863-BCEE-CA2A-6F64-9BCF6BDFFF5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3C6691-8DD8-8DF1-7E37-BE73B3AE139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0C4987-FD6B-34C9-A976-8AC225516E7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B79B6A-2291-9FC3-8235-441AA7905AB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B83CB1-B8CD-234A-40A0-A8C203C1CDF5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101DA3-5EE4-E862-95B5-4E409F372D7B}"/>
              </a:ext>
            </a:extLst>
          </p:cNvPr>
          <p:cNvSpPr txBox="1"/>
          <p:nvPr/>
        </p:nvSpPr>
        <p:spPr>
          <a:xfrm>
            <a:off x="4140296" y="12674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9148AF-B41B-6FF0-198F-14C986CBA893}"/>
              </a:ext>
            </a:extLst>
          </p:cNvPr>
          <p:cNvSpPr txBox="1"/>
          <p:nvPr/>
        </p:nvSpPr>
        <p:spPr>
          <a:xfrm>
            <a:off x="3793632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A5D592-83C7-88AB-542B-4CA3DDBBE73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52FFB-D24A-236A-206C-3763A51E7E7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9B0B9C-CDE7-44D4-3D4B-C267FFD4774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960569-003F-5EF3-AA89-ED2C1D28F4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CB8A4-9342-38CD-0225-DACF2B75F9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0C191-1642-74C8-4910-0BD2C39B89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31FE6-ADEB-F0CD-3F0A-B9B4EDE7ECF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DDF5763-C930-6B48-E8EF-162B3D7E7D0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19F0B9F-9674-B593-3CBE-D9C96C0C5B4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69369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E56C-B7F6-0636-A134-6A3E3E2C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4FF8D29F-C68B-2481-F453-E2965E0B1C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2AF1A3-608C-73EA-B828-692109CA16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C695C7-4878-FCCB-6030-11B67B773F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95A4D2-52DA-D473-9305-404A141E40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A41EE-EE48-FCF3-9EB1-F783CB273A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39293-C678-5BF2-30DF-2345CB8510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AF9BE1-0ECF-60BF-5445-8BE79E42900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8BECA2-D170-880A-AE28-ACAAE0591F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74792C-CC06-25AD-FFCF-65184CDE92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08CCD8-1B71-ED9B-1D6A-3D3F9BBBE0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934172-B074-EBBF-8954-61FCE085C5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967019-661E-5034-3DDF-B1DC9653B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37D1F2-2F50-061D-E7AF-92D54E6E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EB33EE-3E43-18E7-F798-EBC43127A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03D249-CE3C-8DF2-FF1B-B88E299B2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27F19E-2E15-96B3-4D51-176167419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570A98-A11F-5DCC-71BF-87837E6AA2D0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21BF2-934B-4AF4-1967-E5FADFEB2F3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1E1BF-ECAD-ED7F-6B9F-B5B870055A8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2ED523-F48D-C066-6A84-23FA4C880CF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9908B-9BEB-212E-37AC-087F3627AE3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807B64-59EF-A7E4-5B5A-48AD3EC17A69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CA49E6-D6EB-58C1-FB8E-ECCD99FA66E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C7B7C4-48CC-6626-9D2A-5BCA5A8E364A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15943B-7CEE-F281-716B-40F6D92CAE72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3E79BD-1006-1126-B571-DD033CA301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4EE16B-D460-9234-641A-689558E9DE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9AAB22-6594-3F09-5415-A30C5F2E4AAF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3B8EE-E813-1C11-4F95-25279537540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79C6E2-FD79-2DF3-E89B-10D5E8A95E2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8C0DF2-F898-259C-D9F8-7602C5DB902A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1B472A-8BC8-A38B-29B0-7BF8226605B0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B689C0-834F-3BAD-6C68-BCD445F1E9AD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5A1FAA-B3DA-4F89-5C60-08C2F7C5CEC1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77056A-DC2C-D595-0E9A-F11738FB777A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A0EAF4-CC12-4ED7-0018-5392099E9903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AFCF13-7BD2-2FE8-BF36-6F58612DAD9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EEF04-D401-6A90-094E-8F6E72603773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657FA2-BDC8-A573-77F3-35C69F499E0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38FDBA-0835-5667-1449-2BEEF5B73D02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EBF062-F947-6BB6-6E83-E71B94E000A4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B0D55C-0901-19BD-7073-A15E230D171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E93271-BE8D-5AFC-2DAA-F860478D6819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C4BB12-E1D1-02C1-0034-892EF431EB4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FFE293-9833-0046-EA65-CB3C6DFDFA9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3B13DA-D3D2-1751-DF57-03C315C705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27A519-A451-279D-BF46-CE51ED2585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E4B8E8-D67C-2671-6DD9-28CF7AA75D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825EE1-D7BC-ABAF-17A1-F33460E5F5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84A1BB-156D-3917-8E7D-AF0C1BCA91A4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6A7F35-EA30-0437-79AE-C2C76704EB90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64C381-2A57-4394-BA80-81D0D9AFBEA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E62A5-C341-BC6C-FE0A-6C8D743B87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F2F37-2DBD-EB73-B4CA-306FD1869B6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BAAA7-63EA-34FD-7606-EAFDCF17FDF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09E53B-0F56-AF73-8578-2ACDAE1BA8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18B603-4B7C-9962-D807-795F1DC3A4B6}"/>
              </a:ext>
            </a:extLst>
          </p:cNvPr>
          <p:cNvSpPr txBox="1"/>
          <p:nvPr/>
        </p:nvSpPr>
        <p:spPr>
          <a:xfrm>
            <a:off x="4279639" y="14382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FF47556-526E-B9E9-97AE-6F4E7F7B4E1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A497AA-BD45-BD17-BD57-2349B62619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C2B7A2-A5A5-CB94-8FFD-D3657E5A31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0031066-E34D-EB18-646F-02AEA7F153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48B9A0-6652-9BE5-0851-B580CD44CDB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23D922-D92B-9545-A660-9708FE36B9C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96B82A-20F5-E671-4BD3-BB1DAC41FE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A9A167-4AE4-2E8E-AF3A-E446DA9135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1B077-74D9-1785-DDC1-59298B5D5BC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465992-6044-2DB2-4D73-D8CC33AEE1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BEA954-BA6B-3372-3885-55A439E65F8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8106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2C10-5772-EAE8-8185-58486D3E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5FDD67AB-6E3D-0834-B6BB-13C0C1994A0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ADDA59-F8DA-AEAA-CE99-7296342F50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E1B10B-226C-157C-AB7D-16C20BB505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0A2E5-C813-2E78-5C1F-07AF595986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A6D872-473E-835C-EDDA-3DF92650054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42353-E2E4-CB07-6070-2A356B149C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40B7E-4A96-62E8-5936-69BCB1D671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42295-8B2E-AF60-DA6D-EF34EA66C8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52B1F0-4132-E54B-49C2-F58746DFED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38ABA4-824E-7611-68DA-0943D908B2C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48B9EB-D8E1-2CFF-363F-71804E2942E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62C33F-5E0B-72D2-6573-725965327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02B6E5-4628-E232-4166-EFD29719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15DE78-009D-07D9-7EF1-45F028B98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6A0E31-D69B-6546-2FC9-C5069DC8A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222CF2-8EE3-1CA5-61BF-C7E1065B4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017B22-DD81-DA57-91C5-9F437016A257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1A16E-00B2-7F76-E32D-487298D3D1C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99F918-E9A0-7272-FE51-9501409BE5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099E4F-FCA6-0A80-6DCD-8DB576E122C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7D5C3-FE2D-537E-1524-3379CD91B1E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566073-74C5-37A3-5687-2A99F3AB2B39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0518B-EDFE-4FC1-0DB9-4264EC34B328}"/>
              </a:ext>
            </a:extLst>
          </p:cNvPr>
          <p:cNvSpPr txBox="1"/>
          <p:nvPr/>
        </p:nvSpPr>
        <p:spPr>
          <a:xfrm>
            <a:off x="4645378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16DDEB-ED73-5B54-D3D1-216448EA337D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BA8C4-0D80-89DF-BF3C-DDF90A0A8DC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075836-B88A-4D8D-0C7F-94DA3CCA04E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3C9CB7-ACC4-58D7-AAFA-91036E8128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6D742B-6DE7-5C5C-707D-0C08939F4B3E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23367-9004-0BD5-A2EA-D9B8B4FA665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286FC-6496-A9B8-A04E-F4F20EDB19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95BFA7-3946-4A6E-10FE-D413FACBE59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0FB60D-78E0-931A-5D1D-F3AEA4C2C82B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708A64-8C65-EFC2-AC16-4440A386BE6F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AB81C7-85C5-0F0A-5CFE-BCEA20AC302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8F56B4-33C6-724B-3B40-F2030208A958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DFBF23-CD4A-74DB-2DCF-A0FF4D358F11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9F054E-4D49-1C77-B816-CB042FA6B5AB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3CA36A-7F67-9A92-6264-B9B4BDFE5F67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078158-D0B5-564B-C4E8-232E0380ED3E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AF3C85-8EF7-0B7E-08F9-D8E0A6EE2E0F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85AD95-E0F9-7F9A-5239-E04E496CC399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8E5530-ECA8-E8E3-0D79-4DBFF8F4462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0F2860-0EB8-E0E3-0E01-29EF75D835CD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9E81F5-A4F5-BF30-7F7F-C930EDFAED5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9B16EB-A4CA-ADA9-B184-1C0AF6CEEC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F1788F-D3AD-F5F6-2DFD-19D6DD0D6AD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83E92D-2026-1B18-F592-26342C1C5F0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F47A00-78F8-1875-B258-C9733EAD50F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BAFDA-178A-6BCD-828D-BF99699C67DF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D060F3-9FAE-B0C3-7AF0-381126B39309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6E424A-8E01-C288-8D84-335CC5C77F9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83D325-E20C-481E-7E07-AECB3700DE4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513C7-CF6F-5650-B333-E76B9EC1202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4A716A-D24A-C159-7FBA-B19772EC525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F0CD97-238B-4D8D-9231-8C9D4DFA06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BB7071-AAF6-1A71-2EAA-C426FA18B12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86B43A-EA83-66AB-2298-A54743903F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73B086-8283-5B5A-C39A-0CFA7CC3BC4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4FCC19-F129-B46E-1450-72B4F7AD3DA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2D9E1C-AF64-4782-080E-B4524D831F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43F83-554D-C913-A9E1-7E61DE7753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9BF5D3-DA9D-9F3C-D6ED-8ABB18ADB8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6AFD19-A15F-F300-93EF-69CA60C1C6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83A29-C094-31B9-799B-F61B5615CCF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EA0984-CF4D-D122-3E70-0F736BF6F07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D1AC9-D7C1-AD41-670E-5F04BC2EB6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F45241-3E17-D66B-DC00-FFA558649B7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80166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F351-E9DC-8737-110A-71A12C49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D45295B1-37D1-7D30-B6BD-A3BD398F337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727647-650F-0881-94D1-FED9800ADF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3B76C61-FE75-C3FD-E915-ED05F80A89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658CC-4E36-527B-C9EE-F13C47731B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1BD569-5AE4-EC22-3146-8B2C3FB322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978A74-D800-2804-B3F9-9C8D97907E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B1ECA-48FB-911C-8BE5-BE9661F997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9A1E65-8A21-9A84-3910-772E0982143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E90491-4CF4-6A37-653B-B7F3DCE11C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141FEC-2541-2AC0-5E1C-B8A653B6454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9C8606-617F-8218-25B2-CD68C652D1B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ABA49C-DA03-25F1-30BD-DAAAB55A6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EF0EB1-1165-CDB7-BAE9-ECC4B3775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6D7503-2E90-970B-8D63-EBE7EB59B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A79A91-0A49-67BF-DA09-76FD6F3F1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8FE3DE-5423-1C59-1DCA-D562BC767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3AA219-8DA9-B569-E00F-5CED60B1E606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43055-FA0D-B484-DB0C-0D6C45C9D02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CD33C-733E-5DC4-E591-E2635D84812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8CC2CF-A9D4-FC7A-8DBB-14B80AE917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69C373-EBC3-2AB5-0E31-6A9AAD151D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6580DF-99FA-F35D-D018-937E582525B9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2DEF77-07D7-5F7C-9F4B-6C073305C25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AF0254-2AD8-6BC8-20E2-04BE48FB18AB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902317-FE94-19E6-FBEC-237656F9AB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333B25-406D-965C-EB61-CD75D11D09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94DCEB-3A79-9137-1308-8598258B18BE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3ECE1-95C4-EB6F-03F4-7D86E7576E6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A72D11-EECB-15A4-5FD4-F55086E3FB1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D27C52-93B7-3F74-7543-FF83EE01103A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13CB61-AB74-1CB6-882C-F36318AE5503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87E368-BA55-9563-D2F7-A4807C4C0430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CC19A5-BBE4-16A3-B323-6F157AEF0F92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17EDF6-72B2-0AD4-D7BB-605B88EC9C94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92E360-A404-EE76-9385-6FB5670508FB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AFABFF-044C-6295-BCEE-D20E4B3C123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FDF009-0204-E92E-47EA-C17C2A901FDD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B05515-EDA3-1335-0E97-46AB9E9EADC2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C8AA67-E8FE-5BA0-84F5-8FD9325DEA49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6CD1EB-EEA9-299F-E9EA-74EBB4C8E06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CD6016-87F2-F41F-5354-B3C90620002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4CEADD-4AC7-8FF2-621E-EAC671E66D9C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93A842-0181-9BFC-8333-1A2BD5DAF8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82E4C7-BB75-DA8C-51F6-5E3CCDE6C5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68C6AE-AD7C-0DE6-CF76-4AD2A99CD7A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9F9808-CAA2-4F89-3143-815931117E1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649742-94E8-2F9F-1DCC-B48BEE763A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892F99-A5CA-3C4E-C338-7C31059CE9C3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A120B2-F631-BBAD-7D6F-BE513CBE1ABF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52A036-C506-8DF6-1186-A41EBD9B21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9D1CD-816A-2D09-ADCB-52D627C37E3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93C1B-3B03-014A-732A-B02CD11D0E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E5348-CB9E-FB25-903D-87B7592F7F0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439193-BC7C-1BAA-EF9B-A61D6EB197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3A7032-905D-C90A-5A13-F960508A57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91A558-E992-999B-624B-50944A39A2D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995904-2520-7862-A496-53E5CE84C44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EEC5FC-9017-0B1C-F5BB-3DE572AD1FC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AA9D5A-A6B2-7C49-655A-88E86C72C1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6F1BA4-6372-508C-752E-2DB2B92C1D0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8A00EE-D02C-3A49-8A8B-0972ECC5538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7C2BDF-B2E3-185A-4506-B8174C4CF61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E42A3-584C-ABEF-77C6-828F839AF60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B515A-67C7-461B-2367-617C52525B1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A130F-D8E0-7029-5FDA-027825C8B50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D7B3BC-A980-E9C6-0360-5D278BFA8B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1619E0-64D1-E8C4-47B8-2A16426C30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4739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DEBD-6ABA-B8CA-C80D-82A2BAB2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7374F4A1-5A6E-6C94-BB6D-4B847FDAA2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84026A-15A2-A6BE-1F89-EEB5D6FB532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99DB6FA-5EA5-2795-7347-F66400DEC42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86F3E-27B6-8CF4-88DD-9FC5108C5E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8F3B97-34BC-F56E-125E-45CF6EE7849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F0D74-0DFF-FF70-F46A-AAA5B2648B6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217A54-226C-F959-CA00-901186B11CE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30F10A-C71C-B8DE-0F2B-A7523F68CE4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C5AFE2-AF87-7A17-706F-8810184F6F3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5F57AD-80E1-28BC-8CD6-92EEF89C017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B96EFF-CDDA-BD3A-8A7C-175BD1A29A4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C37E1-22C1-7936-A356-CB1CA6BC7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246148-BCED-1B52-ED24-2F4B52BFC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77C1F7-E74D-15C8-F15A-9090E3FC3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FBFD41-04EC-4ABE-FCF6-D3F2C0194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0B8A84-7629-0EF6-079A-6A61D46AD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32B5B0-F805-B8F9-ABFC-5DDE7499E5ED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33B34-D60B-D3E0-3D49-AE9C5327620D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8CBF6-E076-8441-5CF8-B4F68D7FAA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979DAE-542B-A034-A36C-9D1FAFF606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721C01-9668-CA81-C61B-1D9605D2D98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16FC51-70B1-9E72-ED88-A4E5AE88656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133237-B37B-417D-2A1B-09DF596D14F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9355A-F9A5-2154-1004-5ECFC29F653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4B02BF-9E4A-EF2C-33A0-B73C9D9EE6C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CA890-B182-30CA-8147-7E8B69695ED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2A3E36-D9F0-64EB-05E5-A02FB68E5C54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B4154-1963-F473-10B7-DE084896EF1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29905-3844-B557-1138-E20243F506A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BB9AE5-6073-1C3F-24AA-5B78DDC4B7F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50ACB7-6878-6CA7-FA9E-CFDA0C87C985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1DBE59-E9CD-2615-9163-EDF44CFF8BB6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32A31A-E8E3-340B-40EF-3C7B0A52E707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C9C5C8-3C48-FA72-0036-16184B273954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D7AD14-9F51-93E1-9C4C-B3A78CD3B522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C2B1AA-982D-23B8-9F78-DCEF6FF94CC9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78FC73-4447-3D8A-A6AF-8361784A4B8A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3267E9-00C3-6BD2-DABD-CE6A4149A779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44A72D-760D-637F-FC61-C39E8E620A10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58630E-EA9C-67BF-3452-0EA6DDC34675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72206B-6B4C-27AD-6315-15571D3CA2C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2A4649-4496-9358-006D-27B95D9DB25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6532EB-C309-CAA9-8CCD-4D56738B946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A5B89D-02DB-4CB1-8E64-9BA8D89B809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79A7C2-8352-D035-7664-725A33CA1CA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067FF0-1578-F6C2-7D23-D05525F64E9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38FD82-9DD8-9545-D6C1-259D823ABE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F95902-6894-92E3-1ECD-8C8C81679596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F5FAB5-22B3-93F7-2316-01D7E600569D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EE6649-C3A4-C78C-7C41-ADDBFC13B7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282A38-D79D-2777-6293-42F2DFE889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6710D1-9C70-CE8C-81A7-0B6CA197F02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1B5A38-B4E5-8A13-9265-9A888EB2F18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4D9332-3F53-19E1-60EC-AAC9656E18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CFAAF7-5BBB-0E85-0F4E-392E18B1B7B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D61E7E-AAA1-0B81-9DB0-2EE10FDF36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E675D2-5645-689F-56BB-7316080CB7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CA71D9-832E-F4D7-C399-ACA784BEEA8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B3446-6D8A-8D22-1105-A3BFE12443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D20F33-CFA4-B080-72B7-95C0B139A9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9F1BD0-AA1B-E992-230F-F01B49330DE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D45AE94-8DE1-657D-2C22-8CEBAA9A7D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338D4-4163-E593-A496-959633104B9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89C0E6-1B08-9DF8-CD6A-2F01807BC8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5E519-FD6B-5522-5095-BD3F7327941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95D0EC-5907-BA3A-24F6-DABA3CD7121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36C6B1-5A6A-1D85-2CE8-36BB4A626B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2859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6E7C-0052-0473-90EF-5A24F0C3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F5BCA4ED-934E-A0EC-49FB-A42EA057FA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E1B52-B870-AC79-923E-FE691BAE33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42FA39F-CEC5-1413-339A-D32EA9ACB7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227BB-C7FE-081A-47C9-069177739C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7DA19E-6620-F5C2-7C18-A29CBC0F3DB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2941F-A024-B53F-6A14-2F422E7ADAB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9D321B-1519-60E5-4842-AEEEC943DE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5357FE-73F4-3F12-B5BB-92F909A2F7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FF2505-700C-E0AB-91ED-4A975A0758D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3FA09F-1E29-26AB-17C7-2F3BD78D1CF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B40EC5-3D6A-4AF7-3070-DB30B9FFD1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4D0B6-257E-B08C-0F34-331B7CE3B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possible 5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7D5B30-4629-0D98-1058-400364FB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5510E2-F376-57FA-C8E3-889BEF5EB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67CA87-D058-6CF6-2F7F-A0BC3B4D2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5B0FF6-FC19-E490-1621-107664B27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784377-FCD5-D921-922D-9374A170B34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98337-68FE-DDCA-1C77-030BA87CBE10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62BE1-59F9-1607-D8BC-DD380B4FCAB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035673-1B19-69DF-DB15-B70CDA53798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ABA477-897C-9585-BB5A-21DC08AE6A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06791B-C2C2-AE88-0C08-0B82083061F4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82D9E6-5401-1815-D0F0-822D307E94A0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F7B36D-32FB-72EE-D786-2C4A1F503F2D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1D1E2-8A83-9A4E-B0E2-70FAD3A078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05BF42-881A-45FE-8A69-775869BC91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0B8C68-0187-7C5D-1B78-15AC6F7033B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24C86-C1C8-CEE5-684D-AE1927BB0D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F599EE-F545-E5C3-39F1-352487BCA17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D31E1-C157-CBF4-D79C-29FAD4DAB8F5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3FB152-4064-2221-2773-C1BDDE39A1E0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A8587C-1F6F-59E3-AF00-E479E4C914BE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C1CA0D-9047-494B-5FD9-850D216557B0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5B0395-324A-7B84-3D73-165A37CB7031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5087A7-AC4F-7E33-096B-09D24AE6BA27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A8747C-C0E6-C928-451A-447E59864A21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25A135-AAAB-9668-5C46-DB924738B85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268E16-BBAA-E5BD-1A16-10BA1388F410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557759-277E-07DF-F43C-AFD0DE148D07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267A5E-C3CC-2895-CC7E-4732E0BB620B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DFB5F5-3D5A-BEC9-E01E-A92B765A8CF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C52F09-0BAF-4FE0-4321-76496C781AC9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A48994-88CE-A86F-F2AA-ECDC4DDA62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EF8DB0-712C-6280-E31E-CBBEE0806F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8CA95D-9012-1C84-0A91-C276925A6E4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6C1C41-A55D-C31A-9F4D-179BC01D40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271A58-26B5-534E-EA65-F04F524B812A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84DF74-3300-4178-27C8-E0FC11F6F117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230D13-AD15-2796-8682-E75D0B2F7A7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B867E-1FA4-8B0B-DF4E-833237E3A40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79AC8-9D42-B88C-2FB6-F35D049B59F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3BF9C-FE0C-7C9C-C5A1-5F96607F97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A43E9E-7588-59D4-D89C-761CAB97CA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D3A2A0-3E07-C7D7-1725-E8DA9ADCE8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E5AA17-9E44-0EE6-0C88-A4FCC7679B1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EF7C3-258E-CC23-5B17-7FE87B517CB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489D53-9E1A-408E-9424-8B6FBC108C6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9254E-23AD-FB74-7F12-57296D3E55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7A98C7-6E68-8BCB-566E-72B10CEB469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8C51E-A017-3C55-B821-103A461E88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0D7F39-0461-48E3-6258-0AC8D11DB7C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5998-68D4-11AD-2150-3203552FAE8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DC173A-C6A1-94BF-8744-E697ADFE5D6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F4FBB-126E-7403-46DE-F7DD6337112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6301B-DB36-2A95-D093-C6AF8869AD5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A9DBB9-F425-6D37-526C-A6D2FD693B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A2F26D-DFFA-40EB-BE43-22DAD8A82E2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48668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9BB8-D228-A22E-58DA-2EB49056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CCAD59C5-34F2-F6F0-D2B8-87379C54854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449B79-5C90-847B-B0F4-F5EF3ED7F51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412769-C8F6-B644-01A0-2FAA00C560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66795-19E0-446C-0735-30D0D2CF26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DBAAF7-8E99-1890-8ABE-E25E9D3AE81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07F17-FA0C-111B-E37F-576D90A047F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B59BEB-19A6-1CFC-5593-44201647E2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D782E-3A3D-34BB-E877-2420B98AA9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CA5E56-D163-029F-CB5E-C2CE3B19FA6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5EF289-C03F-62F8-F1CC-8CC46E54196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405CA2-7D01-88F8-EE99-B2053F900B1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0011F-0EA1-C5F2-E693-F6304912D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 Column 4, remaining 14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3C02CC-DC6B-1A2B-7A97-4E2146928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BB1966-7621-103E-8A5F-633087A9D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95F4CA-CE0C-B011-58CE-8531BC542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112A0F-3979-81FF-8B69-CEEAB4FC1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DF4D7A-2AD9-7C13-1728-95E02A09E94E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FDCCB-E893-5EF0-0367-771933F474A6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7E1F6-BFDA-B35C-7B0A-A14B13ECC9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A8E3BB-086A-B576-C614-B98C1D18662B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474744-5E38-287E-2CB9-EFD92F8B345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9F9329-5F81-1A38-D305-C07A45EC8722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B6DB8A-0886-6823-B912-7FBED0B6820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391DE5-56C6-C176-C5CC-F765C70B4D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6D7224-5C1F-070B-7B57-D9DB2B9A5763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A9A3D-E94B-76F9-860F-38801B2C21A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1E6947-8F20-3EE5-B8CC-E43BD6B15A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1D868D-B11A-6202-A529-2ABFF8FD3A98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A8F895-3433-E4F2-CF9B-7E9C9AF7BE6F}"/>
              </a:ext>
            </a:extLst>
          </p:cNvPr>
          <p:cNvSpPr txBox="1"/>
          <p:nvPr/>
        </p:nvSpPr>
        <p:spPr>
          <a:xfrm>
            <a:off x="4624882" y="2709552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B905EC-F72E-9F0F-96C4-235CF487563B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030573-A60B-A11F-D113-D7D16E776E11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45C719-AA2D-63F0-781F-533351B61926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9F30DC-2331-2A7C-A8BE-98FE676904EE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646828-0DB9-61BD-A2B1-F5F86198C32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591B9D-74D2-E998-1DCD-6BFB23107F2E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39705C-B2C8-1A8B-D267-53D8CEFB4E4B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E4715E-97E4-8488-65FB-AD9467A67DFF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D0C66-3073-2FBF-C381-8AAADAEC573D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0248A1-FA67-4B32-6CE7-A55A3A74983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B5D6D1-4D77-6F8E-A056-081F11809103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71F2E7-A5C2-6915-2361-76B7633D96D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3EEA4E-9B72-C9AF-B610-8EFCFFAF91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4F830C-AF30-9C0C-9385-DCF70FF82C0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522756-1324-0647-F7A1-7411CAAD6A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03770C2-DF6F-E862-7599-A42F348E26E7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D5FB6E-3D9F-F393-43B4-CC2E32870A40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F1A84D-D648-2A54-065C-0FDC3997A5C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1201D-473D-1825-F5B3-2C86E905AAB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9CBBE-3930-CE81-D38E-47722937D8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3B786E-646B-9B64-0E3E-ED9C4B675A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EEE4ED-66E9-9A5C-FA99-AC3A3DA37BE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5D20A1-A29A-6D85-FCD4-CF303171C7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14D148-1C85-9118-1DF5-79629F1CB3E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9C721A-8272-0DE6-C17B-ABB49FFDC3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26A364-E806-DC21-B221-A34403E20CA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428963-8EBF-A98D-4915-34F822B13B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7A1D5-6983-60B4-6F72-7940F6011EF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869E2-4DFB-44CC-7EE0-89FA2185BE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BCA0A2-BCF5-96DA-D3C6-BF0634BF812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66BB9-E5AF-C3D2-8BB8-CD7FBA61DD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5E43D1-C154-420D-E072-9359342DA94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1CFE2-5F01-D235-C036-F682A615CDF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0F1C41-9CC9-B092-0FC2-E4F973360BF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5A0CFF-85E1-6E9A-86BB-90E205A0600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849129-9D09-C91B-7379-7DB7CD9E177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B903AD-84C4-E019-5F5A-D425589F7C5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C70A62-47CE-C6C4-F0B2-BBD1E7A273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5B712C-78F4-B528-1767-7CE44D41AAF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01779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DD50-DE2D-AD0E-BA43-D21438B4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5F7E6E5-D529-821F-A672-5E5A9EA269D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8F95CF-6852-6B85-0618-B3DAA18F5BD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478404-F732-26CD-40CC-3546436603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9A30486-1AEA-AD17-E88F-1B7C70C06E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A4180-08C9-50F9-3DB9-459D84AB84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6ACB9-DA04-F3B2-3182-E5EF0E10D34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45395-3330-3D7B-FD95-D1216D4BB50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E2E50C-B5E7-09BB-2C64-D9B64482D17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85C7F-108F-9EFC-F6B7-E9F6D10C8F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9CBC0E-823F-12F3-8E41-371AB5A7922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CD8DE9-07D5-7E7F-0218-6C6FF09A4E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28A74F-E159-1603-FD24-B84E0414F39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CF38A0-774A-2AF8-AC4B-DF0A1A5F3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4B4DD9-3E27-2EA2-3939-7D71F9938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C3BCFF-173E-A273-2B3C-589EB3250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04A1A2-D72D-7B28-3C89-AC16D8E1C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872894-2166-E33E-5E48-19CF3739C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8E9F1F-85E4-8DAA-3D3A-6D34C94C9B24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7381E-A65C-2298-9869-5365D5B92DFF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6CB24-8A0D-8C88-6642-FD826E447F3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A63C1-42EC-3936-FB28-12475D4671AC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C41FA-F0E7-D181-9D33-90552BE75A84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CF1A0A-63BD-5877-FBC3-96A352DF882C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C8DC7C-0E03-A218-E1A5-BDF289A2791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085923-24E0-3B0D-01F0-9AF5F533B89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38FAF-F932-04EA-769E-5F5A00B34DD6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37012-64B7-2F7B-FA5F-2C7837766E4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CB2240-546E-5E70-242B-59B1AD86F77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77EA8-A04B-EC05-B4F6-417E2C39467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3139BD-702F-D031-CA3E-887260D331B2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C24C3-9470-6A20-C8CE-BF97DB1F211E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AF1964-A546-FA74-C6BD-A263857F1B9A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81F0E2-A9CF-D31F-4AD3-B03443547897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6AA08F-D799-7FBB-ACF4-C36669E694F3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E8951B-F4A2-A0D2-9EC4-8C18CF46C24C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B8D2F4-6586-DF4B-14C2-4F96F1EB770E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601DCB-2BF0-62F7-1E95-CE47E1BB0E77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2E7166-7038-1B4B-06B5-CC61C7C1FAB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0FFA86-1A01-59EA-1BC9-C19EE0C7A6EF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972C1F-5F15-3D6D-1C0B-67F0137F12A0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F14014-9224-2071-2450-87E9691125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E10B5E-AD1B-D547-69C7-C19F419E3DF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0B5EC3-82F3-E0C7-1130-85C5CA0AF5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45CFEE-97D7-AC6D-2421-5163DAFDBD7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A83CB9-C230-ED69-8404-574D79824421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97E700-4836-8101-97F0-65AFECFF0F4F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4C54E0-A044-3319-4DA9-52A38BAEC2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21621F-4C5B-B572-8224-925D3870CE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E747A1-867E-7109-3E99-8910A80F344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2D444-BEB1-591D-73C1-1AFB3248802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D33F06-040F-0A2B-2025-CC3C5C2FE0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58F8AA-8AEB-D132-A160-AFB4939F175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A5755-CFB5-C3B9-3BE8-0B238E68E9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1353C7-DFFE-0237-E3E6-BC010980241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3A3B4-8F7A-F428-4A96-7F89E40A10E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472B0F-A263-D46E-F52D-EA64EA1E350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7F257-6FD8-4722-F97B-D90C75E2AD3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C9827-7EF8-519A-BB40-80B3AD27274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B1B41F-5D39-B6A7-DF6F-79D643F5A4C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448E0-1D3C-920F-0F21-B9C9DF9D2C9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E669FA-F868-B3AF-117B-0536996B594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4BF40-759F-912A-17BD-B2B3250FDE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A77568-F1C7-9D46-6932-2357968873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A7206D-F47F-B13A-EEFB-6F39800E90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92A6C8-61DA-21CE-5F41-5B66C1BA297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D988CF-C13E-025E-2A4F-CA19DE7BE3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2D7E7C-AF71-9DAB-FF85-46C708A4031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08736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B84B-5718-5608-1984-D324B8DB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4EB2560-CF4C-8290-7A55-C27E8D17D07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D7B2F8-6660-8C77-6AC6-F6299E03BF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C48AE3-F32E-7134-A336-3871A84AF4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9BDC50-70B1-2BF2-28E8-B445C6BF08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800B5-0FFB-B455-F1D2-278AE7ECAD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05A698-93F4-12D1-4E7C-EEA0B3A016F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7A79C-3A31-C786-FA9A-97AF52B80D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103B53-B2A8-B37B-B93E-A0EF56E15C6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3D02A-CB66-7D55-5E98-6AF361F3C8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A00127-3E3A-E3CD-23A9-EB5D14F291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84334E-E915-1A96-422D-B5DFD126A2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3D4ED5-54F8-EA85-2172-8B973796C2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D3C5E5-8265-C694-1970-43D1B4826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possible 3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D5357E-615D-4240-8ED8-40760D96A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CFB59D-ACC9-2211-6FFC-06A487C2D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84E44B-06DE-84F5-0C47-B1A4A93F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F9637C-6A56-0445-C81E-BE945164B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BDC40E-5AFA-404C-FB86-2B6B456BFC92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5263C-A50F-F09B-2D4C-79BC1979808D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FD53B-8982-6BD0-F855-4DD897D3180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BEF75-7E53-38BC-466F-11CF57582E61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9D21E-CAB4-FF57-A374-B7CA862D783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4F25C-5BF9-8F43-4FBC-200A65CB81AF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F9BEDE-C37B-8721-BDD3-FE71C311656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BDE0A8-C197-8156-7733-D570D4463C4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790A39-11CA-E3FD-898E-53ACED5552BB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22483-FE1E-369F-BF68-D6AA824FDD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75D5D-9534-0730-10D9-9D88F7DAC1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D8B513-6CBE-93FB-CEA9-E5B6B357CC5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9B2117-C7D4-9143-B120-3CBF784F79AB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4B9DE2-7D4F-C43C-319E-359014C09E2D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C1F2C3-118A-4BA7-2A18-09A514B349B8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FE021-F747-F39B-77F2-3E4D1AA44B4B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005A9D-2C88-22C6-4C8E-1B539F1A3F17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EB0C4A-3D82-2B7C-035E-3E951348C23E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257624-0F57-6C98-1C67-394862C9EEED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60B412-CBC0-FE2F-8B06-DE8FC102AEB8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52F964-364A-6050-AF15-652CE231A248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8C3406-4C21-E413-8A17-774B118864A6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4341D7-A5A3-729F-7537-8D394C7DDFF9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21703A-A1E8-C4C7-D617-83C23C1E0E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8D288F-CBA5-8C36-857A-9E088855C27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41A465-11B6-C15B-0593-43B5E4D84BD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2E8B52-1E44-A44F-1053-B009F2E9932A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FA0EBC-8AAA-ABCD-F4AF-3AC3BCF68D42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10176C-DEE2-41C4-811A-4C6E9678586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AA18D-C916-929E-7EF1-8406E1B5050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A3B9A-B048-724E-DF7F-A92D8C4F49D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448EC6-956E-804B-7FE4-3798809776B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48339-6E79-B4A3-743B-BA33720DB3A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269181-33A8-B4D0-362B-40E41FCF0CF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33A50-4CE9-35BA-98EF-C2F1F54049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5C1F11-EAAF-C4A2-8CDC-A8FED56818C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177918-086B-CA74-E044-AF365B23345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90C85-3DDE-FBB4-2003-20F7F31F4A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6D57EA-F1B5-28FA-F518-D741EFB7CB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96F17D-41AE-0521-591F-1C4E029FE8C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81D269-804A-427E-6711-F9CAC5AA5D7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EB0F89-BE5C-2241-AF6E-9874F7BB3BC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8A282A-9A8E-3F71-FF9D-7D2167A0DBB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1BCC7-9DB7-443B-B338-FED27E9481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24EDAA-92C8-768D-F8EA-EC4B81257F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33652A-9CBF-4405-DD53-DC38D99F38E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052A6-B818-85C9-3981-B67C2084D6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8A86BD-FD28-C19E-09CC-85FBB805EE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0E19CD-75C0-FFD8-AF93-9C99FC2D6E4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8BD76-3C59-30F4-947C-0EE0AE936B7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0267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56996-E05A-213A-743C-5CB581D4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FF8464D-7131-FD4A-3C15-205F014A7C0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DC644E-1F4B-2D35-9A90-2B099D83E9D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A92CF9-24F9-6B8C-A378-B1AE94BB6F8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C05DDC-AA37-8D31-1DD1-8C3027470E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C3591-80FB-AD60-23AE-A231B9CEC4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368987-F3F0-19BE-5B38-C5D5B9C5F8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2DD4E-7F0B-36C3-59E7-5253C1883A8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F6AA6-118E-7D12-7DFC-323381C6D83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034371-8185-CFC9-2B0F-CF5ACCEA62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1C2213-9556-50FE-87D5-3B63D97F8CC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06883A-27BA-5E10-6363-D9D3459721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733A7D-542E-ADCF-DE5C-6436DC371B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EA14A-E2DE-D952-5B90-08E05463E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Since J contains 1, last possible 1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2E1E57-8950-1DAE-3017-7CBD5560A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96C95C-CB96-6A5E-6DD6-86E0C6BEC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518ED6-5356-6941-428F-4961D0CD1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71EF4B-515D-FCEF-9338-4E5D1F056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316C0B-0A15-D894-9792-2EB41C9637D1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C6F65-2B1B-C64A-8D5D-3FCF858B7E9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A1D08-6AA9-F385-A510-9966B62CF84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86B5C0-5D1B-8F60-8E25-4F8F2CF83199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0AD7DC-C0ED-5260-D6CC-C6996FD886A7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6BB878-81AD-5656-EBEA-DF05BF27F2DD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2F730-B7B4-CEE5-0C53-1B9A8E6DBE1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3A590F-EDD2-F8E9-BB7B-80E50608B689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3DAEA-865E-F855-FA38-6CCDCB06B5B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30523D-598C-F861-7DC3-BC4A246CE27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384B82-3A81-9E89-2F7B-46B90F8CE879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49DC07-2402-8571-FAE5-3432FF7A4587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F16DE7-0B25-E35E-C43A-C01FC9D6058B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2250A9-F7EC-5485-B44E-60C5CEF27551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2F3C40-C34C-FEC6-8B91-3D3E18B125B0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D67E23-4D45-FEF8-686A-15ADB7B10404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C80547-2281-5436-EF97-C17012B123B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398779-6A9D-A27B-6E46-EF21B7B14EDB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017FA4-9C78-F338-A2D1-F8811B79E0E1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D0575C-F6B6-12F6-8536-BCDBC0FC4526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AA90E5-7B57-5E50-6C4B-D7F143222FF0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793323-F68B-76B1-126C-9EDF06C44A4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7C9206-6B02-1021-A79C-DE6E48BBAE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501D77-0A2C-386F-1C9C-B12D9A106F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9DED6B-611D-348B-CD23-286DC8CBD69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BD4230-05DA-D6B7-6D7D-B754CA550A6E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30C6E1-AE58-6DC7-E6C0-C809BE65B0C5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F21AAB2-1475-9676-F723-576B0F52B7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E82C3-1F41-1920-CF26-A63E33F054A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8FF4F-2AA4-62C3-6DEA-2BE572272B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ABBA0-16F5-295E-2C80-7831CE9765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6BEC1-00C7-09DA-06D7-E69153D32E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25FEB4-3BC1-2A94-CF9F-3379BAC1B15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D8626-A436-1F6B-1C05-842B0201DC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FDC03F-4967-BBDA-660A-1974F5F5195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90C7A9-6985-5779-4E30-0664288E7D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0A0A8F-197A-D42E-E55E-D77CEBEC04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06BEDB-3056-6B70-9F2F-CC39490EC61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48523F-E82A-0B38-AF92-DEAC3FE1C7D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2B0D152-0BFC-48E8-2E33-6E993E1FA3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BE392-2C02-4D8A-2EFA-8D8C5031DCE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A07531-3485-F061-8C0F-0AC070650B8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82E01-6F88-5E46-E349-B857CC619E1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25C407-1D57-8F02-4C49-7A767336EBD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3467C3-14DD-0724-3AEE-BFE4B642582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6A02DF-36BD-1730-F3BF-FAE18973BD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024E52-AC84-02C2-200A-D1C66ED0B1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F3D171-A8EC-72AD-B486-3DB30ED603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3B701-2501-0E7B-3BCD-C7E50612651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217F32-34E2-D557-67FA-D0DFF2CACD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3550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55F5-281E-BCF2-47E5-117E64BB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63E3F2B-DAB8-6689-6BC6-70F28E61C5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B8AF51-9AA5-1E16-72F4-07440587F7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D519C8-2FAD-2E84-A477-1400384D95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D74924-F528-3C04-E141-7A1ED024B47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35D40-283E-02E6-9C4A-5F06FD7433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EDBD38-FB52-1A64-6E2F-021E089BE75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5095D-100F-FEAA-87D2-432AFEA556F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194DE1-5C08-28ED-5A85-FCF7170C0CE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52058A-0E0B-2BA0-2CF8-1F4573B57A6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1F7CF5-D7CD-7A1C-3E92-ED3BCC60BC5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6DFCAA-264A-578A-CD91-0E4D9B0857F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3E68607-3F0B-E482-7E74-270531DDF4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7B2A8-8F6B-600C-FE17-E560EA533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Remaining cells in Row 4 are 29, which fit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21E008-DB17-6F47-093E-51C63CB07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77FFD1-D4A2-29C0-4E8E-3D2A811EC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4A979C-C365-7F2F-B789-709E3F79B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00D9C6-63E9-66DC-10DB-FFD747F56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BBA652-2E60-832F-9E57-2D1A15CF6DC8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28ED2-2F7A-9D45-0829-4B6A252AD7F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D9E9B-0807-78B5-919B-D4AA490B21E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B73E99-0DF1-99AD-62AC-8D11D4829700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32D8F3-A224-139C-09E9-FB04F76210A9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3C047-0D62-0CA8-8186-4BEECF348859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7CD28-5249-74EA-D75C-4AE2BBFF681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BC0B54-76DA-3190-D586-8EFC4C4C96BA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C0EB3-5CDA-18ED-B7B3-EC176E833B1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F20FEA-7E08-72C5-ABEE-85F844044A1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49EDEB-E03F-78B2-1FDC-D61BFAC51D9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9228D2-3C19-0438-95A6-8A8C5389F0E5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D95DFE-5740-7EE9-6880-3E12406E1937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6B1163-3620-41BC-CF36-6DA6CDD1685C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1B7EB9-1E49-A4F7-CC87-3B27DB56A4F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D50115-C05B-9593-E4C7-1C6CA5F15F14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0D37DF-F813-87C1-9055-7ED0849E3ADC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FB1CBE-B8DC-4EA8-B98F-6DEAD1C08D2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8AC9AA-8140-7BDC-BCD6-81FFF7A85D1F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0A7F96-94D4-E676-E1E7-313C19DABA82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49EB99-7F5C-17BF-1A82-FFD408D03B10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5AA4E9-339D-BA30-C2BB-CA97C681E613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916761-7FA9-8FEA-B516-79991C8577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296379-E4E4-F0AE-33C6-1A47167E40E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F2C1A0-EEE5-8ECF-A77E-D02F359D212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B21B20-06F4-6553-D22C-1F70B01A1A1D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5C94E7-F21F-6DCA-DE6A-59B4C864DBAA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ACF9DB-2C48-A385-213D-2D7C4888C58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DE2E6-DE06-FC2E-983C-9981803DD61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5AEF2-1B3A-1B94-0561-E2A6F9BFCAC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2A22D-C69D-54C4-B3A8-21607059DF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FD5A0-649A-61D7-F992-1DB64865800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0B381F-581D-C6B2-C25F-AF7B322EAD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3DEE6-97F8-5C78-264D-789EBB6F40E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1A368-0E46-98F4-BDEC-FF4C412E06C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988A43-63C6-A629-2C40-19C9108B66F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F6A894-5902-494E-C151-E01CD1638B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17F9A7-79D1-AABA-5B49-4E2D33CD3EB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8B091B-4F30-9036-8B69-A02FA557F45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20F42C-AB37-1683-BC93-0798C606F9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468D69-2B06-DD62-2C4A-37B7AAEBEB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57A346-2F18-5E0A-F29B-AC1B3F9E780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29675-A8E8-CD74-BC91-74D6D791948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3BDBC2-3CE3-24C9-C986-EC64C4FC15E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AF1E31-3C98-C021-2E35-7A756D12D2A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97C6AC-2D46-77E2-CD7F-F263F425B41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83619-3E86-A750-0C1F-3AC6DF23F3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DA3067-00F2-F41F-A1E9-9C2AE3E237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01993-B1CA-6710-054E-5FBA95CFBDD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92058-49E0-4BC7-649F-83B47EECAE7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227075-EF08-7183-1484-93230368748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B7C79A-4227-9D9C-D32A-FABCC0CD770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8730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3427-282D-09DA-CBF9-7AAD8CEC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BACA04B-538B-0A14-25B0-AB32E631D84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A8C15F-A49A-8035-685F-0C7E558D6F7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ADEF18-001B-A859-B361-82A2DCCC69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7E68D9-1D8C-EC44-A88F-087BA56FB94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B0C25-A367-89B8-D029-980CA0844AC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763305-C7DD-04DF-67C0-711FFA13393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69F80-EF45-D615-9052-A3F9EA80A6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88B56D-9EB9-7A75-10B5-9B331D6F5D7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5A47E-B8A1-C03E-BFDA-BEBB4090631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2BF2D-C6EB-73C6-92BE-9302F89367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BB856A-8D4D-00C1-C5DB-50FBEFDD1B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1CADDB-C726-9536-5017-2D5D2193EF4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560BB-723B-BF9F-C707-7BDAD3E60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C1E161-D892-F03F-DD4C-7F9B08D13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DF7948-53DC-CF1E-D4C8-BCBAD2B6D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D188CF-02D4-C9F1-4E82-A5459FF4A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7EE2F67-F318-44E8-A9EC-EB958770A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30AC16-3D78-21D4-7F2F-C7E1E952B15C}"/>
              </a:ext>
            </a:extLst>
          </p:cNvPr>
          <p:cNvSpPr txBox="1"/>
          <p:nvPr/>
        </p:nvSpPr>
        <p:spPr>
          <a:xfrm>
            <a:off x="3138310" y="28102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2187B-E1FF-9417-5478-1E679A0BAF29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AC71F-1F12-1003-B236-B119B80E00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7AA045-49F0-EA25-41D2-7D2FF35FF4FF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DC04FE-61B6-3C2C-B974-52525875B637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6E3461-D38D-6467-8FE0-386279ADF2F2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464A67-40CA-0BA7-2F39-E079629EA8A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B74BA5-D91F-CC09-31ED-83250AC8E1B0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E64922-77EE-DA34-27CE-1323C08050D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B1437A-6C81-08E1-23F6-13C671D4607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65F75-8D95-C921-A847-4965F81D0509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C092F0-C4E7-0E0A-408B-38E33CFBE0A8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576868-BA84-7757-2C5B-9380380B8BF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888400-ACFD-7B33-BBE0-5DB54A5E8CAE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1EFAA3-43B2-0E69-C8A4-3A056450DEB8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35CB8D-E367-CE7C-21E6-F0EDA3FD8443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FE4222-9226-E7AC-5B87-708639AF8412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1B4DDD-F55A-C698-EF02-57544158FE3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DA842A-DE47-26AA-4C90-6CC5951CAFDC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C5BE11-C1B6-D3AF-D2E8-2EB16F6E804B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7F7679-4B98-374A-DB75-EF336CF84898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EAEC56-498E-1B1B-AA68-253CE0D79E9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99ECE6-B1C1-68AF-0852-C42C3B7C64D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272BA5-ABCD-7D0C-9D6F-599CF33EDD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1D995D-2CD4-804A-1888-04B3EFAC5A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316ABA-D90C-8ACE-AAAC-B6E3ED50450A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CB22C9-ED40-A851-17D0-C5EADC25B3C8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A16E253-00AD-1834-5865-B56B48CA633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57652-A282-7D83-6DF0-BAE22321112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2DD764-7420-E6C1-6322-F2FE2F3FBB3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72C273-9819-464E-DE42-C3847AFB60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450B0-DF17-21EA-8630-C261545844D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C45C6A3-4D49-3C33-72D6-0BBD7AAEF04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2B2908-0C9A-E8C6-3B97-7E5847A91F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136CFC-52BB-F1B3-D72C-8334635E8C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FA62CE6-BF56-05DB-8412-F58F32C10F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99F96C-C4CC-54FA-6886-DB4D0EB6ACC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BEBE6-5D7C-6134-5B8E-CE1AD0A482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13201-CAA0-DA87-03BF-AB0709B22A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D052F3A-3EC6-64B0-4E57-3E40F850C8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7EF42-FF54-6F09-0941-905AC49BC48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BC7152-FFEA-ED18-8487-42959D89EAD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82C9F-6C1D-95F4-2114-303D1B7CF91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628B80-1AC5-AC31-DA69-139E6D48EB8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B9070E-8571-E480-B492-56C2691E09C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AB35CB-55BB-91E9-D92F-23B72311EE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CB419-D0DA-A276-C685-920A9CD3878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61E48-F3B8-9511-55C9-EC890ABBC14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27FDB-AD65-5212-C514-B489BBD99F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9D51F1-C699-260E-B1F2-C4F79128DF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191386-24E3-778C-A1FB-6B5E76216E8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DE329E-9057-0BDA-8FB0-47C780C4039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3914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1B35-D0BF-73EE-16ED-467097AA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CAF64AA-40DA-FF70-24AD-E21C9CCF66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9D47C7-DA8F-4652-989E-BC005183CA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5B165E-B02C-0888-F7FA-CFED8D60731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E9CE93-A33B-9DBD-31C7-D385BD9AFF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9D489-FE9B-9BF7-D3B9-2900DFD9E1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BC6AF-A377-BD49-C943-A0D5F320B55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22494-549F-4C8B-FBD7-3D01474805A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7817A8-9CAA-D06E-3899-9862C1263A7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A3CE4-0DD4-CF37-8DFF-BC67571BD0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552F71-FCCE-6604-D6B7-0D62991C9C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3D95F2-37E5-575B-C384-13001A93E82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34F14C3-2C23-A0E2-1C06-91629142F5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B31A4A-F86B-99F3-D7B1-69688011C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989DE8-3FF1-705A-DFEB-5E0D09E6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76EF64-A7ED-27D6-E5C1-59DC3BCAB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50CDC6-A339-45FC-ACF3-9021F0571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420103-E863-4E32-C256-9B49F9FB7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E2295-46B7-0E19-8867-46E140B144B8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DFAB3-8BFD-D204-399A-9F9B5C1D5B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8E6B4-E063-9C7C-9A58-FA7EFF76AE25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AA19F0-BB06-5B81-723F-3A79B699C657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4DB01E-8CA5-30DA-4DA2-5C491980F866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94223-4FAB-F005-C25D-99761BA0D9B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CCA0F9-2891-81E8-6949-E94DCBB9BBB2}"/>
              </a:ext>
            </a:extLst>
          </p:cNvPr>
          <p:cNvSpPr txBox="1"/>
          <p:nvPr/>
        </p:nvSpPr>
        <p:spPr>
          <a:xfrm>
            <a:off x="3138310" y="40466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46405-35FB-F58A-462B-207932C23C6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45F066-56FE-6277-FED7-6DCC2F931D2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ADA5EE-92C2-D5ED-D4D0-D5F93BEA2220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6..8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50DA96-D890-6462-1FD4-5960488EDD73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F57BE-328A-2FE9-4522-3B0A055C8E37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38AEB8-5B11-1C27-B388-AC7846E6F3E0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9A88B2-9EBD-F960-4623-2A9703A7C0F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4CF06F-D2EE-3E21-BB42-3EEFAF33D13E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CADD1C-7058-B2F7-A564-F7B763B9584A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D15EFB-8775-17A0-CCE7-48903ABDE0AC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E60785-C358-6129-FA81-278526BED232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713F58-9B86-E292-EDC2-8521AB3593AA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06E384-D02D-D7B6-6394-1A0B75A08B95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EE0DA8-9C1D-536A-AAF8-96BA85C75382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DAF0BF-94B4-18EE-AEDA-C4FEF2F865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4DC4C2-4411-7A82-2FDE-A4D2FCC767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4B8694-52CF-DF3A-A0CB-C5A5DD97288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C711ED-9C04-7E7F-9218-0D8DF4821B53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49FFFE-1B91-75A0-D71D-FCD66DF3E5D7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8A48C9-E8E0-5B36-DECB-EF9B259B61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52A11-88F5-D28A-F48F-0B4A379E661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2B786-D276-9FF0-2E9B-6BF214793F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CAF083-5416-AA17-2660-3E81C31648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BDE327-2CD5-D560-058C-109FD7F09AE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1DD092-8E5F-57DD-234B-F378CF06CCB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2810F-562B-BB81-F432-992065BAD9D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E4C263-B83A-798D-BA01-DD50BAB4DC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2838D4-F9C3-71F0-E8D8-C0F37DE3CAB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A62528-E792-8333-A22D-6851EC22374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9BF129-410A-80DD-F993-695BC1182E4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3947F-F585-97BF-D50E-3FB1A6A73CE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539E54-BDF9-92A0-88A1-A6773FBE366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357B6-5521-97EB-0B14-A59EF32D864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37DD4D-7515-25A9-8B41-F42823BD13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86742F-39A9-3925-2F00-8A4BDDBA96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8008BD-0BB5-40A8-AE1B-1CCBDF5146B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72B59A-441B-9ED2-CA57-4BFD5A9C6C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788908-58B5-EA49-A88F-A19D717FAB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0D86E-8764-128A-7090-77AA6065DF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DBE0EE-6F57-C621-2BEB-3C5883E757C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B19B1E-E8E5-55DC-055D-8E2397DF663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7D8B6-8AD1-B14C-50D8-D034D0D3850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FB41CC-5211-F3B4-5D4F-1BD49D1ED89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E8D3DF-7FB0-CE00-8227-387110B295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E8FF15-71A4-F2BF-A457-E743EC7342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6969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396D-D0C0-670C-7761-C816AB64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60510D0-89DA-3430-ECBE-03BBDD5DEC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6D389B-75A5-B9BA-4F9E-B2CA7436B25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DACACE-7FFE-9897-44D5-099E2782B64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D15883A-7218-D6B2-B96A-89847B40CB7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866AF-2DA4-2707-1FA3-DE5B529FB7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EBC834-D64C-CDDC-1863-F97A358592A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A6093-D67C-DFBE-ECA2-1A348564991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03E41E-2985-7215-1BDE-C6165BC7B0E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7D4EFE-A258-D36C-3904-B90897CB32A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0C70-EF67-7D25-0575-DCCCC005D5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0E36E5-7737-4DC5-452B-42ADBAA036B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AC4013-6E9B-A389-74C1-03A77F6BBE0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3C4BE9-A1BB-089E-6687-D5CC6CFBB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Solve J.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3D1500-2047-7A2C-9733-5974EAB0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0884E6-F6E0-CE6D-1F9C-BC8F71B7A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DA3298-1E93-1B7D-A456-1CE76FB10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0BEBFF-4A03-36C7-998C-A1AD025B2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F90246-C91F-DC9A-DD64-AD1E896ED9F4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DC424-654B-4148-9E52-E53F0FE94E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ADEACD-9288-DAF2-E51E-DFCDEBA460B9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8E6BF9-B542-6DC0-9948-C37FF15DF1FF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C9585D-881C-86BC-5024-B3DE0798F366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5BEB0-673D-851F-7735-5FD73E79317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28ABE4-4A0B-F012-668A-09E52AFF9DC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F1B1E7-C625-9518-5A11-E0A06008743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34351B-61FF-2F52-81C8-CCBC53E43CD9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</a:t>
            </a:r>
            <a:r>
              <a:rPr lang="en-US" b="1" dirty="0"/>
              <a:t>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C331BB-8B91-A0D5-21D8-A1A96554D0E1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D97661-352B-8BFE-5FC3-BE5336E63E46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576EE7-BC70-94EB-9895-AE5B97CF39B9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33BD22-FD8B-6593-9B6B-DF39E4E4631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D0AE4F-E890-AA7D-38CC-22A98303C14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178BA8-17F9-9963-BA97-FD997F6C7C5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1D4932-70AB-162A-11B7-1FA5C8401BF8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DA24C-1EFF-5DB7-0222-FF6C656D72F0}"/>
              </a:ext>
            </a:extLst>
          </p:cNvPr>
          <p:cNvSpPr txBox="1"/>
          <p:nvPr/>
        </p:nvSpPr>
        <p:spPr>
          <a:xfrm>
            <a:off x="3136199" y="375679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A23ADF-E6DD-5D81-E621-D9AF6138CB84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F321A9-5524-9464-1C34-9165492424EC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8A0504-444B-38C1-8D00-7D8530DA40FD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CA5B71-D079-DE10-B639-1F69F46EC1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E87D31-54D6-C461-840B-EFD77DC826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489BE7-3FAC-E5F3-C5B1-D42364EAFFB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C36EC7-0427-483F-E55C-47FB3E21CA90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F85EF8-7A02-A8CF-7FE2-99F0178F1C96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277036-527D-EA50-5A15-F2329AAF4A7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C9BCC-8D28-C260-959F-DAFA2AEF9B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9C12C-F8D7-95AA-72C4-D4AEFA0C6C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24C98-FC09-05A4-C5CD-85DF7742810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D611D-F468-874F-A3DA-6A6E46042DC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AE12DE-078B-553F-C444-2D3581A70EB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41EB1A-1665-6C9C-96A3-707500AACD9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FD5088-DDF4-8509-0840-2E792E19AA8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CEDCDF-0E78-0E64-33D6-E754708E0E9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E8C980-7A91-9F29-7F77-89EC83074D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D3D6A4-CD42-9D59-4A12-4543486AA9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480AE-3D75-0E10-1A01-F3DF1D71FC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2F213A4-9258-0612-1DF4-EA121F4476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14E2C-68BC-3950-F3B5-1EF2447D31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42D808-8441-5BF0-7625-A5A0FC3F619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C449D-6610-1484-9794-DDD5D76ABFC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FA0321-71D3-2B8D-E189-0769E1C48BC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0D3FD3-0193-7D05-4BD9-81160F0E1FA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3FF428-2DAC-0A88-2DB5-EC95CA5711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4D3F45-D0A4-A8F7-96CC-73E6A493111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EFAAEF-4E42-8487-9F06-635EDB134E4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811A9-90E0-4D3A-46A6-5BE78C0A249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D3D12-5206-4E17-DF61-0C68C5A1956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46F69-A35A-BFD6-45F5-E80A663857F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A6DB82-AF19-A3CC-875E-2DBDF8D522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C0F184-424B-9C54-2205-1DD2A535B5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976A4-F8F3-E32F-D989-2C93360817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72112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122B-5BA4-375A-2CEB-9E6F1B90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481CBD-68D0-869E-170B-49FD9D759A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F3B264-C6BA-0CBA-D4D9-F76766E746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B7A538-9CE8-1853-70CD-A98DAE9688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EEC5DF-61FF-BC2D-5B0D-409902B862E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B5C1B3-59EB-5534-29B8-499FB1E92D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36783-2A75-2A3B-FDA7-84959B84E1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E6C1D6-5CDA-13C6-0EE8-B72E9B5D0A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69C06-87D8-ACBD-0B61-80B1276EBF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A9F6BA-FB44-DFD3-2F4A-5596024280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C118CA-2B4B-889E-6B2B-F04BA32B47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4B1E7C-6D3D-47D9-F791-1B4F11C8E4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80D7C0-BC91-7450-2D73-5D27AA3F297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8BBFA1-2205-B028-E977-13BA587A332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58EC85-EDED-D015-2D9E-CAE7CE73D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E6E544-662E-D548-E07B-4ADBC055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D98FA6-21D5-9EB4-DFAF-B6A21743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84F110-B33B-5A83-9509-DBDE44C8D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6C63A8-4BB1-810B-3822-51C2B40FA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562753-DE3C-94E5-FFB8-ABB8B1B4634E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4433B-8E9A-E955-A0DD-9498F7F301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15D00-B3EC-FFF1-228B-52A7D517FE8F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D03CC-AD57-F64A-EF8B-B0FAD3071921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13E81C-1A81-7C61-A9B5-337216AC0DD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CFFD1E-6488-94BA-B503-1EDA866530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8EEDD-5DF5-4431-5BBD-340A17F835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AD7E66-F649-D9CB-F5F0-CAF888EAF5C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3965B3-2FE5-F7E1-3F12-B8E812554F36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8,10,11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6,8,9)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</a:t>
            </a:r>
            <a:r>
              <a:rPr lang="en-US" b="1" dirty="0"/>
              <a:t>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4E0DAD-C301-DA4D-C7A9-77515B551E6A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F72FB1-8284-AEE0-C5EB-5D6DEF96E392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75AAF6-4E2E-B581-CC41-0A1215330039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525ED1-2E4C-CE15-0120-76CFA1BAEB24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92F6C9-F76A-814A-F88C-6CE7FE4C6008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EBA7C0-7A6E-7955-B962-775D79CC8BEF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200E6E-4B45-04DC-A882-C28029E11A8A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63F73-3962-E397-2159-CBCEC5017897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85DC81-9894-86E6-398B-CD3F17CDA177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2B0B5A-FA1C-2749-D651-8B646C015A92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F26984-7267-00FE-823C-EB28E84959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0B5E06-D8FE-86E4-ECBA-616DF49DAB1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7B877F-53B7-7EDC-3EEA-8F1E9E837BC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322AA6-9949-DF1D-6701-39FDB20222A9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33C78C-3EA2-16F2-8E2C-43A33E1AB8DC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989E65-3676-9A16-E471-926FA51E85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36E51-710B-ECDE-2C4A-4BE484CF09C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51AC32-C998-4704-9534-AA5340008B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1359C8-07B4-5F31-9243-2439727BC3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6F79CB-69B4-687F-4D19-C13994A23C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D80626-9711-A9F0-6955-EBC64F99FB6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884F5F-3757-DD55-8D74-CA5E1BDC48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6F4293-7E04-106B-F4A7-4796199C2C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5FA028-EE4E-5B2E-F1C5-915187A2DC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77BB3-7130-5E09-8865-09A21EDDF2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6F505A-C786-0FEE-8DF3-9A7E700E12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1906C-8AC8-4726-EE81-5A734BE3B29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EEA653-411B-F2BD-669F-6DE25A477FA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AA46AD-D3D1-6D18-0C0A-20DA2B7801A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F80020-95AD-4707-A22A-86D598CF47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9C2A2-F8EC-AF10-A5B3-AEC933B2A63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BC62A4-C869-B0B1-143B-DA6E46E87C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EE38C6-E01F-9DDE-B363-ED8660609C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B12AE7-8402-F1B6-BFED-4F9F0B37C59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889263-B525-B584-88AD-542D1E60195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052D4F-BFA3-A9DC-EB6F-091E5A52BB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C153C8-8589-D365-4733-ED45361937D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7F72C-CBE9-CFC0-3BCB-C6DABE5EF1A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7FB57B-09F1-8D0D-B197-4FBE84E230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4FC7A6-9F9A-8A03-A79A-1CF94FD37BF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92FFBD-61B9-7F84-26A6-763C5912F9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0274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CAAB-9934-5331-20E0-4742BF4A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0710CF23-5764-1CB4-21B3-F4873D0EBAB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A58C42-1502-18BE-BE73-57DCD032058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EEA57D-5796-87E6-76E3-5CE37EF6B4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A9592C-9AA1-BCD4-D13E-22AB7997B28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0841961-EF76-5D19-FEC2-1F91E87675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FE7C23-5ECF-D689-2260-496E218000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1C762-559B-1B6C-15DC-320040EC25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F61C5-8C72-56CF-EDB2-C6D7E6ACB82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3609C-C26D-5710-86AA-D4FE11B2485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BDFE62-38E9-E350-DAF1-4DEEB1B59CD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BF211A-6744-1194-A6BE-FC0F5D3DA98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3C9D56-5672-663F-B807-4AFC9EE0BEB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0F018D-58DC-977E-9393-3D5E57760B5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40E860-5B0A-CAAC-9C3D-2F3BE07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Update possibilities for 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6C30DE-D464-3E01-F491-5F596A92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D279BC-3D9A-D26A-D532-31AEA1D97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47BC7F-900E-A2DF-F28F-99422013B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DF6D81-5258-343D-7526-021FEC3C2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20289A-1158-705D-2209-4347322F0609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89C5F-F83D-83D3-4B99-CB2D71370C8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F9BF7C-C96B-BA8D-4F3A-C2C228A3E0AB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72C7C5-EB25-A960-08DB-0BF8595409B2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89EC5-FC78-D167-C264-92B00044A0C8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4BD53F-3C70-FF0B-8C52-620AE7F713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7AEAA-A440-8BD3-3129-043B14C84F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6EF2CD-0645-7F20-31A4-08459E995A4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041243-03B9-FB2C-D417-32E86A7E4B75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87413E-D9B2-A0B5-9526-FA53601E5DC7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55389A-B3DD-3E19-B542-00C76AC82276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149728-E15B-4B7C-0849-51DE0BD69EF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332533-83CB-65A1-B10B-1FADBD153AE6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0D9ACA-1E8B-878A-E216-0CAB40514020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68A6DC-40A7-DBF0-627B-3828071513B6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93C446-2EC5-C038-F85D-436E54646940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B6ABBA-90E2-2D5E-60B0-5D1B81F774C1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376E9-1DB0-F434-EA80-97CFDBE3CDAE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4A02C8-6026-AA3F-D1A8-665DCD0DE411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BE35DC-2099-273B-DE1A-4D4A32E583F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0ED890-DFBD-A3C0-A23F-0F23FA3A69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FCC256-F771-5871-7513-7A631AD9BB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5C7551-25CB-A7C7-401C-380FC5748212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D5C65D-31F9-6100-673E-B731B6C43469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B91A2B-15DA-B97C-C5C9-AC7D1B88A97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51510-D5AB-E4BB-44B9-3803C498EA6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B6081E-345D-CA47-086F-5EDE7D285AF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F2490-E809-7E59-5B8A-B606AF3B997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34E2D4-406F-0B5B-EC27-2931CE2E86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697249-798C-76DD-DE23-D0DB9C2097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3F0FB5-3A01-117D-6580-699ABA306D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8200BD-C49F-86D5-83CB-0158CD00127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A890A2-7874-F18C-A28F-403A9B1A13D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9C182-8384-076A-2821-C15C9417380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5389C9-0DD4-2D18-8CF9-A0204A10B7E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C305EB-1643-2F91-E59D-75BF0E2FA9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BFB7C1-9061-679E-DC63-E79AAE4B636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67DE2-DEB2-0996-B934-6345646FADE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E8B998-F348-C52B-2A0F-F32CDF49EDE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8D1A4-F2F3-7C91-C211-FA0F16AD92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195EBD-CC23-9388-8BB7-DA4C8C77C5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136CC1-6576-0D98-CA89-4A190D19964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9D8112-1159-A086-B854-8B782C3B9A4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7DD0F6-5F61-5B34-654A-AC8DD95E632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8517B7-FC3C-F335-C406-C2BFBE4F916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AA3FD-0C92-1E1D-3091-FE1EDE85B78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7CDA1-D238-DA4A-44AA-C6D98E34070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BC57CE-5CDF-C597-DF52-C94A166E6A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3EF9E9-9811-E567-C71E-B1A71A147E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CE251A-A32B-1524-AF53-9313EB086E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36137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676A-8D89-A418-A051-24A6C10C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FEAF5FA4-23F5-60AE-0908-C7A9F357DDC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3EC506-3B0A-F5D9-AAF6-B3E8EA6F423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843D06-46D6-79F5-2162-E3C05FD03E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CF31BA-3516-DEDC-5AE4-07FA4F5D4D0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93A185-0856-FA38-8D6A-6BEAC8CB19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45A6E-CEEB-33B3-E9A2-1759C4ECCF2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C628BC-9791-4140-6909-017A4B5E28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306E6-7091-3265-AF5B-768FCDCBAC0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668B0A-0B2B-887C-411C-5C8FBA3094B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FFB72-48BB-C998-A186-01A270E6C2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F4CFCA-CE00-2A20-2927-61EB038C09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422A78-70BE-D96A-A2E7-AAE0FEC0D3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859784-9E52-B3D6-453D-BC5798BA040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926E09-2B4A-0DD3-C394-C5884F0F8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Remaining cells in left center block are 68…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CF2361-9C54-74CE-E590-5031B531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2ED435-FC28-D7FE-8751-7191E8C23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B2A1EF-2D8D-82F1-4157-87F84D63A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494572-097A-4DA3-E07F-9B4D2B7DED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11F820-E5E1-5E70-818E-6737133D3EE3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2A0C6-8FFD-FBEF-A281-24E04838E69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B82426-DEC6-6ABA-399F-0A2CBF873814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EFAE28-B400-ECC1-78DF-62CB0917BB10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6DA93-612E-69BB-51B2-DD5D32A4BB74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031D1-0F59-91E7-E9EF-7518EAE5E8B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75405-D6F8-3E84-F83B-CD97EAFE74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F3B46D-317D-E881-44C7-0886F9C227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47BFF2-C118-0505-E2A6-D2C4BEA8BEAB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5..17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FF3930-ED09-80FA-BA4C-03245F301F66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96C1F2-1E1D-D22B-63BA-9119CAAF5F2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7228E-4938-7757-EBF0-019D08851CA7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B296F0-97F0-4442-7EA9-2E437C1AE567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69B714-F328-BD73-AAD3-2DFEF0EEA3E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A04690-06AB-E70A-C8D4-27E34EA938F4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CF59B4-8B08-FC71-8B80-3D700B014DD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58DB25-847E-FD3E-0622-0A0CB25A51FE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36FFE0-FB10-E256-E528-BDFB7F1CF9D5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E2AF79-09A7-898B-AC72-D49EDDBE811F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B347E2-A06B-1825-FB70-010CF7AD6F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0F385F-1882-86B8-25DD-F4935A9341B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C75693-827C-2205-0FC9-A437E4D059E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11A6A1-34CD-3142-349F-43088DA51D34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E5CD05-6E56-72A7-5538-161FAA2D147B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9CE8A0-A90F-C44E-B60E-D96CDBE970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ED487-9DBD-A876-BC92-88BF94C367B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9A3CA-6197-A98F-BE20-09C72CD4A97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7A569-BA7C-CBB6-514B-6C6381811F1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883EA4-608E-D56E-830E-8EBB66D449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1FB9B1-35C5-2893-DFFB-73B2013DE6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F92786-7C02-F61C-4EEF-962D4F52D62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F35AC0-E009-9643-364C-E930726796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EDB51B-2326-09AA-FB8E-1EEB94BC1E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16B546-18AC-CEAB-EA02-4EDFB2C80B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C9663E-1D18-6FED-C5BB-21637723641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B0A9D-50D1-1972-064D-0AF9D940A3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6E975A-09DA-1B3B-AD3D-078EC20AA67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13C17-479D-B070-6EF8-800020E2B36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566709-CE5E-1441-1724-F1769D5D5FC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C1C52-E70C-E56E-00E8-CBB03D23F0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3C402D-5087-5531-5BC6-0AD5823F32F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96F98B-EBA8-FFC3-56D5-AF7FD486D4C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1F6CAF-8728-1ED9-499D-DDA37591086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47043B-8B0B-79D2-4761-68385D0B1F0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E9DDA8-526E-1084-7C8B-0CC05F02631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579219-6E89-8D82-DE5C-7DE3F863B39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4B984-BDC3-19C2-400F-AF5F6005F7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D01C57-006F-3396-3026-0DAE05876BB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31D675-9251-102A-2C86-5BB9FFCB38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9DC60-0A37-FA1C-B98C-DB8CBA9B4E5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AE09FE-98A9-C44C-E259-E623E65618F3}"/>
              </a:ext>
            </a:extLst>
          </p:cNvPr>
          <p:cNvSpPr txBox="1"/>
          <p:nvPr/>
        </p:nvSpPr>
        <p:spPr>
          <a:xfrm>
            <a:off x="3640666" y="303293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83F88E-967A-CF31-4EA1-71FBF635CCE2}"/>
              </a:ext>
            </a:extLst>
          </p:cNvPr>
          <p:cNvSpPr txBox="1"/>
          <p:nvPr/>
        </p:nvSpPr>
        <p:spPr>
          <a:xfrm>
            <a:off x="4143022" y="303293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739006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2422-190A-A78A-6928-F55521FD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6A2EA946-3BDA-83EB-9457-BB55B96765A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D40675-8346-78E4-68AE-743BBED958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4894A8-6731-AF75-7993-E6EF74E35F0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3062E7-515D-EB6C-A624-B3BC526AF2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05399-7521-1FD8-19EB-5B0815EA550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49A54-EDD5-2F84-F61C-F18E2A025D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99797-B59B-D083-DED8-E41A6971A6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54F0F-48F6-C943-5B9A-8BDE0732D4E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1DFF5A-8562-7FA2-B0DF-471992B6D8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DF5A96-A2EF-6674-15E0-DD48F9C3BC0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D5E255-1622-5A33-20D0-299ABEE2087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61647F-F367-5BAA-B608-13ABA9A8261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60FD5A-FA8B-6623-256C-E71AA5F061E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1820A-CC80-CABB-C9EE-E5189318D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But only 8 works for the B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6A6FC5-5CC6-39CC-2DF8-629A1F6B9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78555E-E272-6885-198A-872268797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FDF191-34E2-C1A1-F9C2-1049C10F5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9DD8FE-C0E0-7A8E-863D-454523564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B29BA-96C1-9849-10BF-144F24242F5F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18A95-F2EB-4D9C-1491-0BC0DF3607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0B620-0DE3-D08C-E6FD-289D5CB86284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6C3F4-68F0-D5FD-F4F4-7797F6404ECC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5CC0DC-C84B-5789-686A-E3EFA79FE0BD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93974B-C35C-1269-7ED1-9988EA4B3D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FEF07-D233-4899-2786-51D32D5A17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59C63D-3C00-5397-16A8-038348B2519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449164-4497-E717-1ABB-B43FD580E32A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</a:t>
            </a:r>
            <a:r>
              <a:rPr lang="en-US" b="1" dirty="0"/>
              <a:t>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6C0D86-6B29-DA1E-BF42-D374BC2203D4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CDCFA3-DD91-3A1D-705E-267E3C6EA514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2F0838-5AB2-84CA-C34F-28AADD77118D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49DAA5-0DFB-A39C-B723-40C311AECF3D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B26CD9-7C99-A31F-04A3-905E668E1171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C38E3B-1F74-ED6F-AD01-EF30E1BECB76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5DD4F-527A-71E1-4714-C6D0772C9E77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F39A9C-2FA4-551B-52DC-B38EBC27EED7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21AA9C-593F-2104-6C25-B8B0180FBCDC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AF8C3-883B-827D-517F-64A0DDA7A25E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CB0637-4678-D675-1068-596B40F405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D79568-B5E2-3A35-D297-C5DCB6CEEE2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64FBB4-529D-8A79-0184-310A797B73A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8D4768-6E12-AE76-1276-F20FF5AAF1FC}"/>
              </a:ext>
            </a:extLst>
          </p:cNvPr>
          <p:cNvSpPr txBox="1"/>
          <p:nvPr/>
        </p:nvSpPr>
        <p:spPr>
          <a:xfrm>
            <a:off x="3652839" y="27312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73E47DC-D049-2E80-20C7-6DC49E35766B}"/>
              </a:ext>
            </a:extLst>
          </p:cNvPr>
          <p:cNvSpPr txBox="1"/>
          <p:nvPr/>
        </p:nvSpPr>
        <p:spPr>
          <a:xfrm>
            <a:off x="5374171" y="145994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31D9BD-7001-7BE2-2765-8675662B20F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8F3CF3-B342-B905-C280-78A3EDBC58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A4E28-796A-DF86-A4E4-AF5E81E5EE0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CE3B81-C973-B4A1-D133-6BCB8D987C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E3F1CE-1C45-2B13-3D46-E412ECA1CF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7AA451-B705-74A2-A3C7-97606A4F692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C29A6E-EC10-7E6C-0316-F5B7CCB1A60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B835CB-6D04-A3E2-1BD1-A089DAA487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A9F1DB-F6D8-3519-C817-E19FD2BBF26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13284-3D8F-EC34-D316-AA04D61E10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AE0AA2-FB04-63E1-DF9A-1ECA27F117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2AEB9C-542F-8BE3-2DC8-15CAB0A048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12E9D9-2359-5EC7-5B57-583AD4E925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3ED44-E970-B68C-C0D5-61F5CB0938D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8A55D-EDEB-8D16-D043-2CA7F94E5B7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6CA3B-FDE2-EBE6-DC45-03820B68C20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7B21A-C3AA-52E2-E157-05558D9027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379947-E88D-AE3C-029A-0AE5BA6ACD2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B01529-9010-B9EF-C9B5-9A809DEDF7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9AC0EA-3895-DE12-9EFE-4A1A006F5D0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51A365-F2F7-AEDE-2E7D-D83793E728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B49EB-A01A-DAB4-6115-76EA3776AFF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E421C-67CE-EA32-B6DD-040CA7CB5BF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116DD-E40F-0576-D35E-770C28E89C9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1967E7-9FE7-FF0B-CC8E-47E72596B6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F0FC1C-F12B-88C0-B9C6-AF1D96F5B2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7A815-2739-5513-4A37-561E78DD72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CCCAD0-323D-EAB8-FE6C-806458A821A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32F917-D00A-8650-756A-43CC7A551A6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5932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BE9B-6AAB-5859-A63B-B80F5E48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C749F5-BC67-8D3B-A8E9-60C6871AA4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425C60-3780-52B7-8242-D9AD4DA930E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ED39F3-6362-BF69-60A5-A3A2FC9DD18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769B0F-F008-A19E-75CA-B16DFC9774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71B7BD-63E1-4650-CAB0-3A74E1F93EF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E40E48-25D6-8F63-1AF5-35B942D4A52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B64357-E74D-91E1-DA10-7B0F50CFE7D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B0FF5-6B69-86EA-228E-075C829697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F7B8ED-744F-D386-ABBD-21C20323C37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46E7C-09BE-6E32-A732-143E3301A0E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3AFD3-8122-EFD0-8E86-DC29AE8F5BE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E9322D-2D7A-F0CD-9F3A-8530CC278C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9AF34C-D9E5-DD0F-BF2C-AAE53BCDF7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1D97E2-3E5E-DCB4-E5D8-F2133732C66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15DEEE-D3FD-07E5-F64B-1AF16EDC520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E3DB6E-1F21-E3A4-0F7B-DBCB9001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3BC38E-EBC5-7A9D-F59A-97014917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EC93ED-BCB2-FA58-CB72-2F5E8166E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BE77D1-969D-A2ED-8494-FAD787090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F0B7E6-1A75-1A68-8288-3A68E8FD6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48AE8F-E5B9-FD84-D496-8A8F392414A3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A4B94-92D6-0F6E-8AFC-DFE69E05A1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097F6-4DA3-B4B2-9473-E6D8188F7B9C}"/>
              </a:ext>
            </a:extLst>
          </p:cNvPr>
          <p:cNvSpPr txBox="1"/>
          <p:nvPr/>
        </p:nvSpPr>
        <p:spPr>
          <a:xfrm>
            <a:off x="3640666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23B3E9-E52B-5824-DF6B-BA5D7D1EB158}"/>
              </a:ext>
            </a:extLst>
          </p:cNvPr>
          <p:cNvSpPr txBox="1"/>
          <p:nvPr/>
        </p:nvSpPr>
        <p:spPr>
          <a:xfrm>
            <a:off x="5147734" y="50605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E3C062-8434-B3A2-6C7E-CE5D3EBD9700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965EBE-E880-F838-C007-D59F929CAC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CFA3B0-CE73-1AF1-E15D-C7688CF76A7B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10,12,15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1,3,6)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914106-1567-ED27-F955-5213EAB7473F}"/>
              </a:ext>
            </a:extLst>
          </p:cNvPr>
          <p:cNvSpPr txBox="1"/>
          <p:nvPr/>
        </p:nvSpPr>
        <p:spPr>
          <a:xfrm>
            <a:off x="5358687" y="3487893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D53DE0-2E80-6C1B-66D5-1CD18B42D22E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24B1BD-C935-AAEE-C992-3900147B5866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5C4A99-0AD0-3126-209D-50AEB3DDEFCA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048F1E-E4E4-A139-3B6E-8D09622FC380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5C2639-E948-311A-F3E1-B3A37750AD1C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9066D5-E5BE-11DA-AB0D-345CB9261650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BD4E25-C410-D46B-4827-655E0BB28C33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F7B2F2-688B-8DF9-5F58-0FF1A3510E95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BA2DF3-4BBC-EF4C-0368-3A1ABDB01F26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302C09-AC02-F0AC-842D-F80173BDB42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268933-FBEE-EAAB-D736-C36E07442D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5A2E32-895F-2D24-803A-971B113007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B6B714-7408-938D-56AF-2FDBC80F482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28FB3-99BB-0810-0B72-1C4BA6086AC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6413B-F325-08E5-4160-B50D091ED9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FA91BD-A2BF-0A8B-B93B-32AD82FB84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864734-F719-0DDF-AC44-796E838DF26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01A0BA-4642-742D-FE63-0A04B7CBF93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6222F-B681-49FA-B676-0D36245068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E9D9D8-1A0A-8B67-ACFF-A86BE60A754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58B725-ADE5-8961-F880-7CC33D3FBF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6A8E12-C0E3-03D6-581C-15E9989FFFF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DCCFD-2D48-BE1B-B0ED-3163EF627B8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1F44B-FC17-9AEE-124F-1AC611BC2F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312CE7-99DC-A342-FD89-0F96CE84452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11CEE-8D2C-1485-89D2-CBB30C5947C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48BB24-B4F1-5F56-C70C-CF72D116036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4BB4B5-111F-4BD8-48B5-D8810B7FCE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31198C-F7F3-5337-5776-D527FEAAFB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F08C76-C71F-B500-101C-94EB7CC238F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D16648-1961-CFCA-CBFA-932889C6F30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CB14EA-FDA3-45CA-62F9-285BA018AD4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67547C-81B9-1FA7-816E-D1CE448049B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7CFDE-DE94-E2C9-2500-CFC35D09D36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F56B50-A4B7-6A40-41A7-40711574D5C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BE65F1-5594-3520-9E4A-34DE1608F9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218AD7-499A-28A1-5BF9-A34C1D59AB1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F8C4A9-FE6A-5F57-2082-CEAB6C81F7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1A2FBC-C796-E1C9-1231-1BDB80DF85C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92EBE0-6260-FA4F-FC06-AF8F57B551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679318-482F-5C03-C9AE-EF4EC3480E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43936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B05B-EE0E-275B-018C-9B28DF47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C43395C3-BE8A-5F4A-04A1-F6BE768D4B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1F2F7-3DED-0F83-FB4C-3A5B574D9BE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BE65B9-8F79-A95E-05C4-5F8F9B666F3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265D0E-DDD3-B437-3CAA-1B60946E65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B99830-50B9-EDE5-0D2F-2CBE66C29AA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06FE2A-EA3B-A9CA-3E00-74A659F3103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EF1FDF-2E8A-5BFD-23AA-6D985508FD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624A58-AE5B-FD58-031E-9E139E43B54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0BD10E-46DB-66A1-DCCD-921AB37B69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2662C3-6232-3D11-823E-2F8F5A6F2CB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12FBF-E31C-12A0-8ADF-7ECAF3ADEA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2D86BA-54BE-42E2-5EB4-9E70EAAC07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963089-AE18-ED94-0001-6367E0A816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0B26F-D5F8-C8F5-527E-B61BC667F5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A43A9A-4592-0B4C-41FC-7738DC69241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94B91D-A47F-855A-FAEA-1FA006B0C12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A8B33-9160-FEC1-3875-025B46F90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There is only one remaining possibility for 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6FBFA9-301C-9C17-D582-CCA95FBF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BD5905-BF42-DDBF-D1AD-6FD6B156B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619442-5CED-9539-9D38-B773BEFA2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3DCCED-E714-C26A-BD5C-C9868090F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3DE2D2-70B6-29A3-2C45-ADEB20679121}"/>
              </a:ext>
            </a:extLst>
          </p:cNvPr>
          <p:cNvSpPr txBox="1"/>
          <p:nvPr/>
        </p:nvSpPr>
        <p:spPr>
          <a:xfrm>
            <a:off x="3640666" y="35656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B6B92-0D6F-4FE9-5FFD-BF4BAF435D4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2056D7-9D8A-B61C-2BD7-0F1BF7F8ACEE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1A5F70-383C-146F-5DCA-9272469B6F1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B32A20-C5E7-B07A-75DB-AF7BD2BAC5B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</a:t>
            </a:r>
            <a:r>
              <a:rPr lang="en-US" b="1" dirty="0"/>
              <a:t>12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363A7B-3874-34A3-366A-3F65175B4CA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E4952B-98B7-48C6-5544-051B35B326E7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C33853-2475-C0FB-CA66-9A5AF3CA5AD8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F51497-29EF-29AA-537C-846DA69F841C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FFE268-5D63-7448-7C83-1C9ED566A19E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AA2160-A078-5761-EE2C-16D6D4EFBA3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3C768-F8B7-B6F8-F483-75B1A07BC1A4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304859-2437-2E43-219D-4B7C9C0431CA}"/>
              </a:ext>
            </a:extLst>
          </p:cNvPr>
          <p:cNvSpPr txBox="1"/>
          <p:nvPr/>
        </p:nvSpPr>
        <p:spPr>
          <a:xfrm>
            <a:off x="3623831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98DB4B-F803-868B-1CB5-57EE7CDCA6E6}"/>
              </a:ext>
            </a:extLst>
          </p:cNvPr>
          <p:cNvSpPr txBox="1"/>
          <p:nvPr/>
        </p:nvSpPr>
        <p:spPr>
          <a:xfrm>
            <a:off x="5385874" y="4723340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E39A78-5785-2B85-2868-C6592E7CDD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096705-E532-4038-6023-CCA4ED34134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178ED6-CADB-66C2-19C1-BB549C7F1E9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701FC3-69C0-C3DD-EB67-B316E87741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14D2B-5153-4BD1-504E-59AF070B69E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2C965-A9FC-AE1D-2068-9C933D48E86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CD5CDA-0C7D-3950-064E-CFA9CA8749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73A62F-6F94-84EB-DCE6-9E6AD7D16DD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9FE638-0D34-9A21-E90B-F4A894CA9F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B9BABE-988F-009B-00DF-50E183E676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93073E-BC4B-29FD-D545-206F689E75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84ADCE-38C9-F519-F690-046E7B2590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876A28-CDB2-66B8-4D0A-0B9A35A5DF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1697D2-EA38-CE1C-3558-352DCD3D2D2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0DA4EB-ABB0-119D-FFA7-34395A6D0B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6F2EE5-078D-B538-0E94-78F65EFBB9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3F310-3A65-5643-0396-3C812DF7885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445827-0ECF-FD6D-35CC-A7840D85198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24FCD-491B-A623-F4AA-3E21160B1E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7AC0C6-E8B9-7945-E9A1-E77EBE0206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97EFBA-D2A1-C8C7-BE63-BD327487619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1E4C12-9187-1268-F8B5-3576EFF8AB9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935291-33C0-C7BD-1696-7D94A37E2F6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7B8C7-C8D3-0506-6E3A-AFE1F1CDBD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C439C-5C9A-6F72-96EC-6534A645A20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79F8A4-79B3-5A7B-E67E-64595F974E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36A8AB-8A82-09DB-1F24-1E178685259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9DF01D-8F52-DFF6-1471-DD7C9CA158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49D939-8C6C-3B79-BE9F-476DD1A743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5629A2-71D6-589C-B845-43F32D6DE85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9533CF-68AF-1CF6-3B61-4982FF491B7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B4E1E-CDE4-7AFD-A170-FD53395F4B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0CF7E2-761E-8CA1-673D-9CE6709ED4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78782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BF14-0F68-96F2-6C92-ED3A1103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EB24EC2-59AB-8A7E-63FC-E1ABDD1776A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590178-3238-8509-EF2F-6DEDD165C9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5A8460-5A40-5D1E-8266-BBA77F7663A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83D17-5507-7301-F532-7D7405C054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D6C778-CCD4-4361-D2B5-8AB6DAA4962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A784C9-58B9-277B-473F-6AC5F595D13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BEB627-C40D-6BE0-C35B-03C7ACD3088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0D9450-30B6-F41C-6133-6106D4EC4D9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562390-8AE2-F3CE-9299-35D9A30141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E976A44-DCCB-35E1-491D-AA13DC8F08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BE750-4E85-25E4-D3FE-AB60A4244A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739C8-E99D-B01B-3B4F-E6283A32902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D505D-4CF9-3F77-7576-F76F6379A23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04394-D1D1-1327-B3C0-85AEBC07CA6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F33A9F-079C-7C1B-DBF5-6118C5679B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9FB6E-9EFC-FFED-3D84-F36B5984E9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716A8B-9EBA-CDEF-CC83-4A6323C548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58F2273-1F03-A1B9-6C20-CA28DA9E2C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AD0BC0-9D1E-99AC-8A04-9D4829126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BCFBA8-123E-9C75-E066-CC5212B62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B31FB3-F931-7B6B-D408-F735CEDBD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273C95-00C5-11D2-FA05-7E9A6C899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8182D4-F5CE-7710-2A8F-52545DEFF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1ABC63-BC0E-0F93-8822-2CFD8088FF52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A2F849-30B7-0EE9-04EA-CC1AEE9938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5FFF1C-BF4E-AB90-4989-9F3C1E82CBBA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C71A72-C73B-47A1-81C2-78D7FB1E609F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D307E5-0CEB-F6FC-F6E0-909BFF89E3E2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3E12A3-36CA-3435-4588-48EAB9082271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A21495-F47D-5F53-DB99-A55C42F09DF9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6DBFEB-38B9-12C7-26E8-B8FD2BD75419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01F64C-4868-B10F-BDAC-686ED34F9BB1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6ED027-067E-C7D8-406F-077E6BD28F45}"/>
              </a:ext>
            </a:extLst>
          </p:cNvPr>
          <p:cNvSpPr txBox="1"/>
          <p:nvPr/>
        </p:nvSpPr>
        <p:spPr>
          <a:xfrm>
            <a:off x="3149301" y="297189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64283E-9D5A-0C99-969B-AF27BF6697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36812F-DAFF-6DC8-DB5D-12B437B3068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91F952-6D2A-5D2C-E02F-62B3BACB3A6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39373E-E487-65F9-7B65-CE742552DD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D0DAA-9271-C1F2-B168-2651BB2AF75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685EA-2766-0BB0-F764-759D394161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582E03-3C75-A79E-31DF-C5FCEF94A29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634993-4940-F82B-8D68-1374B06382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FA142A-4336-8171-D297-5CED7B87EB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DB792-9748-0655-23E9-F8C3E5B424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75C399-EA08-1113-A423-BB8A48AAB9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4F1B78-FEED-444E-B15D-C618DF8683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105ABE-E463-6019-2307-FA1B9E8B5E8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B0CC0B-F88E-4F99-7693-095F3422EB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0A6BD4-A45B-E9D1-B75F-33533B0BDD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1DE509-39B0-A55B-D5BA-9E6A762CD3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D9512-A8C3-515A-2374-9A1A6D47B59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E2BA92-006C-0576-CD52-4B69516CF98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2CACF-1496-3378-5303-88D503CDF62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A5EE76-B7DD-D5A2-E6A6-222B0F33BB7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BE1AA4-6230-AE70-3671-0D787EAA51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269C0A-5357-300E-BB02-C8927412FCA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4A376B-66AE-9BA3-19FC-027D172CF1A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7D858F-A244-9EC1-51FE-174179E120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31CE4-A73A-B350-BAF1-D81EA42C781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4F00E-3163-1AAF-7F9C-CDCF0681E7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5827A9-D89E-EE5B-3C18-4612CB2D947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35F8F2-0027-C953-81F0-31BD9D82A1E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A7A47D-A05B-8A97-7A1D-D317D773EC4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083928-20E6-C250-252D-FD87B041A9C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2D9280-56BE-7287-E89C-72624DC1383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8C4C8-F7FC-D15C-5D8C-713C1E5CC0C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A32B04-4300-0375-1383-F5887C2FF8F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6574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0F6F-08F6-10E8-CC7D-F85E0E09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117C409D-31CD-085B-EBCA-A17EE06B3DB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81BAA-9E49-20FD-F371-4797A74BADD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AE9015-EAD4-F930-9BFD-C900401E006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376DF6-084F-AE86-859A-8E5CE159225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497F2-E893-D478-0F0B-8C20CD7C307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11B1BB-222C-8E6A-13F2-1C1B1D45BC3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182842-B42C-85E5-978C-4BE685E966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2699CB-9A1C-4F9D-DC8A-AF997A29DE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7219AB-2D8E-6079-2B55-D1EB5ABF42F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028A74-344D-DACC-3D97-85172D834A2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D5FE82-24BA-A372-79FF-1636B99A3A0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62411-B5B2-A9E3-51FC-B1A36FD683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FD022F-F5D7-E954-4FFD-874F699948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AEF82-A169-D2E0-C098-FB9B9644270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D6651A-CC69-1E20-5B41-1868A633846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A1A476-C05D-206A-3151-62D9EB7455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E67409-A1DA-DFE2-4C2B-14A69CBB73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44093F-0441-BEE5-3B2D-A3D2AD7120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219F9D-3F9B-CFE6-2EFF-48FC98E054F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CEE80F-6DE1-C2BE-CCF7-C0558790B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Last remaining possibility for 1 in Row 9, and</a:t>
            </a:r>
            <a:br>
              <a:rPr lang="en-US" dirty="0"/>
            </a:br>
            <a:r>
              <a:rPr lang="en-US" dirty="0"/>
              <a:t>last remaining possibility for 7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F0B30B-6EDE-B2AA-F55D-114320DBE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BE8683-8C1F-A9F1-ECB7-51C5EE216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46F757-CFD7-F053-02AA-8EBE77689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9E5979-BA69-1BA1-E731-154A72D9C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F4EDF6C-177F-786D-13F3-4D8AA502FFEB}"/>
              </a:ext>
            </a:extLst>
          </p:cNvPr>
          <p:cNvSpPr txBox="1"/>
          <p:nvPr/>
        </p:nvSpPr>
        <p:spPr>
          <a:xfrm>
            <a:off x="7157158" y="129156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D42DED-5F63-7278-477C-381FBF874D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3832C2-25C8-D98C-AAA6-81FE47B8261E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8,10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6,8)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FD1A18-B856-5475-2533-D1511D44612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624C05-D04A-7F02-5763-3B99514C7111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7CB97C-5B01-C7CB-A974-A8FA766BC21E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808408-E33A-BB7D-A928-273D19594E7D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DAE305-F2E3-8414-AAF3-D58029A594A2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AEE4CB-7284-C70E-13E0-70667A847766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ACB1CA-B4EE-F2F3-3C02-3B7A5BA4DE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9173F5-8DD9-941A-13BC-D3B845EA13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DC5B98-4887-5C2E-C0DF-0B7D01E3B8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43930-72F5-4594-9F6D-D5D8959BB24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2074D3-A598-3930-5AB7-AAC64DD5E3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6246B-A5FD-E418-41CA-4FBC297E267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58AA97-A126-2768-6B50-FEA86DE18B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200CE2-620F-BD4E-A31E-377F7F14FA0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D74E9C-6341-17ED-C79C-E985A25451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20D4C0-E8F2-24EE-D190-A6C2143AF7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FA1D26-09BF-2CD2-55F1-7B2484BDAF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736081-C121-37B4-BCDC-3D240CF103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EEDA6-0BA9-B65D-CAD1-60EDDE609BF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811FB9-4B67-79FD-2F09-31F9EAF87B1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21133B-7584-E0BE-2467-4BD6601FB49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76AE5-9597-6DA1-0652-1C86561D20E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8E3D9B-D538-3B21-0B9A-44A94D1E8B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084BB-5BF3-1DB0-FF8C-7EE32E76C13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CE78B-A0CE-EE5E-92C9-4784DC84404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6176E4-4CE0-2BC7-12CF-B0AC4ABF3E5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262E9B-3A86-B998-4FDC-5ED122EAF59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C26402-746C-1FE3-DBCE-059A86A0BE3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0F5537-8270-5695-ED4A-19604981892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26653-F56C-79DE-26D2-AA0C56F527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F6750-F4C6-5F36-7202-852FA8ED10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1D6A93-FA4E-15FB-6D69-93EB1F5629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C833FD-5782-EDEF-C90C-57F6C3ACB1E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92AF56-4DE9-8044-BB46-E7133244F78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681E5-85F2-D2BA-F6A3-D1F66BFBB0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3C87A-B146-2238-9517-77A17741F2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DEEB13-91B4-9688-6FDC-3EE31294E62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85E7EB-A0E0-2A17-A0EA-3292AA1991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E496CE-0210-85BF-1898-FFBE5FB9352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96499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234-A5D3-96E4-26F4-CBEB832F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73F38A95-7259-08EB-5386-CAFEAE8FD90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03A42-1477-2386-4332-48E1280D849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B80C35-874B-4DDC-7477-285E2D3DDEF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2F93E2-14BF-4700-B785-3194E6A517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B620B-3340-D55C-F515-B50A04582E5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357489-A6A4-F0B3-2802-50DBD33563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6A0CD2-2AF1-9BC4-6E42-3C77771820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8D6546-5E86-D353-E0DD-155B8F2F06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2FD334-64B3-D301-F7A8-3B99FEA455D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3CC4AC-E628-2C80-D09D-E7D0CDE40EC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7652B8-ADDF-4F66-BE5A-771BCA95C12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6DA44-1D5C-8F54-C0CF-A4591FB2076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82B7FE-8528-62C1-2B9D-AAFC60740AB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7DD4B-9438-5F79-49BC-A7CC6BB872C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938A4-601B-B02E-24D2-850FD8A2090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1F9114-F64B-B61A-59C2-9AF4972D4E8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6FAC60-08FE-88BC-9869-D911F7BE2F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B5C513-368B-2216-F7D7-8DCECBE917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6C5C90-41B5-F8A1-E4A9-06398A6A60E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531567-18D1-CB7D-C92F-8C7460BDE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F90B11-5038-DCCE-A764-E392954A4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DE0006-7387-7B8E-8D8D-920727227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EB5853-2B49-D17F-6A6D-87FDA8755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6BF87F-E069-01F4-0955-9C9B0DD4E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640C3F4-CFDF-878E-D0E4-36EF4EE8F064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</a:t>
            </a:r>
            <a:r>
              <a:rPr lang="en-US" b="1" dirty="0"/>
              <a:t>10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1F38D0-D19E-682F-69A7-A5E2FBABB5E2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55C884-1913-C412-EA6E-6FBDE8DCD36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3C7EA0-C8AC-8BE0-B80B-66E255799572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5AD367-8F27-4DD3-F007-63606218A0BA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D7EBEC-66B9-629E-E030-6B2F9AD6B989}"/>
              </a:ext>
            </a:extLst>
          </p:cNvPr>
          <p:cNvSpPr txBox="1"/>
          <p:nvPr/>
        </p:nvSpPr>
        <p:spPr>
          <a:xfrm>
            <a:off x="7403203" y="1468416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2C9A08-2969-79FC-AEDE-0E19AE3F63B7}"/>
              </a:ext>
            </a:extLst>
          </p:cNvPr>
          <p:cNvSpPr txBox="1"/>
          <p:nvPr/>
        </p:nvSpPr>
        <p:spPr>
          <a:xfrm>
            <a:off x="7403203" y="298616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FAC975-8B97-45E0-5459-C896B43414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DCAA24-B629-7BAD-6FD1-143ED4D991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9E18ED-7F63-CCA0-F409-6A9C75359E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DD24D-D3EB-59B1-DE4B-62F9A5A1BDD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CB543-8BC2-FF17-9936-5B9A4C0F3C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42C64E-10A8-28A2-82D5-ABB633DD3FE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162A08-7050-036C-03E7-2C0FA47E93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F46645-3B32-026C-85D8-708B9C5982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DEDB7-0E2E-B476-1A70-6883459FAF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2E271F-F9A9-BB17-C3BB-6CB12276E75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81FE3E-D906-D7B4-03DA-A521DE0D39D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174F98-2B30-FA47-2B65-84031FCE96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FF521D-D5B0-436E-4F06-DCB0A076686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332DC-EA6E-B33F-01AD-DBDF7BC5148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EBB07A-FF82-C4C0-9FCA-1CD7760404F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28362B-2EA1-5C10-5220-A4523D27AB5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F3552B-356C-1994-5CDD-6D4628FF508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C61D3-7AB7-62BE-217A-E8A379C213C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517D0D-5501-4C44-8849-ADC3A8CCB0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87116F-E7F9-D8DD-BC6D-364725DF1B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E919B3-BED6-EC2B-80A2-9900DEA486D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645D5A-119B-A0E4-D949-384AFAEF90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4D3F17-54A0-D81D-4E93-F176058E79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8C3FB-F0CD-4188-A439-8B343DD3C1F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41E84D-5814-191A-36FA-5ECBD26562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9E866F-8F2A-E5C3-0B3E-92F24C8AAED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248D34-6FA8-5A96-27FB-42A0417FBA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5994F-5D14-314E-11E7-DE8E42AD7B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455823-3767-1DC4-465C-9B1AC8FC8B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E21EA-0F27-7782-FE39-A3BDA55C0C9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213334-2A9D-03F2-5514-1B38398032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E8DC82-F705-D414-1709-960B1B436E7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5607CA-BFF5-DF84-3B61-A37F1A16CBB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3DE1E-F396-125D-B81B-4F31459311E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508C5-88BA-092F-FEF5-EBC7AEB0DD5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13540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5B75-BE08-97F9-2257-02D711FE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8CF39A8-BAA0-87E8-1001-67BA1BEF78F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8639C-336E-30B9-6F40-285B752ECB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47D860-7515-23DA-A8BA-9398D60D951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39DAF-1AC7-DE84-E02E-4B2028EAB04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687C5D-283B-541B-43A9-5186FF6F67E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498BB0-C7F3-A1FB-6AA6-4C908058D87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C8447-82D1-C5A5-AE7D-AEE146D71F6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F474B1-4338-A8D6-F724-A74C6DF906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1657A1-F602-1BBE-E832-C458F94F5B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ED7D8B-DCBC-24C7-C9C9-57C7F7867A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512CB0-7806-0B41-1267-77FFDC3CA3C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D7409F-BD7D-856F-A4CF-509B3EB943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05C8DB1-76D1-B644-3E6C-422D97BB2F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13A88-2A99-93A7-15C0-7D1A0FE680F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298A2D-B574-25CA-2CE2-CED5F5562C6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357AD-53A0-9FD8-BA24-ABABA2F6EC7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8F1472-A1C0-8388-44B4-803B1F283A0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AB1CC5-0A46-25D1-3515-8AF7DE5EEB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E7C27C-3D46-A80A-BD0D-77911E7D74A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36DBCD-E91E-9F92-5DD8-09F7429B1BF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31CA47-CDE0-0E89-E91D-505F5B166BD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38B7A2-5389-81DF-1978-E73D4DD9D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A32B57-C943-843F-3247-24BEE760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7ECFF7-B880-0C7B-C829-800A26327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F8D672-E346-4FC2-9A8E-7C82277D9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4828C7-24F2-9C5B-BC22-9411BC619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092604C-6B7C-4320-A221-4A1FAA9296A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8A71AC-3917-1A03-6595-6FD31EE3C3C4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31A9D0-CD14-F1E1-4EBB-49CC5FA78B7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242304-039B-5B65-2D85-CD870B8FCE7B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D4357D-DB54-EA83-534E-BDE757F5A845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35222E-EA49-D976-6E6E-DE014BF1BB1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801554-D1AD-4BB0-0F25-1015CF44FBA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97CAD-5643-3DD9-85F4-11FF4A53AE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AF4BA1-B57E-1E4F-F09E-4B97BED210C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09FC7-0A8E-67CD-8C32-BE6304303D2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98D29D-1D24-A1DE-382D-E0D7E14768F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FF5A8E-EAE9-6553-1F1E-370B2DC8F5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01F3F-F29A-ED62-F5F6-DF83B538198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62883D-93F2-3CE3-7A4B-1B5DBF38F2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641F88-C5DD-73FB-DEFB-81D1F20F482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BAD8C-F9BD-A151-2A98-B7518BFC5D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9E87A-16F9-59BE-D9DF-D775614284B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2F31E-872E-B0A1-2716-19BF3C1A35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728AFC-417D-CA15-2CF3-D17F9820AA4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7A6B2-288A-AD8F-19FB-F9E88B539D1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98CA15-5FF7-E328-5712-5EA5397DC0C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C8989A-E753-5A61-B42F-6D8805ED59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E74083-E5EA-3F43-E361-E512EC4A9B7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96EA4F-56CE-3BF2-792A-1919AB7D39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C0DC0A-8A5D-09ED-CF5B-C8D1D4888A2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5E9B03-6971-B62C-2915-4A2302CE313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032688-D3C9-52EE-4BB7-92829FC8B5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6B5A30-7E63-4AC8-F107-15437FD315B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32F6A-8EB9-B063-FCB6-15060A76FC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FCD9D5-9835-6D34-1954-B37DBDD09F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06F108-9AC2-9F6B-7175-EE60A625A8A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02DFE2-8FB2-0DEC-A6EB-A35160F98F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1A4201-7AE3-74E7-FED5-0BB2FA5593A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181ED8-A39A-3BDB-6728-92663EAC86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FB69C-BC91-92B9-BB53-F59E8E83AE8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09A0F8-8AB8-F7E4-5100-8BB9E87829E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0CCB4C-A14B-7F88-7ECE-DE2797D3B1C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7BC8E0-C38B-920B-02E6-B87D20CAD36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08421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2ED8-94B6-971C-FBAC-393B751C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DC1925-52D9-4F64-227A-5D7DF1499F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03B1B-A162-7E62-4499-ECFFDCE979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C92649-DDD7-D3D9-0573-77365C4CF7B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230E70-9226-A15C-8356-971D37B9BF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93613C-B07B-AF01-0A19-28411437497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66C885-275F-DAE0-EF46-6CFD4618415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8CE26-9CEC-D90C-7F77-0459F4C0F6D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711523-C26B-80EF-7BFF-83C9AD73104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9C0C58-518D-AEED-8B29-1E662EDC5E6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D0C3A2-E1A1-D974-84B1-0561A216F8C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937515-D60E-F4C2-8EB9-A7DEE07EE09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FFF2F9-9C5C-C6CF-69BE-0A48A8E6D8E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AB1DAC-1D64-A0FA-06AE-20D0D66829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BE800-9CEF-D837-717F-D05701A157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D2585-C1F6-83A9-19D0-2E0ADDC042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0CEB8-D952-9E70-33B3-B813667C937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AA0BF-F47F-0EEA-0C36-0CBD1A64AAB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22CAC-CCCE-BE39-8347-D0ED4C0C9B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24DC-4DE4-A393-A109-40ECCDA6DA4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60FCA6-D7A8-B977-0620-31B8B4DCB6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E99FCF-BCFD-B343-3B09-A6875823BF9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3CE936-0C73-158B-DD1A-629D0F9BD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230D00-5F38-E4CC-FD86-6D7ED2080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6A8E9C-1144-8CE8-8BD4-3F5239E39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0EE979-91B4-8B87-2F93-E606999B4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70E4DB-DE47-6CA8-C6A1-CF6CCCCD6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458038F-3480-CE1E-335F-6E6711AD612E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11..18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A708DE-D06F-8192-A308-A738D9BD9170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3D7D2F-F841-52FB-C9F8-5861E7726DA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E9845F-D2DB-5742-F35C-5097ABC8316E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188D1C-49FF-A36F-12A2-FD8B958D8A1E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E3A6DE-33C2-7E91-3D5C-532610F112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FAE63FE-6B92-2FED-0BE1-ABD79A47703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9F6C8-91DD-CD81-3BD2-29197D179E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62EDE-8C3B-3FDA-DA4E-5F12FD4743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A66A6C-C971-BCC4-DD12-594A4C5C42F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34C8B6-CD4F-A9F1-8230-B18FF4B64C5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541447-C648-409E-16AA-6BC66C7F22B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964B1-E9D0-F51A-2F1A-AC62F378A02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E0580E-7FDD-B94A-97C1-8446BD7B96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D2CC56-FDB6-63F9-26D1-06C844E73C1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3E02F-EB5D-024A-5A23-08B8B429098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8573B-23BD-4FE5-A28F-3FF3AADAF48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C22884-3473-3E1C-9F6D-B914367D1EF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48BC876-EA04-3F91-418E-7DB864D9BF1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69EA7-5777-E492-5856-80E080A3770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8D6EF6-5394-13F8-833F-0A63FDCE4A9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41109-45E9-6D8A-4CED-40A8ED1A2DC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523A60-CF8A-1367-F5BC-A5A8FF0B02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F5743-5845-7D93-AB38-DD49F892ED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0F4517-3983-ADFB-D44D-EE4A23B1C83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95FF64-0480-DB56-82A1-FEC4AA4DEC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67A2E6-6655-BEB5-A1CC-62CE8B32B7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AD40E-88F2-96D8-6B9D-22CC5DB12F2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D85994-F069-7C7D-CB40-0D93B95340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001B8-CC31-B1C1-90A5-0830B97089C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0A2ACC-DD33-D865-A567-ED9E968103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7349F6-0156-D48B-1F98-11D16FCA721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DD1A1F-0CFA-D5BD-E8B1-BEA0CE90328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8120C8-9320-DBEA-3538-E88AC1F9D9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2551D-DD5B-062C-885B-7F6702935F9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996DD-0F34-BF2B-BA28-9D6D8B334C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32AFE4-5C94-069E-A9C5-1DDFC3F9F1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418E7-F970-31B4-82F1-F111A6CA93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932680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7FD0-09AC-3439-B60B-DEE6C114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7CC245-B25F-872F-8512-9CF0437525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1BEAD-0A07-0F7E-0439-EABE01C5F6C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43F310-E0CC-F5EA-DC07-1F6B800595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B03DE-07C0-F17E-52C6-EEE8E54D8F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AE30B2-4F12-5B94-7EBD-47BBADE5EC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E9DB4B-AF56-F2B3-4372-4CBF3AA79CB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6095E-555C-7613-E6F0-874D408838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3EC0E6-DBAD-9DD1-AF21-CCFF3CC27DB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4EBB9-6EFF-7C32-8BA6-85B03616D5E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0E1B91-5B2C-0ACA-3D40-524CE90A85E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0826A9-C0AA-3FDC-E974-C689934028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5F1A91-D357-F735-09B5-42DC78A518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1CB1F0-09A6-B445-7BF0-6F582E3657A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CBC01-BDEF-B0C6-A4F7-0047911E76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44A2C3-2BE6-BD8A-DDF1-D11066C3D3B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C6340-11DD-3739-1192-28EF38FC639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4B65B1-4264-C653-793A-BDB879BCB0E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2E2612-A0FE-6CBD-FDD0-24CCD01976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881F03-2112-449C-4840-CDE28A34E5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329528-8168-8525-C34E-5918D074EC2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FC2AC7-5D56-F843-8390-F2A68E54AD0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F4170F-BF9D-48A2-1A93-B3B30F32D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Complete upper right block, and update possibilities for G.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E698F8-9A53-F6B6-558A-0A750D424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1B2BCF-0917-9655-A5FE-17E837D1A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18B178-BEAD-0E48-C59E-21EA97C3E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2136BD-2A99-9CAA-5C4B-176EBDF15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B83DE0F-EB40-039F-4B10-A14F4389CD4C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13,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64032D-4C88-93F6-2FDE-E422B82C2AC7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5BEC9B-C7DE-8207-E7BB-620A059B4489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6584DE-5CAC-C21B-5FC4-47EAC7254DF9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E39D6-93BE-F1EE-73B4-647974DAE3D3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7EFD04-86E8-5269-C1F3-96A21254FD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FBB504-FE04-C42A-A4AC-E778A7249BF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310C9-A258-EE7A-5499-DAC9790AA57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F4020-6717-1511-1F2D-9DE340CDA2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00D8D-11A0-CAD2-6149-47BCC43206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3CEA07-2F45-3C8D-2765-FFFE162960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480403-2136-B60C-0945-710B136FE9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BA47D-2198-2C2E-82D0-AF546CD3BB6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3E1DC1-E16B-58B3-F53B-846A0951E96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E85DAE-A618-CE8F-5ECB-8980CB85F98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1501C-63B3-686A-CDF2-0D4E66E4F35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33FE60-B690-F007-1D64-A4D89A2014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8B62EE-818A-2A79-73A5-9C8D79EF87F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43C448-C0CB-DBBE-FD55-472685DF4C3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B381B-012F-8460-5111-D9C0FE6F691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B9D66C-7E01-8C83-1196-A7708B3F4D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9FF55-46BA-CE1B-278D-572E78B20E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2662B-5841-44DC-05CA-AE3E09BBB61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38C4C4-FDBD-0E4D-389C-35740A3F4F6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A356AA-7E63-82C1-459F-07344486A5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74B3AD-0DB9-4F54-F34B-77321EE4ED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8E776B-6AF0-BCC2-D6C2-6EC88325B58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73334-43DB-052F-0EDE-196AF8A7178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46181-0AA1-B28B-C185-770878A01B8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9833ED-A9C3-2DAD-0562-1D36A69AA3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4E930A-9FB1-D90C-918D-3B3A13A8D4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C7CAD0-FF60-7A9E-6A6A-6F05D6221E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BE0D50-3D50-DEDD-2D1E-A48E0ED406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3532C6-5CA9-7A3A-7565-D8EAFAAEE93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666BEF-6C1E-A857-A430-B29D03C0058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09472-313E-C775-DFE1-7EB37A59FC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047B91-8B05-BFEC-C23E-6C1B9CD6CE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5D7E61-71B9-4433-E9B3-677B014E5B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3F7107-1BBC-1492-49BD-872EACD6B771}"/>
              </a:ext>
            </a:extLst>
          </p:cNvPr>
          <p:cNvSpPr txBox="1"/>
          <p:nvPr/>
        </p:nvSpPr>
        <p:spPr>
          <a:xfrm>
            <a:off x="6654802" y="7826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9038890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E7BE-587D-A9FF-367E-CC2CE53D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ADE400-E4B0-9CA1-33E0-DAF98DC0A0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8A92C-3662-A855-59A0-99F382A2F81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048F43-7759-E3D2-0472-1458A55423E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4BE2D-9003-EB96-435E-B05CECFB84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3FA9F9-C418-53FF-D6F2-56D3D92F572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7F434A-26E5-ED43-E81B-8BC54DE128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58561-9310-7BDA-F999-12FA16E419E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CD3664-FD0C-568F-5499-B5F4481294B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95A488-38A3-ECCB-FF50-688B8D6F1C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61EF8E-9F6E-8AD7-8598-F7B24AA42F2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D1B204-9FB7-F337-9D04-0B41391386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05121F-D774-5531-6A8D-B21ED26E90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3ADDA1-5F21-7339-857F-0773306EAE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424F7-33A9-BD26-29FD-F4AA2270F5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87C25-0F08-89BF-99AE-EFD2E3E584A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D7212-C4AD-94DB-F16E-F83355A4167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2142DE-4EA1-C31B-69C7-F5896CD8F65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6835C3-2405-BEE6-8FB3-7AC6E486E8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515CF3-1401-A28E-A615-744D29420A8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884D76-9009-D9A1-C76F-AFF5D9590D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2AEB1B-105F-53C1-C296-7C392C38E0A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653A8C-C577-E7C2-99F6-B61CC0011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Indeed, the remaining cells in the upper center block are 169, so G is 16.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FD9D96-C15A-3DFB-ACBE-E8E7C957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28E2A3-72EA-74DF-1F45-0C31BE0A0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98314F-6215-75A9-9811-8AF7D9061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CF954E-3A63-1E3E-2F9C-FB721D669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D17E51E-6DAE-D1CA-63A5-EF8523D067BB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</a:t>
            </a:r>
            <a:r>
              <a:rPr lang="en-US" b="1" dirty="0"/>
              <a:t>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3B70B6-BDE7-291C-8A5B-B5B4171FF89A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A28FD3-ACA5-6EF9-C31F-5ABD9474CDD2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1E4F48-330A-A4A0-E004-F6CE85A567E8}"/>
              </a:ext>
            </a:extLst>
          </p:cNvPr>
          <p:cNvSpPr txBox="1"/>
          <p:nvPr/>
        </p:nvSpPr>
        <p:spPr>
          <a:xfrm>
            <a:off x="5147734" y="746148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3DDC1C-2D44-A9F6-5F22-E1878B57FB4A}"/>
              </a:ext>
            </a:extLst>
          </p:cNvPr>
          <p:cNvSpPr txBox="1"/>
          <p:nvPr/>
        </p:nvSpPr>
        <p:spPr>
          <a:xfrm>
            <a:off x="7370299" y="962655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9433A5-CE1B-84E6-F36D-BDE319FAC4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7D8838-3A07-9521-BE9D-35E6AE75852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20D37-2DDA-FFBA-39C7-3AF2AF5460A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6D9669-2300-7E2D-2197-4827F5F1296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46D4B-D4E0-2A6C-06BD-1E942D692B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F659E0-089F-93CF-D827-7E96D2346F2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C7B70-AD6C-AFB1-1B7A-B5849E3998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E9C08B-53A0-3679-D31A-5EEFBDD172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F7993D-1A23-04DD-13C9-32374A0DF4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51FE79-D82E-5BCE-3CA4-05BEE7C51E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698DA7-DEA1-3E01-EF75-06BBBC4382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70AB47-2CB6-E8C7-46F4-262430855A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3FF9AD-343E-94DB-8345-E0825A05C9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87E02-D6EC-40E0-3C64-BC5235FC550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7A878E-CEFE-6810-A1CE-779C90EC2D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076D2-B0FE-3B63-7F3A-FCDEC02764B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2249BB-939A-F1F2-FB1E-1578ED246E7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09EB1C-3E32-F356-44E7-0274C705393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B4A3C9-3039-3BD9-38B8-EE8D361616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8F81BC-3B25-5623-16C6-599C14665FD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0138A5-2068-9B0C-47CE-EE8A91EDE9E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BFBE7A-9FF7-B87D-41BF-7A6736917C6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9BC5D-FD66-3C48-60FD-FAC438261F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832A2A-432D-A2D9-1608-CA5288C4D51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2DAE4B-0BA3-E6FB-2546-19AFDA68D9F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A08D3-A41B-1DD2-2B58-F8F18E116C5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878BA6-0B38-8E35-7E79-593031D9525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6B4521-8FA8-6FEE-9915-1899D1F8A24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8D37C2-C781-FDCB-B14C-8C0B8285DB3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E01E42-DC5A-ED01-C731-0FEAE935C4B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EAA7B8-820D-D813-AA02-DB30C4AF9C7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B28486-6B78-63F8-AA62-DFABEF12EF0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D88E45-29EC-EDF0-4513-03D33A7CB0D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ADA3BE-FA25-34D5-552B-4A0D7BFC605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D243BF-A7E4-5E2E-12C2-58E0CBB2E93E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E23F98-D6FF-A5E2-F558-38ACC703C288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77F2BE-1783-19BC-840F-63BDB6DB0E0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24914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7AD5-FCE1-E50A-E80D-EAFE114E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9E88074-771F-7DE0-7142-2216347CDCB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2E50DC-B047-B9FB-CED3-E822CF70B7F1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FF79F-7269-D871-6378-791A9E9621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D5D8E-7646-9095-E70D-46743ADBCD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A6DF03-2B69-4AED-3986-69691C0A0D2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DFF5F-59D0-F494-9FFB-E8259822829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0BCAED-2869-00BD-BA95-45C5ED4B767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E9D66-866A-3485-7EDF-D1973C2503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03102-F172-75DF-D497-F0DE9E220B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5F6F56-A08F-7856-21F0-ED4DBBC506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BFE3A5-1A97-3E0A-F1BB-42F5454FAF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DCE74D-3703-6A84-B90E-275C3C869F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D7E87C-B499-B706-5212-0974B20A95E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4A14D4-6DFE-9C32-0EC2-D4C033035A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DAFD9A-AD5D-79AF-40AB-8545CD17C1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00384-6EAC-4807-1F0A-3FA2E60573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11301-3D85-EFBE-F6EF-85D60CEC00F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3E23D1-AF30-0D4B-C4A7-DDF6FFEFBDD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A76E1-0A8B-DEF2-12B0-4A2F5903F6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88CB0C-A911-5E4C-BF52-EE5D1F5F3A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D1CE83-9E18-1485-C50C-B375961B84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C20DBC-F8A2-C7E4-0673-D964B6B8359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6300D3-47C4-AAF1-FD80-8E8525295E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DC11E7-F0C2-D586-5CE8-CF86A4400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Finish Rows 1–3. The remaining cells in Row 1 are 28, which fit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AE98CD-A342-AD9C-37CE-FBA0068BC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124F7A-6965-56AF-20EE-ACBFAF188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127574-E523-9F0A-47F5-386D56096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D738DF-9F14-948A-CD47-96F6E4DBF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BD683A-840A-4BE4-3934-4A5F0D9004E0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C1F585-AC5F-D928-F8A2-BAF5BFB43852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A4A102-DEFE-7C68-0F42-B39983A3CEA0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357E90-B4FA-5BBA-AD31-B77D982C08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E842F-1B3F-2BC4-C708-259FA2A2F3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7FE22C-0FA6-F2AF-EA41-FBB23C929F4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4745C3-DB93-3420-5E52-5157E19A28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5BF2CB-125B-5806-37B9-15AB638DAE3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11FC9C-18B1-6F0C-AB94-DC33FB651A5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B44B8D-2D9A-BA1F-89F1-FC42254DE9B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EFB08B-70AA-E66B-AB1F-41338364CE9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BB5FDD-3063-9DF5-F15B-163C69EADA1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57BE7-38F9-2D60-AE14-F26C5E9E34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E09014-1B13-B27C-AADD-3ED69ABE334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CA2470-59AD-1017-DD10-8717055269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6FD6F-1150-06C3-C649-80246682A55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35FBE1-B368-CA9C-F046-B4E40A576DE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4385C-E581-4B2A-EC79-A750366B4E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99A99-6699-40CA-C032-B3492742C85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F3BFB4-EA38-D9DC-677F-64D777B9BF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76A8C1-46A7-D5EE-A7D2-3ED7DCA7B5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912E34-CED2-5BC7-3D21-B36065B777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2484BA-19A1-2E5D-D6B4-3B8CBEDA02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30BA3-7D7C-3E47-2714-3FA4062D30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18143-E746-F241-7F6D-93137D9440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AA7D12-2937-FB76-7670-AF73BE83FF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CFFA2-F65B-2428-EB41-05DA8E22BCD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08198B-5116-6832-6CB7-070455BF7F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99138E-DD2E-4061-1866-BCEC849A0F4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F483DE-F10A-1016-6F52-D4172724E07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20AAF0-3731-F072-5A21-5C19538B22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AD6BF5-CD28-E9A9-DC97-403CAA550F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1642BE-4489-DAF1-0ED9-5AFDDB8A50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73E734-A38F-4579-46BC-EC8B3805ED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851289-5B40-15EF-AF03-1D13AE609D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3DA989-7BA7-0E5F-2CE9-192C0CDD3D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309994-125E-23E3-ED43-0C2967C4D4BF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A3D5E2-11E0-528A-CE71-5FBC7648E0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245463-FCDB-D3E2-8E7A-0501ACDB554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F3BB4D-2F87-CCB3-9988-BA6ABEEC9F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4ABE3B-AC5D-87D7-B921-E7E7D629C3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CCC18A-19C3-D63B-22EE-D8EF46581A4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08638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77776-1E03-5CF8-530F-B686BB71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8F7A209-FA0D-1E17-8FBA-FE6423B7652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C332FD-9DF2-6F72-7DF2-D23229C3AF9E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80936-A543-9355-EE0F-ADC3D3FC20E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1A8A4-F05A-EE26-DD7D-E6AC9BDAF3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9ADB82-7125-DACD-687E-150DAAD3CA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0DB99-6E81-6978-D0AD-F30A52746E4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FA74D9-F063-BD80-E966-A6CF1F47A41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B67301-8F5C-961F-71AC-142BDEC9B0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CB129-8F9C-C7A8-B023-4E43627D5A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183080-15B7-FAA8-E5CE-1CC7CBDD598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39BF82-39E1-784F-B334-DF23256C99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E7ABF-4DAF-43D5-28E1-8247AA36FEF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46AB2C-1436-3D32-E722-5E8A180C62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4A6BBE-9D60-117B-6CEE-93B9F1DACA8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4EAE6D-5C94-6F07-A8C5-97F1A85CF20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D5745-C22F-4776-D37C-37322ED2200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5E1FF-5601-9733-914A-A8F581D0DE6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B0633-E549-FA68-C412-7F6B8F39A5C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6BC4EC-CABC-E7F3-F98C-748F5FA3FFA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2221A-7A74-29B2-F88E-E0F40C7316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289E4-3B83-99C0-B8FD-BD40B10849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C04536-41C4-AAEB-BBAE-FB09F34448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F016EC-54D8-75F3-E4F2-4BA8442B2C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63A853-23A2-E229-3C32-90940F3E3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Finish Columns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6E5AF5-4C80-27BB-2267-B3F8CF73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883A3E-2E38-CE89-EF34-2245963CC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B3F7B2-9E44-58B7-18B8-2D7221D25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E3E5F2-98D5-7483-FB49-28CEB805A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69710AB-A004-53DE-BAFD-0C28E7B0C0A6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6D3150-6485-CB56-3327-6105B0FEB5EE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CDC58D-9838-281F-B74F-945EB0229D7B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95A32E-55F5-47E4-2A4A-DF02A91453D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80E99-7477-CF68-461E-97DB1CFDF03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386A2-AD59-F413-911C-783D3FC5B4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60F6C-5C53-C40D-DE78-A2F06F3C194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AFEDB-7C53-E4BB-52DB-C7B68BBADB4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79D87D6-EAB7-71D0-A437-9C3A6FE7DDC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E55AF0-2A5D-1C70-FC18-1A41D1ECCB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DE8A92-536B-94F3-55E7-0A6B9D229E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751DA5-DBBE-61AD-2FF9-5BF17C34B19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9E2428-6C3C-4D12-DB40-33282715C05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EE15C-A92D-BDEF-0D61-47BE8D5D4E5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72DAC55-7D52-0972-FE05-1670B27510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C7D748-4DE5-E8F1-D6A6-73EDA810F93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175D19-FECD-D1AE-B28D-17061CE220E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80D8F-B404-6645-C072-C8E8F1AE84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A233E4-A240-E841-CC19-D9BF0BE11D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D85907-6EC2-72C7-CA12-99D98EE5B6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8611B0-1B4F-14EC-711C-47928658C0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FE20D0-0D58-98EE-995D-44C61AC364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F68D6A-E8B4-B588-3BB7-B15D67043B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25448-7B99-1B7D-0581-07939720B4C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D997E3-E038-5DC9-6038-A238AD2313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EE0804-B836-025B-6A1C-CB2231FC32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EE40EE-9562-45CD-BED2-61F400EFCA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437E2B-5AAA-6D40-6944-CC9141DC89A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CEA8C1-58E2-2EC6-DCC0-99D1E3793E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220C26-C1C3-9BF7-6EB7-1AF81E56078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948B0F-31D9-CA8C-5FD3-F49AE506FC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F540CA-FC5D-30B1-250B-0DE9B156D94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8957DE-936D-491B-F8B6-D5C90135BF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198304-66F3-859D-571D-1030AA5192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25C3B3-B774-618D-7780-B32D5E543D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C016CA-C251-D464-9730-596A592594B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9EF208-8766-CDB9-CE2C-64EECBFB6EA0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CFA387-7225-F4DE-BA0F-1EF2475EBF5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2F8CF-5368-22ED-3DA6-A6C0570C64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5D008A-383A-4C77-0120-46EE1EFAC5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EBC52A-DBC6-6216-0EC1-E0F79AF24C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C3B703-8796-25C7-6602-58D7F013508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85F67C-2672-0675-27C2-EE9322A34FC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4E9079-4348-7236-3504-0B83232CAD8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680051-52E5-7CB9-456C-5704F62807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19988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A80A-7B2A-DC1E-D89F-4EDB8687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43839E3-D5DE-6D2F-F7E3-7509A8A5B88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2F461E-3C4B-D5DC-5293-5A0CF5712391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B59E4-71DF-B122-EE7E-EB9C9AB384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7EFA7-8ACA-2CD2-B1DF-5813E825ACA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98FE3D-2CF1-40E8-7480-1126B003840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A5A20-8B9F-282F-C20E-6A2D954F456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6CBCDA-0632-AF98-4791-E003834301C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0346E3-DB96-0275-BDC2-3C681C126D8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CF236-BC60-1003-83A4-12551473219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7704ED-5848-68B6-C59C-BD8B30C066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849B77-4808-1C8B-CAD4-54626E17A4F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5C06B-0C02-82A6-1D93-18FDB90EDE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71B917-D9BE-FAB6-B131-C1139B76C5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4F6D36-C4FF-7C2E-4B82-ED1857A38FB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13AB71-C7B8-745C-3BA4-B5C6DFEF0E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038C9-B511-FDEA-9004-C9772ED6EE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B806AA-132E-2B91-DFBA-8B6C87E1FFC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7DF60-AFA2-9580-0B6F-50D1B7E48E1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F1DBB-4294-F765-5D4D-BD8313D992D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5CBF8-9E9F-C1DF-B606-0A56B3EE49F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F27213-FE2C-D8F8-0EB4-5F74D65B1B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EA19C4-C8BA-4444-E5AF-C09CBA6D3D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56C80C-2039-A33F-22E7-EDEBF7CC96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B5AFE8-576A-4BD9-3B6D-5F9C08ECA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Finish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E12F2E-C7E3-8609-0B3C-928FEDD4C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0F05B6-1735-33CD-3739-F9B6ECF28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30879B-A614-C945-0738-27F3896A1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457BB2-9AA3-3549-1D31-AE39A11D7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7F6447-ADDF-7CAE-D5D7-1739ECC3BA01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D56C87-2818-7FA8-0F87-788401727294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5B2CDD-9297-5A89-058A-56455054E55F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D9BF03-D9C1-4D0C-B55B-376B595BCB8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1A50C-A946-68FE-E208-F13E21674C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02294-9B5D-7C5E-FA34-7C953DF2DF4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B8E64-966D-5EBD-002C-19BE9F1D9C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55507-350C-551D-D512-3309EED1BDA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949E4A-6A38-45B3-F6C1-B81BBBCDF4E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190567-9230-832D-680C-28726CF92D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8B0080-6338-1731-15C7-6DD6BF955E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1E3E68-B523-BA1C-ACB0-E11355CE95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B9C993-C33D-C86C-F0EF-136B7352E0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03DB43-7E89-BBF1-A14D-CD32D799C36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F9557A-96E9-FE04-74E3-158270D0C31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07883-2AEB-267F-C929-E684AD6EF6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A83CAD-6BAD-C40B-4BA2-D8A655DD76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E0F8C-A217-BE3B-39CF-E5CA8F993F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AB1C2E-2FAC-A4CC-DBBA-272F4409F0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D7B268-9B82-3A61-BD77-006FDD63E32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71E20A-6442-9695-8926-B955CC9DA9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64313C-9DBC-2DC4-FEFD-E583478C9B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1BFF8A-81FD-4ECA-E956-681C8B16E62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D0D731-677B-B88E-CAD5-1FB00E983C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F39BA3-A00C-43FF-434C-350E6472BD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8CF1E-9F64-D709-DDEA-A8A133D114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F2F40B-674B-50CD-0B94-CAEB289BB2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84DACB-5426-FF86-B61F-E7DFD2767CB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615BE8-2A95-D244-F22A-F425B14B04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3E6921-6263-FC8C-F223-6C57B822E33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BB6C6E-9096-B370-16F2-3693414053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1757F8-9624-500A-58CC-E8225799881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07DA2C-FCBC-BCA8-B968-261D8FFEC04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9ADB56-B10C-47B0-B23F-C9A0544DDD7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F8B49D-CE95-0B25-2723-137E55DA4C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D5FA7C-4F31-14A7-2D79-30371993CA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87A066-CFB2-6C14-8393-D282B57ACA22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D4A764-A150-E14F-3C69-8583CBF5493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8EBB27-15B4-18E0-3886-20645A6A476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72A002-454F-03EC-4303-6F2E7B682C7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563B4E-80B9-E324-0809-C095435B45D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99F42F-A8EE-8358-AFFC-E69C60C9936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F1AFDC-46B5-AD64-A63A-B262AEEC80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95EDBC-FC5F-FF73-86FC-8B7E42432C9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32742E-1B83-5EAA-AFA4-AE76F4C7E4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3A697D-2C39-DB3E-CCD3-3B56B35811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E73253-1008-9C11-E1E5-C846720216D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A5CE03-4D98-694F-4896-94E5AEA47BF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9A3D91-C8A3-CD83-0726-A6C565BA05A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49D8D4-1613-8335-8A02-3B793BB6D77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D7B00C-3536-5B51-0EED-2063677678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E73B64-9EA7-53E4-22FA-FC9B651E76F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5773EA-4545-9529-B3CF-7A76460A5BE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0291594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4C1C4-7D76-767F-4B98-C82E71BC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A424132-841A-B426-C321-410F49C8D3A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270E49-D7CE-9D9F-E36D-E1809EA10497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53D2E-8FF3-ACBC-D4B2-631E38D625B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7B760-B08E-7328-1622-4D6D206D17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7AA90-9D30-5512-4D48-FDAE605806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CF99D-4AF3-03F1-CA72-25B232CD7D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32E5D2-A6C4-2F0F-35A5-6EC5A54DC6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397E02-F348-815D-A567-04FE2A38DA2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D197D-B315-84FE-37D7-B196EA996A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F5F71A-F683-ACF2-0F5C-C2E1015B9DA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DA41F3-B658-913C-1BD8-0A5EA909F2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5DA074-CBFC-FBCC-B746-2FC2171472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F6BF92-9DA3-AD43-D01E-FFD30DC7B63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5175F9-4213-C15A-0378-BF3E6C498E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790445-A760-76E0-D91D-A85C3F0521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677715-15FA-4DAF-6B1B-88EBD374B78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2F626A-6C06-5291-E347-B4065EDBF4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0DBD1-9551-EBFA-F7E4-6FE84076C3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914C0-8E75-1501-B400-CD27A02ABA7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9DF2E2-3FF9-F199-9E80-C6DC66C3F5D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ECB56B-CAA5-F9E5-2991-7AAD8F7F712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9088F3-92EB-AFBE-1052-B702D7316E2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7BD2BA-F409-B4F2-BF0D-F4C9951ACB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017804-185B-B2AD-4C08-6BCD65B01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0DF1A5-AC1A-12E6-2DB0-0CB91D343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C7BD59-FAA7-402D-9FC4-6A08D7BDD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19F4B6-AD87-0D22-82DC-FD44DF9FE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9EC53C-8A23-590D-5F98-EA5CF8605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B16523-A75C-FA85-C9B7-15D8FF8A62ED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3..17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BE7A37-26DC-7238-B7A2-82E990C2CCB3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E8E3F9-6797-4B22-22D1-003E34EC8C55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57D11B-E948-6EEE-218A-0A0ECC46415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625BD-E64C-CE9B-2389-749BE762FF1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41C03-611B-C2C5-104F-AD828C4C7A5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3B5CE3-A4F4-F129-4A41-3D3AFCC175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F28BF-8145-A946-E517-BF95D98C74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CB0F3E-9934-5BB4-100F-094ECFD92D5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B471ED-09CE-B51D-F5E6-BB57ED09AC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2B3573-7875-F065-C635-02B4298A8E4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42BB0F-B5D2-6AEF-A14E-07DD17D2B5C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727D5-B5A7-5BFE-79BA-121F931BD5A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53C1B2-919E-1C37-BF8E-BDEE65D594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563EB9-FEE1-A286-D6F0-A321A428C3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C333B-EECD-ECC5-8EBE-ABE623ECD4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4FCD52-90D3-6D5C-58AA-2CCCDB410B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71779-BF56-25E3-44F6-74A52F49D2E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2816D5-055A-B6AA-A9B3-90051090EA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D713C4-5069-D7BA-EA29-4E16B0BF656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F7A5FC-B4B1-DD0D-71A1-20A53C95BA2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4799C0-437E-B7AC-B1AB-44027CAB48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25B466-B145-929E-8C80-46E2068AAD7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1CE35-FCB8-DF1A-6A85-E2858B27082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BF832-15EC-0A2C-94BC-4AFEF0F2DC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6BF8F2-D68C-16A8-0918-41CBBBEC10B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7B5528-A822-FD70-FA1D-F7AF89E0B4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A615EE-D474-310F-BA41-02DF167C0EA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21D6E-437F-97FE-4BA4-A732669D375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8E0125-EF88-3D49-1CFE-9C0B0ACD1A1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199B45-703F-9535-2070-4A854F8DEF3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EAD290-6C42-B2C5-E9DA-E2C512EC7C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2C34AB-298F-D9E8-A4F0-A0D4C8607BF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EB33F3-708D-1D60-3DCA-1E7DA83DDDF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70C0DD-C6EE-C8A1-334C-2679B10FDC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A51E1C-7F86-C824-25D5-2A94A56275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E77DF0-FF81-3612-DF6E-B7B06E6ED5FD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8186D8-280B-2A60-5626-8DA5C29ED26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ECB947-5D12-CC43-6BFB-07F1B8CFAC0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68E41B-8AE3-2090-EF22-5CC6B3C814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63C4AB-6DD0-43DD-A291-93A0F8A8963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2D8B08-CB7C-7B93-2190-07E3C5B1E45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1828A2-5E55-43CE-FA9B-9889B96E42A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1CB278-BF0C-C544-CB22-2E99447A993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748BDF-DF3C-48AB-6661-D352B4C4A73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7A3D6-0C0E-A0A0-4A2F-3A019EE193E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3DB346-F2C7-BB53-3EEF-41FC2CD743A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527CAF-1E15-1C73-E995-E64C5E4297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BDD192-EE16-F3E2-47CC-1C745DEA00A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73CA19B-94FA-51EB-B818-CB6619B0DC4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CB730B-64D3-C456-7C86-A9885A1E44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12CB94-2BDD-E9C6-8A40-56D6A850374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91123C-AF26-6270-6C1F-227F412111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99358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43D26-A807-1220-F761-080744AC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CF4EAA6-FBA0-0156-E9BC-53FFACCB96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C9CB7-41B7-D5A9-9125-1BF7D406CAAF}"/>
              </a:ext>
            </a:extLst>
          </p:cNvPr>
          <p:cNvSpPr txBox="1"/>
          <p:nvPr/>
        </p:nvSpPr>
        <p:spPr>
          <a:xfrm>
            <a:off x="5147734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457BA-05D3-B849-F486-20BFE16491B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7B276-EF64-6B2A-7C07-32E91B03D2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811E07-0480-9C5E-F9A2-1F841BFC322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86CB7-789C-3A56-4B8A-E2A7283A79E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D7964-112E-EC53-E510-8B4A582757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72EBA0-08C0-3F5F-684A-42009547F52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9A1F5-4F25-29CC-FD9F-DB20E88600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674826-6527-B63B-3EA7-D9A9551861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C49FF4-CBC1-C52E-839F-2E216FA24C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6971BB-66FB-1C6D-EB01-67BCC5D210C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B1A716-ABBF-9526-5F17-303B23C55A4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233661-799F-C3CA-6D28-1CE66BD18B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711B0F-7B65-E377-7B4D-7F56EEC051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E3252-5B62-C046-506D-1AE667B9AE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80B74-C848-5F1B-4AF8-F555C6C696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D8032-07C2-78E3-1BC8-EC357D91BF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D42720-5F7E-F489-439B-9CA2D4B204B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B394E6-29D3-22D9-9F17-61F8CFBAE7D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F2E821-0700-C6BE-CB19-DF78BADEB3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A92798-1B08-612D-3D4C-FF1166673F5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0B96BB-66BE-14BD-12F7-993B34CD6CC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2CF35D-468F-92D6-7123-1A01FAB68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Only solution for 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DCC61B-380F-C44E-D166-D7DCFFD7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CFB915-CA54-1E5A-D738-2D41BFE92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87E4E0-EBB8-D722-8953-CBB5442E3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E80596-607C-ED8A-938B-F877A00BA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2062989-CC62-3137-AFEC-70B5213A0DB6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</a:t>
            </a:r>
            <a:r>
              <a:rPr lang="en-US" b="1" dirty="0"/>
              <a:t>9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9E80AB-AEF4-DB43-1F1F-3C48A6658D12}"/>
              </a:ext>
            </a:extLst>
          </p:cNvPr>
          <p:cNvSpPr txBox="1"/>
          <p:nvPr/>
        </p:nvSpPr>
        <p:spPr>
          <a:xfrm>
            <a:off x="5861043" y="398965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D076E8-86D0-538C-404A-3E5D37A6B863}"/>
              </a:ext>
            </a:extLst>
          </p:cNvPr>
          <p:cNvSpPr txBox="1"/>
          <p:nvPr/>
        </p:nvSpPr>
        <p:spPr>
          <a:xfrm>
            <a:off x="6402885" y="3459489"/>
            <a:ext cx="2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F0D5F2-02C0-5085-B934-C90AF492FF4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C39A-184F-AD1F-F523-1EC15994DD0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7ACA3-C5C3-5691-CF8B-77409B6607B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74966-6B01-0C69-31A2-756ABAFF243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AE47F2-A1DB-51B6-C933-415ECE74678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F09B24-A59A-3C60-02BF-3F6C0E97F8F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7A0986-43E1-39A5-703F-4A3D5C75AA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243275-703D-DA62-5540-8BAAFA79515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FF63FA-94EF-2473-D3E2-B7DC3E31D42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1D5F70-6034-00E6-48CB-7C9C778611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3C4378-1CE2-70CD-9CFF-F127A7D8DD9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C612DB-735D-2D1A-6705-7284C2A8480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5698B-6F7E-69F1-5D51-567C52F8C9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58C0B3-073E-0F67-CA5E-EA5722240E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9DDDC5-31DE-944F-0C8D-82498D34B07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B364E4-516E-EFCA-0439-51985716139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BCD8F8-C2DC-F3B6-5546-CE25C0138D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696B20-1B6D-9AC2-93C0-E8293B4D1D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8EA655-60AD-008E-D2ED-FE988466430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D0E871-D504-BDA0-1912-3EBC52E190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254622-E249-EA5E-C460-83BD03F2555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08306-ECBE-DDB5-83B5-7F3DF763FF0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64D694-F0ED-B1CB-26EE-354B17274E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C69BB0-90BC-CCC5-6271-12178133D5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7A1532-4898-847D-582D-C9E4FC97AE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BC553B-B9DA-6E54-E828-D42F5D55FA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6DB357-9C80-0414-0D1F-12AF487A827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578534-3A91-D582-E54E-92BA89A5769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EFCF1D-F39E-12A9-1939-39F9BDBDA00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B66423-715C-5651-0FBA-AC1E2FFAEA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AC8936-E2C0-D4F6-C485-D821A2CB00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AE71C8-46EC-6191-6DAF-3EE51F0B70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83394A-3572-2D73-078A-0E065209AFD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935414-DBFF-46AC-E700-AB4EA74F460A}"/>
              </a:ext>
            </a:extLst>
          </p:cNvPr>
          <p:cNvSpPr txBox="1"/>
          <p:nvPr/>
        </p:nvSpPr>
        <p:spPr>
          <a:xfrm>
            <a:off x="5650090" y="7985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30D02F-15FE-098E-9783-20AF2EBA65E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677340-ECFB-D570-8075-E55E7784EAA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527E6C-627A-C04A-DE49-14E9B4C286B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E223F9-26B0-B5FD-6BFD-91DC950038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6FDAC8-3932-D9F2-AC3F-E1D4956C074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99AEA7-E385-D725-2B7D-353BECC880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BD5CBB-DEC5-D534-F23B-CA5923708D5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44AA9E-476B-5C55-EADC-8873E676DE2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F4ED04-D207-65DD-F5B9-E1D5498676D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2BD9EF-0BB3-ABF1-293E-7C9E7C0C7F2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583767-E26F-D6C1-E900-D11AAC60AF0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6F0BED-591B-03B2-D836-857181C220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6E466F-0950-EA80-8744-CF653D7CCBB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CDDC75-0882-1026-2A83-5C9092160EB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1F2F5D-570F-C612-3B0F-ACAEE96EE25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97C249-A6A2-C69D-C02E-F910971A753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3999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C897-3E42-AFD3-43BB-9C3928E3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76EC1D57-C4E9-3D55-9591-E0143A77AB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31F7A9-B4DE-67C5-3EFD-4642815CD2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408C4D-F7FB-93DB-62AA-22CE819CC1F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CFFEF-B392-10C5-2100-EB04B9B9BB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96688-38C5-DA5D-6242-FDAA1D8BE7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8DB794-1ED5-500C-35E5-1AD8FAFFF0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5FF93-8C37-8414-2943-FCA504A00C5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625888-3900-6F8A-5374-B42AF0CEB7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0ED481-C5E5-9FB2-44D8-55B2759D227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B08D7-C680-E397-6FF4-940D74C155A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04FF3B-EB62-EF84-1642-7AE702603E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70C941-0A7D-F326-549B-D484C29958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3852C1-29E3-A935-C2C6-628CD1B9FD1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474AE3-5845-0FEE-51B2-E3818337D0B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7684B3-BE7B-23DA-896C-B8A5E62C49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0A947C-9DA4-6BDC-DEF9-4F68FF32B2C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2F151-5039-4E14-3CE9-4DC50E973F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0BF818-2E14-E978-F658-E55B94C64C5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EC77C2-3B54-D110-A77C-861B1891282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00DE4-0E09-DCF5-A76B-DC5D6960591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25C955-0C64-AC0E-0C4C-285779F553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81C6DB-729A-9FF9-97E8-E5AE4B6F19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B5F209-5BB2-3B2F-3C5C-20FC7CFDD18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CBD972-9872-825B-F4D0-A47E91A2F9F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83EC13-81CD-B4C5-292A-B0075AB7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6706924" cy="1143000"/>
          </a:xfrm>
        </p:spPr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CB09C5-E670-DADD-32FF-CD7E2A09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866A2F-146B-EBC9-EC38-C5C02624C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2EBEF2-979D-3D43-7A41-5D173365B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5A0900-4B70-5C79-A59E-B4EADD6BE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0791F3A-4F2D-D23A-F9C1-03EF9882B6AF}"/>
              </a:ext>
            </a:extLst>
          </p:cNvPr>
          <p:cNvSpPr txBox="1"/>
          <p:nvPr/>
        </p:nvSpPr>
        <p:spPr>
          <a:xfrm>
            <a:off x="8078524" y="135171"/>
            <a:ext cx="29578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= 7</a:t>
            </a:r>
          </a:p>
          <a:p>
            <a:r>
              <a:rPr lang="en-US" b="1" dirty="0">
                <a:solidFill>
                  <a:srgbClr val="92D050"/>
                </a:solidFill>
              </a:rPr>
              <a:t>B</a:t>
            </a:r>
            <a:r>
              <a:rPr lang="en-US" dirty="0"/>
              <a:t> = 10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5</a:t>
            </a:r>
          </a:p>
          <a:p>
            <a:r>
              <a:rPr lang="en-US" b="1" dirty="0">
                <a:solidFill>
                  <a:srgbClr val="92D050"/>
                </a:solidFill>
              </a:rPr>
              <a:t>D</a:t>
            </a:r>
            <a:r>
              <a:rPr lang="en-US" dirty="0"/>
              <a:t> = 11</a:t>
            </a:r>
          </a:p>
          <a:p>
            <a:r>
              <a:rPr lang="en-US" b="1" dirty="0">
                <a:solidFill>
                  <a:srgbClr val="92D050"/>
                </a:solidFill>
              </a:rPr>
              <a:t>E</a:t>
            </a:r>
            <a:r>
              <a:rPr lang="en-US" dirty="0"/>
              <a:t> = </a:t>
            </a:r>
            <a:r>
              <a:rPr lang="en-US" b="1" dirty="0"/>
              <a:t>9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= 4</a:t>
            </a:r>
          </a:p>
          <a:p>
            <a:r>
              <a:rPr lang="en-US" b="1" dirty="0">
                <a:solidFill>
                  <a:srgbClr val="92D050"/>
                </a:solidFill>
              </a:rPr>
              <a:t>G</a:t>
            </a:r>
            <a:r>
              <a:rPr lang="en-US" dirty="0"/>
              <a:t> = 16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 = 10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= 8)</a:t>
            </a:r>
          </a:p>
          <a:p>
            <a:r>
              <a:rPr lang="en-US" b="1" dirty="0">
                <a:solidFill>
                  <a:srgbClr val="FF0000"/>
                </a:solidFill>
              </a:rPr>
              <a:t> I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 J </a:t>
            </a:r>
            <a:r>
              <a:rPr lang="en-US" dirty="0"/>
              <a:t> = 8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= 12 (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= 3)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≠ C, (H–2),I,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≠ A, F,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 ≠ C, (H–2), I, J,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 ≠ A,C,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F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≠ A, C, (K–9)</a:t>
            </a:r>
          </a:p>
          <a:p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 ≠ A,C, F, J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–2)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–9) all different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/>
              <a:t>) all different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9B60EC-EA0E-7649-F756-9BE6352E0BA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083EE-3CAE-5220-7F5A-419FFE578E6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D8B893-2287-96F7-2717-275EA6AA4C8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C1F8AB-0364-2588-8160-3EC466C71DF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54AB7-AE83-A384-79E9-7F5B5EBBB0F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BD8276-1B6F-1388-D4E6-B0DD0ABF62E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809868-F7B3-5A66-1880-FB2EF75534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C2B13-FEBB-2319-7777-88F5FC68134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9A67D-7F02-0F33-3DC3-595D0F23F3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460780-5000-B3F6-13C3-659FA989F7A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4260A-C242-8011-CA15-601C3402758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268189-464E-CF66-69EF-4E2DA940665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4F0D99-31D6-CA48-16E5-B79F4383DBB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98F699-CBF2-D13B-3CB2-E4CE595061A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4E5A75-F1EA-2E82-91C4-CC2B6142CA8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6BED7C-3CFB-4AA1-1F31-15E11DC401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0D91D3-554F-F8A5-A0B7-A5523D7EACB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1EECA1-B8D2-6CAE-206A-44772E515D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27C0F8-7DA9-31D8-C3DD-8DC067F5EE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FD5F7-71DF-E8A4-17F0-040EE6525F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5624B8-5A80-91FE-EF84-4D4080C3498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3B6F83-6284-9143-1F9C-5A0D454C105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D3853B-0E4B-8025-DE15-DBE2CB61335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D6BC37-1262-5D44-1F60-9A64870FB4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0DEC1F-64F7-94AE-EAFB-58A94C5B26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CA9F4-B037-D2F2-851A-7130B3CAE4D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238337-23F5-B3FB-5C3C-657420678F7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47596E-BB56-AB00-39CE-B7FFE2E50C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D87749-02EC-75D5-5329-3F1E3214E7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A7CF40-E731-2489-92B1-953CC4102D9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8299E6-E991-77E8-3A08-571EC38159D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207865-C30E-36CE-DFA2-A2B241EFB2D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1AE45F-A883-9367-BA64-1905FBB5262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401D99-58AB-71FF-EDB0-4BEED28F656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CE4736-8FB4-82CE-F6E8-A722C2CFD6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4D3396-CB2C-38FD-E0E7-68590D576EC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33F9DA-180B-F25F-B502-3ED9BFA1304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9C1882-94B9-2F61-4B06-48E74A34424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2357C9-563F-E961-7BFA-77B6E6EBF8C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F1360A-4FA0-88DD-825E-25DF1CC39DD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5F4F40-80B3-E30F-B7C8-7FD3D13125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91504C-AC56-96B5-EB87-D079032BD00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33FF1B-75C2-5B9A-8D65-A368F7ED898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DBE60E-5941-9B92-2247-12E9842E6DD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8DF499-790B-1089-06C0-AED7799C09B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C92291-3C8A-50B3-42A9-75ECD2B915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F122FD-8582-40EE-C673-12A3F326761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2FE9-A823-4DB9-B7FB-FD7437F54A5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D543487-2A2C-2FF9-0597-14D2BBE0D7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120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11850</TotalTime>
  <Words>16254</Words>
  <Application>Microsoft Macintosh PowerPoint</Application>
  <PresentationFormat>Widescreen</PresentationFormat>
  <Paragraphs>5568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433</cp:revision>
  <cp:lastPrinted>2026-01-24T00:06:00Z</cp:lastPrinted>
  <dcterms:created xsi:type="dcterms:W3CDTF">2024-03-19T02:13:08Z</dcterms:created>
  <dcterms:modified xsi:type="dcterms:W3CDTF">2026-03-09T22:42:35Z</dcterms:modified>
</cp:coreProperties>
</file>