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9"/>
  </p:notesMasterIdLst>
  <p:sldIdLst>
    <p:sldId id="457" r:id="rId2"/>
    <p:sldId id="531" r:id="rId3"/>
    <p:sldId id="532" r:id="rId4"/>
    <p:sldId id="533" r:id="rId5"/>
    <p:sldId id="534" r:id="rId6"/>
    <p:sldId id="535" r:id="rId7"/>
    <p:sldId id="536" r:id="rId8"/>
    <p:sldId id="537" r:id="rId9"/>
    <p:sldId id="538" r:id="rId10"/>
    <p:sldId id="539" r:id="rId11"/>
    <p:sldId id="540" r:id="rId12"/>
    <p:sldId id="541" r:id="rId13"/>
    <p:sldId id="542" r:id="rId14"/>
    <p:sldId id="543" r:id="rId15"/>
    <p:sldId id="544" r:id="rId16"/>
    <p:sldId id="545" r:id="rId17"/>
    <p:sldId id="546" r:id="rId18"/>
    <p:sldId id="547" r:id="rId19"/>
    <p:sldId id="548" r:id="rId20"/>
    <p:sldId id="549" r:id="rId21"/>
    <p:sldId id="550" r:id="rId22"/>
    <p:sldId id="551" r:id="rId23"/>
    <p:sldId id="552" r:id="rId24"/>
    <p:sldId id="553" r:id="rId25"/>
    <p:sldId id="554" r:id="rId26"/>
    <p:sldId id="555" r:id="rId27"/>
    <p:sldId id="556" r:id="rId28"/>
    <p:sldId id="557" r:id="rId29"/>
    <p:sldId id="558" r:id="rId30"/>
    <p:sldId id="559" r:id="rId31"/>
    <p:sldId id="560" r:id="rId32"/>
    <p:sldId id="561" r:id="rId33"/>
    <p:sldId id="562" r:id="rId34"/>
    <p:sldId id="563" r:id="rId35"/>
    <p:sldId id="564" r:id="rId36"/>
    <p:sldId id="565" r:id="rId37"/>
    <p:sldId id="566" r:id="rId38"/>
    <p:sldId id="567" r:id="rId39"/>
    <p:sldId id="568" r:id="rId40"/>
    <p:sldId id="569" r:id="rId41"/>
    <p:sldId id="570" r:id="rId42"/>
    <p:sldId id="571" r:id="rId43"/>
    <p:sldId id="572" r:id="rId44"/>
    <p:sldId id="573" r:id="rId45"/>
    <p:sldId id="574" r:id="rId46"/>
    <p:sldId id="575" r:id="rId47"/>
    <p:sldId id="576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708"/>
    <p:restoredTop sz="94568"/>
  </p:normalViewPr>
  <p:slideViewPr>
    <p:cSldViewPr snapToGrid="0">
      <p:cViewPr varScale="1">
        <p:scale>
          <a:sx n="113" d="100"/>
          <a:sy n="113" d="100"/>
        </p:scale>
        <p:origin x="15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CFB1C-7F6E-CC48-8B12-2D5A9AE1C913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9560A-78B4-504A-9396-2AE516B13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2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62A4A-E301-4B7B-06EC-E306F430F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6B8183-B5B0-3C6E-0EEA-C0F053A08D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06DDAE-C7CD-B80B-2C22-AB71719216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8E5466-89AD-84DF-028A-D6DE1F8DF7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2905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B0BAB-EA2A-0950-C010-61C222D53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53F983-AE88-5430-C1EA-51B37DE3AE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D3F68A-B2EE-7E71-8EA4-7F2DF1D8A5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D2E065-6863-6D57-8D34-411D56F7C4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849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B757B-BD7E-8723-37F9-F9BC805DC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816678-E78F-1901-12C6-B44F3D1B74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4BCE27-8B94-E3A1-EAAE-E70D024BFE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E33E48-2C7D-B1F1-3447-971D0F5D6F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5290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35638-8D95-6A20-7242-E3C771C00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0F5E5E-E45E-3917-7ABD-2DCF47E28D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9CA499-8371-2ADC-0C71-31541132CF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D2D50D-662D-8806-165F-B37B18485A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8422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F0991-14A1-249F-D7C9-9734E94A7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ABB868-A165-524B-FE0F-AD44646EE2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83F1A8-6275-EEA3-00BD-7040A57071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089C72-9813-F3EF-0595-3464A994B2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1676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AFA3A-896E-2129-F605-8AA1B628E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48DFB7-708F-C7A9-C4D8-7681727C65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9097BA-D273-25BD-CC74-47C8FE268E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A49FC3-3D70-B410-AEB5-13AE2CA80B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0322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B1826-8B02-E13A-85C4-6128A5981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9ADC69-8DBB-CA06-4D8E-DF58496C12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B5B6AF-2384-F43A-07F7-7DC506CDD5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458E49-A225-0148-22E9-531CBC86B1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0927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23422-B9B8-B685-A0D3-9E11D4D2A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DEF812-209A-ECD4-A7D4-EB772AA4A2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0021BF-6B8C-3612-D3D5-11C0382EBB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FF46B6-5EB1-ED47-BB05-0CF15BAE28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7241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96DFF-19CF-280B-2ECE-E459B4550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BCE361-1D27-61BF-EF6B-9FA80A6FF2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1AA6B4-8A9B-76F7-0569-9EC3B7A9D5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BAF3E8-8594-60C8-5818-087845FF05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9773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D61EB-D0F3-17D4-A3EB-15C81FBE3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8C8B53-08B6-A5AD-7299-E256295946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FA3466-2063-A9B8-56CB-27ADFA32F7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1E6E53-27CD-4F53-6BED-C5A485C964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3330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742C8-9C74-D367-1C1C-81C7F0EFF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A3BE83-4143-F048-2A59-001ED8A006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C55B78-E166-83EE-29AE-DEA1FA2A93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800F38-93D3-946E-0DF2-0275D13509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1769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A9B13-8DD2-DAE0-46E0-C04725EEF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9FA838-0D86-5A44-71FE-95F49F418E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10BA5E-40ED-6A96-CEF0-4E866FFD3B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58602C-CEB4-E356-D16B-BDE4A2E197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9763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44AEC-5B65-9D91-C185-138CDB131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5A7D05-05BC-B308-2B8C-CEBBC23444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2F7CF8-64BE-F9AE-4E41-E9BFF9975A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935C2D-7B1E-5AA6-6F7F-390C55EB28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1255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5E1E4-4C55-6E4B-89C2-FB6E2AF2D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8B72D9-823D-1360-CD08-522759AC19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42A873-77ED-22F1-A356-D2B68DF378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5A7C4C-F12F-0706-74A5-E1AA06E255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0079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2F2C6-F91B-40B8-7480-B71C70E19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401AE7-A4E2-9D1D-7C1E-F67230499F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6C138E-EFA8-1104-3EEF-91549E6D42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125AF1-6E41-E9E8-386B-1F20572552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3787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E6316-1A22-3B7C-F9FC-E42964308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95D429-BFB0-0F08-123D-440685A44C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07200E-E89A-4875-8D03-CF2AD2E964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C1B4B6-880E-D3DF-269B-2E37175326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1081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11B18-30EE-508F-11A8-45335C29E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9862A9-8A80-1652-A164-6E567C8D6A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6E93F8-FFC6-ECC6-6F0C-D0E0610D13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A36674-F76E-FE27-391D-3637397611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5526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CC9D2-091A-DBE6-3CCB-2BD161C39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1B3B3B-6CD3-8E47-250E-4A8DD66834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1DA62F-BA1D-D6A3-FB4C-1551B89843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D10D08-389D-6504-AA03-D96F5F803E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8754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BEB1-3E7F-B554-AD2D-EC7463E98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E54036-DF72-249A-0DC9-9CA8568717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BE6B48-0A17-67CB-E4AC-91EC390F46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9E80B4-E555-3A26-9207-17C9F1BF4D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550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21186-CD71-E878-447B-6162345F9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AF8781-2040-4FD6-33D0-33CB1CC13B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012E36-759A-478D-E7DC-4950D965D4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F4AA38-5AA4-3147-589D-C10B02AF60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5147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24598-28BE-C7F4-5C71-5267E7473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B4CC81-00F1-EEE6-9764-10CDCE6231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7798BF-FE00-4B74-8565-58945EDDC1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72480D-C863-CB5B-07F5-08D509BC56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04835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0C2DB-94DC-E480-DB6E-144C2D9F3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A83458-0F61-F817-8025-4FFA8FD097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DE4EDA-E27B-8B74-B897-C827A05BF7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D79B87-C16C-3449-BA9D-893550BE59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20722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5A35F-0E20-FE84-3282-68ADE94EF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96A919-8920-D121-E328-D948B87DF9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BD6C39-2071-CFFB-581D-A43B1DE9FD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8F0B51-1CD4-0EE2-8564-8C98739900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29251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22C45-4F4C-8771-45BB-E5F83A12C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CABF2A-FF86-A9DC-9580-6378E5210E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39441A-CA10-2FAD-B5AC-E63BEE3BCC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9B14D3-4923-7AAB-3F4E-88C61A71A7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56174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08534-C48C-A2EA-0C98-7FDED621A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5CC7D0-1FB1-9C4D-FB10-CB6C63A568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E0B393-1D67-405C-7DA0-C06E3495B6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AF7DFE-1119-E609-54D6-EB981F9D3F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73200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D2562-7FE7-2C66-D071-F7A41A3C8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0BF131-2314-9132-A717-A3D46D894F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7436F7-8ACD-E1A6-0C9E-FF3D0CF4C5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AD8BA0-4861-3AF9-0F4B-F33736EE7B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76430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78B30-3BE7-E961-A9B8-7C0E32448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DCA3BF-4738-AA86-5F95-5A038C1EE4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4D585C-AC21-8B95-ADBB-03B5B9BE9C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6F7F3B-E5B6-BF30-7D75-043C2DEB93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78776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9EAB0-28F3-D2F6-59BA-039D185A5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F032DD-44BC-179A-F17E-455A02F545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15666F-62DB-37F1-A245-8E2A1B655A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6B6B20-1687-F1DF-2F21-80788E83E4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46472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30151-99FD-8E15-CF33-45C18D83C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4C33C2-E87A-6EA2-6238-BD5AF95280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606B37-615D-2ADD-B11B-2DDECAD683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8EF968-8AF7-B77C-F702-44C0881F6B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97444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848B0-383D-1544-6209-49811F09D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733F26-E3D5-986B-80C2-B6073F691D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FAAA3E-961A-6831-7D9C-A30CAFC943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8F79CD-8D75-8D00-3CCA-1649EC7DF5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79612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E5B3D-B646-13F6-18BA-09E27D6D3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F8F92A-CA0C-2C14-6280-003FFEB214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8AF6F4-B395-29D3-EF90-868405B60C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D9266-4D61-E35B-AEDE-40866861E3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38837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A9C51-E4C5-D29B-BC9C-28C9A6D22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B8F343-0738-C166-C898-DAA2325113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2A01C7-95C4-C824-4573-BE00F30A81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01984-D196-1AA5-EED6-00881F3C7C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20542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08DF9-5B09-D94E-E59E-E721EFE6A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C319CF-5B87-855B-245F-2F15EAE7AF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BEE6A6-0272-3547-823E-7B2C03DFBB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CA02C5-E75D-1446-317B-2EE669261D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37432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DD624-9180-E5A9-6C9D-2D412CD46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44FAC9-93AD-FB5A-F9A3-F8F1B3105A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CE1454-8601-D04B-F0C2-CFCEEE1920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BAFCDE-2BC0-B16C-D6C2-D267A6543F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07950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DA7B3-84C0-5E0D-49D8-010FE0970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08E146-F0C5-7D1D-84A5-956E0A8749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D7948E-1602-AC09-9C8A-D31C482D52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B0F590-9B01-9061-E2F0-ECC3203E95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67212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5F532-BF32-C230-B4E7-D96885F2C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EFF2A7-4694-2801-21F6-51CB03D5B5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2FBC22-91EC-EB7D-4ED9-0D85620964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DA64D3-6696-4255-D187-373C20B8EB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34520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D0A52-C169-6245-4F47-B4949D690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B343F6-EC1D-7D33-A40F-3529737492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A1B4C3-CC01-05C7-954A-6BCD6ED5B4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94D36C-95BD-7DFA-D3D3-03B6DB1412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90376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0848D-334D-4DE7-3E74-391D49493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7ED33A-922E-DC4A-EC93-03071EFB63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EEF8D8-DA4D-E186-2F25-B04C63BB69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EDCFE1-8779-9397-EA05-139C5FD45B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39173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19FE7-0AA4-C3BB-7EEE-9EB8CF3EE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EE401E-9902-5F60-A9E9-343AE50979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795EEE-BC1A-225A-973C-010526D907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D6B75C-5DE9-182B-6733-FCB5EEEE25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2299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C0C77-1457-1246-67B6-301434CDF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2A1EF8-EE13-3116-B205-02F3E2632D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FA2586-7888-C367-3803-B79FED625A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92849-160C-576B-505B-E3201890F8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74422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83978-9FA0-FB45-B41E-F7EC61763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6178CF-84A2-2D82-2B21-CE0FDA6F64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9E0C7-7A5F-7AE8-96D6-CB2A465307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2ACCCE-959B-5480-DF3C-F7A63C2086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17667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385F6-1E2A-919C-6586-679E224E7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D84CAE-8AE4-9051-7D34-7C1A5B9F79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87B241-C345-8D32-4D19-A119215879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4B70D1-1437-DF7A-5FC7-6F8B6750A2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24623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CBD1F-E91F-ED55-1EBE-F15E63521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450906-AE08-9907-77A3-E6DE7FC37E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4E6B6D-CFAD-B5ED-DFF0-FF20E03461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88D4A4-A837-62A7-0018-933D10A5A0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78881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C98F2-4019-603B-8F4A-C6F7F8387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46C7E5-7DC8-25DF-3199-29E9212575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E4911D-8270-3C50-8000-9306A6E4B4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FE9486-D357-3010-B192-943BF957AE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8757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490E3-C84C-51D1-284A-5A611683A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3DCDC6-CAB7-BB2F-F9BE-79005A5E7E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78EBC8-D15C-EB16-CA84-CF334C170C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F129DE-3D57-864C-6084-F3DAA729AD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27868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DFE27-F013-2954-BB8B-452E3DEF6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533771-A4AC-A9AE-A5BD-FA7DD5D340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7D49A3-945F-BA24-3DD5-907422B6D7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D24661-49B9-B76D-BF7A-22BF6EDB95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284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id of sudoku puzzle&#10;&#10;AI-generated content may be incorrect.">
            <a:extLst>
              <a:ext uri="{FF2B5EF4-FFF2-40B4-BE49-F238E27FC236}">
                <a16:creationId xmlns:a16="http://schemas.microsoft.com/office/drawing/2014/main" id="{A03EA35E-5BD4-251F-0701-B831487AC5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64561" y="162187"/>
            <a:ext cx="4543223" cy="5135817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9BDA2A3-0B56-A4BC-FB3E-5478898E2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9445752" cy="1143000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451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4743-B086-9A1D-3BE2-DD15285A7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EFC70-38F9-BD71-579C-1F4DEDA4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92569-D687-F730-54A4-431B6555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3A70-2667-EDB6-55AA-33F2B75D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8A86A-DF98-B80A-F92A-0243739D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1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0CD2-26EC-3693-3584-A1A3B203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58AA-4CD0-A17C-27E6-209C794D9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697F3-ACE3-F75F-B6DB-E2EDCB10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7B070-E19C-7C7A-25CB-AF7C97F4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F193-7B3D-9447-B9FC-64FB2E72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0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94EB-0995-8BC4-1C13-B926701E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55E3-AE09-9D5C-4866-DBCAEF297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09359-F2A6-099E-D457-FB4976E8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8D10E-33CC-A61E-F850-633C403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2A36-99CB-F55C-ACC1-D46F4EBF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6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032E-D76D-01DC-ACC3-A5F6F34C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1452-1F3E-95FB-1DCF-20830E009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7308B-161F-AA81-3B91-25A7195D6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84CB4-2FAA-C87B-0278-FD1F1610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B3548-58B7-CC82-7526-F47EECC6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25728-77DE-9067-C037-0F4A37C61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7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20DA-D412-1E6E-D212-C26FE2AE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D9DE2-8BC9-5CD3-98A2-2F07C05E3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2FD07-250B-0FD6-7698-EFBA488CF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E512E-5E7E-6D45-2D58-1B044598D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F8E62-62B7-FF78-DD11-69774DDB6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82641-31B3-87F3-FC9C-760F5B5EF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D0B37-C72D-AB40-FC50-0F2BA55D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0F554-9EE5-C216-0F66-7B3B4944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3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6625-DF37-5199-8B5F-0AD4D7EB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C992C-BF00-880C-96C0-7042C394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90746-6A20-2222-138F-BDCA2EDA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D388B-382C-CD6D-1A3B-DE8DF017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3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BC02C-7483-7A7A-5354-1616AA5D5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BC8C8-CDC3-97B6-5888-93197E15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EB0F-BDCE-E810-451C-168B2B13A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6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3DE7-75FC-0404-38C4-4C8BA62E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F1FB-D688-5CBE-3F6B-277925101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E1062-A0F8-7378-6259-452596C60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F6140-8766-DC48-76B8-3CCA9AE8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EF2E7-A2CA-3672-1E8B-91BB7056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05B17-1A06-FFD4-9DA2-DD17D363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0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234A-C922-2D66-252C-D286F8F8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83645-2F0A-288D-3E4A-4B2A0F399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567A8-683E-46D7-65F7-FE65B0279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F03D4-5799-29C2-B960-ACB1D94C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B8BCD-EAE3-2871-51C7-771B7DF0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741F1-D331-2192-5F65-9DB5585C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0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31E0-2506-463B-6A1D-2E997B58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2888F-D6C9-FAC2-0EB3-EF63307B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D78B-309E-CCD2-C0DA-8B2E3D16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18859-EB6C-DBE7-E231-BD638FBF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CCD95-C583-5245-72DF-6AD690D3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67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9EFD7-1358-426B-0140-A202A2D53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D7B90-D96C-BD6E-65E7-55E7D91F2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CB66A-8728-B88E-C058-E9DC9E0E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AFAF8-3C65-F3B5-B108-F27717EC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642F-5721-9D1C-3D1D-6C1ABCC7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43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A456F-C771-8F4B-C98D-9BDEE578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23516-7E50-1256-7BC0-68CAD2D90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11502-CDE0-E081-1B9D-874EEBF9B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3C5F3-3A43-75DF-E382-0F9630A01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1DBE2-D540-2BBE-7791-BE410B8C5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1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0778A-A65B-8EB9-1407-924D8D2BF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9E3F567-3CA3-2E71-17B8-5F008484EB3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Initialize that which we can.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BC5A218-A3FB-C876-A2A8-AB9CB4F593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6EE1C20-3B02-5E6F-D1EE-8C30BCFAB8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4732701-FC5D-04C1-5E87-A61721A2D9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12BC064-E469-79A2-10EB-D0212A32F9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1A8DD36-396C-1114-4192-D47A702E3C4F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0E7A64-662B-09D2-14AE-458E347D82E5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E30F6D-8DCA-0F71-DBDE-8377594F3244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4F4EE8-CFD8-8506-3E0F-2A972A3F91C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7B3DD3-0425-F3CC-FC57-501D5D99D443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06AA2F-0E87-4B72-D13B-BB451F855D41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764321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F6B5DB-214D-BDBD-4C77-C55A71336643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432722-D055-3A9F-CD96-F993208BB2D1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04D50F-0D3D-4C60-4F21-C3CF8A169BE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865A44-8F85-5C5A-6443-EEC7D9F3880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FDDA9B-395A-37F1-521D-C659E51511A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AE76671-ADC0-E33A-ED5A-16CC8EA63DC0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4901BF-FBFA-18B9-F09C-3311F34409D1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D1CB206-66DD-73AF-7213-D2738FEF617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77121D-BB28-2F60-9B7E-18E7A6EC7D9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6BA7C4B-38C7-39DC-0D67-9D6E27DB455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7B6537-0046-C025-21A2-38CCCD96AAF1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B5514BB-28EE-06FF-87DB-1C7FA7A8A5C4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EFBD0A6-75ED-E00A-C79B-3CA124C40C90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6EECB79-DBAB-40BD-6127-C638FDBF6CA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DDB9EF4-9437-CB2B-0C15-8D722A40AF4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BF9287F-7FCF-4D20-C7DD-5C4A9964D8CE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F4C0800-FA5F-D94A-FE2D-0BEEA66779BE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764321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78207C7-5C10-3027-8123-E52C576F707B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ADD8ECD-5A3A-EDB5-96A3-28665D3BD0AB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06AF5E2-C8AD-E80B-5CD9-032247F10B62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399CA0A-3834-4517-9833-F96C3C8C48BE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2AEE2C7-76B0-FBB2-9E1E-EA50DE53B543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FDDF75E-0E58-8A6F-228A-CBA3ED573778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44C291B-176F-F15A-D7B5-E977FC88CA77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9346771-6D33-63FE-8771-E7531D659918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</p:spTree>
    <p:extLst>
      <p:ext uri="{BB962C8B-B14F-4D97-AF65-F5344CB8AC3E}">
        <p14:creationId xmlns:p14="http://schemas.microsoft.com/office/powerpoint/2010/main" val="903173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A5403-127F-417E-2DAC-F49A43F0A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2E23021-BA11-21C4-95D4-12D7B1A6277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Initialize bottom center block and bottom goalpost.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11B9960-DE93-F627-47EA-44E9E45655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6BBE7E8-7156-D6A1-9443-8F80B5E554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98A9FF9-C71C-32B9-538E-3CFC9FFF1F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AB7ADF4-0179-05C5-325F-4A61EC8F91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38BE217-A373-8FBA-BD6D-CD425882772A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E3D7EB-A600-E1E9-1DDC-0BAF15D5681A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AD58B8-347F-309E-3A2A-7F359EAF5909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9CA940-B076-B479-C040-EABF09D21C5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8371A3-D84F-8E68-06D5-7FDCCE8CFA7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F4EB28-D069-6005-5173-59401890F06E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764321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DFA6EC-8B50-3358-A2C6-84E530E5660E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100CF7-1445-F588-C180-88476568826D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C5F743-AFFB-BFE5-AAC9-6DA139999CDE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7A2679-46E6-0ED1-E99B-04675FFECDB3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1FC6AC-B447-BC03-D5F3-49E74D11713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C8704B-0F85-BB17-BE5D-567B2DD90096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BBE646B-7F5D-E6B5-64CD-4B289EA96B7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57C0CB0-14B0-6829-9FBF-C14CB3D17BC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8B9B888-7758-BAE8-7345-32A557A42805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5DD55AA-1578-3919-BE6B-A26166FE937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F528197-E1ED-7769-3707-5390D81E72B8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8EF7E01-8D82-BB50-95A4-3DA7906E66B7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F689839-AE4A-50DF-FF19-47A28510433E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9C877A7-BB17-1FF2-2800-4EF96C3F061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A257BB-EF29-9EAA-92F3-E95A5649CE2E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131D292-C2D3-66D0-9713-9A10824C362A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FF9C709-C508-87CF-AB08-13C1E50FC777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764321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DDC7FB9-71FA-703C-3C75-0271F523FEBC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2A51CAF-F400-06FC-8CA6-FF35B0701203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ADB1180-9958-2824-A10C-B6CF51EFEB6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AF8BDBE-2C0E-8B5A-A8C1-93F1BBB291E7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CA1B433-D0AD-88B4-1AA8-635B2DD0A171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C83C6BB-D029-B656-974A-78DE2C1065B6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2546AC7-7BCE-9783-E711-DC11B02C70D0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B4AC93F-276B-1C7E-8748-A450F3A6628B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B2AFA34-3EAA-00CC-C104-C659EF934619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A81BEEE-4910-C391-E775-9602BBC93A9F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FA47977-D910-2219-E7AA-88FBFB573795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2349815-2F76-86EE-A05D-F600FB286441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B30D98F-17F3-0388-1F68-C9E1A310A065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B1F5DBF-218E-8EA3-9656-C57EE3AF7756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461C380-75A0-BC1D-AF9B-C5ACA83C198F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F4E2D96-ECB6-359D-8500-EFD2503314A6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C305C7E-2C0A-6B8A-1229-57E58DCEAB9D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</p:spTree>
    <p:extLst>
      <p:ext uri="{BB962C8B-B14F-4D97-AF65-F5344CB8AC3E}">
        <p14:creationId xmlns:p14="http://schemas.microsoft.com/office/powerpoint/2010/main" val="1394794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B3AB8-50BF-CDCA-BA09-C946C6C71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7190CE5-6840-3588-41BF-E696AAE7E40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15610F6-ABC0-93C2-7D74-5CDA7115BA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AB061F4-71CB-7909-682C-0DC1B0DF16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043DB72-A8A3-2138-30AC-1D1C95E34E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1F994EF-ADCA-B587-64EE-921BA1CFF0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A53D1EF-4B05-A077-AB24-B10637A105C9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18FF84-73A4-A2D3-F605-C9BA3644C1F5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EC08F7-26AA-6253-41D6-3AD6EE3A16CB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2E4E4B-6AAD-4DE4-01AF-E7B6CCF63B0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B4394F-CCDC-B95A-BD90-19023CD0656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B3E7ED-1827-6C98-4F65-177E0DF3D53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0BAC4C-0CF3-61E6-6A3C-172E8DB494B1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EEC54F-9D60-B1BF-AB7D-906437FF5937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A93ED9-377D-820C-42BA-CDB7C54A116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93EC22-7BBD-E559-9BA7-B7593B9D8338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64199B-5474-9560-7B60-DE70E5CF738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9354BB-F69A-D9F3-9DB5-5527F2F20701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745510-7CDB-BABC-CF88-B208E9E529AD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D2212A-AC2C-80A3-0011-7B2BD63A44E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BD3EE0-9A4D-FAF0-352B-84F3623F99E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0149D21-A978-4C1B-3BBD-18684382270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42D59E8-C9F4-2696-195C-CD9DBF57A6B2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5C5E73F-B33A-8858-57A7-4EB862B5A890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2DD01E0-F3D7-EF14-7ECB-1A60BCB2CF4F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9BA9847-1322-E303-3EAA-C72345D0BE8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3E75E1-0D15-F119-588C-51815AFFA4F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8D5CB26-EEF7-4F46-3906-90CC9B7ECF69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EFE58D3-6E2F-8E3D-3EE0-2374F22F85E7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764321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DC2C46A-2B10-BC22-D495-FBF26988D92B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CD1FFEE-4B5D-AF68-74F7-C043D2B3EC9B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764D7E6-F134-ACEF-07CC-7B781AD5997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808294A-48F4-7E93-1014-C5D5B4D5B2DD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E3CB680-6482-8A43-E74D-308AD6DD4678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FCEEE3B-AC5A-6C60-B70C-66103AD1BAC8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ECA3BF6-95EC-EE4D-1957-54171E87EFE0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6DA11C6-756D-140D-D05C-BF8E2D120954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650368F-3558-2AB4-2F5D-6FF872ECE76D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EC81FBD-1332-980A-4599-9A8B9314175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D56ABDF-A8BF-1AAC-DF26-C49F81476E5A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C642413-C756-7454-D9C8-F380D7529E9A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7457DAD-F4FB-BF09-0C33-7F8C0FC0640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BE3C513-337F-F976-D105-7B68C6C7AB8E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9829243-ED38-454D-39F8-794D1C299D78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F229476-E306-7C98-F5D0-997FB647BB05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7B8C822-B8DB-4C8E-8500-9B578AE337BF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</p:spTree>
    <p:extLst>
      <p:ext uri="{BB962C8B-B14F-4D97-AF65-F5344CB8AC3E}">
        <p14:creationId xmlns:p14="http://schemas.microsoft.com/office/powerpoint/2010/main" val="3688443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E43D3-C55E-960B-AEA4-6E5CFFC18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855175F-AF0B-854D-7F5F-24975A495D8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1F914B3-9D1F-40B8-9EED-915A42B035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874ED5-D8A6-3E3D-56DD-3CEED8B25A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B13A539-0862-29FA-84F9-CC9B7C51C3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824EE13-8F70-21EA-9D5B-C8458BC64F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ECCBDB0-8772-3EC8-439F-86B82DD6EE77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08DCBE-6C33-1002-0F38-8982726D3D20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60FC94-5D3A-D722-5677-233DF9E68315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EF0E23-1A78-6002-CAB6-5D8BB5FC51C4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43C261-C871-A02A-BC3C-8ECD801BD87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20F4AB-B21E-381D-2F52-C03D44B6871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1C81BB-3688-80E5-2C5D-C90E4AB5C539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7F182C-85CD-A5F1-2F79-CAD960642EAC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3CE02E-27EF-220D-3B63-C5CAF1381E8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BF4465-A476-4F58-5841-AD972D7D583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EFF0E6-8A06-B7EF-2976-241A15B4E15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E0B3F1-B438-C538-0C63-42853315CAE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CB5F43-3D37-74FE-BCB5-2BAEA1AC2571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9854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49F745-8080-77D4-F1E5-A6C46E6FFBFA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F1D504-4E57-0526-047D-5E9F3B6BD92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B6E3F1-3F9E-C896-ED8D-662879604C44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B77743-132E-4F72-80EB-D34711F65E10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B5C4D2-775C-071C-B48C-F00B053FFD5F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D026457-874D-CE15-6671-F8556F093BD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3F1FF31-5B0A-05EC-A460-A32FDD6567E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4C8C7B3-3AF9-68B2-EEC5-73A16621879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3618151-7AEF-8BE4-A0F3-7E19737B800F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740243-B3EA-A148-E2DC-68F2AC89259B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764321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549EE78-E68A-D3A5-C058-435F2FAEA9ED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B14A27D-0DAE-DE19-4A13-25094C9CC79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4A8555C-3FF7-DCCE-CE5E-855E4AF29D13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301D63F-72AC-4A82-B0C5-D32DCEBF873B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8A390B3-C938-69A5-55E1-B85C7C183306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F1F3B05-2916-A1A6-7EE4-A334B519236D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9CDE42E-E962-F00D-C613-0B0597E33A92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89B60A7-A179-45AE-776C-C3DD1AF93B33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B8776FA-A69A-9CA6-08CD-9CE6580CE53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844D94-A8F0-F71F-7871-4510F716849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C5AB8F8-3484-C2DF-0052-87B408AD31F8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CD5E7B5-019A-7CCF-ACDD-B34E49582AE3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7B9663C-7FFF-D158-12BE-753018D3B00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B811749-8952-BF3E-2315-51E197ADA830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B348455-5C99-C5BE-23F2-E05BE29327AF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76B9F08-ACD0-4086-3616-CF20FF5DD44A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4FC33F7-6856-94EB-1F8C-A30A9C273AD0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</p:spTree>
    <p:extLst>
      <p:ext uri="{BB962C8B-B14F-4D97-AF65-F5344CB8AC3E}">
        <p14:creationId xmlns:p14="http://schemas.microsoft.com/office/powerpoint/2010/main" val="2223537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DAE74-BC37-06CF-1611-BB833F899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9133F8D-6039-8119-C61D-5E9F6517E4F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Initialize Row 4 and right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66DDB41-CC8E-166F-AF40-A3F8BDEF9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2E265D5-BA49-EEF4-83F3-51D5B57496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DB4A6CC-D786-91D4-DBBA-6BB5BEB0B2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4369A5E-B257-0386-4DC9-B5FC16D724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A2AA9BD-E367-81FA-C8DD-19FE66249F0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0C38DF-DB61-0826-1E35-2002A7A50706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239FD2-143D-CC0D-0F52-BF8D369D1405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FB51BC-78EE-5F57-054F-6DAFC6C7B8AB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77D054-BD87-27F0-9212-D89F83C2718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D3F1FC-D554-C55C-4BAE-AB91D428A9D6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047D9D-55AE-C520-DA2A-7FB07EA9942C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169B75-291A-7BCB-7D71-D938064EF2BE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270072-65AC-264E-C068-44EFCC8031EB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198EA7-7A5F-1219-E5B4-DDEF89723F3F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685101-016C-BD6B-8A59-D9021082C81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DD9CCB-C725-FF0E-7B66-C44DF2526166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EC4F907-BE53-83D0-DB8E-40E6A2286E97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9854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65FEC5-0F6C-AA8F-0C80-89414512EFD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EFFEF8-C738-8D73-5327-F0BCAE444C2A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D030E9-6ECB-9DDD-EDED-EC1344315AAD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46D5C5D-8E74-0122-7A36-B31ACE387A3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D835C2-6E38-4344-DC43-0DFA8998FAB5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F0236E8-115D-1FD6-8B72-20DC56C0A22E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A08BE6-AAFF-4ECF-A348-868AE621915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5734BEB-E419-1F4D-CBA2-3B7FE118D44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8842AEE-7CDF-40CE-9FB6-5D593857C7EF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4B59560-8226-5D4A-274F-B6C99BDF5A74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764321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7E17C2-90F3-5A89-EDBE-840681C9B05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579B709-3936-0BA4-220A-B9452AA0BB18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8705CF8-53E0-2A7B-8B17-0B004B520B3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261CFEE-9D1C-F30D-CC7B-47FB31D90517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C414C94-93E1-2A50-94EB-A167F0134256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111A8EE-23EC-2689-306B-681B57E9F576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7F22E8E-575E-C4FC-7DF6-F84BE8D420AE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686A136-B2C2-6CFC-B06F-0E367384606D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BB8ACDA-AF05-3517-8DD5-93EF81B01D39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48C74C6-2126-A842-5BCB-85132D04526D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2D3CAEE-2D04-F402-06E0-E3A46DA0F33C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32ABBCE-A237-7AB1-4E1F-F8F0A85CBB99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FEAB4EC-19C3-06BF-2C67-68613A7D9415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A6C7BE2-F1E3-ED75-6E17-11E761EF360A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B9D35EF-9620-10F8-DDD3-C6E34F519BBE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436B1F6-F423-37D4-E504-CA78352DD9EC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CDD8FA3-DED7-0251-F80E-9BE38DD97C7D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054A3D4-3D8E-903E-7FBB-096587626A42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6FDB4F3-9CBF-6723-B977-99DF1F2C83DB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E41A289-DE15-F05A-FFA7-0E2D4F5A999B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35ED05A-2852-A510-2993-C47447C4E219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918FF7A-EEE8-24E0-D938-C76E3C9230F1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733ED71-4B07-073A-3379-285E2BEF6BA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</p:spTree>
    <p:extLst>
      <p:ext uri="{BB962C8B-B14F-4D97-AF65-F5344CB8AC3E}">
        <p14:creationId xmlns:p14="http://schemas.microsoft.com/office/powerpoint/2010/main" val="3124629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40FF2-63B4-FDE9-5319-94C89B93B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B042A2A-DC7B-5626-E451-FA51A47187E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center block, any one of the [15 in 3] cannot contain two of 789. So, each must contain one. The one on the right must be the one with the 7, with the other two summing to 8 (not 17).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86FAA49-F305-7C7A-74E6-94522115A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AA6FA9C-5620-8684-FD9D-E7CC28D5D8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E768B96-EEC6-13AF-C69F-210B0659A8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BFECEAA-7AC6-1607-25CA-5EA9136C45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D60ABF7-73ED-4CAE-E456-C04E7E70E3E6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33D41E-ABB1-A6AD-2A79-DBEC02440508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1925BD-78DB-16BC-68C0-D8F92EB43F80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D66A0E-42B5-7E7C-9E65-C6B45B3CBCB5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D74DB9-279D-7239-7572-18B008A187D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E7ACA3-DFD5-4A3C-6652-906A31B654BB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9D8499-7C7C-7100-C2F2-73C7E22B421D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DFA905-FD70-1F59-9745-D7F749D8741C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6FC48E-C83A-41F5-FAF0-6B486715C95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DBE129-8AE4-D3F1-E873-E26ABE966A2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4F1017-88C9-CDA6-4ED9-2E60B5D8FA9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93D1D3-ACF8-3D92-D3D8-027226FB66BC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A2123D-BB72-A627-9246-FBB070B14697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9854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F2AE5B5-310C-2B35-190D-3C257C4C1BF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C6C80D5-A489-02FF-4D6A-7214EA56C72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78D6AC-DC1F-40F7-2F85-CB03399E1DB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20E9ED-520D-E9FB-4844-8E27C0C13F1B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7C677CA-3DA4-E1F4-37C2-1658C6491A45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05D083F-0E46-A585-7F59-BAE25C92350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673921A-E230-EF84-D729-857386515BB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2CB11D7-5F5F-2F41-06CE-F01CA64F481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DC4C57-3EA0-C667-E64C-A534A1D398F0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87FC91-598B-48DF-D2CF-AF3FEBACE12C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764321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5C010C5-A000-B81C-11CA-E3E94504D64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614B78E-BEFE-18C4-AB05-57209EA0F47F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581BF8-4D91-AFD8-452A-B59352573743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11BBCA-EF62-44E2-4BF3-FCC862286C6C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21CD736-5C44-4A4B-D15F-70A2BE6B3618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E41D5CA-44DA-6E43-34D1-50AC8394E9B9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54E4B0D-B7B7-666D-203B-D01B966FC310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B7096E9-7000-6F59-9AE8-278662881DE6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F73BED2-6143-F161-C88D-21B259C7CC39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A22EB41-5165-CF5D-499A-3DF32F930D2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93ABAA8-A413-6181-B3F1-60148B7DDAC1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FF52937-22D5-F0B1-E177-FEA80952386C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38D00F3-6E73-764E-3491-3D1584DFC7FF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FD94832-685B-FDE1-9471-0161A51D4782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B349069-EA8A-4AD4-D4C7-E6B154231690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3591E0E-372A-EFE5-E42C-D2592056223E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C9C2F98-6CB6-51A3-B270-F0DEE87EE23A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667D3AC-8D10-1EA4-F1D3-203AE1EF0FA3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47DBD31-E87D-53F7-E09C-E9027FCC9922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BB1377E-478F-D1BB-E02D-B095CFA3FC5C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98F6A85-0501-45A7-B5A2-1394ECD10C9E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9445C1A-E2D6-88CD-5E57-1CF99F93E9B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29BFCD8-B49C-733B-AA13-D268F712996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E00BD31-739A-DEA5-41E7-1C459609B99B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D20F191-C01A-3C91-E603-4453ADCF405F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FC86575-0251-6C10-A5B3-C9E6174A39DB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</p:spTree>
    <p:extLst>
      <p:ext uri="{BB962C8B-B14F-4D97-AF65-F5344CB8AC3E}">
        <p14:creationId xmlns:p14="http://schemas.microsoft.com/office/powerpoint/2010/main" val="1093976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F5834-7F80-591B-34D9-FD936A5CC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81481AE-9B9E-8459-ABD9-304FD534C63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Indeed, the split in the center block could be 267/348/159 or 357/168/249. The 12/21 pair in the bottom center block precludes the second.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4D6B502-B1CB-CB90-F0D7-2AA726C01D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03EE4D4-B3F7-0419-7849-5D480BE873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3202C3E-927C-4CFF-DB8F-AABAB1F853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C983C13-3702-F856-8C82-F9D5CF7CFE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735BAA2-95D4-D028-139D-DAB0C38F03D5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AEE65B-86FE-B9BD-7592-3F0477C69B35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2A2E2E-6266-2DA6-E704-B8C93E6795D4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E3D9F9-8FE8-5321-1335-E88F517CEFC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2C1F6D-EE61-AA2D-F2D5-A9E13B680C9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2F8C66-7BD4-6F32-144A-D9FAFB0BF449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9C8D76-C821-5087-8328-8E73981B955D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B12348-917C-7FDB-1743-5342E2E9531E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EC5A75-9664-B316-254D-4050F8BD9D62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8A8BCF-0889-BB6E-B291-D2D45E379D8D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C3DFF1-C683-7C09-924A-62DB64A3736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B02AA4-32A3-BFFA-69CD-C58F1F8F678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719466-0427-5043-6AC9-9095C2661E4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9854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6D6814C-DA9C-3590-42E4-52557698B40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467BB3A-5320-7BFC-3260-E5A7B4D24D0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BF2AEFE-1534-5348-70C9-102D191B14C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9DAB45B-73EB-8360-165E-8065F1142150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5A895F5-94C7-4B4E-C6C3-C1A4BF958301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3383BB5-B1C8-A34F-4CAD-6F476690C9C2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07496D-A8EB-FB4B-DE09-7579EC4E93F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A033FD8-017D-7A67-8D8A-A47F9A742BB9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6413DCF-CA97-EAE2-F82C-62593E9FAD4C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62F6DC5-03A1-4DAE-347D-D0F1F95F1E6F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764321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4D038AD-6E26-05AC-A58A-2FA99D7490D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96D27F3-16BF-BED9-90E1-FD4560356A52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3EA4666-3785-5FE7-F694-EF33AF260A0C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D792ADC-3B74-60A8-24E6-8024C22B01FA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AD8ED23-53FB-0F90-B98E-56374676144D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F707E9F-33B0-EF0F-6FEB-9451D7B39C0D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2A81CE6-113D-3585-1ADB-83C1F6850700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71A3079-3FCA-B0E9-C0C0-CDD6053DEF35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6261A61-BACE-2A27-3E7F-F7FEDB69258F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DC0E57A-4728-E3A7-58FF-2743D639536F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0E8C2F7-51DD-88A2-7EAC-BD72174C32E7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4A14892-8E91-9562-D0F0-DAB5EE7B33A2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4E4AAED-C6F2-083D-E1FE-04D7CBBF707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C4F7DA5-4F35-A287-5FCA-E33DC89BBC4C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528904C-F223-078A-E096-7C120065777E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FB69C47-630B-D8CD-A4E6-C0147EE3850E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2CB71C7-2C9A-7FA0-23DF-615DA2F958CC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0C08332-BAAE-992A-ECB0-2ED90715FC82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FF623A2-6C99-62CE-92FF-262D4F482071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EE26805-50E4-1282-7ABD-21C5C60C4B50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9F84726-FFAD-AA63-51D6-E829D0895015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0EBDE3A-4F74-95FA-3266-F7B73EA9429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9A72647-AE34-0B1A-378E-7ADCD36726A8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AC35216-056B-E791-00BE-49F3F138BF01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8D07C40-89B2-875B-1A57-3781B7A8445E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919D882-AB0A-C7DF-13D8-28AB71E3E807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CA122AA-8C3E-C9FA-E7A6-4C500782CE1C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915D745-719F-74B0-0B11-A9C02C1DA23E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E2454DC-02FB-D32F-034E-8A02738C7014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01D6C47-6FF9-C533-47AC-1E4CFD8BDCFC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768383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3DB2C-B215-1CE1-F5E2-3EB6C7071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EBEE006-9AB8-A35B-FF8F-0E6EA10CF18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8843512-070B-09C5-1AF0-5279D34C75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1F49417-E04C-5402-043F-C9149AD9CC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8B79E93-11B6-F4D7-4E58-61B218C478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7AD96C4-B7D8-9190-00CC-371CA8272C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1A5617A-78A0-68EE-9D36-52160DC8CD80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FB0EF4-AF48-C730-3911-97F654BACBF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160961-822F-33F3-DD38-B162370339A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B8979E-1C6D-4D54-8E51-D396DBF3EDC8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BEC803-571A-40A1-BBA7-F53845CE9804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E46C4B-7EEB-0AFA-7E74-963F3DAF5CA0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5431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40DB54-67B7-B5C1-BA84-9188E7843368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269C96-B3E0-6991-93DE-53816871AA5D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83F4AE-03AD-58A2-2F96-F6E1BBC7CC4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7ECD17-3F1C-B48E-D578-A4F043E906EF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FDF507-0D41-800F-F5F0-3C7066FF715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9854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9CE17F-E363-6720-001C-F28994C1466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F5505BD-703A-94F1-FEA8-04F45876B77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2E3E840-227D-A9A6-D8D4-880342FD751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818FFE-473D-5642-CCC8-DD7142C5C652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FFCB04A-BC3B-B064-CE1D-5376DD01EC8E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BDCC1D3-BE81-B5FF-A426-D836585545EE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3B933F8-C0D4-083F-E373-6EE8024D221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EA84389-B857-B2A5-7503-C419599DF5F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5323BBF-EF8A-D1DE-7801-1D598B013475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FB871EC-6BDE-A04F-9F92-650C501657B1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764321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C8DE667-0599-D0F2-2660-27CBB6F17EA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4ADC3C7-7FFB-E94A-50B2-68F7F75C8CF4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77A3357-0DFE-5D13-A2C3-AB1C86D84D4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EDDE78A-F143-04A6-0008-02C79DC72C74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A62BD8F-ECAD-3A8C-EC93-CAAF3888E6C3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6BB3311-B3D8-FC9B-BCC9-6F0AC52D779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80A3C93-12A1-DDCE-9C81-0BE526B76861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ED541FF-063B-257A-575C-E52BCBA73D59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9A6E2A-D1F7-0198-86AA-93BAC6B1175F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06F2181-F2B1-DCC1-D8E7-17E137EF63AF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0B75DDF-6626-E451-8075-FA8533C7C56C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19FE590-4A70-EE96-12F9-66EA23E137BE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6CA4AD1-8AC7-9559-169B-495FED72B24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600A4D5-C461-216A-20D0-6BACF470324E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6829ECA-4C9D-4C35-089C-3728778F8470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98D59DD-ABB0-CDBC-04D7-23EEB86113AF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73671AE-3E01-197B-CB26-2FF0EABDE9DC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22D27E1-95B0-9E45-FBB4-7C72B06E9386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F385853-F5B7-5DE1-9BA8-18598541A058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0DACC09-87C0-5C42-6E1E-EC3AC69194A7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6269606-04E2-9C3C-2A1B-139EE10AD51D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B5E4A4E-ABD8-761C-2D00-6B8D53A970E8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BCB1E23-0B1F-3F16-9F4A-6E7FC4676469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D7AA405-F408-DBFC-2BB3-7403EAA42C8E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3901928-19E4-E8B6-3ECC-586260FEA83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81AD73D-005F-A769-9387-D7BDB8708496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5A1FD1F-AC90-00E0-8F0F-4BB4FA629E80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8CAF5A3-F03C-99D7-54EE-57F3D678E7BD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B25DC83-030D-799F-D158-A5E66FD0E3C5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42D5CCA-7019-58F3-803E-538378CA81D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C28281E-2B13-9412-4E8D-4343AF249E4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4303647-8B62-23C3-F436-B5B78EF1309F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1195268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85AAC-A9C2-9C07-7E47-C45103311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C22B9C5-7536-44EF-40DC-BB7513302B0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7C5783C-F30A-2CF8-6090-66B3825F8C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BEF43F8-5F55-3C4C-D618-137F816961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8F4782F-515F-F9B5-0139-F1CAB2751D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C5DAED6-AF55-4498-31EB-8C6E0F2BBC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EA36A94-8853-7345-9D99-361931949636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41B440-1E67-A79B-2652-23C67BB7A3D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4740DC-4298-020C-A4DA-F6F760529FF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AC6F7C-76C8-2F82-F66F-6A7B8052142A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D4CBB1-049B-60EA-6E20-4F23A945F441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F54CCB-463D-1BC0-B6AF-9D3B6146F61E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5431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5A862C-566D-B965-9424-69959702FBC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A31530-6D97-C0C2-65A9-F1C188164FF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100A0C-1863-88D6-4327-5881198D063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9B8994-6E42-EA9F-9E02-E07CA861AB1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6EBE2C-D7FC-1FE1-9566-898FA128E3B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9854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D8CA01-4F2C-AA22-D13D-AC5264B1F23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1DD63E-5E71-4677-252D-036A2070D1D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1FC760-9492-98AE-6A76-12E8A3991B3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15E87C-CF26-7F6B-776A-40019D986C8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66924E-5C3F-A6B3-A554-37FC7A2FA464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5C8B76-3F03-D854-8AF6-15BF23E2BC09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175FDF8-FD16-EFCD-FE72-6B56B01B9ED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682AE95-90AF-CB5A-CE81-1B550261F61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0928D88-452C-30CB-CB3C-03411A94A6E4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A9DBD96-8CF6-7173-DA62-F15231280E13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764321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62446DD-5502-4775-1B21-48EFC8E4282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EF5324B-21C7-90DF-A0DD-BA1CCF0F4AF9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9B68EBD-095A-6519-9B4D-D43C2DE3867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98A00C0-960D-558D-6815-CFBC75C96D52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A0B65B-4903-638E-0708-307B31C751FF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D1E91FB-F534-DA07-697A-F780061E41AC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12433C8-D7A3-4B5E-4E7F-B852E49C2723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7A3D99F-DB55-9976-FCAA-CEA15047698F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900B407-336B-92F5-CCE8-0E2F561F4A1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F7C4E15-AEB2-81B9-152A-5B424E0F29D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51FD9F6-B1AC-CDA7-30E0-B9B8533FC45E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A39CA73-B8FF-B03F-7BCB-8DD9C776E410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97A94F2-13D3-0C2D-E121-5AAAD498B43C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3A7B38C-0770-9582-C6CF-02FF4EF661CB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51A80FF-808A-8599-61AA-DBC375E532C2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47D15B5-F522-BD7B-BDF7-F1012C248E5F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DA2BCA0-F878-97D6-67E6-853663ADFEDE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DA919A3-EAE9-39C5-E449-8F2E9A23AC90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B44FAA1-5D52-39DA-BAED-C8955C2D8776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4BAAE1D-1134-65D4-C082-ABDB0F2DE768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3633A7E-7164-4C12-236A-BD9CE8B4BA1C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C841BBC-B29D-5DF3-9984-6B39232EB59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308E0D2-EC98-53BC-2762-1BDAD2FBDB1D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6CB9A42-B8B7-C42B-5694-1BA45B73DC72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A0187CA-C0E7-A5C7-84CF-B5345C731720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A2BB785-148D-2621-4B31-89D11C2F2940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DFF8E17-869D-81DC-5702-585432203767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F8EEF17-A07C-8AEE-1AD8-8A46941135B7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69B0DF2-0FD4-6CDE-73C9-A76EF26A0800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A910CBD-0EB8-EB75-3EF0-23F997340E95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0A681EC-6CFD-3BCC-42A0-E301B9FE7FC3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79DE5F1-2D88-E241-CCBB-107F3224BD9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97653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1A4E9-4693-4632-EC51-1EB2F4462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D39ABB-2BDB-7EA4-D11D-727DF209C07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Initialize upper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A896065-FDA4-713A-C0E4-B66838B0EA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CA0E163-23F0-463E-3FC4-70391F214A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1D5F443-2A16-AF9C-94F1-F160E921D3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72BC521-7131-5640-848D-F6E2466A82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38DD1D2-4B4C-CE2A-F6B0-92FA752B5939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47E76C-913F-933A-8E20-29C5BE5075B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F41CAF-062F-0F56-E2A4-7C71254C399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B4599C-6553-2058-8F90-46BC6E683141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398707-5389-9AEA-0BBF-1BA1D5876A9F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40BD2D-BE50-591C-BD9C-82B82BFCF790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5431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3EA117-E021-2124-3F93-84EADD3B9E8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4BBCC7-E315-9295-F383-5D6765F1299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9132E0-71DF-1F3B-F5E6-143C438BC2B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1682DA-D0C8-CA1D-D934-740372079F93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D73C38-48F6-2AD7-E402-1D080DEB4D3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9854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C18411-8945-040E-6E2E-FE02080D404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14695C-D7F3-3ED0-5233-0415C0A9537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D6AAEE-7DAE-7716-427C-670982A90D8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7367E58-653B-458B-2135-730CBE3D76E0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D3CE1D1-F08F-3834-7275-9578C9D39DF4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6D028EE-349B-4823-3FB3-6B6F7985050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2100EE6-0B12-EF5E-0C09-80ED7C23807E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2CBA503-6695-927F-7571-85FBC2123FF5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59EBC8C-9510-56CA-FDBA-E3C879DC91AC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F11C49B-AF10-2FB8-CD5F-4B82F3C09647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764321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496876E-34F3-C7E0-8983-08514BDF382B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B2729D0-884D-3FF5-DE47-C004D97F0217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333C815-51EC-1890-9C7D-385987685FC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6048C6B-5A41-352E-EE0C-022E6676B53D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7CF6402-68B1-8AC5-B1B2-53ADA07E3D1F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9391B61-4996-9231-D6B2-20466D109AC7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1C9255F-6A0B-1CDA-B358-CA60FD33140D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E34BC17-3C58-3E88-79AD-F1BAA136990A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3A767C1-55EA-7B1B-AF96-0D3C55CC36A8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A8259F9-2BFC-68DD-AAC6-6B4872E4EE3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B66626C-29EB-9BF0-AFD8-5BA7BB92ABF5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4F6BED6-8496-4C30-1148-7B80DE4BC0F8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988F04E-E43F-860B-97A2-32CAB261189F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54DE731-B4D8-2391-9FEC-7B09A8A22DB4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2829588-732A-7C66-E7BC-9FB997EDBA46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1B41842-DB57-6753-5025-A5A41B454999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952C31C-D8BC-6106-72DD-B19CD11C22E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EC560FC-F9F1-A6B6-AF08-A9C5A0D712B0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5DA51BA-1B14-2AD6-F525-3A8783530F46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85332A8-23EC-3BDA-1E3F-E4E1FA85B5B9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85DAE29-4487-D025-9C48-34E3E260A9A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474119A-0764-A615-0F06-9107F33F4B3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C4CECBC-9DEE-F4D0-E4F3-1145E60923FD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1F4A0DB-5BE6-D71F-57B6-5E840A5A06C0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7D46C0B-B773-EEC9-C203-F02F2CF9A358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277BCF3-69DC-4428-8D86-720F289870D8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C48222A-DDFA-B989-247A-E8FD319C0377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75CCAC3-5502-2224-1FCE-66A43EA4C600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FE78DE1-7518-79FB-DFBA-A277863137A4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E5DC9B9-93B9-95F2-04B7-9AA5A72A5553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ADBB04B-7598-339C-A1F5-65A728BB364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8C17D5C-93A0-A597-DDFA-2C8EA3722838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64CB4D-9A93-6A23-E11B-461FC065C37C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B72EF8-0087-565B-8CC8-F3A4A34EFC6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</p:spTree>
    <p:extLst>
      <p:ext uri="{BB962C8B-B14F-4D97-AF65-F5344CB8AC3E}">
        <p14:creationId xmlns:p14="http://schemas.microsoft.com/office/powerpoint/2010/main" val="32158961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B283D-023E-FE77-BFCD-D3404F39D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EAB254F-F6C1-49E8-167A-B3DFCC0895A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upper 45-horseshoe, there are three remaining cells that can be 8 or 9. They both can’t be on the left because of the 89 cell. So, one is on the right.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F0EDCCF-093B-87BB-A3B8-A783C964A5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834C66D-D4E5-31E7-792B-09867413BE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9E56E5F-4076-778F-60EF-1C335E4AFE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2B6E6FC-17B1-8A21-9E59-6C8F4FFE59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E0E9D72-D067-9CCF-990D-79DBD090E88E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859495-BF71-9004-50D4-9EFDA46AD51A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85D50D-4CCD-2D1B-0522-E588CA4DBA5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5767E0-8F19-3EBD-0064-71B58626C50D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F8B159-24C2-EE23-F50C-C85971943E02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2946CB-7BFF-826D-A547-7E373BCECC17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5431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65682E-00FF-A16B-BB61-56E14170A53A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431141-8F01-6A28-C583-2B0C517F2006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B08DBE-6419-C471-3ADD-88BDD9E0BA9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30D4F7-8936-13F4-09FB-8747DD91F0BF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BEC68F-B669-3DB6-1C5D-944666298F5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9854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9C1DEFB-3768-147B-6333-9A33205EBAA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888FFE5-C5AA-7351-93AA-DF99996591C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67913D1-BBD4-A1D2-E1DF-125D627E790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8881AEA-727B-44FF-7B37-8A57CEC9221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7EB0B3-9736-AD9F-1774-F454E032F27E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77C5604-1E02-8402-E828-74434F521659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22D2102-0723-A60C-B63B-EC76CFB1A3A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776129-601B-E192-511A-243C1DBD8280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65F3FD7-25F6-35EC-FA2D-373518BE5C09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CEA5498-418A-6B3E-0F0C-3FE94F71EB2A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764321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CFB731E-0D50-7579-128E-EB4208969CC0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7DD3B0-9245-CD0B-54D0-042E1AB1D80E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981E4BE-DEC7-A988-36A2-583D685F22B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9668209-87FF-5E42-7DFF-29254A45A3D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78812FC-0CB7-A378-7F0F-4B4A725DA1B9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3B94344-740C-0703-5299-8A291DE71131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25FD0E9-79F5-04F5-8030-01FBF5950016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234EF3E-B221-309F-5806-76CF5E1EDA10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4166EF3-58DB-214E-0C06-88DBE0586786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641F390-6B74-7B64-AC89-25A671309E3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D6F576F-5744-C70F-A919-0A3EA212C9BF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E14FC79-B505-D96E-6876-3543072A722C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79BBA29-6463-348B-7E15-93474D56AA75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2B6D4AF-BB40-2FFF-D147-20203A2AD601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C16894E-E569-A302-A252-F4CD544352B7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C91402-5DF9-A419-6D65-FDF3C60F3111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6D08DA2-13CB-1738-D2FC-B0857A1D0264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BD2AC3A-2E21-D04A-12CA-1E23063EA3D3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C320503-9C7C-5CC0-12D7-280481683484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ACE38A3-DE75-2B40-30FF-8B4A3E3038E1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92367FF-23F9-8751-E25A-80FF5F23E013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761C238-E3AD-349F-5CEE-12C2990ED42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1F71CCA-ED29-D559-FF5D-AC642B6CF4EE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3677A8F-861E-56E3-FCB7-218E8E913A39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C21AEFC-760C-3724-AF16-A53E1366D876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E843135-522A-921A-BB2D-6C79793A3357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FB2B08A-333C-679F-835F-9F7838075F77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A1D90BF-5781-32EF-230B-6C565C6178C1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48A2831-D0B3-2B6C-F06D-21D42A069D70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AE008A0-9D6B-1560-AB62-FA1635F6128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155D57F-23DF-04C7-B6C6-A156B2D3ECF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BA2D293-7E1A-4D35-C7A4-54C837C022B4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EEF3BD-F504-8D93-31B4-7D541632B947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4C9E76-A565-05CA-FCBB-745FDAFD6B6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771CAA7-4B7C-9265-2ACC-62254E25FC2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</p:spTree>
    <p:extLst>
      <p:ext uri="{BB962C8B-B14F-4D97-AF65-F5344CB8AC3E}">
        <p14:creationId xmlns:p14="http://schemas.microsoft.com/office/powerpoint/2010/main" val="23352650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D3900-EF62-7934-AB58-397A61A4F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84F7C05-700C-336C-4F4D-CDDEE9DD5EF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69CE8B6-7404-A32C-F135-2EC6916A05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8A27C41-5776-15F1-660A-171F4DE408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1A4C477-3307-3C79-220B-7F9BF322C9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CC1F286-331C-F5E0-E7A7-8D4A3F937D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87FFD00-FB3F-1AB6-856F-0A1F0E35F261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C2E98E-2915-E83B-AD5F-1163373E71F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1448C2-3003-031F-A231-89A2572FD09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E7FCEB-0776-B9C7-4686-B53C0688DB46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1476A0-0C17-9684-D3F8-CD5663299A28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73426F-AC4F-25C3-2DEB-95FAC7836930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5431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3CC2FE-0189-860A-D6F8-1E7F9C0E6F7E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64155E-389D-E71E-67B5-CFAF086A4585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F3673C-05AE-46E9-96E8-C0E4858B993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AAEBA4-2A29-14D5-04B5-FD715CC98D8C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FC7288-D1B2-079A-5338-95130E1A6ED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9854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0408B81-A1C5-2760-D6A3-56B30D384E1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F4EA595-6B6C-77CF-AF0E-019B85C6E906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EE5E2FE-15D7-B481-A27C-434B978525F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47F6943-C45A-1296-5165-B68AE7513E10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7BD17C7-1B03-3FF6-C7D7-53B7B9EE2C01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8DC7115-8E55-197F-3DE4-46967CB496A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DF3BB1-F1F7-08F6-8E2C-58CCAECC79A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056921A-94E3-6F90-9038-FF0FA44C43C5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E564D6-A89A-8729-4479-81C4DE995366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A9D0B6C-4E6C-C77D-27F6-C7E21166028D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764321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AC5102C-C0D8-5417-82C7-A1157118130C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981824C-61A4-4777-2C33-8D77750F4E87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9AFE9DA-DE52-765E-A5B3-53885445456C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0C8F53C-261D-16DE-9C2E-0FC78CE4A76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78C0D3F-65BC-9EA6-BC7F-112B02B09E82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E981C6F-3974-C798-652F-93D2C9DDE469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612D7FF-8385-0A69-FE2C-795B488B407A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BA55AF1-C008-20AE-1B8F-ACEFC96FDF24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80B3D68-5F99-3101-756C-8BCC702810EA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3D75C2D-F22B-6B99-5CB1-00F9FECEEEB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D4945D0-F637-4292-97A4-0A5FF4485457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15F16F7-C850-E3DA-5160-8D890691EFA1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E557D06-D64F-ACDA-A346-76D23FF37F8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53759F6-66A5-586A-9CD8-242441ED2E43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0D3357-88ED-087B-C007-D597A7C9B9DA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00718A3-FCE3-65E2-7A75-E724E2A1A43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4C0117-3B83-9ADD-DF1C-BFD526636071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CCEB365-9037-BB2D-A7B3-11B6AF12E8B6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E341FA7-41D2-A66D-633A-F75B4E609BFA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69EADE2-9911-4C0F-2606-675B2017A05A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CFB9122-9BA2-7446-1168-E9452B2E7FFD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F2AD3F7-4BD7-6A68-0D86-0426F8FD908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4DA345B-C2F7-0AF2-4A7C-6C2E2A4122F7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D3AAC7E-1ECB-DE29-C17F-76B492A3D5D8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9AC08B5-47A8-D414-45B4-87E7D92F1ED1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C6ED5EF-B824-8BA6-18C9-7127C99191B6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8548C68-05C1-59AB-4F6A-B23875D7F513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18FEE05-FB12-E1CD-CC0F-BBB7B3E685E3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5CE9193-C5CD-F81F-CBF0-1B0E53A53293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2F15139-014F-BC08-D9B6-CF2271647FF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3FD643E-42B2-AC2C-A27E-2BF00DC8988E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499A8A4-9150-C06E-C11B-17456AB6919D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7CC2F6-E4B6-E88B-E67F-A9646AA2FE06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D2B9C1-68E6-47A7-F60E-E106AA5890C7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8F8BCB2-1C33-752F-9D4B-112A8B444E97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</p:spTree>
    <p:extLst>
      <p:ext uri="{BB962C8B-B14F-4D97-AF65-F5344CB8AC3E}">
        <p14:creationId xmlns:p14="http://schemas.microsoft.com/office/powerpoint/2010/main" val="23982584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2934E-8B30-6BAC-8218-3C9672C3E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5488FFA-BFF3-A781-CA07-2D90097B0A7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Initialize Column 7.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03B2E86-DC57-E7C4-87B1-E85B86A31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1212373-7011-15F6-F796-F0C611BF1D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A60BC4A-5D7D-3DFC-EDB4-4B6A1EF6AE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6D6BB36-BB50-BA48-AB9D-ED16396DC7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2209F96-197F-B131-1D37-EA4E4F7CDC87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AC1505-CB31-2A26-C3F2-02616C8503B3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BCCCA0-2162-FCC0-FEBE-E23DCEED40C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B196E9-A3A9-EE6C-2CFC-8D35E7D09549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248590-0D1D-5B51-8F32-8E1FA0F9971E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644A5D-4905-72F1-60BD-8ACD46707D05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5431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A789C6-6234-264B-EC55-A77C9BD26015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BAA39B-DF13-EAE6-126A-A41C25D4B425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29A601-C5AD-12AF-877D-395C0869DB4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4B8D72-9F88-C58D-775D-6AF4BDF8D24D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3C21D7-FCBB-7419-F3EE-06B9A6016FB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9854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09D613B-B367-FFAA-6A96-55A661FC110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EA1E5B-7F2F-00E4-6549-E2F68AFAC53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2482FB5-291F-3351-F42A-B8B5A03018F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CBCDCB-676E-84E9-083C-7309ED3B042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408FEEA-8943-40C6-4B62-B9F150073556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4F7CF14-0A5C-4D9A-69C8-3620BB7AA965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C50F44-EE78-A10C-7927-3A68BF02ECB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5827BE3-7118-6BF5-1D4A-4BA28B20632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C7C6AC5-49AE-6813-D32A-568325AB012D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3398889-37A0-4DCA-B632-7542DA1501EC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764321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00FE4E3-48F3-EF98-1192-883AE0C5B38E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EDBCD71-A3B4-5C31-2D34-7E98882CC9ED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71730E3-7F2F-0B04-8ECC-5D2E5BC62E44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3743792-1FB6-0CA9-D22C-C8E7CD2EC51E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AF08140-6B13-5402-A3A7-E7F903914774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F7E5EC5-9468-AA6B-A815-657160BC0302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642E480-266B-4F6F-331D-E901337F1723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DB65C22-9D11-AD39-30E2-9159AC08EF6A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67CF133-5059-9A45-1F3E-B6099EF760E9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85ECAA9-E3FD-ABD4-D3F2-1B342DAD5AA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0021E31-51F6-68C1-3025-7ECCC774607E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6D8BB40-5231-3B38-ABC0-E0E3D26D4CCF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F4C06CC-4301-9D19-FDA6-9E4A1DAEE83A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C1553B3-72B2-6A81-718B-0401EBFB5B69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1F0D66F-68A6-D090-CD93-728058DD91FE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AD62F55-44EA-3202-2FB8-ED10776CC2AB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1B8EB68-23AB-2FF7-D5E1-B1A3E491CFFC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04B94A5-1D9A-1DE5-97A9-C1B55D3E536F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0A06FA8-87C7-4E1E-59DF-695D91B8D0D5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6ABDCCC-19AD-C937-2C13-D5A418871223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1448576-3485-2FFB-8E93-01D36FBF131D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9D89396-7776-B7B6-128D-919B728A453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8767C18-FBC1-C009-3CA5-EE6CAC1AA1A7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170F896-D390-7071-378E-86E41E4EC49B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356A95E-28A5-BE16-E8F9-C569A868200E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64D6E20-265C-64A7-8B59-91DD27ECF80A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30E6393-05B5-E6E0-A1F4-38C0FC49B2D4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43BC136-3B8C-DBEA-8932-543DAE5E1A3E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8469453-4D9D-76EB-DE53-7A39F8051B44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008DDDE-B958-3661-7616-02DDD512B93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AB58DE3-C6EC-A47C-8EB3-230D14EC693A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BB61214-8965-5C6A-4C5C-92EF64BEC013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2203A8-A950-C16A-0C3C-E4C387DDA97E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B57D1C-A9CE-8F3D-81A0-4200FBEEE87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D2833B0-5D5F-AF42-DD50-7C4ACD650137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31A9FBC-F3A7-96F0-732B-F70C7AB3E37B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7B4BFC1-9948-C036-9C73-59E7903460B1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</p:spTree>
    <p:extLst>
      <p:ext uri="{BB962C8B-B14F-4D97-AF65-F5344CB8AC3E}">
        <p14:creationId xmlns:p14="http://schemas.microsoft.com/office/powerpoint/2010/main" val="2393073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4DFAB-D3E9-19DA-06C3-0BD1165FB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B0494CC-A5C7-AAC0-249B-C3A3285EE6E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Initialize [11 in 2].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F8FAB10-7D8E-31A7-EC8A-537E35AF8D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E1EF88D-276E-F677-EBCC-960FEDF8D6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633A033-CF66-3EA2-EDDC-9FA8ED014B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264E63C-7595-A68F-064E-0657F0B9C7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1D166F4-BF28-06B8-8603-2B0876C523F2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653DAB-F887-9CC7-EAE3-4BBE94829B4F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8A9906-FEC0-2640-EC7C-727E1701AE4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B5F863-92D1-BE1C-4C00-A889674AACB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0B778D-939D-96EE-5611-A8E62E034717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7BDC53-0B66-259E-3E77-25BBA6ADFC1B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5431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5B49D1-7DCC-ED71-B6B5-653F2E7268F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7235CE-AA7A-C8B5-A4E0-025ABA6E0981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C02166-3033-8E5D-AF47-6599AAC8B56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6D87192-693A-C3AC-DC64-D5286A48490F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089D86-D9D8-D036-1710-5916B37AB09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9854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93EAD5-2312-E3BF-288F-361FCF8100F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627B67-61F2-4E8F-7FB9-15FA9C4D850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AA8C63-B9E5-C75C-B11F-2ACBE869FB04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DB9C63-4CA6-BA8A-9DB4-7B90A94FE457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D57A391-CD33-80F7-C88D-904B02769AB0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F3E97-D2E8-77E2-433E-CAC518E78CB7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3EFFC89-2C0B-DF84-F9BF-4F17DD548B2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F3A132-709A-3821-0AF3-98446E464BA2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D365F4-A46B-B8A3-A7EC-A8694944BA4B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86AFFB3-B94D-26ED-714D-053AB8879D1A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764321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89A8194-F2AF-5E59-2A9D-A606E89F948E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EB0D3E4-778E-CD9E-D19B-32775306E6DC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56F451B-0685-78DB-775C-A431B7B18C6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50EE7B5-10C6-B61E-3E0D-A37DE59EE421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18BD4CE-36BA-B4FF-81DB-36306DB2782C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94F30C2-C065-E812-7848-B412E82C8232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83DA94F-85B8-E8A9-63EA-29D00F16F155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E9FF5D5-3E2D-E36D-A837-13ACD882D2BC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404E616-5861-8F96-C4D3-8A39E26F9399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FD00C85-86D3-8CBF-6DB3-E7EAD9EEB78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186CF48-B3CE-C0F7-7B02-DFE250F3A1D1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C077B68-37D4-7D4E-4675-94DFD874D2F6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F22C9BB-B54F-BE69-19D7-5F59807D4A6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74A4EA6-2295-7857-F14F-9CC4CD0064F7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05022FD-8775-C6C3-F0E1-30DFA334C7B1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7096B20-86C0-8549-BA14-67DFA34328CA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F54638D-0001-5F59-4B24-FF291B8AA2BD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934598F-3DE7-3F4C-6B90-41959B60506A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7E6D064-E0B4-A639-EB4A-53500E5C2ECC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59E2F38-89BD-1F37-652B-01F504AEF2EC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65A3B36-64BF-7997-BA21-64DD255E87EF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164512A-7036-0C5A-BD08-DF96360CA00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1FB3CCE-02A5-4E0E-BF74-0896641D2378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4D374A2-151C-61DF-166B-76748774C5CB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E23AE63-190A-4EEC-D87B-5152DC0CC3C4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0104277-0CAD-2FBB-A4FA-6E3983869B17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CD13A59-AD3F-28C7-F93C-094BC54512A3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EC4DB9D-5AA2-7A53-FAD3-52EDDA82521E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3B369AB-2095-9093-EDD8-53F629CE0623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05A0AF3-216E-DD1D-411F-A199A09EC0E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40CE0E8-12EF-567C-B79B-A4B1582E096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E3574EF-5E94-D672-6E2F-FE837932B1D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25AFA6-24ED-B501-BFF1-A150BEEC1B58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426A92-ACC5-5DDF-8AAA-B41E1AF70BD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D95516C-71B2-503B-FDDE-26F104699C5B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451DA5A-AF1A-2E18-D78D-A58ED71F7C44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55DFAA0-5916-FA23-7043-5C22010AA53B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E5C81AF-82D6-14FD-48DE-291948778E6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</p:spTree>
    <p:extLst>
      <p:ext uri="{BB962C8B-B14F-4D97-AF65-F5344CB8AC3E}">
        <p14:creationId xmlns:p14="http://schemas.microsoft.com/office/powerpoint/2010/main" val="20503833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26722-C1E3-D66B-0EE3-66ED33CDD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563931-95A3-BCF8-2D3B-2F1729B58B9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C36A1FA-68E0-06DC-887A-CA8FBD5B37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7D7E245-46B3-F41F-A4B0-756582D43F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FD0EEC9-20ED-5B69-988F-CE44FD8EB6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CCFED1D-36D3-0BDA-7F56-6C505B1BCA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68001AD-DCB6-3379-15C0-BFBCEF12F2A6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D1D931-B4EC-B418-55A4-872893F057B7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393DA7-A99E-54F2-0657-1451C3A96E6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EEE6E9-3E10-0616-13F1-C95E840AD224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9C5997-8864-BDE4-967F-068B4868544D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DAFEEE-9D64-5106-BCC2-8D31C44041A7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5431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649B19-0E7F-C54E-FC59-CF3CFB8B4B59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1B12A9-94C7-DA0B-CB0E-E7FF8CCA1D7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CAD400-8E12-00F3-DA80-A689299BD9D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55A71F-21F8-DD22-AAC4-E8423F67A90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A2BC38-2A1D-AD9E-7BF0-4D01EE8208C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9854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011EDE-B61F-AAE0-FAD3-06E265242E8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D3A338-0B04-48DD-57B3-336B27E358A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C77095-CC02-B040-FB7F-1B78A961CE2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F398AB-C23E-7800-2D1A-E146446E802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A9CB853-9D02-0CFF-BBF5-1CDFF645287E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6CC0051-0F79-085D-5AD3-6771193C6CD6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5026DC3-7B75-3B62-69DD-041C3388300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2C103B7-9B44-47C3-3C41-25134E7335E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88B09E0-2678-594C-3ED0-C9DFF419C081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3B5385F-3DBE-4BA7-0495-8C7A514063FC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764321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CFD180F-E912-E8D3-D3B0-3E3A559934F8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497BC4C-724E-CA84-06D2-5BD854E44AFC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56F370D-2CAE-31C9-47AB-E2C68B2EB6AD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DCED228-EAA2-79A0-1C2A-7E838702C71E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ED248CA-09FC-A5C7-5C4A-FE39F734933A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FDA5FFD-A0F2-5DE0-A489-B3759A89FEA6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EF102AC-79D1-8209-F74A-88A3A04D0BE2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A13F8F0-88A6-6C39-7D7E-721F5DF70F60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72DBC47-78E8-EBB4-2246-A010A1B14F46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6E33F9F-A0AF-2058-472A-B2D0F33B3B97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3DA3E85-BF28-9EF4-C4A9-7C34636DFF6B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4BFEF28-640A-3F29-9868-10541BA7770C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513944A-D4AB-3E98-61CD-664BB9D9B95A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36B4228-C337-74F4-7465-6C82895EDF4C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1260203-07DA-1371-C4CE-8DC0543E9EB4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FC3A8B7-8954-81EF-2A8D-15FF0FD97C8E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34E3E80-89D8-61FC-705B-89534A24BFA3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B955B7F-D759-5022-E619-B50EA57E18CA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5AB59E4-CE4A-A717-8853-619ED660D619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B22C9B6-EC3E-A679-500A-BFBE0B1F9034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EC9AAAD-B90E-590E-F37E-D5C077698B63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D7083FD-5708-AB46-8AD2-9B9013A7D389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5B9A3E2-1F23-0A3A-B8F3-2B8D16F5A2F1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54D4422-9039-1FAE-951B-7E36EEDA73CF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DAB3EF6-0EE5-C393-2CCA-9DEDB0C9FE4E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0B0750F-6C47-1B36-D626-48207A458C87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8448217-C7B4-1EEB-BC83-CF47D0E03C8A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C14FA1C-36AE-7138-B423-1ED9301DF22D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9211BBD-8437-62D8-F3B7-2BF82ECBF3F5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E17946A-3051-86E5-1D46-8B74A65E46B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29C3510-E85E-0807-69AD-CFBE722A442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131223D-7B3D-A8EF-F3C2-F807288F1173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D1870D-E2FE-3739-EB9F-C79A35C66FE8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61B8E5-F59B-3DB4-86FB-036E90EB14D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CC03102-FEA4-9F3E-D58C-7299EDBED1D0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1D05B30-D0FB-F474-12B8-D2949B980D6A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C336170-4ABE-6F0D-C3BC-59526AF02707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064D75D-D507-15B7-3D39-795077BC0318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</p:spTree>
    <p:extLst>
      <p:ext uri="{BB962C8B-B14F-4D97-AF65-F5344CB8AC3E}">
        <p14:creationId xmlns:p14="http://schemas.microsoft.com/office/powerpoint/2010/main" val="8739722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F59CD-0392-A13E-3439-585C356EF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171A3C4-3BAC-4ABA-DE96-8B043B90832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Initialize bottom right block and a cell in Column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6448CBD-AC52-5ED2-A85E-677196C9D6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2022A73-5C60-7D5B-217C-E3931356CB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4C77367-7E40-FD62-93DB-3E989ED5DB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57C9DC9-EE46-CE66-6CC4-4468AE7150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F7514A-B078-9A4C-EBA1-0F7BC2D75931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FC10A8-A4EA-969D-9E96-B0396B54F16A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E36A01-4193-97FD-BFE5-CA8EFABA113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5BC689-F9F9-436A-E1A9-D6F1156D98E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352BB0-C6C8-558A-159C-1FDBAC36BFF6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C3799E-3797-CBDD-7A84-4F45215B2FA6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5431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EE4556-06E5-BA9B-E9DB-32D97C5B95F7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919E83-2064-8E42-A89F-08485E0B50F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F4F69A-14C0-6337-53BA-9AC7652CB9D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264B2C-4863-A1C4-14D3-8E78671C18D8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1CB3F0-6DB6-78F5-7E61-41359C065477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9854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FE9A6B-7BC4-850D-621D-36E08645DCE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04E24A-98C9-8D12-26D5-37526949B37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2EBD78-DE87-048E-6162-701868FB446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C69EF0B-7784-F24C-4B3D-FDE3DC42DE17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5C8DD0C-DA29-6146-478F-E60E13358BA0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88C7335-B5FB-9082-52DA-2D9ED4951CF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7F2286D-CA5A-2EC7-7C24-D84D1F92650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266DB43-94DD-A787-EA91-7F0782D2ED4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EBA621-7789-9E13-3D9C-D725E39C1538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89E2FDF-5B61-27BC-47DB-92DC30170DC7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764321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C80CA5-3E91-D2D6-FD7A-85CB4A4BAF6C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7FFF55F-5963-5F8C-E80C-FED008367917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8D5338F-5495-37CB-D072-69C8B5849C2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492614C-85C8-126E-F861-E51402F0EBB1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83DEA6B-5EAB-A25E-2CAC-A316EF585477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69F9BBF-156A-AE24-E994-E40BDF2FA0EE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6E71C76-9C70-2E65-9008-F78F6B1783CE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D3881A4-4ADE-6F87-ACAA-4D5C98342542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A97467B-9C00-18DF-E5BB-539162EB6C0A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8A34984-07E2-A368-4052-29CF4DDB8BA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195181D-D749-986B-2E35-5E386D675FDA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B0CBFC6-D6C1-A2DC-C323-29E4F985B0E5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848B1AC-3FB6-B3ED-6E39-1F063A7C279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2DF5B8F-15BD-5303-9D06-8FDCF62ED2D1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CB21FF5-114E-04DB-B5CA-CF0B30DA6926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72490CE-A610-E7DA-F52B-EB9AFFEDA608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B4628BA-3041-1452-7B96-0620733D0F04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81205CA-39C6-08A1-9279-B9829DFEE246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7E8F97C-B651-7667-7F6D-AF4D01A60605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2255BAA-BCFE-C258-9D09-F76B68A7CE71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71CF480-2C9A-F8C2-96E8-46CE4ADC295D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6E42BEB-B26C-248C-F022-0C84F17D233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3CA2E54-91FC-58E9-6ECB-852CB556D26D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5E5F0D6-586D-13B2-3DA6-021D7301441D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1E90AE2-8267-1449-9995-EF51410E1AEA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F12FD62-E067-C4C4-491B-C26AA3BF4777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92C76C5-C13D-E217-4873-FAEDAC6E9D89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F8DA582-77FA-CA8D-F4BB-B0C902CBC8D3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3E112F9-E9C5-EFEB-BA72-1E9F3FBF214F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8B588FE-3115-CAA7-9A3A-D70EAE61CC99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2F5535E-3CEB-40D0-2303-A9CCA89A034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D4CAA46-A481-7C5D-01C3-8CA75B0608C8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27BE55-9541-A3F1-868D-F7443EB7CE29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28837A-2FE2-2D20-BF96-BA0ADE4BCF7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AFF7E86-B7AA-7B7F-E1A4-721CC860817C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5119A12-A34D-F280-6C63-35325E84A2CA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AE770ED-1113-82A1-EB27-EC4AABA864E9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81B10DE-E16F-8006-49A1-91DE5CFB9E7C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F4EC35A-CED6-4987-B6FF-1E632AAEEA5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6CF6197-076B-BBFB-CC3E-D10186F705A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ECB9D22-34D2-2E7B-539F-42667BFE58E2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D9AE197-B751-A7B5-EDDE-110AA8294713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</p:spTree>
    <p:extLst>
      <p:ext uri="{BB962C8B-B14F-4D97-AF65-F5344CB8AC3E}">
        <p14:creationId xmlns:p14="http://schemas.microsoft.com/office/powerpoint/2010/main" val="3634292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221E5-C4E2-E83A-D4E5-9B5865C22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6E2450A-8DF4-C3C3-54A8-7A6926FD5C4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7, the 5 is in the bottom center block.</a:t>
            </a:r>
          </a:p>
          <a:p>
            <a:r>
              <a:rPr lang="en-US" dirty="0"/>
              <a:t>Then, in Row 7, only two cells can be 89.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006AF89-0E08-C153-9723-D2EB7277A2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E067DCD-C7C7-53C1-0FE3-81EC802FEF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7921DC7-9D02-5B0C-3D32-C0078A1EBF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AA39104-950C-8B6A-8E74-3488C620A3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55659C7-CDBA-D03C-F165-3AD91EDD1481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699294-0434-689D-3517-4F1F7C6006A8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93403C-E5FD-B66A-BD3F-01B61E913D9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1B4E94-A64E-EC04-7DAF-A79BD9483E38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B54DF8-BD7E-6136-FB28-174CA4D058AA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2A7514-0EEE-6DDB-03E2-509B03CAA540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5431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52A1AC-DF3B-FAD9-F588-D7E70C5A269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4FA66A-36BF-B05E-FDCA-7258E2601CDE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5B63AB1-FF79-5B53-B475-395DD7F1CE1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A4F102-F203-3696-210F-1E24B71E3D78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8E2B69-756B-9F04-FE2C-658C2E4CE48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9854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6B48C6-1239-894A-24CC-737BF74FC9C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385BAC-0FC4-B410-8ED5-A1015E2B19D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E3FF8A-80FB-A8A6-8FCE-B994DE83469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A8C154-D8D0-8D31-FCC4-636CA133442F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B2B5B09-B1A0-F5B9-EB96-8100920BD95E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EFB9D9-97FB-F35C-5E55-89E181DF3D38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0B8DC8-5111-5B55-BED0-61051513EFB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6DAEDE9-0688-EDBA-FFEC-8F3B841EF169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FB44CD4-4BC1-3958-A43A-F597E923ED39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EAD8337-46CD-E069-B626-061883361068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764321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FCFFB8-3137-99C4-A085-2ED900093AD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060215F-C5E5-59BD-8640-C64E4CDB41FB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CDF6290-6A0D-B64A-C107-839108FECD9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B6C9B1D-C2DF-96BB-0543-F1CC43DB2209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5505D2-F372-CD4E-1145-77BC380AE2C0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1D4D4D0-3D21-6B36-BEE7-C8B1BD0317A3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1478E74-9262-0F37-3B97-116D1E072FF5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C490CF6-5737-F909-D9FE-DF6DE1FA12D1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01E8B12-E9BE-E229-318D-4DE9347144A3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B549DBF-7B38-7B23-D980-B98C22AC7DB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A8D86F7-310F-9D02-D99A-99A6685A9CF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B3AD43E-5EFB-01E9-01CF-B60F88BA31B2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41338CA-0A8D-CB84-2848-BB793B1EA384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B6140BE-2B96-D6A6-1254-4FCAF2D04A3B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A2AB032-5CE8-14A8-86A4-BD88703DB9A6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CC67A87-34FA-B5DC-F478-619A5590153B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A93F7E1-EBD6-C326-A46D-FD2008A68C9C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B7A4694-E5AD-2E41-72EC-2032D0AA66F8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CA1532F-69F3-4391-323F-65D2754B8281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3443458-CF8F-A26C-819C-1647CA79ED7C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4DFD859-D035-B045-01B7-A23E646502E3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54D684F-24D9-6288-A2FF-C87CADEF647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538EC4C-7CFB-1FA0-82BB-8CB2799EF44A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FAE6FE2-6FE7-E966-AA7C-180EB78C522D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C657D48-6343-1304-8CE1-D73D40258F68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4A4B4A4-5C41-14E0-6774-0DEDA909D0C5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253E3A2-44A6-32F9-220A-F0F8A0FC43C0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2CD4CB3-A97E-FB41-1501-F0F569815CEF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B1B79D5-E957-3B6F-367D-BE2FFB30740B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530A682-3B68-E1E8-909F-99FF608B5333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5AE2E47-70B4-1AEB-EA05-EBFA1F62FCB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20EA8C5-A278-2BE6-1175-613E4435C82E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346767-52F1-EC4D-AC19-4D9353ED4723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593564-03D8-D42F-3EE5-42F4B78A313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28BF885-A8CB-5F1A-2841-73BD4D390038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B70E4F6-8C48-F084-390F-74ECCC01D89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B63546A-314E-5CBC-35E1-32186E656607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0AF6CB6-2E66-58E0-A042-18D0D50C196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00BB25A-D6FE-40A6-4C86-E23EE0927D1F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EEF33D7-09B6-DD61-6524-E21B34E65E3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E24733C-18DB-224D-A488-13C5A2947910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0166C57-AED3-E35B-CF33-69220F7FE69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</p:spTree>
    <p:extLst>
      <p:ext uri="{BB962C8B-B14F-4D97-AF65-F5344CB8AC3E}">
        <p14:creationId xmlns:p14="http://schemas.microsoft.com/office/powerpoint/2010/main" val="14797925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254FA-BA9A-E795-2C7E-6F7985E5E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F8492E-27F9-1706-9EAF-8E55CFCE070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Note 67/76 pair in Row 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C6F25DB-3016-C84F-1207-1597C344ED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989B8D6-2511-F4EE-21BD-F0EFAF31AA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14B7C98-1BFD-1381-F4B2-F022CF24EC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B0E988D-7A98-1885-8C28-6DEF35B927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B5FF679-BCDB-E189-D5D8-10FF4EF08C6D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3A3E31-CA4D-7E2D-76A0-8A5D601C0B1C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B8295D-A6AC-87F9-2D4F-75A73BAE706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4ECA3E-704F-9FCE-1074-A1CCB07143CF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33617F-3BC0-1DB3-B1AF-F92BBB3B1D81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F9BE4A-7869-3BEE-F291-456B2172D097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5431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86D62D-E79B-3269-9D9B-BA2C0047C098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335D81-D353-2CBF-13C1-8346AE09505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097413-5B01-527B-4874-2AAD77198217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A7260A-7751-F4F7-744A-2FF3F03D5670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06CFC5-09F0-F5C0-2749-DF83E7A407B7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9854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EC76A0-74B0-7356-1917-87CFEC5CF25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C6015B-908A-BECA-6279-838698B1434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24AED14-0A0A-7205-BD66-6CD24027C51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5887821-0917-4ADE-0C4C-C9DB9B41D5B2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7BC9C28-38EE-424C-7466-1CC81A12C40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58E3A4C-9EFC-F121-C0C4-B34DB6E2F3D0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3DB8184-2B52-4B70-AF26-9DE3FD805ED6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AD13253-BFE2-1C40-5FD5-7B86343E434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01CC1DB-F707-B826-C342-59118BB79A50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8F3E861-32B5-D018-AF88-F39530927381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7621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6856242-0431-C2F6-8384-32D50D7416A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1BE85D0-D60F-3B56-C745-CB82B3D6102C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E540052-572E-B5C7-647C-08957139107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560B730-9197-0819-D550-D099C418B0B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67F11C9-B3DF-E785-382A-E85B5D1F07E9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F3BBF4B-A92E-DEED-EFAD-1389DEAD313E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737D315-8C57-33CE-D445-55365FEC7D3C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AA58B8A-6384-829A-1723-B3FF37B57772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15FB46F-BAC5-91B5-9577-DA6149EF5031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1EBE140-8065-4B28-B9DC-048728E3237F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07F2492-1623-1626-E749-00C55DCE200F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BABC87F-82D8-F2ED-3F4C-14E6AF67ED2E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301199C-A361-6249-48CE-EBB4293E466F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FF695B7-77D2-C2F9-1C45-3AFD7AAEF9A8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990C75C-DA96-E1A9-874E-0B7A8B1DC16E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97E5FCE-3B47-1159-C785-43750F299BD1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A4213B9-566A-DC71-E8C1-8FB3B202B516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332D137-0F68-C685-1402-7CB1ABF97C9C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8ACFE4F-E76E-A473-E843-E490F8B0D5A1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4C3ED0D-3338-C77F-AEA7-ED30B04853AB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CD4665C-1385-AC61-1A6C-E006E575547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DAA7E43-9CD3-9675-D108-6BEB608553D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63F6E3B-54C3-D547-B7E9-300F42100E85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A321EF7-1856-E5E7-D1E9-DFA374946A9D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560D7F5-864E-307F-3BE0-E3F3B0297F31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F35A6B0-CFC8-609F-C131-2AC106D619B6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45F0956-C7D3-3BD2-E07A-AA2D88C54A52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23856C0-34CB-26E1-0350-8165B64BB05A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44569D4-822D-EE30-B1F8-58C0B5E59F6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408A87B-34DE-8669-8157-613FE08F4E93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268AF35-F072-C728-7163-CE2A4442696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02A901-48CB-513D-4540-D88858944519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3B0613-6A30-A144-7C02-4E9F333DAA07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392CFA9-84B4-0083-9C96-1C8227040768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C71105F-F80E-DAE0-27D2-A541FB0C6338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7CE7533-8558-973A-6763-D9299DE23F83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38982DB-74F3-2826-0809-12AB38F81C3F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D31C96C-08C7-F0EC-11E2-4157A19C7647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FA16470-922F-4EC8-4581-5370EF9917E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0DC444D-D78B-0B16-2FB4-4AD44B85061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C7F9C12-C642-9B3E-6138-AB5CD2E25A3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501087C-7544-B49D-9A7E-974F2B3A0EF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064653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19867-480A-CE6F-4A0E-F1D2C2B81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02C8F1C-9E5D-1908-1BE0-C25C367C8AB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E7900AD-EB64-2369-1848-64A46D9FB0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FD8FA73-5254-074F-C646-4A0CFDF599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AC6884E-981E-70D5-86E5-7DDCCD3A45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79A8CE0-526D-853E-8259-0815FC55ED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5773355-5FC7-63C9-198A-0D3D7EE6F184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C5A203-B639-EA3B-7D1F-D29D094BB34E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B1CEB2-2ADA-D9CA-CA46-14AF210984A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7A4B0E-5D03-89FB-1B92-BEBD2229C0AB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F46644-02C0-5D01-EDCF-EBE2E4697C25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A88436-852F-8EA0-E415-6A14EC2DB534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5431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A53468-BA4E-FD00-5D20-C960DBB57D5F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3FAFA0-5D8D-82A2-9E32-CDD9608B69D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2C8267-9DD1-F51E-7546-241C3B1D474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A68BA1-2E67-9B37-6128-6E1D0730D3DE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70059F7-2554-0A8E-304E-FFFBD856AEB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9854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8AE0F58-2EF7-3D0C-F96A-73EBEE14141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3879E6-1606-FC8E-05CC-6FC99A92CDD9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C7D179-D058-C5D8-DCC9-7ECC2304F52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EB6615-A91B-4250-F288-5DF2523FF1F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5B2A3A2-DA31-B320-BD99-FF8B064B1AF7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7E5195B-2DC6-9801-3A75-253FCC64A312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C23BE89-9F38-6A14-9066-4D936551FB0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315F825-CCA5-8358-573E-A69EDBF971A5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E6B8D85-3302-CA93-46A0-F58F207F83F1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0854009-68F6-DF02-CD07-F9C3ECDC194C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7621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5A3A547-1811-F90B-0491-C8F549A162C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1DF3015-73CB-ED35-C450-A71593CEA3F2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9BE6EB-BDC2-C1B3-C1BA-6846A0EB015F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4E5A907-C307-1930-6607-C1697459325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A8E110D-FF3D-C75D-4200-29D3EBB8C71B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1547640-2EDE-33B6-D8E9-9E6AB7A5C171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53AB8D8-4442-7BF5-D0C2-6F8A965868DA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D263421-3D47-8581-2664-F3227AA09565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4FFA050-D2EE-05ED-9A42-29F2ADC22624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3EADFEC-FB1A-C600-D932-B0BA6D175EE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2A60ECE-3822-973F-00F0-DD6C16D82B5C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10DB546-539C-B944-23D8-F65930E749BC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87034BA-7B3C-7A60-2371-DE4F7B4B9AB9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B95FE5B-BC43-1DDA-34C6-6789A9D2CD41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76C5DBC-937E-D5DA-81F5-F8ECA4D109F4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9F02DA9-94DD-AD2E-5DB1-30048466B15A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1BABFDC-DB54-C80A-98C7-00760952F148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77265F5-9B96-567A-9CD9-47BB2324AD5F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D9F19E4-9AA4-7E48-ED79-4067D1BF36D6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A4742F1-1F3D-5F16-E0EB-5FF6FDD4E16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849FC4D-C18D-52CC-31C0-5312EBA4A2D5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C1F1764-1CED-CEEC-F839-6D627F901EF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4C8F05A-F55E-21BD-AF7D-9DA49653872A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79CCCC1-854C-8C5A-34B8-6BA94CF6FD61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41ADA25-5A3C-0789-1A23-A9C66D862146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FF6AFD8-3CF8-1C82-F63D-0A89B49543A4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E15B3FC-0E32-C749-6A11-2C2D91D8A3D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F7DE2DC-F096-67D1-D3AB-E766EDC91B5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2120AE3-34FB-ECCE-15C5-CFBD2969C972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B65971-E4B4-8EAE-A7DC-30EC903B64C2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34C439-713A-FD50-0CC4-B3C3F4963B42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DE04DAA-E3F1-FDB1-4AF2-225D3898F8D4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168D437-3061-49F8-86A1-E1234FDE3136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687C407-55C6-2B97-1774-567FC20D0BCA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71047F6-6FEA-A2AE-C59B-00F7584E402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397C505-06F9-B913-023F-549E8964BBC9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31EE7D7-0607-D5FA-7C82-7E1D0802E089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BCCEFCD-6C97-CE17-D6CD-35D69E73ECC7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71B3D8B-AC51-4EC8-7D26-58FC400EEC8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B5D9509-690F-77F3-6F13-C355AB21525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2F75F7F-2077-2191-17CE-CE5654CB5FC5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9C40E0F-234B-EFA8-CD45-F87973AF619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0474021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DC292-B367-9657-AB4F-11EF81B38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1B4A9EB-922E-0140-5793-54C00888639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32EBFC8-669F-38F0-E432-7684D9EB0B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A496C22-D6C2-CA89-EEEC-EAE0D10044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217F202-F25B-0500-900C-BBED0C6AB7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6C89060-5036-3A89-D2A1-318CB3D734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19B9A84-452C-E0A5-573B-117C5673C9C8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4AC5B7-75CF-726A-90A0-5EB5C6A0C29A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6A220C-5F9D-68B7-B4F7-6B5EEC85D5C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A5FA4C-1D56-E5CF-5D91-E24742F75AE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1A2321-FFDA-E97C-73CA-CD4A24174729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929317-97FE-F66C-D8BF-2DE6BA47D840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5431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6B482B-97DC-5BE5-37DB-DCE29A478C09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87DD3D-24A8-F1D4-EBB9-D83869647C41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986E59-E808-3169-40D7-635379A4A78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5D808D-CA97-2B4D-18D0-9363133BD159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23EED2-E0CE-133A-4FAE-2B9F7C33C72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9854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B0DE79-BCB9-B0F9-1AFE-A99496539F2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C34AFD-BCED-E650-8D48-577FD7DB43F5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E6EE2A7-014A-7829-ADD6-E1A9DF9C704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E06C1E4-A0C1-C6B7-B7AD-45FD95160981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9D15E03-D149-03DC-CA37-5C78CE52AB7A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E34F9F6-B1B1-85E8-833A-EDC5011A305E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D8441E7-27F2-0DC1-5433-784FA998A42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F9329B5-5639-4FC9-9739-B1A841682AA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CD57828-0EF6-3853-4E52-6825F28F47C6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AE92EFD-1E2F-D664-CF0A-4C1EADA06F3B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4131B17-BF8D-453C-A081-E1814B4D738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9713129-F604-3F24-1B40-FDD9B488F33E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7531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B5363FE-1CE9-5091-8E12-73E7F5D045B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0A0159D-890F-2459-7BBE-1078252DBCBD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511F9D6-0A0B-E9FC-016B-DEA203A0EE87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C0183D7-1210-87D4-338B-18A55FAC3D19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9201CCD-4E0C-0D43-5396-8C6303F65CE7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1190AF7-A1C2-CD9F-586C-665FBD964D8C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FF1C7DC-2FF3-56D3-7991-E47EE02C3829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701B964-8503-6421-F8AC-C741004B55F7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85A146A-3ED3-8DCC-AF22-84F76404EB65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F764F0D-A8CC-A899-B48B-9A9FB02D1545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CF3D49E-B09E-1081-559A-C1B39A2CC073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08F7528-ED4C-E163-D417-F0414B261995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0E3F1A4-58F6-0F73-369F-64226920897B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6718E0B-0ED6-4D3C-A9BA-7B4518A816AF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FB1C22D-6511-6E6A-A5DD-67A18A8A6A93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F2439B3-5DCA-91A3-DA83-69433C139F1E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442C3E2-3CE3-FD06-E21C-81AAD37F7FD5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85B6C6A-6609-95AA-280C-9E5D19A1C86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257AE4E-ACE5-D3FA-CCE9-C13B88495F93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52C5E6A-02B4-1A8A-A78A-2697A679404B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7D9320E-CEA1-8BA3-4172-740157FC00B0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E1FD41-7D7A-6311-7DAE-ECA05714EE41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261E278-994F-156D-9BD6-47142CDE641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2391E87-306B-1603-9063-01E8DB841B0A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F09B7BB-F8B4-7E8F-0442-80D34B45A5D8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D1B114-651B-7DFE-60EB-18CB3ED67101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AEB92D-259A-F00C-E326-3C9A77C4600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FD7867D-3C72-5F51-4C96-0544AE36D33E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8B8F865-5E0E-9766-27F8-36F38D346E4A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A7F4C0C-4E05-2DFE-35B0-BB28B7B9D761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360B78A-E84C-D922-96D9-3E668FD57204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FCDFC8E-39BD-13B2-79A5-D4CAA3575D5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1A51A22-55E0-4BE2-5510-1DF7DBCBE262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1ACF8D2-A2B1-94AD-2F87-C416B0D5DB1C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71B9D0B-45AB-566B-C3B1-81A9622399F3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D0CE79D-19E2-FFB8-588D-5E8F2B61EDC1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3E7899A-CC47-CBA8-5485-02170965BC15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72B6341-63EE-7280-9FB8-69B52596F2D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3B652B2-E0B9-444B-1508-0851109C3A5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78F2AAE-FC8B-C726-7149-2F484BCF02DD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9907428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46994-E2F9-BA37-6DA4-6AEBC730E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5C2BD1-79F9-344F-2B43-19570E30594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E95A684-314E-2BD6-EFBC-A200A882E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BB231EF-C680-2C53-76FF-402C1755B4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AB99A2F-3C35-A77B-0CF1-24D15BC313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C87806A-5DD2-64B1-8160-7790EC645B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355DD2B-CEC5-4AB9-CA35-65DB8F461086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C25400-1721-CF36-6BC8-D1353E9CE7D8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3E36CF-DC3A-4F1D-81B0-BA78638885F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FBFA74-6619-6CCD-52E4-884FEF3444BD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E5D34C-1B7A-6317-6676-A707A03B1C91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BB97B6-664D-0FE3-E8EA-1B8CAD91C067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5431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7FDE96-7630-8239-2813-5D7BB98F4EB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879AE8-3C9E-45B7-8B8A-E1DA650F57DF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EBE397-2735-2C6D-30E7-031CAA772E7E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A659EB-4160-A0BA-B9FB-8DAEC1EA8E3E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B2B718-2A04-DA60-49E8-5895F241FC6D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9854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CF6531F-57E0-0A7D-B650-B0187AB26DA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3128FC4-65E0-B90E-8B0D-E0EE9E0569E4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FDF670-C644-E2A4-6876-9B67A7A3AEA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A3AAAF7-3A09-E6E8-B465-2899718222F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7133570-7A2F-0E95-2DCE-EF9364018D95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F6038D8-BCFD-B5B2-E9CD-97C414326925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41BF94-E1F4-C0C1-58BE-C98C8ECCE9C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590653A-7685-3B0A-D551-0A96EFDC78A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C040B7-3B8A-75E2-8067-622B7DC23894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84B184-BE5F-E7DF-011D-95E74629EF97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8CB001-492F-0C8C-74BA-D1545153A6FA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AE63BAA-D296-3D09-3AB6-7B10504FB2B7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7531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A5B9D52-582E-A735-36CD-61B3DF13B876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597566F-1FF0-760F-8C2B-E8245DE4959B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8C1804A-2302-1DA0-3C27-6C6F70D870B3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DFA7002-B663-8D3A-5E0F-F7F0DBC1A495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82C786A-56B1-B0FD-DD9C-12776E2DBF43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A3B43EC-26F2-A7A4-8EF3-D91D62B7C0C6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393BD4E-B5E8-987C-B3C7-981F254FD550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3311AD5-E462-18AB-AB76-A994B2B70B3D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2EF0C32-0465-5E60-862B-4006AE760365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68CBAF6-EB09-2950-BF1E-75349855F7E2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DC94C1C-DA8A-FF6E-182D-494E86ABFF86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19328D1-D4AC-F4D6-7CDF-2A83393EF65F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57E3CA7-18EB-B0B8-1ECF-74333C41CD95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AF29458-1276-8674-3900-E8C1F545A61A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53F5390-C810-9672-1EB0-26D0A6B8DDC4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AB89362-9AE9-F21F-FE21-08B28EBD1E4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A2E4F1E-546C-58C1-D914-8A31397556C7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D2A2EB3-A3E2-53D6-C993-6B61D834F3D9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46AB25C-6B33-DB81-B0AB-4F5BBF85B26F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C31FAEA-5349-B069-8058-CFD0B16D7C36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BB62AA5-1523-5AAC-072A-668DA5355D3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26B3BD9-8348-56D2-2B10-B2EFBD1F4C9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F98399D-4D92-347F-35E9-CC1EC471B24F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36E12C-8E56-88B1-6258-B7BE152C22B8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AC1FC5-32D8-311E-6F3B-7F923181CC6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822B22B-9AE1-817D-A9A7-F0A5E380E60B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E6A46CE-018D-47F4-C4AF-E417E668CF3F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B2C44DE-CC57-1DED-B24A-2D982134BE7C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F488461-C275-0AE9-AFF2-ACF5023D9B10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82F2B17-8C5F-F8B1-BA8D-13CAAFDFB809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B453178-F77E-CDDF-99FA-F6C42F286C9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01DA7D6-78FF-38B3-2C36-D637796BFF0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A06A3D8-3480-D124-C40B-12EB024D830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AE3DDF4-139C-631C-1479-F41E102305A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B19A15F-F56C-2894-52C5-69A7191EF645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E2F1ADC-0B68-7421-CE38-228D93D9581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56CED80-563A-C8CA-2A06-2B4BAAE153B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BF3FA6F-6073-C149-69EF-03B20B40A37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DE67F8F-78DD-3D76-B5DF-48D117D79C6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C6BF90F-2367-C671-41FE-C502160EE4C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0979118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C03BC-CF1D-A134-4383-BC5C66CC3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8AC7389-BB5E-9E6C-FA43-F369A056C1F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093812C-B9FA-2EED-4D5D-A0DA3778F2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40556D8-91C6-980F-4611-2C38966390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B43A65D-CD93-D4D8-316F-9D507FBF97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4854DB4-210D-CB9E-AF12-41F858D0E9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C930626-0B9A-6E3D-9549-BCA88CD6BEBB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F75BDD-6F0D-4920-3378-0C6C46199218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E438E1-0968-9777-B227-C0A4537B6D0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7504FE-7B38-BB56-7556-65C21E65D340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D6856F-32EA-298C-F9FE-BE3A0524DC3F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B2B6C5-6B68-ACD9-E3CA-33C853ED51FA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5431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0B38E5-9FFE-E348-45AE-6BC919B4832A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4AC54E-CA0D-6047-F1DD-C1D8DCFB9362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BD27B1-A117-4ECD-DF43-14CA033D414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022882-AFA7-0768-CEAF-70346FE554B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FD3C03-8AD2-CD35-503A-98863DC18C4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C154B7-CE8F-16AC-A994-1D85FED9CBC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348BC50-CAD4-696E-F992-7B7E0D7D43C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BCFDE29-E7DC-33AB-2D1E-AF742BE16164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64FA277-0E03-F255-5956-3EDDC7751448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68D141D-5BB3-429E-70A8-EC59010A84BB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C3A6867-5A01-0B33-CA99-1AFE1B3F2D3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EABAED4-680D-F26E-A0D3-A0B25753F8D9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D29B14C-9C31-142B-EAD5-7EA5C34AE12F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81C79AF-F00C-247B-61E9-CCA77A5075C2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EA5BC4E-A065-F752-7EEF-820725969BE9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7531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AAA2FBC-902C-CB03-8AC3-458913A3C428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909E712-994B-EA91-F912-7825BCF40EF8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4ADC0B8-ADC2-694E-647E-FC9AFBE8D2C4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940CEAF-6101-9ADF-435F-1189888DF638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AC20CBC-DD8E-DB16-6717-10514B694C94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A6E3FD4-6AB7-33ED-3B74-343B63294E75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BD4C688-9543-61C7-E91F-8EB18CA784B6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348752D-9A8B-F94B-5231-21966489A8B8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0BFD2C8-4AE2-D43D-9577-A43CD08CF90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FD394E8-1797-8D42-CFD8-F83706AF0C6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E1E9546-78F5-203D-07C6-FE1B82F44519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0516C2E-F067-5A09-BDDF-AE025F0CFE69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04FDC43-DA85-3F51-C95E-86E16D250CE6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E86A63E-AE51-81F0-D48E-698F50B0F0FC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D3FD045-CA10-DF53-95A0-3A1B4027FF08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562B094-FD0D-2E1B-FBE7-A04CE6859E09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06968F5-8611-F811-AD18-5A295E50C300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7735987-39B0-8298-AB00-258C79648354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596F322-E0CE-A11E-2114-2DC8D49DBB3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E012EBA-3792-CDF4-6E81-601FCEDF2909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AB5F59E-0716-8E6D-E277-CA96EFB518CE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487DDA-40F2-E68C-E529-AC9D18D72DF6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BE0D13-0431-2EAB-A4AE-CF0C3DC3BB82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19DAD7B-9AE8-3FF8-6AC0-1D3E4BDDFB1C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BA3F591-D8BA-ADFB-F4B9-ED6BFAF71039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0003A2B-D35F-3BB4-BC70-73C7A6E3629C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07ACFE8-FE6A-1777-4324-5910C73391C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8AA48B8-DFA3-4022-05B9-FE976858194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1F9A240-1A0C-0973-9E50-B571C8978C05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345B162-7C1E-EDB8-7A65-2BCDCD198FE2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2C8F72D-2D4A-8CD2-49C1-3A284869727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0D2EB74-AE6F-77B8-E445-CBE31E3C98D7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565AE18-B714-7AE7-9F3A-F95AB885FCA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6174ED5-BF54-E78A-24DE-BFDFC6F3572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505AFC1-B53B-941B-2062-CDA006AFFCC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A6B71CA-BA34-CE94-7124-87AECA968DFE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23F781F-D134-BB8A-7996-5AB23133DAF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0786198-3089-D9FD-BAB5-F56EFAB1628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84C1197-F5EA-3713-D54B-CC1356D905E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0EDA4FC-1CE2-F0EC-164A-EB5F9FC28EF6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EDF6710-D40D-9C58-3538-CDE9D00D331C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227BB91-998D-806F-A59C-60918AF91976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2597755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45D45-6C82-572E-C5FB-D97F9BB85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240D8FA-5A6A-AEEE-DAB2-B45323BE0FB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87B692E-85D9-6FE3-99B4-00A7520FC4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225B71F-9540-7D03-5033-7A664A0E86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A2B67F0-94C5-345B-2C8F-225506EFA5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14DD1C1-B908-0419-4D86-4AFC6B70F1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318D30D-E73A-4A2B-5268-BEADB865775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72F430-0DB3-6DAC-5A33-44436E30EA10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2FACAC-EC45-0623-13F9-424F8316F8F1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E35E00-FF2E-EB5C-9F89-D51853B644D3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5431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23E7D3-47B7-A79B-1C19-F966DB2F7E4E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4127938-C08A-ADF6-D664-F81B8660CDAC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2A1128-4AA0-0714-1820-4B6E62F321B1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7BBF04-7C24-BFC8-6010-1278E3C6F97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7F7B148-D570-07EB-E83C-DE304E2ECC0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7450BB-BE6B-D8FE-0A89-FA76EB67E6E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B6304CD-D05B-CA3E-9379-EDDF070D67EC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0216837-C337-7B24-5882-662C4F9C859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74827B4-6C15-E9FB-80B1-7530B5E0F4DF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74E5D61-06D7-78B6-885D-1DCF3A6CFAFC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2DC522B-07B3-A3FE-BB0D-1C0CF8C1B200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3854140-F9D1-9C88-3962-83B2035C0296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1077512-7353-CE00-29D3-47E125E3A0D6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42226AA-01D0-2249-5319-4505474AB024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14C93D5-F9FE-8FAB-2E99-27FFC595A47D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AB4852E-5F98-BA52-5146-48FAEE27517C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F7874E0-5E6B-DB17-FB1B-20F236CCAAE8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A97564A-874C-5B96-C510-1C8554E3E106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99A9724-2B2E-212B-0E89-8C9C5FAC2CDA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2BB66D4-64A9-7BAB-93CC-13ECAA6DF3B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EB29C4F-F1B7-94AC-049A-89BF58EBE5D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016741C-51B0-8373-2EBA-3B3E4C280281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2B253B6-0830-9861-2BF9-C5D7876A4713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CAB4CF1-5817-D532-944A-61534A75A35D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39F145E-6431-6787-8AA6-B71565F74A8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B58C15D-1B07-85AA-A036-C6CF6A5B9FC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4A533BD-322E-5151-1F82-618CDACC1582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CDA869-ECDD-B2DB-B23D-26B502C38C78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9CD9EB-63A5-0ACF-D8D5-5CACF48A5AA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99E28B0-DC8B-0AD6-5486-6588E45F9DD1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F4BBACF-40CF-8902-34A7-AE64574A8064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86251D7-2A4B-A3A0-753A-C3C217E91E8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E1D98F5-CDE6-1F71-7611-9728A5B0F3EC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8D5B266-9032-9B40-5B5D-83444FEA653A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3DDC046-B492-3DA4-8084-B2C53A0C6AB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A351A1E-67D7-672C-FFF5-D833E981D536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3F4CB1E-0769-7927-9A56-D6DD3CB0717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11023AC-95C2-03C2-084B-F200999D3B0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CB82247-ADA1-9755-964B-B908E6678C04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BA3C003-E7CF-D928-16C7-3750487FFB4E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824A2FA-DE96-008C-10C4-C7791486ACD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BBBA743-0EA9-E81F-0C35-EFC1286AF1B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8BBBEB1-2D75-D8E4-0FAC-5727E53B5B4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B608639-7D89-B95D-ABBE-3C80192A7C2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C225E8E-FD5F-E875-FD7C-4550CF204FC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CC8D103-B406-F0B9-B2D8-475095D8E838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448131C-9AE6-1719-F735-340239201EB9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5F47221-277C-384D-3157-78085FA1AD9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37D3FD3-E6FC-8C12-6AE3-720167A1557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DBC5BAF-7227-E7C3-CCCC-650929AA9FD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7EFF559-5E76-9BAE-E584-C4291EBA4A2C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C01C3DE-C5FB-E2A8-342A-006DD1504AFF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7AA10BA-92AD-75DD-C52A-B33C8A31ADA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5761F69-EF37-3C80-7DBE-7A64461091FF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65FDD54-50A2-B6E7-0900-49B40154D90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E3D16EB-0AA5-2A00-024A-477165CCF993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07C7840-DDF4-12AD-D4AE-E232169D780E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0AEE0C3-A3B2-1805-5059-1A20DF6A0E2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411833A-2721-7572-B992-050E0537918D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</p:spTree>
    <p:extLst>
      <p:ext uri="{BB962C8B-B14F-4D97-AF65-F5344CB8AC3E}">
        <p14:creationId xmlns:p14="http://schemas.microsoft.com/office/powerpoint/2010/main" val="33104775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6B1E6-2232-C568-4F82-EF3B462DF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59B2FD-0E1E-0D3E-FF3F-DFF4DDD7504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2895047-BC7A-3C65-F4BD-16098EE47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B7F308D-9C08-ED71-419B-B6F589DB11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E13ED18-1F07-EBB5-AE94-0ADDE30B0A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CF71867-A833-5D5C-EC4B-85E800FC95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9EBD676-C60C-63B1-C1F2-AB5B68BDDAB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F8D4DE-7706-CB5C-46BF-4AEB12EFCA2D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531615-074A-6EC5-94BE-D2B3394A1D4E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4BB68F-C2DA-CDFB-A57F-DBC0B91DB819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708B72-1E3B-2DA6-ECC7-0C3D6C341B7F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3B425B-08A1-F7F6-07AD-F5FF8518DA0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31F631-4F6D-2C28-64CD-DFD1F118EE2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771FB5F-050B-C490-56E8-CB88A790966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6D76FCE-D0F2-6CFE-2CA7-11E9910058FB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2C9284D-CE98-5994-7E3A-2C9B7350ADC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9AB0684-6995-6B16-920F-70D00CED9A7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3D88E2-0435-5885-3C0E-9E2547AB1C10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C83E62B-B4AC-570F-147F-4E57779B0332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6C538D3-C69D-0777-78C1-15A068301BC2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F72928B-ADC5-9BA6-A1B8-EE335A9BC07C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99468E0-162B-46D7-BD81-829CF2224D86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405C7AA-BA34-3E93-AC38-B95EE434852F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B06B0DE-2671-F511-1E22-06767A3106F9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FE0A3AC-8631-3CE5-CB1D-03DEDE8A0945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A1F4BB5-AC95-D808-44A8-5630D7A8AC73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1A19379-3BD6-FF38-306D-D13FB8C998EF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5ED3171-5997-85D8-CB6B-28DAC0A734DE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6CB4C70-EE28-46EC-E65C-45FBA30C4F36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F4C33CB-F33E-D6BE-40F6-A9EC2A3247E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B3ED6A3-E716-3C1D-B05F-45F070A7AE89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6AC8E3A-D7BF-B2E7-FFBB-DF8D8074456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D5550AB-7389-5A87-E10D-1779CCB5E8D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C720666-DE1E-94CD-7951-7322585C6BC8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A5DDCE-8C65-B525-1DA3-F0B831BB91F3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51C68E-35A4-3C14-B130-70CD9DF7D35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E3987E6-347A-F129-E6F9-ACB3E182EC8B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0A62856-E857-3ADA-FB95-5B0E2AD40547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49BB63A-0579-FE5B-232F-3E71958C6820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100FC57-01A7-F912-7C42-2BB77C6BF757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7D447EA-C220-BCB9-D816-29B8D8E034A5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8D29969-E367-2449-42D2-39A395CB0B1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AC023C2-EC2A-0BE3-36A7-4046B65015E8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F138991-49FF-6034-1E49-4D5BC2F0205E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139F1B4-DDF7-42FA-9EB7-2157057B816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77DBEAD-2A29-BCED-6A24-2A354971B98A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D0B6EA4-57CB-006F-0128-C29DAA435BC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6059760-6D00-BBB8-1960-4C694470756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82FF2C2-75AE-D931-E328-90ADA13A51DD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36F4555-0D29-F71B-971C-EDEF3CA5775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64B699E-2069-DC2F-D97F-778EECC62D5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FACB0E9-BECE-5EBA-83D6-76C6B941C38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ABE5FE2-51DE-275D-B2F5-4F3E69A00FCB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EF38271-E7EE-723A-9A81-1EAF9E75B18F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53EABD9-F34B-29D5-55E1-3F1FA161A67B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28D0C1D-0A0C-1259-31EE-1BC794D28F8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8BE758C-8F13-6A26-EE43-32BCD1CD24D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0CFF2E2-AC20-F11B-70E7-14FF3272699A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4707C8C-2ED5-E625-6EA3-BFE5ACA054B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D025D36-3127-44B2-FF0C-C33E4B72F6EB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1A9E684-AFD6-A55A-0EA3-7B91C55AC1D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9D5FB8B-2D31-461A-8910-1A32DCCA736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C18202C-E299-1173-7524-C982C09AB4B0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80F9BC3-F48C-FA11-FD42-F0DCA2B13D4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AF3F10C-BEF9-39B8-DCA6-C3CDDFCF4E3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E5E4107-F25A-2023-B60D-9C338A50536F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79A3D38-07CB-D34E-32B1-30103DF66DD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2BF05DD-BC97-8331-E54E-F0D8D223D6A7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3D30FC8-3AE9-A9E8-7200-FEFA6DB046D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4626718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1F28F-DFE3-5817-0DDF-3EC6E0A6B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85105D5-D681-37DF-B56F-80C293AD7EF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A632210-674F-0B90-0550-2FAF702646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CE86EEA-00B4-7692-D0AE-29C6C6D69F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6341696-D944-C7D4-2D08-47DAD22965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D5BC32B-6AA8-40E9-0BD9-65B4E83443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D098B82-B827-34A3-E253-AEBD94982A8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977549-C4BF-02BA-CF18-EF0CDA510B2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95CD98-5ADD-F13B-075A-476DE4269570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2AB846-7025-BC48-DA52-F6FA7439A695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B6890B-24AF-3CA6-6F00-E67290BE3B2B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94E76A-A29E-A721-AA0E-AE11307CF361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823D57-09DE-794E-81FD-F64D4B77E9C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019B33-CB85-08FF-B7FF-CE176583B81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FB722E4-C93A-3DC1-6543-087859B8152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293B682-867B-AE0A-8819-F2231F7EB1CE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E332C01-63C2-0DAE-188B-5F527BE19800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EEF3531-A382-3E66-00AA-D3473BB2FCE3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08A2B78-2798-C553-15AF-7AE51D0418B8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8C7E12F-9F72-24FE-75CB-52301F2B1379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049B851-0A61-71F3-3D5A-947FC2135EC3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6837C0A-4086-BE66-4B77-34F0D392F384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DE4D0D7-493D-8FA4-F0FC-824E3A7681AA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9FA47CB-8FDE-DAC1-BAF9-8679F6A9B9A1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FC4FFAB-2FB6-E529-E8AF-B88EB09A63EE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998DB02-1380-E564-7680-EA72613EB498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A43F58E-6D23-4A8F-E45A-D371C4BFBA3B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299F393-543F-07A4-3ECC-193848D0B2A3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A41D828-115E-18A2-5DE4-0421490C0275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93FF68B-16F5-2716-803F-CD405E208760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1D0BF3-DF28-22B1-CC08-F48A11D806DD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D19911-EE35-B46F-E1F9-CAE1FDC602F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FBDD04D-2175-AC33-284E-21D8663B2A5A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F3A0FD1-37DC-2993-7317-BFCD00F580AE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DA359EC-DF99-F643-5668-44216CBEE6E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B1DF075-900D-3F42-F8DF-94D845234D59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5F2BE46-DE3E-A62E-E3CB-8BBA5111CF76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F8ADDB4-7A80-D45F-5BE3-7654BB3438C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B5F68C5-FF95-95ED-0877-489FC7B1F84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A43CA15-488F-4B09-FCA0-643897B819AA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BD90FF-D64F-EE63-A278-C9235FC5EA0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AF3B374-505D-06F3-1E08-307CF5574601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EDC095A-B634-F851-F384-F40B18792DA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D47C9D7-3B6A-7FC3-EA72-86C36EFBC70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CEFA152-171B-50FF-0CD4-5BBFE50724F2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D321097-C212-98AF-ABDB-EC0D33E2830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1647212-A5C3-4FC4-1A9E-4ADDA5E239D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91ACA60-946A-57C9-EA55-922C8F5F4BA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D22ED74-9A13-FFCD-4255-B64A90A6FBFC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57545B2-F850-6D8C-1252-B08E4D5EC71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F09605F-5D21-F70E-352F-CBE26176CD52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EA101FA-7B1E-66BA-8118-B3A122CFF37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C0042D1-3281-8544-2D77-320EC4CE0F8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6AE77B1-6ED0-3478-A23A-6CFBCB9AB8B6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6DEB1A0-8682-FA7C-E464-2BD2A614257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D6EF398-C25C-9AA3-333C-413D9F7D056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6F7C0E-1ED4-44E3-1961-E66B82F6A1C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AE7F1C8-A8E9-553B-7929-53E7C8DE748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AED89D-4653-2DE5-2741-530E9CCF52B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4311B5-DA73-D79A-3F96-D844E12A73A5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8453DB9-3D70-9038-0406-EC9AD1B2861F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A05B701-B5FC-001E-96C8-29691AF7712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6B6D08C-0A9C-A7A6-5B5F-86FE2E53506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2E8D018-13A3-954A-C267-650E99D92ED1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88305EA-6D4E-7A7E-815C-2F55AF336D5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1F72E20-3924-5880-6CE4-1343752F5A5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4159986-32EA-0516-E83C-494DEAB0BBFA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E3D3B40-167B-C22F-EDB7-1E9B016F4A9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A8C2416-F817-F4D6-2F04-A2C93B608C5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1939769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35C4F-DFFE-2E68-A6AF-7D2C58F25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377AB40-9496-D75C-F4A4-2AE7AEF32AD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B600C5C-4D7B-1BF8-D5EA-590AEE43AF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E320532-265C-DF36-0DFD-4987A8D3ED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D793DBB-2D8C-7B60-6015-51ABAF5D15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799D5F5-3552-2C25-2B4D-FFEF66A803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561ED11-D4E2-15A8-5C38-2077F71BC1C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190F69-DEDD-5300-E1CE-8DC2DA775D27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9E72DF-A628-3A8F-7DAC-4AD829074B37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ACA733-BFC2-D488-95D6-C71AF9C01D0D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B2C407-2106-12D9-897F-1765FFA3E5D8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1BB2E1-D8C6-B79B-5A6D-E82DA2E55913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5614B9-6D00-194A-C8D1-E649BDB1A047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B430BD3-4CDD-1CBB-69CA-835073B4703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D3F684B-701C-25E0-0891-F043FF6BDE2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C1E055-FED1-2CB5-AA2F-1D16F6E33748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80AC613-42AA-3988-32EC-0EC45F709E72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F95A338-1671-3A25-34B4-1E57E96162C2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1C7E895-3E68-C063-1BF0-E8A1E4873829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4B62D04-EC36-3F40-E4E6-9BF354D48CB0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AC94D19-CD4F-22BE-39D5-160ADB4A216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E4B612D-1A96-035B-D6EC-E3AB795ED005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3D1E7EB-680B-DECD-90C7-BFA39E4E6568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D9AF275-33C0-4C97-213A-06478D4F727C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5F916FD-948A-6D6A-4D82-79A65D1D96CF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C4A85B6-EF67-4AFA-BC7B-44A75579F15C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EB4CFFD-ACD7-89FD-4532-21E9FB4E41BD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3E39558-AA60-295C-BF7F-711814BFE42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4E745A1-0D91-CB68-4645-7ADA9B4B2E9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D52E0CD-B14F-DEE2-6983-A76E163C9CA2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C11ACC-0399-EA9C-1578-9ECD822BCBE0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520D68-87E3-50C2-1AAE-102FF97C5CB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20DE7F2-B851-CD7F-65F3-3A364DEBD0A0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B9FC2D8-03B4-C16F-475A-0DB1CF94C6E9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7E017A3-404B-FE6B-28B3-C7C00405FEB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F319A69-B437-D7E2-C79F-3311794E5D89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1119653-B073-754F-9457-E1FF3C540A4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5D27665-78D1-658A-86B6-2C28EE69B4B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2EC9746-DE1F-6358-4FCB-078E8C7C0D6A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D2112A7-D503-BB2B-DE9B-A18E0BCDC39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F56860B-665A-31B7-2F99-14E8336B13A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3CFE28E-B0A5-8A9C-7832-D07BF7078221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E0B625A-D51B-BABD-23CE-149F86F1984D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C15DA76-09B2-EAE8-7BA8-69CD5724349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3A8CBA-C288-EC47-C112-E6E0333EB56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20599E6-93CA-2C46-09DA-06DAF49A10D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74FF92A-EE10-2595-E14D-4AE8BC90F6A1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CCBAD69-201E-47C1-A960-2BC9E36EB25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2B5512B-D4CE-2A8B-1E46-D4ECFB15D68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5E2BF6B-2810-01B8-B797-16C9D4FDDB8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F85AF65-7DE5-ACAD-0B6F-3A0A8629BF39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74910D2-8281-5A15-1767-72848F77C9E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D2A1BB5-5041-02AA-7372-CE26F262B6F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403EDE8-912D-8307-6CF8-BB55C56000E9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6640213-5C4E-EEB4-D617-95F3EA88502A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E2BA128-4209-3FBD-E9E9-FEDC30C01C60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F88C9D0-F46E-760B-C4E4-EDCD1B3B70D9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4E691E1-D2CC-42EA-F7AC-A15A2563D98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1DE5AF-2011-94B2-9D81-31779360600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A96352-FA48-C7C4-D80C-DE4CAEC2DB7C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8EFE12A-63AD-1971-62CB-23748E3C09D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BDCACBD-65CF-8B4D-1599-5BA38DC2E7F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76B33EA-BA80-DC4F-5857-60691265193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4DA0995-7A51-56DA-E758-01A339AF3AB4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804A684-E0D1-5076-AFCA-F45CDF7EB0A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DB3CBD2-ABF0-B9B8-928E-3FCD7C4675C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180CF1E-2D74-17B2-54E5-135294FF83EA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C4F40DB-9A0B-7AF2-E18C-06DA2B14C17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8BAA630-24E1-0B38-D7C9-8B83D718098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1358512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91D01-DF20-244C-7C1A-D40F4C2DD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4A73CB3-A762-DD65-A294-274EE2B583B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Rows 1, 5, 8, and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C19E352-B556-76CE-1329-EE03AAA785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1FC4C2B-E925-B566-6376-66330D444A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C8781E5-1F59-074D-0069-E839C8C32F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0BCE60D-1391-E24C-3186-F5FF6A2818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027A109-47E7-1555-A895-EEF40A568E9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E36EF1-3412-410E-4FFD-726FBAFFFB43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B58E81-988C-A435-43EB-50011183A008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31EE44-4EDA-7976-6CFC-0D810C55DE95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D504AE-4FAF-ACA2-775C-1AF586213DF6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13F8DE-54EB-FEA4-4F86-6ED0AD939EAC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8700252-B73A-1821-6573-C88508ED421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5F33CC2-AEF6-62E7-80EB-F5C95089C1F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DB01D5E-01A4-3F7E-E5D0-2A385CC6F83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DCC0077-B7D7-BF8D-6A2E-C9DEA085CD46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45FC934-5A68-1F59-5A5B-C62F3513E946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F171828-53AA-F0FA-11D4-2AF2761EF23B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53B177D-B7AF-6259-EAD9-37906FCEEC59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B810128-7C50-5B6F-DAC1-9805654DC855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B187486-0FEF-61EC-0B66-079C77A21987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5D98873-DFCD-A405-23E9-6DA660AD571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FBCD317-DD7B-9B99-BB07-02F690296903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BD084CB-36D5-6CEE-C08B-4AACFE289543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BBA2F4B-070D-1A64-4BFA-78161DDB12D1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DC2C50F-4C32-E188-37B8-0208919B954C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6CC4D67-DDB0-421F-519F-A1BCEF3C43EE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4D95491-EF46-F865-5552-8C235FFEAF3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C7FA05F-03BD-83B3-8D29-8B2C11E2F21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F93EC2E-F844-F28D-E333-2725F1F5EE83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241A0C-35B8-49AF-768E-CFD8D3169437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64384E-1B91-0823-9155-951C4DB27BA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8DBA079-7B1E-7285-58EB-8B621BA9F33B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3E152C1-AF11-6339-4FA8-5AAA1413E22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2642681-0DFC-45DC-81F1-9F6CC67CC9A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E166992-D17C-ADBE-5C61-9558934EF9D3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6B80C91-3B0C-E231-D9BD-462FFDE38DB5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2FA7FB3-5C8C-9FB7-96D8-EA22D27BC0E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51F4DAB-E5FC-37F5-D340-6844521B756D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79988B3-9474-B50B-50D8-AC99D8B9AB9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5B845AD-5DB9-7F1E-AEB5-5624D8FA7F7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7CC94D0-F964-C0CD-F05A-447017EF51A0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13ADCD2-5B4B-CF32-73AC-F614CF943EF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9240685-1DD1-26AE-4067-8B29AA14B93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6BA21CE-3C1F-E911-EC7C-952BC7D3067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E7EEACF-4D1C-6B83-3270-77F8E5F04713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FA82F34-6E87-E7F9-C9BB-B7BB4E6E188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32E405B-E18D-67F4-A71C-1FB4D005AA64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D3DE1CD-2946-66DD-C1AC-A189CE5008F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42BC874-0050-B48E-EDC5-C66C3D5C1AD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0DC48FB-23D2-B359-D9A7-7D54770DD6B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53D2395-E379-D4E4-EA64-1DDE7AD1029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36FB449-F87C-E178-6A39-B905A00A263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9BCD833-816A-CFE1-43E7-268DD0008D4E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4C1A0AE-9FAC-1156-2F61-2286441B67E6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C9F2841-0224-8E00-C8BE-FD7D1661582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16EB012-1423-F9DC-8475-5D10D0108C3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28E978A-846B-F37E-99B6-EC515431AD36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6DCC63-7A05-405C-C66B-6DF23B68C50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A645D0-5D09-6853-2DDA-2AE76853353B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785DC52-023A-E6AC-665B-D8ACD124891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87BCF8-F007-138D-6EFD-94D27D31D9F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4015C96-CF50-B661-0139-6A0B37CEBC8D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5C493D5-447E-078F-8F94-E29F1421917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2E25499-65AF-D86A-D48D-08185F5CB99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3E4F4F1-96D0-DBAC-9495-0D1A1A4ABC8D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85543EE-F3CC-CEC2-71DF-A0EBDEA57310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1E87A92-6B2A-EE52-BE21-4C5196FFB6A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8B056B8-4F14-A74B-1C79-D1FF127DBEA4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86975C5-A44D-2B9B-316E-2B2D76FB015A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F4B2E84-4E39-3C4F-C17B-57E4B486C3F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9E7DBDB-1DAE-29EA-0070-EF033147592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EFD5817-8D6C-462B-7ED3-767A4BABE646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BBBF2F4-F468-6AAC-7B33-D0103831A211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0F33432-E827-2523-D2F9-38EB065460E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B9E685F-793D-155F-EEFF-C0D2FA48C2ED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785D4D9-552A-6BB2-3C0B-661479C30B87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9731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5B96D42-D276-C9FF-888B-6E3593DEFEF0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123479</a:t>
            </a:r>
          </a:p>
        </p:txBody>
      </p:sp>
    </p:spTree>
    <p:extLst>
      <p:ext uri="{BB962C8B-B14F-4D97-AF65-F5344CB8AC3E}">
        <p14:creationId xmlns:p14="http://schemas.microsoft.com/office/powerpoint/2010/main" val="16137443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D5D72-92DA-326F-B942-9D7FB0B5C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928AAF-F6FD-AD7F-9BC8-8FA3DD95BD5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DEB0C39-FBCA-4D2F-E1FC-02320E981D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1A60ED5-AFC0-1AF8-EE6E-DCB56F03D0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A0670B6-120B-2838-4E88-AD9C2785BB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98D0359-0CD8-5C32-28FB-E4F5E42B56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430947A-F81C-6C82-49FE-DD4A6CB4D94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36F37B-5246-0C0A-E1AE-32003DF2B69D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49A21E-7182-18C7-BBBD-6BA1561BEEB3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8F9675-AC3B-3EB9-BAA2-C0F8D265D9B7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086FB0-40BB-97C8-AE7B-2444B14D9752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ABF495-7D2F-C8CA-7312-C5822EAF50F8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F5A4A5-DBCA-7DFA-1356-D4D373E1114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3AB607-5FDF-C321-C50E-18300857B12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A045745-7B51-862C-55F6-3799AA5F9A5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A68410E-E11B-C0F9-E78A-9230A7AFF702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4EE30C9-A38B-68F4-EF7B-2E22FCC24FD8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F812491-4436-840E-7969-C9D9DD16CEB5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DA92802-3F52-3DE5-3D1F-28F81D3FABC6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C503B92-0955-D769-4FC1-44F631473DFF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2E38F39-AB71-AF5A-CD62-59786551334D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74EDAF7-D005-CB3F-48B3-6F5B240D0CA8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DE02130-0E6F-E8BF-A351-807F63356216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D57C1FA-4849-9926-3904-47A89454810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0229EEA-426C-5C09-5A3B-0B69858C1C00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C86EC05-BB7E-2AAB-FBDC-2E65F27C967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B44A67F-02F1-CF28-E8CD-5F77F48FF6C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5B3F0E5-B100-FEF6-C1A2-0CA558ABF7EF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1A2728-8E90-4330-C641-37656745254D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C612A1-C7A8-8860-8047-EC0175C2DFD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6C483B0-CBDB-37DC-2944-863BF28846F4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9771B71-38DC-B8AC-71C9-A73A3E812FA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403748A-6B43-698D-388C-C0BA87F95040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17AD78C-9A08-D91D-FCAD-698B98089CD2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070D535-599D-7798-9814-4DFFF31F0305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A626A15-4B5D-49F4-8373-12F76990738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11AC2A0-2620-BF47-B8FD-5DFAD0544C3E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C34F676-0525-48FF-A9F4-B21F79FF7393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1C73CF8-AF81-81A8-BB9F-E32413C05D5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FABCDA7-68D9-8515-ACF8-CFEACCA2669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207BD75-8C89-B696-E563-4D0C170A2A2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8C5464F-8EE4-0505-C146-4ACB1A866BE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E15FED5-792B-363A-9E72-AE7DD5EC7171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3B3C804-95B5-B167-EF51-4FE1365EAF6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89A6F6A-B80C-D9DC-C733-BE02AC0FA28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4A0DE96-DBAD-AC3D-D483-952E854EA1B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575F14A-752F-0754-B50C-5A1FD379A2B3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DFB904D-EE2C-1375-3C9B-757AFDF9C6AE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C40E3C2-F5F5-FBFC-AD42-53EAB49E2EBC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1BE3A7F-4181-FE46-6DCF-8ACF19C527C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01DAB50-258F-9366-9483-445293D6AEA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0A35246-8857-8375-6808-429A673768E3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4751EA1-76DF-E80A-B8A0-7AA2193E33AD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B1FF402-2419-E74E-D0CF-9D5631A8F8A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8C8B2D9-A3FF-7240-9B14-8A8852A81605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4DBFB09-7528-A7A0-34EC-138FBDDB07D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ECA42A-C0D7-B42D-8A6E-3D2E9EA86B9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51A21C-C52F-4962-4060-4C25B1855068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F4B83C2-BEAE-8EE6-8D17-7894C2AB8A38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AC2F01-7A20-30DD-A920-B8F4FDBA4DB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89BFA37-7107-A801-9430-3C7381313451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6BF65EA-B448-634D-9605-CDC6833CCDFA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235595A-C055-B043-797C-CB7EF96F1C5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81A9A42-7FCF-EB64-67AB-BA9392F0DBF1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332F3D2-1FAB-479D-C0EE-BF7770C612A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3B92BC5-2AE3-FB52-15AD-298AF00BB3E9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2397B5F-555B-FE94-094C-11BC750B52A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88E506F-A5BB-D285-C23E-142EE1A12C57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6C9A15B-E62F-9A97-6C9A-F3432792E55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665BB6F-4253-E57C-501F-33EA1CE4538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9BB9778-E153-B67F-5779-667292AFAAAF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69AD9C0-2063-4FFC-FE6A-BDE32A2F422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469B47D-DA2C-20CA-EDAC-76C5C792458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C0C8AE0-B32F-34D7-E68A-530800C0B3A2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78407C6-2475-37DC-25D1-3BB487CF2885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6A4BC77-E4E9-2FA5-C3AA-87573AF30D50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9529E4-B1D4-7E20-11CA-B55CF570ACA6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B8F3DF-B835-9769-8E61-2FCBB0E7499F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1543643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FE733-0A2E-FD29-A7E1-882D674FC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55425E7-0C88-93F2-AA8A-9977BE54C84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CC21B26-F09A-ADB4-8D11-8B2BCF39AC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E616C47-77A8-FBB8-23F1-B3D4FDEC56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CEA775C-AEC7-E376-B639-8BB4D45C87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6C1A068-F71A-35F8-7454-78D464691A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4CF16F2-BD17-D76E-ABE7-D6F9683E53A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66AA33-630B-63B8-5F6F-4C82ACA1B57F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D660ED-7F70-60A9-CD85-539191717631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2ABCD4-3D04-15AD-529D-8639FB7D3A9D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0CAA5F-23B9-F9D5-37DE-52CE15E07955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0D5C31-67C0-9124-A911-C96CC7B29943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E4EFA4-717B-669E-5D00-9DD2598D7A9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CB855E-D4F7-2CDC-9178-744C9AF3744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8BBB635-D3A8-62FB-DA90-86B5E91FAD8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28BEFED-BAED-5193-8ECF-A255F6A376A9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071ACFC-FCCE-9571-B4F6-CFF517F6AC80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15C2778-006C-4087-8D2B-3D9107DC54D6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D841A1C-6DAE-02D4-E84A-C386B5638124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46CD672-5C3F-6C24-0AD0-C36065F7937C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AD0C79E-1125-BF1A-142E-A419FBBD73F5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403FD84-A311-F07E-5F30-FDB0895F778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28D50AE-8F16-894D-476C-45E1982C8CB0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8B1C64D-93B0-8149-0A94-311E2B44C733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2F50E27-4A97-B958-FA4A-7E61562EE9D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9B4EF6B-8212-35D8-014A-FAB56924EBE0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765C56-A35B-7868-6C11-61B32115C830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B36B05-6638-B3E2-79CF-BE2CB561E0C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B109FD2-5C25-4B04-D1A5-444ED160E188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637D6D3-974A-B267-8A95-9CB9982AD0A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4481C0B-CEB8-481E-2102-A7B78EF2527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3DFDAEA-E0F4-F80E-DB89-C6A84DE5B0B7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A9817EB-25A6-7EF7-FA90-7CB1D0E7CA1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D283DB7-4ACE-F433-E74A-D9112FFEFD8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067CF18-942D-E8B2-DDC7-7E68216737A0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579BB99-D61A-0BCD-38C1-3497EA53C7AA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C35F57C-C2A5-E672-266F-5A8C3AF2E3B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222F620-FE8E-A4FE-5DAB-4F354317B600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92DD370-4940-B741-D6A8-43B6CD5B7F3C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4A52231-E734-F9E1-DA3D-6F154B51E75E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2C7633C-CC22-33E8-E083-AAC013ADE4FD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06A3F85-F3AE-4CC3-A5AE-785588DAE98D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7D5CB15-06F5-DB37-85D2-F48112FE180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881AA3-8617-63B5-F84C-1EF5A8A9437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20F9D7C-324E-FB52-6701-ECAAB814A70C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BB7B22F-6723-2676-8FC0-5EDFECA7AB0F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D27FC49-D3AB-9669-E31E-D5E02C6F1C2C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A21EA1D-955F-4879-8845-7F4C873E2B1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2F72DFF-A783-84CF-8351-08591A3AE11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E664DF4-0A54-4EDF-F84A-15B7F135A5F9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D2063EF-3B41-4022-C889-860A33DF383B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2CE8862-71FC-1ABF-B989-F506CED465E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888DA94-C592-2202-721F-34DFB76CED7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5ED5FB2-8547-32DB-B7A7-CDF5269B6E2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B8FF74-86DE-47B0-80C6-E1CF4A1B15E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526134-77E0-36EB-A41B-1899AAFA2F9D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001C45-6CF8-AAE1-41B8-5E8DBE9C8C5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DB0F93E-2A92-325D-BCBD-6B24AABC867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7CDDC11-2A69-1104-38C3-60D44BB2046C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BB8652A-0717-7C81-F2C4-BC4C77037255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F9D13D1-448C-264E-C3E9-6F1DC58C3A7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63FC74B-BF4F-09FF-DA0B-BE1B3F3EABF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DCF6645-04B3-649A-D6D5-D732580243F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57CC022-CBCB-B992-C8BE-6ED16260172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FD6D556-A36B-C7BF-FE08-185A32C153D6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027ACB5-C98E-89D3-0DDC-0A45DE142437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9AC0456-DC72-077B-3B1E-5B76F55AB27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B8DEF53-B0FF-3028-14F8-CCCC103FD76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C0F94E4-F106-6238-D321-8DDF81EA2DC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95516F7-EFCE-3545-DF4E-E0E384E8CFB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DBA8B68-82A5-35B9-23D1-FDF5D862D652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59CEB98-C28A-7BFF-3C10-2E932CAC35A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299D892-99F3-0AB3-03CE-3A1F74D23EE5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9047A2-7858-9816-290D-CFD91B4ECE41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7905E1-1A19-A873-3FF3-3CFBA88713A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71DCCF3-0A78-B777-F05F-53F1A99BD93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4EE473-F7B4-9A75-F94A-FAF8D87DAFB1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30A02CE-624B-D776-147E-CC6B1DBE3A4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840541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347DC-1950-D800-620C-ED349B2C9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AA7B675-687E-0256-90A3-5B06784CC51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C2A9F04-864B-CD80-9A49-D6C0D13CC4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15D7D33-CBFB-BD77-F6A9-AA102F908A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D9E1096-FA61-4B62-52AD-A671042B45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2DC31A5-D1D5-755F-E4DA-AB16EC9128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F5843DA-D419-7551-05D3-9CD1762F2D2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FFA775-6A58-DAB6-F543-84FB0CAAB6C3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5CC693-8DD4-257D-50A1-3DF8AE38AFFA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3D9863-E63A-BE1E-E696-454BD7F1A6E4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502FB0-03FB-E6B7-0BBB-9885B8FFE0B0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C599CF-7305-1B47-310A-A1928992E51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B7A07C0-6C5D-F32B-06F3-C68DEEF8522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8C538F8-D793-C7A2-047F-1626AC8A13DB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6D899B4-4F07-BE33-B3F3-B46494655818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A6384C9-6EBF-90E0-4041-C52F10A95105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02E200E-58A7-25A5-A7D1-F15428D06D60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0F4AE9C-6EAF-F6B5-5A76-46DFCC779A97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4786C9A-5A2D-7EDE-B8E7-C0007CE3C5C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CFBED09-A509-BBD3-5256-A0CFF5A4503B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934782C-5611-A72D-36E8-80C664EEB8C5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599C77C-38FA-970B-1456-6454EED4E59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C0FD63A-F888-F32E-D1CD-E04B777FB10B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86C852-91CD-25F7-4EDA-2C9F08A89D64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5C9B61-46ED-EDAB-1D2C-5B971AB718D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FF7280E-8C4F-0721-C18A-FCEDF3EB381A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2280322-6C9B-2796-30BB-1C51BA4A850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B464648-EAC0-6C14-2E5F-4B015C8579C9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D30A65A-53FD-8985-DF93-EE5A0C64647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35B5D4E-151B-4C33-84F6-CA50661A9CC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50331A4-CAA2-83BF-D18B-311C00D605AA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CF28F33-1A7D-204F-D28F-597920A4EFB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98013E3-23EB-6C6C-C3B6-612B31BC0FBB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6C8E6E8-DBC5-A39E-24AF-E1092A05866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3161ACB-AB2F-2503-60E3-4D61DCE818FB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5264E10-54FD-6478-0BE6-B5D80EE6064A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71E662D-334C-4FCC-4A56-3DAD1A0B1621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4659D27-B299-9105-9716-C441A218B86A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D547C47-1D53-0306-D6E0-F628E474126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B289C6A-7361-569A-CA4B-25875D8B714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5FA2413-E69C-CF26-84A4-E9499BFAA30E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734083C-446D-F01E-F888-A53E26995F6F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B5AB489-0B48-084C-C5FF-B84B6183F1C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F1ADE57-9781-47FF-2523-025761E37F3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162D04D-868D-63DE-1CF1-27F566FE4D4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89B1BA1-8BBD-6504-FA8E-6A73F1E2F939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3869C93-A9EA-9CA5-4B0C-F83E0571E5DC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57B86ED-76BC-9F04-74AC-67A6F7E33505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1B31DF3-4DCC-6DC9-7C2D-72052471505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A67446F-BD2D-F10F-A8EF-F0AB88EB8DF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C0EA9B-5167-3F32-A57C-C660406EA00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BE814A-E522-05AC-34AC-AABE3D49124F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E2A1624-48FE-7B67-90BB-B14636584EA9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12153C2-E60C-93DA-66FC-CDA137FC198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6AE258E-4EF2-9E66-728D-0C390838F03E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708346D-C6AC-15E8-7D42-231F34D7EA2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DFC05C4-0199-F787-948D-B47015DF918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12964C3-1B1A-0512-BA36-A34B601BC9FA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A999A7A-2839-3711-68E6-7045EA8ECBE4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406659F-79C5-D4B5-0619-19CEBC0388B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2D873E2-762B-1A5F-6F8F-86AED67ABF3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9D420FB-6209-B40F-27D5-4824CFEA3288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CB7A796-1702-0EE0-618A-BA90D9EAA2B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F7339D1-B48C-A32F-E5D3-46ED5C0611A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41C73DD-AC0C-9E4E-0340-84FD8E2E0F1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4850C1C-F484-0643-B2A8-C42396A1191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1E4DA33-FD16-E35A-30E6-899EEDA5D62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AE369E5-294A-A1A3-80D9-865868203AE1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A5D366-BEE9-C0FD-3AF2-1AB2251C6008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3E6582-0589-BF8C-CB64-8B5D6B827928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D83A83E-79B0-DBD7-0637-CC132D21048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531D3E2-6830-0A44-0EC3-FA780454006E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E710FB4-8633-4492-88C1-4B7C449DBA7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385389F-3417-8140-A1F6-9A20DA621D4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4E67436-C8C6-B472-FB55-D55BE296644B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C17785-6F82-97B0-14CE-9962216BFC89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5B76707-A01F-595F-292A-D053588C166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A78E596-0BE9-C0CA-E624-195699AF3D9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5132475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9B1E1-A985-B74C-F1E3-2DAD747B4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4D4AF86-A5A8-5584-FE74-EBD9B62EF8C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F8B60AB-A0DF-8EFA-6D88-D21E6D494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DC9DE92-7E58-46E8-DA99-276B97C660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32F50EA-B58D-D427-286B-DA7B8EDA10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9F4836F-33AA-6848-82A8-8F8CF78DF8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B9A798B-B4FD-6616-0D75-511E418B244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E15F44-387D-9344-CBCB-8DCDE3F34700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FC3D52-5942-2F6A-EB0D-6D06EEDD29E2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57E473-F2A7-9122-D02B-AFF4A2153ABF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241B6C-06B3-9A55-4CEE-06DD3F3677B5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1CF2DA-0E29-12DD-5ECF-0A2FC7FB7964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61A421-2075-B91B-19FD-1482CD6F118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407D26A-A4DB-2F7E-9515-A84716EAEAC9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7FCF80F-DC68-D247-DAA8-026732F315D6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AC1241E-2518-5940-B096-66F33C6F7ACF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2366C0F-BB5D-6642-D2FE-E6C669FA0AF9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8276F8C-8419-D6B7-1BA6-432D2B3B770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22DDC50-F8B7-0E6D-D5EA-9C524F01D91F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EF378AC-E61F-AD0C-79C2-DB89D81C019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774AFB5-02E9-CC0E-3444-D8EBB32E182A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C3C8553-73C1-F9D2-4DA3-9023A455752F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C5511D-2361-2B0A-3780-17DCD3DD69C3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573F6A-4D18-2F30-F733-4109DFDF56B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24BDD64-4431-93FD-3D06-61DF15090BD8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92895D4-8F87-C803-B8CD-5C44EDCDA20F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0B934B4-44D8-8E80-292B-4DF06E5D9BC1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668500C-B6B8-9B09-6DD0-048B0CBBCDC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77EA713-333E-E7C3-3D8D-E6386C4043D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7DC1472-B1D0-7886-FE46-C03F79E0376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7FB0701-13EE-D126-6796-A54F72D3D42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CA568CD-8E28-3D2B-0274-41CEEEA605DB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23AF118-0AAF-D72C-7BE1-E4D92CDF483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5DAC5D9-5E91-A9EE-C322-3316D0FDDAF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A92ACC1-2708-9402-F887-10CCE1728DF0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F89FAD0-F6C4-02F7-8550-EA17D37DB80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EEA32D9-ADCC-A1CF-10AC-17B27F978F8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B7CF9DF-E539-4763-B58D-A87B3470FC7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CA00CB4-15AF-2C51-7AA0-76FF6B07E53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AD35D94-FCB4-7E71-7270-8E94A9403F0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00E3ADB-2F1E-4C0B-81E6-397CE913D002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00C5C55-48CB-6A7A-5520-893A3AF6F97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51D55BF-A972-B274-DED1-1D70283538D3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1043E78-458A-C20E-93DF-E4518248B9A0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46AC542-6897-B759-D542-35AE7CC90013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9FB8A4C-B683-E79F-DEED-F9B57EC0143F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723E4D2-F8BB-C266-AE34-CA60099E3A7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9EDC332-B16B-FBE3-A3FF-C2C5CD508E2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87AED7-DDE6-681B-F0F0-C80A640AC73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451714-DBC6-AF72-99C0-E8B449EFD32C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6DF7D76-0F8D-9846-34B0-DEFA660D6010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37FB61-99A0-4BAA-4532-5AA4226E0FF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C43B0EC-0955-EEAD-9084-083DBC78521A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37A8DF4-8B23-F25E-6F6B-FC41E0305A2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D08CCA4-20BA-F101-52F5-39463183BF7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B26B47E-E32E-571A-9BD5-3E63694C2ED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F8D4E70-5736-6669-3F16-0AD5CC728CF1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CC0D0D8-A4A9-2E05-88E7-525F3F3251E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A11AC4F-E7AB-4CD9-EC8A-8EEA27B7BAF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4C475BF-3361-4295-6903-5A80369FF23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71A51A5-846F-174B-F329-BA2ADFF795B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2B77973-F354-377D-7694-940B01FEEE3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1A01246-650C-5EF0-FE3D-52FC8174482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4808816-9C29-B58B-1DC4-CCE5FADD0966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A52BAF2-4B2A-DBF6-7F4F-72FB6CDCE250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B75FEEC-4BFE-BCEF-067E-EEC38A088960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2EE81B-CB6A-B0BB-8352-BA43BEDC018F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5E5391-1535-459A-738A-D23FE2DEDC47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724040F-C258-1CB3-9DB6-35FAD29A225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E75DF8-924F-42A6-5B34-CD4DB504B6CE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C67AF29-9165-2704-AF7E-8109483FFAA3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44C8868-DA51-4A1D-3A6D-F38C0FB6447A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5FA486F-FFF6-451A-05F1-025B88488891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0DB3594-690E-8167-0D3F-521E7B0DA1B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DB3575D-650A-30F8-2988-D5ECEA28FDB3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95C6C2-0BB2-A192-41F1-F7A767D32A7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30CD151-7AFC-3E2E-1AB5-8C87166CEB9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3029383-068C-4391-825D-52EC28DA0FE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5930606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658ED-0805-0377-BE58-8297694BD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2137DE1-5DBE-A080-E10C-D4EB88EA55D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Only way to construct [9 in 3] -&gt; [4 in 2].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E1B899D-C133-8693-1967-15FE12A739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BD08D18-E46B-5AE8-6D7F-F8DCB8E5E7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A612CD6-0EF0-31DC-23F6-17214BD539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ACA95C3-D465-79CF-6CBB-D7CF8DEFD7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4400AE5-9EAC-D75E-CC66-3AEEF61ABCE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B66A7F-274F-A3E8-8EA9-B275A8B8BF4C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889C73-79E9-332F-F010-24A097381D3F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D515C0-0A98-42BF-B828-B870BA709B7E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40DFC6-0384-536B-1673-6F36AD6F8A4A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937D93-5DFB-CDB0-5742-A6D2C6F97919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F5DDD21-2AD9-0792-EA18-20F4A10C7AA4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9686ECF-2D8E-6A5F-5828-4FCBD9FAC3E0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728849A-5A79-5166-BAD6-9C4C1080C86B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DA82470-F8CF-4751-02C6-4D574F54094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4817201-04AD-7BA0-59EE-A8FF3E43334E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7C50028-AFD1-CE02-FAFD-900A52D94E3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EC4B4B8-BB2F-6B3D-EFA4-B1BECAC1CBB1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D59044D-1299-434E-C544-80C4B8F9F364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9161DF-7B09-8A59-2597-2325348EE3B6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655454-AFE0-61C2-12F7-15CAF8C4036F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2007106-FDE3-645A-6DF7-332E73D27ED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58BCDDB-44CA-7AB5-2529-F2E2F6FE16E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7218E41-C60E-6F93-33D6-86AE5F0818D0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89B737E-BC4E-F2CF-2A53-1C5DE5DA3F9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2C339D2-DD70-A8E9-97EF-2C0641E859D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0D732C0-FD6E-44AF-8731-864D8C85BE8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DAEFE90-F794-6B10-FBDC-57F138F78DD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E74E9E4-46DD-72B3-24F3-30E361B7501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567D910-DBF0-FD7C-7B99-CF7AA5DF75D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0A58CFF-7A3D-7517-E91D-66905DA7C522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E73165C-1CEE-A911-A542-B10E978AC399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95355F0-355E-1737-3EF1-669B52A8FFA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8A2C52B-4A61-2ABC-73D9-AA2FC5DEE95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59841CB-9BA0-8D44-96EF-CDC53CB53E9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B1D287E-C0D8-81E2-6F1C-23686E73EBC4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86FD43E-1926-3840-5FA0-BEE1D50E51C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86ECC06-251E-4CCB-A2F9-3D5295D086CB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9190AD4-6CEF-3898-6F80-801DCBFD1C0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DC7F167-E4A6-E2BC-5D9F-F673872CED7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39D780F-327B-61B8-DF7A-E682E75E42E4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1E7072F-FE89-774F-0C41-F92DFEA018E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106D71F-22A3-27E3-2ACD-7E7ACAA47DC9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6E0630B-1CD3-F7AC-2532-08F8A76A24C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CE60EF7-07AE-A520-6961-18D547624E96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240A30-E9C6-2F28-B86C-E34B853710B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2DE20E-C575-C5C7-28F7-1D818736EAE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1AC1FDA-FD7C-42B1-503B-48F925291FEB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C283583-1E2A-7639-75B6-F1DC5EB99E53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B47167D-A467-5514-C991-F4C58F093DF7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E3EDBD7-A0FB-48C7-840B-DAF809050D5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E916CB6-6A6B-B4BA-0FD7-100080C663A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3FC29B7-D57E-B5C5-A379-8FBBC76B1D6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B503DC1-858C-84E3-0F18-26E87A0C5AA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22F3860-47C6-BF81-C1DE-D305E51A7FD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C727FE0-D270-857B-3E31-7EEB69D3F36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DB43A50-A8E6-5CFA-87C9-9DC1926819FA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688BC3E-7B1D-21EA-443F-30BF4DDF73C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2CA8617-67C9-4A62-AD9A-2615696D184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A816D08-48C5-92F2-EFBD-CE642176383B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11FA74F-E535-5F24-6358-4706C70B3591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51D6AD3-82BF-BEBF-D71A-593FE10BA60D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36ED1BD-B7A8-43D5-D2B9-864C5DF3FB9B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F7CD43-BC7F-C7AD-A96D-16B7BC727A27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1535214-49DD-8E4B-276E-72E00E4F34FE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21087A-3310-7653-78E4-A7EB28017E1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F05CA1F-3251-9FD6-FA23-CABFBF536FEE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29EDCEE-40FA-9D25-9133-706380E3A8DD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7389E24-4BD4-01D9-13B2-0898F7E3DDB9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0DB5113-9F6F-7459-FE6E-83AC5B8FA8E9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4E56E6A-27F0-DC97-9B75-39EA7E92C0C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AC81D71-DDFD-150A-FE90-11EBBC3506EC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85DE3ED-01C6-1C68-303F-DF7DFF00D680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C6C303A-A9DF-CDFB-3400-4BA192E7E91F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F28DAE5-5F1D-6F40-7E16-310954FDD3D7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94533A-B963-7EE7-58AC-270A3586B0A3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E199069-9B2B-61B2-7776-C8A9DACCEFC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8266385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FE735-5706-CAB0-A051-37E87E11D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4DDE6FA-BCEA-A0E5-78CD-0E1DC64A52E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821C94B-E30F-986C-7FB2-A1A7930E6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FC1EE1C-990D-243F-7ADF-A36A6FDEFD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03274B3-7BD6-E6B9-F413-FAA9685ED4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76BDB55-5AEB-F43B-7ED6-0BCB2C4789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C9D3FFC-C195-5D31-3E04-9CFCDC40E8F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EEBA9C-F155-C9BF-AD4F-95C81C729C76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C14189-1FD4-D8F3-6429-6B10945EAFEB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AED5A3-4411-1963-5D78-BF5EBB9908BD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F00C35-F732-AACA-9B41-27739B45FFD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4A058BF-421F-9F68-C779-CBBA2AB1E853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9AB7C0F-9DD5-75C1-5E93-66650D37B616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2A74BF2-EAA9-66A7-0620-D6072B2876F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BAC1B6D-0189-F94D-58EC-812F904325A1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5ED03D4-6701-3E82-D4CA-F2270B22C750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C5958A4-E2C0-01E0-515E-F68A53A1DFB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E67BDF4-CCDE-3327-B462-62CA9A14512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1E71ECB-3AB8-7D56-1AF2-801D083EF1F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F1C598-07C5-CA37-B414-2D42C2AA5C17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EE6462-3F08-17EC-58E9-EF257766E6E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86B4324-7A25-747C-CB9F-A0E46C8ABC92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B07D34-BAB9-CC44-EA0C-297860281C1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17EC072-4A9B-5F33-1D0A-9A656493077E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B4A0CAA-E471-10FA-7FBE-11D1DFF7BBC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F0FEDCC-250E-836F-8305-153492FDEC1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3F239AF-FCCC-1BE8-1214-12DDC17A154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CE7D3CC-D44B-3F36-A75E-30B385385DD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5E53E5D-A95C-8418-823D-E8581E74B98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0FA6EEE-109C-F3BB-C375-766A61583680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0F1B365-9E12-F73E-32E7-C0005928B98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6FB5389-D889-3DC9-574F-0683073428D8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7A5B980-E15C-F62B-7FDB-6F3DBBCA9AB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75A9503-D140-E04A-7667-B3CD17C3775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FD4A441-0280-61F2-7175-C0E8701B161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3C5FDEF-60E0-5074-7F9E-8490AE3664FC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1A2ED5F-5665-E837-3246-31C4E827BAD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4370F9F-E1DB-377E-4512-741FC5A2EE4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7F97ABE-CD40-D765-45AC-41A48F0C9623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2BE4A87-944B-CA64-194A-A65D766DE39E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F0F5C65-57D7-2687-A411-3692BD27BD2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74B9520-10F6-DA3D-E555-91FC99105BC8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4DBD1C8-A00E-BA2C-4B00-0CEAEC9D706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FDF06C-FF5C-AB88-5A70-4C55814E1CF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320225-C4B4-0F29-5777-D3A697E3470B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461F6A-C282-F1C5-1947-60118EE41DD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689F7A9-9D6F-7419-A089-9654D36F10CD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C926DE6-A997-FDDA-0938-ACC2A5193B29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699D0E3-FBD5-6307-22B6-A79520C729F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944B013-631D-939F-885F-9435675CC1D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91418CC-44D9-0522-6599-A14E828D100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7941DD6-B057-41C1-592F-53F53F13FCF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98691FA-3A79-5F4A-F6A7-D31A7E5E63C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F453127-5B98-4A84-F553-AB2BFD7806C3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D40E8A5-2965-C7C4-3854-FDA6B008BBFD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FED7696-CA8F-C32E-6EC4-40CA1B82F16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3D96635-0316-0F96-D70C-E8A457251CB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91685D7-A299-E58C-0C7F-8603D3EC1674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12B82D0-5DD2-635F-8AA8-7897E8AE14F1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9307AB6-B7EF-4C38-8919-F008C5DB034D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D937245-E83A-C52A-D829-B01F5E78EAE5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969FD0-D1A2-8145-25EB-B66195A1BA4E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F8E383-1296-749C-D4A7-F293C693C676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EB56F0-59E0-5BB5-1F31-47D6EE1EFF8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9F6DEB-D514-5AAE-E8AB-C33AAD341641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A55970F-BAA2-F778-21FF-CFD754627575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75C5B6-D1AF-7A12-A4F9-D4374703648A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6EBA54-C1FF-E08C-7694-6899E3D71549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6411170-1B64-D8B1-E238-654E91FC0098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CDABC5B-85B8-0562-A603-487D69BFF20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5431E5-96C3-133F-236A-951F847A4332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5E38EA8-6F2D-4A56-533A-5298C4723DF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F2B28FE-6AF8-E7C1-B220-AC1E19EB6E35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B3A9A09-81FA-03C7-4559-4FF13DFB2CD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0DC6333-0529-8D78-6ED0-804E8EC76E0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C55E94-9EAE-F0D3-99D7-B83659EAFD1B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D2007EE-4E38-FB64-0112-DD86754A5570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5846D1D-578C-9914-3367-42F148DF2A4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531572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D64C2-E0A9-2B6C-9A82-CBF31AF93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D8B44C2-2FAF-5F1A-0349-D4C666E1241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13754E5-9F8C-A164-0A99-8A5D67D04F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E74B33C-709D-94A0-108C-0B77CB126C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0F8552A-FE7A-F3A2-FF3A-F39D8E04B6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312ACCF-BF52-D019-5B2B-9EA32B8E34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0A3A163-6337-CC44-67B5-3499180D9917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AFBE16-EDEA-B0FF-E141-FAC1D325D490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D7B263-1E58-4D85-2720-9AAE30C406EA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BC77EA-3C38-529C-8F66-FE8B15F2BD63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B9F6BD6-FBE5-D96E-6BBB-E7705876088C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C85FC43-7743-B952-742F-4B7620F96EA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E9EE9DC-2017-2506-0EE6-1E0FD6272605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18DBE03-DE10-B558-73B1-A1CEDF612D09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E8F2A50-D381-CE38-44C8-DB7AF7602C1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DEB5974-4466-56EE-A112-BA348797C81A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129A1D7-D27E-170B-5203-9CA43E8BFE4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72EE48-CD1C-1CEB-6319-BED21E7C274D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6F8FC0-56E6-AA1C-7AD1-B15269539A4F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DCEC3CA-6BEB-BD96-EB1D-D15ED82597BB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7B562DB-EE73-3B97-80F4-2A34C378FC7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33C9184-7A79-06F6-3741-E5CEAB1FFA1A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CAE8D8E-7AB8-1E01-F599-00060ED250B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8B714E0-C879-FF6A-B288-E912F8BA1D8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E3C2E44-CD2C-4790-2DBC-BEA72FAF3D78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00669E6-5400-6AB1-19BB-A3CEC718F0FE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036DDD0-C59B-E8B0-6310-DE70EE48AF7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601C3F2-9E30-C714-78C6-E78E627F4F5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3EBEC70-6E43-E354-DD3F-D8527E2FAC2B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EF8ECCA-5A57-CAB0-FD62-D09B6AB8245A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080AD2-82E1-9A3B-479C-5D0A360DC41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77F9655-66FF-04C1-401B-0D911302030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FA03B3B-59DC-727B-50B2-E8A47E751D4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22DF399-EC20-D64B-BA79-491E7CE740F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509E0A8-F2B9-CC98-7871-1653E6BB376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9516FEE-CAB3-04E7-265A-31EDEF245CE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2D21D71-4D0D-453C-8AC6-F0EA0781FCC9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B6DB762-0B5B-E53B-8289-3BB28FFAF9CF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7C00E43-FADD-8FC2-11B1-6708F47059A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91BEABB-3057-A2DB-D529-46B78413F357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6A2892C-F81B-5028-6A7A-F2C96666B24E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8EBC87-3A05-A632-A670-B5224D5E0065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C59313-1653-B25E-5F75-5CB8697C91A9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CB053A-90FD-CB44-D7B1-6D0DEC87F277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010B2C-C0F2-1913-2887-156453A8A5E3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F74B378-CE04-1E28-4E04-4389FA78AFB1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DC24E47-4610-B823-1356-B04FCB79468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F6B4F5D-279D-DCE8-73B2-74BAA3FD038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28C1B41-60C4-3588-E8D2-9DF395AE01F6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1AF6A96-7CBA-1A39-F3BC-899557AB8A81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60F7158-0D01-991D-B985-D5ABE0C8B3F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B3973E5-348F-1966-4F04-485CE22E61B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BFF8C5A-0C72-488C-F3E1-9D12150530B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6B67A13-D434-2CB3-4B8F-EF40496098D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9ED15CC-62E0-9361-3AA4-98A64496BBF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2C6CF08-E757-F2F2-87EB-DF9EC45B1194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E03EE40-19E6-6FA3-51F4-B311D6EF331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BACA3EC-BDA2-464C-43C4-48607B2B067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A2AFA81-B251-9B28-55D0-4F81FF87772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3CC0D4-91A4-030D-430F-468352E36627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3E48F7-EAF4-DD1E-9837-6BA96C7CD32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1088059-C202-0D22-8791-3E98FD6AD0C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691EF2F-2457-32EE-84FF-FAE45AC20169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68182EB-B670-E4B9-5A2A-5F544A0DF0B0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BC06295-2F5F-209E-A9E7-6D88358032CF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8B80714-B2E0-4330-631A-AC1707CE18DF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E8F7FAC-A24B-A2B7-745A-959DC93F0AD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878F06F-54B1-25A8-89FE-0B2CEE7FED2D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834CD6C-275F-9AE2-AA4D-6070DABF86CD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658C18-C751-D5C9-C02B-16822F587AC2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06AE8C3-8844-37E5-3CA3-58D36B4ED21B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7255A65-3C45-455B-BDC2-835E8D277885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A3B95DC-3B8F-A4BC-AC65-765EDC06BE5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A11C0E-2987-758E-155D-470AB2D0D496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CCB3D64-CF36-99C5-5683-E31E1E090379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D73C90A-F1A1-06AC-A40C-FC1AF261ADF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2B017ED-737A-EC4A-1F9C-676CF28C4EAE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824CF02-BFAF-D029-FD01-AF1760B0C125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8888833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80FC7-BB11-6A06-5DD2-FC7AE93E7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1C3563-75D4-86AC-3E2C-F4DE3CAC875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82C521A-0AF6-0C19-4941-346E5AD30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EF776F7-9815-68CD-B960-BB454C30AB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D639E06-837D-880B-17EF-19DBCF5869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1730385-DDF4-B384-9515-291193E833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E9F3A05-1D68-C720-7337-EA83FE25B02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6088FBF-7212-FF17-4C9E-606B21DB4595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8228DDE-19E2-A8AC-52FB-C20328E81B6A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5BF8581-E6ED-FEF7-32EB-973B1B28A3A8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7C96922-6D3A-E23B-1BCB-F70A4ACBC06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DCD5D47-2E4A-F741-CE0A-3404DBDBFE34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591390-3E68-BC2C-2E65-7457AB3259D9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DE8065-8717-4343-3D5A-7EC3F4050247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1FD5BF0-4C9D-1DF1-CD38-60A2A654EE4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E586790-F84F-70EC-C031-4CD860F3117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090ACCA-917A-DFCB-E662-D759F12B72C4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1214797-2F77-9054-494F-682364133F4A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5B5E6DF-A5BD-A71C-52DF-B893870E120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D225827-8C88-F84D-5695-523774F8B12A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7BBC82B-4995-F4A4-CC05-BF9547231F8C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6DE8C60-057F-4426-EA34-CADF2CA1C69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4E7B6A1-F29C-2C81-D459-512200C1C01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EB84805-2FD5-CB69-0457-6E61CE0240D0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9D9A477-217D-D5A6-CE99-7632B9408DE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859A423-CE07-1255-4B3E-71288AA6A18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DFACEBD-8F60-F31F-9FB8-4E9C7464267B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26FB447-CE99-8EBC-EE43-AF608A5EC2E9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8ECF849-E913-96B3-5E06-198AF52E129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F0FD82F-82A7-6697-233A-7073764E5EB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58F2FF1-4570-6AAD-8814-86CDFD5BE0F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7A16594-E5D0-2D4B-B4D8-CE4B83ED3698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D0CF979-CED7-0085-89CA-F16164103D6B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19AD5D6-3DB5-0233-6733-8FEE2CBE3756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B9645DB-61A8-03E1-F3A8-9F642C0858B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2E26A3D-C9DD-E0AA-0E0A-F457728B5A1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51CDB5-7656-35FC-C265-6A2D0C2BA45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2E80B6-610D-344A-6940-E6EB8FE069E8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CE8B2D-DBCF-D459-0E43-0EB0D94CC04C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FF9C860-5E31-2C4C-56A5-DFE60387AEE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72D53D7-3ACB-36A5-C3D7-FA815E5247AA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4F85EFA-2045-6248-D9C9-0E103BB3FB2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890311E-FDEC-349C-4D20-01AB1FF37F4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5C11F48-4C48-E488-34B9-B3989363193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EEFC47E-42DB-9E01-378F-C2E0F769082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C3BD915-6B06-8ECC-FB81-93603987E8A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792848A-D7CF-0192-AB01-F42C85E79553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DE9C550-C615-9024-A6C6-0B4DC88110DA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344BF14-08DC-F686-BFFC-C95109254F5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A0ECBC4-A9BC-8B4E-7CB2-C0DF99EE5E3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1DC10FF-4032-B523-AD5E-866E82D3725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96CCCFB-62C3-6BE4-05F1-D964565B251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EEA7FFD-46BD-5AB0-1FCD-92983B411173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BD72770-CC25-A404-154A-D49B006E2EDD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DE5172-E999-90D1-EC19-BA46285288B8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5C3AE8-93E5-630F-9027-43E20D437D69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CE1E36-6FB5-7A32-5650-92F0B99BB8D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82C85AF-3DD6-B984-60BB-C3B8D9321CA2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7D63869-6385-A319-A67C-F5DC310467DA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E2E57FB-34BE-9D48-DF58-D07EB6A94EDB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245BA22-A29A-C8A7-69C9-E358D2E6AC64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51B6CC3-28FD-FC41-09B9-8F30DD6F9B9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BB1713F-2949-09B6-4B6E-756ADB513390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7EEA79-7701-6BF5-3962-AA0D5BFA4ECC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E23C61-A0B2-B70E-D63F-21B91941AB8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63DED1C-7628-7E70-0CFF-E1D333B0D073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A32B966-969A-C7AA-0E56-AF32185276CE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1C6C277-F1AC-8AEA-6F91-72B8262540F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8F21DE-42CE-3E4F-7824-3524ADAA22E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BE028C5-A5BE-1EDD-295A-B4F048457FF1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001C755-DB50-774D-E89B-5275B082739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F41D5F4-7B08-5E0D-6C51-9AB43A8D07A6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5AC9161-E233-C751-C1BD-84DAEC4CC18A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90814C-1B6F-9DCE-609A-EFE9A7BE9AB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EC91A5-14D2-6B40-378A-EC662CFA4A60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2856958-5837-F41E-B354-A00D2586A1A1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D6C9FDC-D54A-346F-A922-3C7F780121C5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EA1FE19-52F1-C463-69DE-9E5AF57ED63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614047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D201E-1EAE-B6CB-866D-5417D964B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21EAE73-2248-FAA4-46B5-D82B4EEC3DD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DA5EEF9-8976-9E78-70AB-46F85F58C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1EA5A1E-D119-28AE-5585-C24C2576CF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966DF7F-AB60-2E31-7AE7-E775F51A22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5EFFFBE-C022-01C3-F6CF-1F29490E2D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9192BC8-26EF-869A-7805-050DC6BAF5F1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286F83E-0F5F-1590-BA6A-C0FA5E9F1D5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C432DD8-4452-A446-EAF8-27390B667BB8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78BED76-EE0E-F7B0-2ADC-8C887772186A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EEFA196-6BBD-F089-9D0F-D83395F98A78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FF851CA-48C1-7BF9-3333-C3760E583DE1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E69FBC3-2D60-DF5E-526A-A51C5BFDD89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C25DF1F-64A8-5219-3203-8B99ECDED7D6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E1845BC-4FBA-A7E2-4DAC-E02AA34AD994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D8DCBD2-574D-D25F-CB51-40EF5D48E8F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704F4E2-E004-01A0-1EFF-E41314643E28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2333FD6-A509-B077-9107-D46F4C649B6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DB075D6-7FC8-7006-7445-5159BBB138C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2F86FCA-AD7D-DDFE-47BA-6A24F4024EE0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EF5D8CB-0C58-D1C8-6A61-AAA52AFEDD19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48FAA5A-00CF-E940-E2A1-DDC6CA8E30C7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C7373A9-A658-9D1A-05EB-0BA647D8706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4CFB730-A962-F987-BAB9-506232C72EF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E74EF39-693E-D6E3-17B3-0083EFEA41B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E69EA8E-40A3-11CC-0F20-2072E13D4A2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3D9EC49-84C0-EDD6-8E20-B99A346C9EC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DEB3F4E-7F9E-3B40-1B91-5819074CEBD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266FA57-41BB-F506-1C3A-1B492314B5B6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11DB3AB-77B6-B5A0-75A8-20FA91D95B6A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BDD43AC-B9BB-A838-0151-D6F682C78F4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9FD43D0-0ECE-68D2-8A98-D130CF2BE8F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776FF4A-1C8B-E4F5-4DA6-F7EB6983F81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4DDC3E-E87D-2372-D29F-E96D1DA0380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C3872C-FDAD-E91A-2AD7-5BC4A5E51566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2D76999-1F58-DA00-9572-EE290A15ED0E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299CD8C-D849-B4CC-DADF-7C1C361DA65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AFB67D-AC40-137C-A62C-5F3BB7750871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16E9916-FB4F-6BC6-16DC-7F3C41AD05C9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923E37E-08F2-7EA2-F894-37C4C69D852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D415933-72C3-3D67-46C9-C63F96EBA127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A30ED60-B117-D4A7-566D-285BFF1DC3B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5D353E1-0725-D620-D5BE-21CDB468C64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5E45681-1061-6981-6486-00690D026D3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E46977D-4B2C-A06B-7F6F-9451349BDE16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3CFC7B1-40DE-A905-7D34-369200A159D5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E98D065-FE74-7CD8-6547-E33D58168472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3AE2C46-41DA-7EAC-6FEE-A0C15CD4EB29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E570E71-F1BC-008D-C332-BB2F18F7856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CE5F50D-8A55-8B9C-0984-4010922DBA6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E1C2E6D-2460-B9C2-AC8B-4727A001FE06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1F130F-1751-71ED-7CF5-DEEE2D8847BE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3C4E69-7283-0158-A1A4-F4E91C296A12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8A9951-9EC3-6728-F424-6252B7B7D45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B5D9AEA-C432-72B3-43F4-A5D0E7522137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53B72D4-FF9D-FBBD-2587-FE4351AC4016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6970D27-E2A1-4F57-5991-9764D6646DA2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CF2C9C3-7173-D535-2688-CE43EF7B594C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5135566-C585-E8EE-FFB6-A2DAF20DEBF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A7FCD18-0D8F-792A-1A41-52AF8716F492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B287E2-C09E-4A5C-D3AE-C0CC3AC29F4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5BC8E12-CD73-D44A-229F-8AA0C3D4DE0C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629A048-7CE4-6F1E-A0C5-EFD9355D7ABA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C43541A-412C-84F3-F9AC-04E6C25942EF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ECA078E-8725-756B-02F2-27296AEA87B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2CB1D61-E668-023A-E5F7-5006491FB5A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1AFDF9F-B3B3-40A0-C06E-103916AECA1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9A4D52B-BA4D-709C-58C9-4C7DB023EFD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0DA214D-9F29-E0B3-84AD-671C8087A89D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66CC16C-0252-9218-ADF7-1715D45035E1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39899C-4237-4291-4EF8-C72E1FA01089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965761-4B1C-6F59-E956-AD5B816FF400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D41B666-4307-55A3-14FA-70992D88B69F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21D03AC-48B2-FD2C-6A0F-A947AAC65818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2983024-64E1-3CDB-46E5-9DE9F0AB3D76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C2B487-B415-3D04-57E3-4416B5671923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02DBD9-CEB1-BDE3-76E6-086B07283FD2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31A43F6-5E64-445B-1829-FC6B0F727BD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949594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264C7-03E8-8359-583E-DAC6DD893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C25FD76-A086-43C9-CDD7-D7B07713BF7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upper 45-horseshoe.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C7B3A92-9A1E-4B18-92D7-92B49A84A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E1B60DC-9978-B0F4-23C6-50E7B41ADE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1ED0B23-18B1-F4E0-0E2C-432ACA63B6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4ADD4E0-4194-705B-1DBB-0F8A45ECE5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E22BC9D-EBC7-84CB-0BE2-1567D64DFFC7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42C0B7-C10E-B342-1D24-0330166A48B8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584F67B-5DAA-74EB-F00E-F9531AF8A97C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C2948FA-1CC5-EFBE-8C2C-A1C59859342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37A5AD9-AAA7-8F44-E617-884A212F063B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60E11EA-54E9-FDAD-CD41-B9A611752836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5559255-EAD5-9E6D-128F-FFC9BC422C7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2424D72-651D-BCA9-02DC-A4B33E0DA1C4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A93C9CF-912A-8001-3E57-A49422B22D9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11B8DF7-88E5-6F80-84F9-28206619986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9D0809E-D830-1E5C-A525-BF5FD3A0D364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4FF1E78-3559-AA2F-7AEC-14799D1B4D3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6C7B71B-6578-B267-F4C0-0CFA409A0E2A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2B1E994-1214-A0DA-46B2-8F63FEA154D1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24ED891-C22B-162F-70AA-E28739246AF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58352A3-5D70-C2F5-90B6-27BE1AD26C28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2F9B11C-779F-152F-404C-BA4AE7D4159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BAC55F0-5D8C-0031-CC64-6F5E2256E68D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EE13E37-83CF-552B-09D1-DA902E4A271F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2BDF38A-FB04-3E0E-5D1A-80930F5B23AC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E0B08E9-EEFB-40BA-D52E-BA31646F55A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1AC3609-E3E1-9D5A-FE9F-D4D43D19ABF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043FFAC-12A4-E431-A0D6-1C3DAB39C5C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03AAC29-3AF9-AE18-58CF-088D81D10F6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2D78820-66E8-8BA6-171C-5CBF11D5510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823CD3C-1C5B-ECD9-8B97-D0E0B970626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63B9781-5DDA-B76E-6ED8-F48A8C44780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011191-D937-7E97-C23C-F43398E5389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7E4256-373B-9CDE-78B9-4A874A7384BC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E346E7-B26C-2E51-2A39-B33DE526E44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17D9DE2-5AC1-A1A2-2CD4-15705B460B5E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A631C2-97A9-9B06-E2CB-E0ABC438CF8C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0E1796D-827F-B49D-FAA6-8CB7E7581A85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C1ED696-A6CA-F01B-1453-D228192DB75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E1D73DD-4F29-4928-2DB3-6E687378E53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A97CAE9-D347-F261-CDF6-E5DC4D47946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CA55FB7-17B9-440B-463E-98D7B9F5D590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7EF6A78-8493-23BB-48C0-763789A981A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2B4FC11-926F-9A41-A7F6-F7282921C1B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B6779D9-9FF9-4BDB-D4A1-3E3262A1FE6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A28CE03-FB2B-18C2-80EB-1E569119974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06C59AA-1625-F434-8EB0-899EE43924C2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0893D49-DD44-9527-5031-2AC164D8F2E6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B88F580-5F22-2D58-9D45-044E2DBB61A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D91323C-005F-F96C-4ECA-92897756565D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277979-DEAE-BF6A-253F-94CEE5B187E9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0395B3-3626-DF4C-25C8-0E0B08FD6A37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5D90A32-F82B-D421-BA65-FC63731DBEBC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1FFBA39-8FD7-8E04-CBB7-11D2997F6396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37BADAC-520C-B996-104B-8A2D24F759E0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578A5BC-D837-4A0C-2C8D-C74CB4F026D7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C0BEE57-4420-CF6E-AE19-37C77D154FF2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F0128D1-1041-3EDB-B64D-CECF39461040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E9C9A6C-3496-BC21-373C-3B3129D4EF56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0227851-CD01-CBED-AB29-C84BDF25946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B0767E-374B-243F-0D93-C73F6F2E0918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F8B6838-B9A4-5D5C-9E13-4B37D41D0D80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CC21567-C276-7829-D8F4-D99D5164A8D1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4CDF99A-12D2-C3AA-50D7-6B4B6B17730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A3F53D-C3F4-3590-9C69-71A9B6A35BDB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6D40D78-EF6D-620A-7D64-75F101FA18E3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A804238-E5D9-2D9A-B06A-01ECDCEC4DD4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B550DD9-8A8C-27C4-4696-1C02D7F761CD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B5B2EAE-AAF7-B417-2B7A-6FEFE551C79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6BA68C-44FB-AA43-D1DE-1AABCDA66B60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8ED1A3-33CB-33F5-62DD-F940A85A7F0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76A187C-7765-B4E1-7EB3-0CC87F810201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662D6C4-A9E9-4330-596F-3FBFD08BA27B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E791F16-7CB6-B27E-8205-AFFC2A8AAAE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CCAE96-1F5A-73CC-97B7-C43255FC45C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B001A3-BE43-5A32-81B2-B4771B41B3E5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1F1A43C-2624-BE82-E0CE-D524AFA67742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7600DB-E55F-9B73-7662-6AD3E15F9852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5332101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E5AB2-47FD-68FA-636E-56862AB1B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A80A829-D486-94C3-CC92-D5C7F7D48B5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C7BCEE6-03A3-2AAF-70E6-CC47B6DAB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E7585FF-19DE-9271-1576-247EC1CA14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1EF2318-73E6-B124-61D2-53FCF89056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539F4F2-1FF2-90E4-5650-79F0F68045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3294475-D3BB-BE21-946C-83013F7A266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DD8DFAD-0590-C1F7-AE10-35FB151F7A15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9226F65-E676-64E7-D421-BAD035A64B2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C1AEE65-2603-2483-FBBE-BD1E46481191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16AD102-521A-53F5-E892-C457824056B2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AAF51E7-29DF-F14A-110D-7CB761B13E4B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F147593-8782-6887-40D2-0C970ED43B5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5CA6D67-CD41-A329-9178-90AA46F4413E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061E0F0-C8E1-DF46-0FD2-3208832B1A08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BD2F8A2-CFC2-1B07-9E90-964B6912C0D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25F41DB-C233-9B11-944A-EA794CD5F21D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BD06361-9037-F847-EAA1-D92F0746688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37FDC71-14E7-AE47-27F5-3780D53CBB2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C697BB5-62DD-A03B-5F4E-5D54AA6C6620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C073ADD-49E8-3897-6238-45549940BE62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B6243DC-E49D-D6E1-FE59-F41328A9CB5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A299C02-4891-46B1-001B-B03C17166E9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BC86020-C67F-31FA-0AE1-804BC7A9B634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B521532-9DDC-5BCE-0803-F2C92F0BDB15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FBBCC31-07A2-2124-1C65-173E23E2CEF2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19AFF2C-12F3-C170-E996-C148E0C793A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915AA43-BCFF-4F04-4F4C-EC36A8C955B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AD4E70D-BF1E-6657-765C-A6BD5F1ADA5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8CF1810-C2D0-966A-B6C8-2A4D0B83BBB5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C7FE6F3-B7A7-DAD2-E3C5-79CC79F7C346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841A216-FB77-1FC1-AA13-3F648F02CBA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756C896-8AF7-D12D-6B07-2F70E60331F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D64CAF-12FA-D13A-FACB-C52FF752FF18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E0A931-DE11-237D-0C4C-3A9F36E1394F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78E8154-0410-9741-FEE0-29C2335856E0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A972F2B-2A51-9AD3-0615-07CCDC94300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B16AA73-1201-38A3-05CB-664056FB453A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29FF0A8-A80A-91D5-D149-DE2CC30CDD5A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0B43663-F81C-6631-9BF1-9D97A6797B2E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2D1E29B-567D-E8B8-7701-56BB4A09123D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D7BC8C8-50E8-BA27-4688-93AB91C63E78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448A313-DE65-A08B-B0E9-7507CC85079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6D05F0C-503B-836F-77DC-51118DA127A3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35F568F-9B9E-6802-E369-14C899274A0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542D29D-A8DB-4F75-1E6C-B995A4A6C68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93BA5E3-6599-675D-9393-EF5C36ADB07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FE1DAEE-32A1-357B-D057-4218C201623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740ABBC-0B17-9975-C924-7E03B415FEE2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715C55-197F-38E2-4F4D-8F6DBCFFD95E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F0A9E5-C9DF-98C5-9A4D-6FEA70E3B81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840281-E47A-62FE-E733-53290C05611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6A2F86C-21D7-E022-8441-8876FA39209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3839683-9B5C-9B1D-BD3E-9F990CE7DF4E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BD8CD3A-B71D-AB2A-B3E5-116C9B5029FA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71BDFC8-0D67-7BD1-CD05-B4CF8630AABE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0D8EBDA-5B29-B50C-ADE5-63DDD97CCF1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6C88ED1-882F-66A5-8DFF-A26CEB10CED3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9AB788-C7E6-871D-4557-17BF06A8014B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208FB7-F547-CCAC-2F6E-08359C92F602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6F074EE-6260-4640-6BB4-CD0A88890934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0E57932-072C-19C3-8A96-52EAE3EA3DE0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08570F1-0603-25BC-5B1F-D559B24DAE7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2BCCA02-B9B2-6199-845E-BFF9D187C88D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D54F13A-D9C7-0A1A-1DD3-CBA6271F0B1A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A9E8536-BE95-5618-3FED-F174A695FF5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2B600A5-6304-006C-E120-24481DD2F4DA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741E281-25EF-2E5A-C429-93B7362C6252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B2BBC0-E037-B498-ABF9-9ACA3B37D24C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EA46AE-56F0-1435-9A38-8F91B92E5D66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84C1FB9-472D-1B0C-6595-B58EFF1962F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A00920A-1E39-859F-0316-665EAC018F47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F0650C8-E4AE-2924-138B-E15776FE46F6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62F645-1903-DB6C-09EE-FAAE02FB0AC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AE6EF9-F76A-788A-7BE4-F7E4BD51BCB4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1ECCE8B-3C99-76C2-79C5-8094521C7F4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003054-69A1-667B-7FA5-3983412A939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9E3BF0-8316-A9B8-646A-F37496D1B533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90A94DF-B15A-3DF1-DD8E-D0C505899FA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3134180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EC317-FDE1-3FBF-6B19-D4251C56E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04A09CA-4A5B-94B2-95FC-9F984936418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2B9EBE6-0CAB-99DF-62FC-89ED487EDC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07627DA-A897-D052-B102-98AC06E926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83F2702-F7B7-37A5-B887-722BCDA457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B8BEE87-8281-83E3-E683-F4BDF5E5D1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79A5C76-FA86-31D1-BC54-78692EC4C2E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1EDE61E-113B-39DE-7C2F-3DB9A7849DB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408EFAA-6028-FF83-ED0B-2CF9E7C1799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8ECC41A-DFC0-91D4-9E17-04831A44B0E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03F8A71-08AC-A108-5673-EF2B558918A6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397E13A-2F60-A513-8703-A9AFC53754A3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07BDB05-9FF9-76EB-8F45-1582FD03488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F1401ED-32D4-675B-6AD5-1697162DEDA6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FDF0319-EC7A-52EB-8DC1-E78E5853FF2A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788F2A1-A9E7-66BA-4512-84D7350C025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ADCFCCC-BB29-C538-8BD6-0811545A60F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5D4AEA3-4948-6852-8622-66074B8E8C9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2E3AF57-C143-106E-715A-B7067EC730D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C1181B7-5DB0-3015-8374-7E5DBA7E1F19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8E41362-2D2B-26FD-AD66-68F3D2F312B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2F528E9-309E-3797-6D66-ABA732314B6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7CB6DB2-9EEF-BE6B-DCFC-E1E3328BDA2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887F830-01AE-7CC0-D0CA-6EC9E15DCB25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10E8DE2-65BA-9A39-26E4-66BDDADDE33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C28C291-0EB2-7770-D626-40F7D986CB6B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0A70DCF-9348-2388-68FD-E3CC2DF8A08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F7F0334-E4EE-868A-D88E-BB3B585443B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5BD6F96-C0E1-09A3-D58E-E047C3537979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DF9D100-F565-77BE-AB9F-856E517DB48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3DB4627-8EC0-E0F3-52A8-EF23CC476CF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7FC4C9B-B28F-9CE6-6C64-9D0EE701A2F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349BFAD-D6DD-D4E9-5B51-2AB7D570902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DA3FC5-FE1E-70C9-2F8B-20B1300F3B5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CBE96B-79C8-BA26-F984-A015A42B0D17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AEA609-B6DE-4EAF-6670-D1E120BC1F4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3350692-A99B-7CB4-1607-E87066B3A96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5C2350A-0707-8896-4F30-85F94543B757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6EA25D7-0AFB-187D-96D5-67A1A3E2EBD4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E3B1636-C143-682A-D036-04D2B1A15180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9191384-6BD8-B88B-CD99-33F85A060D3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7A1A861-7262-EF29-EBBF-FADA8C80629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08B048B-3765-59BF-18D9-12F3707BF8C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2BC29CE-BBBD-CEF4-A976-28A876ED2C6E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7593E0F-C51F-A076-BF08-C543BED270CD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9565F9F-C9D1-E6C4-0354-80EC84B67A2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544324A-E465-3D2B-4C0B-8C905389B1D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16711CA-1A19-FD19-0102-A63E3F90287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0195ED-C354-E86A-084F-97A113DA23D6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33504B-6675-DA7B-3747-4A009B6A5590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EB3C12-D80B-B0E0-57A3-87D1334000C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0D2B333-3F48-C717-8CCB-5A00728A746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B7011D-B11C-46BA-6486-A0AD4142F319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1AF3D59-4AB3-DA31-7A4B-CE8D7FCB91FC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B5C2ED9-7FE7-EB2D-2FB3-D82712AF5135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7D74D13-2FAD-3BAF-F9BF-E1948CC30B90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C5C5BB7-4988-A303-90D1-B55F54BBA000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A07F39-A637-53F8-3757-6518EA41433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028384-E513-950B-8D89-96C59ACAF74E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16026CE-7402-C1A2-F89F-F911F0C65867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9C77AC9-FE24-760D-2054-26D57416B3CC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08D3077-10C0-549E-5513-2619BF4F13E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A212FC-B403-2933-A1F6-0CFB751C3CA6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7E4985-88C6-1519-3F3E-1CA6B7D4325B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3B41FC5-60C0-F166-81F1-54876EE5F2D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0DA4CD5-065A-FFA4-ED54-DD3FC3D3AA00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8977431-70D5-4095-DA3E-32DDD2BB1C3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EC73C5-4E73-11BE-4D12-6091CC416D7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FDF567-7C59-2048-F225-53CFE29E9CBD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C522C93-EA0A-1993-D93F-36E460DECBE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151DDAA-696C-F696-D5ED-38C1D74FF25D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3450396-0BEC-C186-B3AC-CE71BB30410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F0D57F-D8C8-EDC3-6D3E-22A9424C5CE1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ABA7A4-5772-E55D-C0E6-3B6B294E1497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303924B-5B1C-FB11-9357-B80B54526F5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AB38C6-A516-4399-2768-AE5A2CFBB4F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CE3C7A-EBF8-2198-499B-56CCD74D1A6B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7640D75-C815-98A5-6B95-844F44F79BB2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C15AC19-E9C4-C826-D1F6-B99CBB2131C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7010255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D6014-B75D-1818-C761-C0EBE68AB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1155D94-7499-590F-9EB6-170C88E90F8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4B16D84-6113-8A57-9514-C621D6448A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E9EB4DE-13A7-EE9B-D896-09D4ABAB70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3A81A8E-E5C4-B0CD-2A18-468C5847D0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349A19C-4412-1884-F99D-36A6FBDA5D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6145F52-BB51-363B-775D-A7D982976809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C41029-DF8C-3341-D910-0B40B131133F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4DE5B1D-67EC-2A22-4130-6722FB0C9F95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34A9AF6-E6F1-2BA5-2A4D-3DD912B3237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B1793ED-06C1-5ABA-5F6B-976E034D10B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8A075D8-32DD-1D81-0BA0-329D14E8AA33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1C2D109-BD4C-C12A-E4E3-2F45EC05C3B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519D6A9-D970-056E-4BDD-F6F881E6386E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6CF1CFD-4E54-FCE8-7A60-FAD613A5C9B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87B7D9B-78F4-D023-F7AA-216B96265B3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5DBAC44-E8C4-1FB2-5632-EB51373151D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63F10CB-6EAE-C895-7E50-D8563324599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601EC97-4A80-8DCD-B640-93A608DA421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03B8A0B-ED8F-47A6-952A-48079C45B580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24A5037-C3C1-A827-8811-A882193D69C0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B028785-6616-BD43-8E02-83362BBBB917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9B7757B-8FE2-6936-F241-CFB2B2C8E32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76BC217-E716-28D6-FB00-CEBFED55B81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A9DA591-7471-8C9D-7169-73B31D9B2825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8E438D3-4EF2-B3CB-DEF9-39156D89EED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86E160F-86F2-73A5-1F6E-78FFABB5EDE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32AFEAB-8EB9-4C29-B845-873C3A36479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B6DA730-430B-9C09-9EFB-A6A0D4FB8960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CBD540A-AB20-E2D0-0F46-BA25EF687EFF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CCFD3CB-507E-6B94-3445-2A569991DBF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C7CDC54-2F71-3FD7-DC6D-D3BFC61DC3D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76C1FEF-8EAB-1722-13B1-F086A95E2D1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D0872D-BC82-A7E5-DBB5-3CA26027F418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C0542B-3C1C-2463-82D1-9961833289F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7A37DA8-F797-A313-4B56-9F947136ED4F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DB5E77C-27D1-AE24-1277-1F5B94B29DB0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D5BFFAD-7A4D-E803-9A24-CF01EA9407DC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7F95CC6-60FC-6862-E5B4-B6A6BB9463EB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CAF4BEE-B1C3-373E-31A4-437C96B3441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CDE930C-B9B4-16D1-0DAF-F0E95372BDB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200B961-60FD-DA36-FC1C-4A833EF9D4F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1601124-B45E-F61D-68FE-82D262531E7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9634FE2-4C2A-E254-34AF-1FFF60A6B45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F8E05CC-ADE6-1417-1C9C-946F0C86937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6B388CC-A81E-6A41-4E6F-5EA908B0ED05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C456F5C-6B63-A4EE-EDAC-3853BD4502EA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AE3D71-514F-8B0E-3D53-C8C879F839E2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C3E4B9-A941-D05D-87B4-BC4A158A6E90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31840FB-DCF5-84EB-8B72-FDC4FD14F044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2428500-1C1F-2C57-0BCD-54A4DB020165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53E4622-003D-303E-382C-E03C0F7BBDD0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626ED12-70AF-A731-78BD-DE0C0CB784E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D31615-DFE8-BCAA-4C8E-A8897F070F96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3559808-C73F-E178-6B08-5332851EF2D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D057156-68FD-0C70-8C35-B09657D627D5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96B0B9-3007-119A-1A66-A3BC892BF34D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A7A5D83-27ED-2972-80FB-C2126B4CD2A1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6AA2985-0008-E705-564F-79C1BF76177B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98477EE-5908-7C7C-882B-029FC4B21E0B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270FC35-C0C5-C45C-A411-D7958E16135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546187-FA33-85DA-38EF-742200D5750F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50111F-3BC8-D908-38D2-C36127ABC23B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80F9993-033F-95D3-D549-A3056F7B3684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5851C59-EF05-C78C-C977-F6E2046F75E0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B7F45C5-BC3F-91FC-19FF-6A255F0317DB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0F9155-EBAC-0060-03FA-E72495B6920D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FBC6AD-4B8B-13DE-7279-22B85F7C50E2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5F7C8EA-B338-80D3-70BB-D6F0B38597D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328F1AA-99C9-34C2-B912-305B5C5A7535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5DA5E2C-E331-392D-2716-25BAED6EFA9A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0C119D-2E9A-0F00-1A12-79095DD4C42D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A450EE-FE55-081B-C766-1D194750E985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CD1DA1A-FB07-1F22-478E-3731F02125C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07CB9B-193B-0912-1A76-1D10B905F21A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EE1B56-7E2F-8CF9-2275-5E66E672CCC1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2707BBD-60E2-DC4E-642B-7D02314573CA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E66EE27-5AA0-82F9-E876-65CEC2AE26F8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91EEF78-402C-89CF-098C-6BE4AFF1D1F1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692735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E17DF-71B5-D7B0-D14B-6B5829F73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BCAACAB-F92D-331C-9EAE-1EDC5C0BAC0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9D4CD59-0C4D-CE7D-2593-70063D29C3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B4D754-E107-8055-F092-14DBAA4553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89EF72B-B47B-A793-73C2-C9A0B3E96B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FD495C7-988B-A718-86A0-E8A042BE93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6F601F5-D3A7-D11F-9069-7010DADFF045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70F082-EB20-B211-6DA4-8CE46BD6A9A1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714E8EE-D236-67ED-CD79-31ACFF8835B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B2CC179-8700-38CB-D802-9AAAD01066EA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2CE27B1-3041-8CE4-444F-4F4435E9346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FDE7BCF-7828-E697-69DE-9E306DC96DC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80FA90E-4BD6-E36B-E014-B5FEF2E3D53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240753B-E47A-891F-8D67-9BD6219ACF6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D7FD89E-1ED2-505A-E545-363633060F94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CC21405-07DB-48C6-AD4E-5B83462C2FA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B91AB36-1535-AC23-6F35-6B0BBE69610B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22CD01B-1937-995F-4CB1-173FBAE069EB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06847ED-AC10-9E85-B4F9-21C91BF5065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BFE3FAD-2337-492B-FC43-7A305D245F13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6F6AA1C-1778-7146-5D35-5F6DB4FC13C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79D63F7-2874-1AD2-7E78-C9BFD7C27C1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F889A00-0F41-7CA4-63B1-7D6C3528993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26A3CB9-4223-AD17-71FF-5A98D216139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8B68564-F802-FB2A-65EF-256F06E6A37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A5FCDF1-8710-FF0D-B191-CA3BF2F19E8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C9B231F-AD1C-0FCC-9BA8-477E3040886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5D185AE-1B2C-8006-A5FB-A2A0DE90436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D495BD0-C216-BA21-9237-DC7C0B63DB5D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3F17791-79D9-B5F3-008A-7A90324EB0D6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16555DE-4C24-1F92-0685-DB6391FE3400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5933F7E-A6C1-48ED-BBC3-8657637D310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C198547-A3D6-FF20-F1AE-03AFDF3AF1B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F4586C-F996-DF2B-C042-C24A2725B36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18298C-6D54-B9DB-71DF-30DF687DF9CA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825C9F2-4AF9-38A6-C01B-A10A4DADA05B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C614ED-BD32-9BE8-E827-D43C95B890F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6DB51D8-7DEA-9813-3C17-25904D1DCB68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3751499-4A0C-8C9C-5EEC-82642EBF4CB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2F16374-959F-7AA6-28E3-FB5FDD425F3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186B416-8D54-8E3C-6BCE-42B480FB94C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3F4C4D5-E4F1-AA61-8489-7E41311447A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3C90FD3-8AD4-7D6D-EE9C-EBA53189D3E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6575AD3-115A-F75A-FE5A-AC66140DC254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B78C9EE-6B3F-1A15-3438-ECEB304C68E9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BD46478-47F4-0DBB-68C2-84FD31CC78EF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1A92F3E-51AE-4A41-560F-C2C2FA3E1FA1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9334F7-FF4A-ECCD-3B07-1CE93E9A149C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6E89D8-8C8D-94A7-8664-71679DBBBA8F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7901CD6-7259-CCBE-5029-943BAEA820A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3BE0686-E049-F30B-B9D2-8FD6537B5A01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91CC619-2116-CE8C-7D07-FCD27046D115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87DBC3B-3F17-443F-27FF-8ECB6FEFAFDB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0EB3E6D-29CF-D917-5893-2C5098427BE4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B5E0F40-B9BA-3B04-D751-628437825BC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88092C4-DB5B-8A8F-BC3F-0225D5E77F3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5F4729-E39C-D1C7-E909-B50D69D58649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22E3534-B95F-0B90-026E-D4926943421E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8342875-5DBD-141A-4870-C7B0CE9E5D9A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B24D3E9-C013-599D-6BD9-29B6311C36F0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9F2FE17-AF1F-B575-2442-53C7FE9D1DF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ADDE07-0E25-054F-6DAA-3BEFF5A1EAE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46E518C-2916-AB53-8C05-9E078D458F07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77E63A8-FA3C-BC6E-93D9-3BD4D20B4F04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DF018D4-AA67-AD13-DACD-9BA6C63C40FB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61B47B2-2043-86DF-CDC2-B00F929E984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B35BA2-A15F-92AC-9174-001F1E7BBA2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0E8B5B-228A-5426-2758-34711DA75CA4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9B3D850-52B3-36E8-4241-D84EE868A136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8DFD456-D412-415E-7223-81026C71230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B511C05-C012-6C43-70DC-77D9BF65F83A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E77FD9-51F0-9E1F-2675-BD3DAF0F39B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C37952-0B35-3011-005C-78933CEC86ED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A1F11AE-C04F-B11F-61BC-6DA8E9FCAEB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6E140B-1BF3-5828-8583-09996ADCDD6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330A5A-2CBD-7226-8F4B-9AEA71376536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6518D0F-D974-ADAC-F62D-C5FB1ECEC8DA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2026001-33F8-D4CF-2EE5-3E5AC22DFB3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D0A4E1A-CBD2-327B-8FD3-9856A2816031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435485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14B0A-37E4-2487-F196-A8A3C64E9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B445319-690D-4571-E264-D760580D0F9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0CD4F45-DEAC-74C9-C2B4-8FF7809CEA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1672381-507F-CC1A-804B-19BEF37C58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95320DC-CBA3-EDBE-2E08-E4D5AF5606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FFFE73A-1A4E-6CBE-14BB-B6DD796981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AD93E80-393B-F799-9F21-091C99AFB9E5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EA557C-4C26-E088-4EFD-2C702BF57565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D5F0507-FFEE-DCFA-83A8-9C4DF29F1E83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C64194D-8BEF-A6F3-DF58-8CA0805BF1C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AE12C04-8580-7B9E-767C-280A84D857D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3F9F498-FDAC-5A5F-FB6B-AA0BF8E8B8C2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0F54AF2-903C-F1BA-6AB9-ECEF9A8AB6C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B2FB72D-E725-E765-17BB-F1493BFD143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42009D8-2AF0-9DC1-EA94-EC1222FA8760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8B8BAC8-422D-3D91-3ADA-B08CE05442C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66DF47D-585D-B669-CBA7-8D425EEE627B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ABA0EED-8613-F86A-9636-EE024A58454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060EFB2-354A-911F-E66C-F1BFABB33FC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EE5C511-F9F7-6355-12B4-84DB5D035171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8D58504-492E-4256-E8A2-32B726388E0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5896555-888A-ECBC-1264-BB4A8CF2B3D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15FB05A-9ACE-9FD2-AFEA-0B241727A84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089DFE1-07CF-DC63-B059-8C0E2E982CB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8983F54-F744-F800-5099-60EBF6CE083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0632EA4-B841-4ABB-D300-43BE2672BDA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D26373A-3AE2-8DC3-DE6A-3ABA9B80D17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1D99644-8BC3-B4EF-CCDE-EF159551AA2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2474FA9-3F6C-C6E8-0C29-752C376622C6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683A1CE-FAD8-FF94-2B80-594434E10691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A7847A5-7F54-123C-711C-63822E1EEB8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5DB901C-2D3E-4598-ED52-2059B0C3C4F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0CC5453-4B6E-EF13-64E7-AA8B8084587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38E3B1-1F24-E3F2-C256-B438C3602CC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0C5524-B2AF-8246-F3F2-225A969B9BD2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F691756-AC33-9165-82F6-963BF34C2D70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F308DA-0AFC-C17B-2FD1-639AEEC9700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E9889DF-003F-CFB9-A0A5-06E65BD22DCF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51090B6-2189-0C2E-4302-F8BD595A5B1B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C6083AF-61E3-6887-B32D-C891B84A340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8FFE4AC-058C-6233-8620-A42838D156F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3FB68A5-E03F-722F-743B-1879DACE375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5DACE60-A379-FFE5-99CE-BE3C2C4676E7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D6797C3-5360-3162-783A-B6B36A55F86E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F68B1BB-ABFF-AFC8-7AD2-14A75C6C13E7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7183E8E-0F9C-E637-F258-57815F0EE4F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B0D7D38-E991-B0EC-A0C7-5A9EAD11F829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EBD100-6FBC-7941-A7C9-5BAA000E6BEA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826CF2-03B3-A44C-8F05-EC240D36D879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FE8FA5-DD27-263B-F7D3-94585D4BBB44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4580D3-B6B7-C83D-D464-76DAE4E53B8F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740BE87-DD01-8F3C-96EF-149091C0E114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8C070E2-68D7-7551-6181-4623111AEF66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2EEEDD7-A5C8-101D-5314-B29FF27C938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CDDA25C-D813-4DBB-5B40-1286883B7061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A59272-2245-85BA-D384-5E2D849EB73F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E561A32-1B1D-CC19-98D3-A5182D9CE088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C4873E2-2963-5A97-7E84-DEDD9A208F97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DCA8DB3-39F3-4909-6C6C-219F9AE49189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34B77BF-F107-8470-423B-93BAB0A65BA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557AD80-3C79-4157-C9B0-FCB2BC4894F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3DB3EF2-EBA9-D09F-7139-AEFCE8081D68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B86F95C-99F3-2028-E097-47AD6F0E8BB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5F3DF4F-9CD1-3D39-23DA-5EAC741C487E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5E5591F-6F2A-21E0-C71E-C521A6614EB3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07A586-23BC-F048-EFF8-D35F5DA2FDE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F126FB-3082-0B26-49E2-FF4499B81F2B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3B4651D-9404-5EA4-AB2F-521E9BF60516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E88A814-8813-D7ED-5604-404032F4CC5B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4118850-6933-06AC-FBA8-6899F35701F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1FE651-921A-8F12-D6F5-3D95CA0B24A3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87044B-CD82-DE15-282B-542C635622ED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3D35CCE-1386-F8E2-01A3-6AAABD9D262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86E2F4-099D-BFFB-7ED6-089F64820779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C18560-4F5C-0C3B-843F-5C6E63413C08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FCE4710-9A1A-D64C-ECE5-8217B417C44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79E390A-AD3A-7CAF-8BCA-7E52240EDF21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4379E1F-248D-DAD1-AB82-3A63D9E0F3A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C2CD379-E37C-9A10-DDAB-2ED5DD616A9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05305750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7F8A7-95B4-67BD-82CC-7D50196B9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2BCD96F-482D-6B01-4811-C574639EC7B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Finish [11 in 3] and [12 in 3].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41F013E-3268-98E0-DE7C-B4CAED517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94E329E-D6A5-122A-E90D-E2C6E808F2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467FCC2-A34A-2EF6-DD1B-780D30A2B6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673870B-0968-0633-6D45-195C67A386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0FE0B0D-1143-F947-BC6B-E66BF520866F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E6ADEC-1444-E622-2341-CFDE09442431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0689F19-43D5-D5AF-9356-E531160884A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6D85EAB-F413-EAA6-8BF0-4A853C359B5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E6C6A7B-09A6-CF1F-BCD9-7FC61443BF50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613BCAC-DBD9-1529-F7B2-F99472A2B722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1BEF9A5-6E92-8D01-1C51-3703311D9C1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AF75C52-C8AC-D7FF-56AB-8DCC701A26D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040C7B4-1B7A-B4E0-11C9-71674028472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73B4F81-DD5B-61AF-145E-8B1052E7BA6B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15B3E9A-E5EA-3C8D-E284-F5C13680723B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8DDF22D-DDA9-D792-C9B1-6C613C8572CB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79B7F33-7019-6F09-848D-2B45C8C5DFF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8CD1BF5-1903-E915-91E3-C035675C3B80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1D924B3-1A67-FB65-E8AD-3102712EDACB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5487EA2-E8F2-1AB0-0D9F-28DE94220A8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B2499E6-2D1F-5022-5585-36BA0294972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8FBFE9-ADF5-5EB3-4217-9E0F3D9183D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6E0EEC5-2576-6246-B28A-01F344261359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DB3A9B1-36F2-46C9-5B14-F21E19288DB8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4D15AC7-82FD-6766-3CB9-507AEF0651A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8E18964-C8E4-C596-3E53-41F83A97202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1002AB1-D1D5-544E-60B0-7D36A37B0769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01C3C08-16DF-7532-DD9F-6325BE1A0F8D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6979222-B108-E44C-BBBB-EC66CD31C76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F3495DE-A6A1-FCB6-0FE5-8D58C87ECD9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3245E0A-1C06-A134-42C8-2CFFFFF8CCC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3A782A-226C-8EE4-833C-0D7BE797FD8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7E1490-AC4D-966A-ABAB-CF65E4F7D4AC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5AE915-8F28-975B-688C-3FDF9B6EEAA0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C4CFC33-2AD5-B559-11A4-1AB8D1D184C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5767134-6F60-04A9-DD9A-CC53DA174CCE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595C048-F824-D9B3-2A5A-FA250535B89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1388D31-8542-694C-63B5-297A02CB6D7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282BA15-708E-FFB6-D622-B2B0B408EA61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148DF4E-9508-A1D3-CCEC-55D9889DCC4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47B65FA-FB51-5C19-05C0-B458DD6039A4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92736D4-BDF2-6A4B-609C-E3908A8503FB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E2BF7BC-C28E-68AB-2AC7-9BFF49020469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BF17774-6C81-E7EC-0CB3-C66E56533A48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9D58B9-B934-3149-12EA-FE96C9930C1E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73FF22-B784-AA02-E714-A6B937B2676F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B77CA6-DADB-1998-3BA4-0703A7F3982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9836A8-8D0C-FB6A-DB50-5F53C2617E4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E8AC530-C027-374C-B24F-4894134CA4C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422AF3-BAE7-1821-3B29-E21F8F4A7F88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A1808EB-E46A-7A46-37B0-8671E4BFA993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5A6F0A3-5E38-4BF4-4B5C-551271F4E98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108C94A-155D-AA59-9F24-B93F36BE08B0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5DEC0D-D377-CFF7-75CB-ACB1DF04C0A7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498FBE-14F0-631C-C19B-5689C212FDB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AE97263-C54A-F8EA-0640-63CC5713512D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8C3E556-18C1-BE15-3546-75CA0606BE7A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2809E76-293C-51D2-1B7B-096BC95D76B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AB62F18-B179-C71F-7B28-C30D6C281562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9B57262-C539-8B87-5EC4-95DBDAA60193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B72B9FF-D399-9C7E-D266-8CF45EBD803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9F283A0-10C7-8EF7-DF97-F6B7698DCEE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C7DB8D6-D708-6218-CD07-ECC2CEF38FA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E72F11-D769-FACC-5404-EEAE1EEFE65D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2498F2-BB5F-5DB5-EB01-3B74E34721D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18D749B-5FB4-38BF-A6CC-24701C2246B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61CB231-846C-E49F-5A35-C5426A3CD9CE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EE34C9C-0C7E-1590-291D-984361AAF04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FBE77A-1D6A-F59C-4465-3244A25C2DFA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77E8E5-D61E-D8C9-7789-0AAC96484CEA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46A923-E435-AA6A-3F8F-8D6DFDA53BE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71222B-691F-C871-4B2C-9DE350CB42E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031080-C6A0-0A61-D4BB-21EC1EA7D704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8C74D9C-CF1B-51A7-8A9D-E3144A189486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1BA8B79-799A-8718-70DE-B769EE8BE1E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76821E2-535A-2D5C-1615-5AF9CECC9F6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DFBF763-529F-9D45-0136-4B60C62F77C2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D8A8FC4-D97C-E958-58B0-BE2241BFD558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041472C-1719-012C-9215-909F6194857C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9901853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15DAD-612B-BDE0-DCD2-603195F6B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016327-B430-44A8-A4E3-C477D683B02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801AE67-F4E6-BEA5-6DD1-2E6F2062E8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C7A0815-0943-8852-F662-A47AA5EDC8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EAF71B7-457F-E78C-7142-DEDE249EDB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5F3817C-E200-B419-336D-C0715F654A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91318738-502A-9E0B-13CE-FF43BDB04D99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D2FD3B2-47B2-93ED-5875-35702F7D043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3F2E81A-F6F9-EEED-C0D2-7A2DE1478277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368D451-52F7-4711-5972-AD06210C897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AA8A933-91EF-4CA0-7EDB-ED69F54B0CBE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D3181D4-D740-D3F0-BF8A-7A6CC155679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9FA7BFC-9703-DC00-C388-FDEA7B0A39F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3F1253F-C431-B24A-F63B-CCB0E2D73CD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6DA0FC0-0F1E-6E4B-8902-EB48B0057B0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7A927FC-DA8E-871F-A419-ED6CC8E59D0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C508BED-7EC5-9983-8370-7222D831D3C3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CAF9ECF-6B9B-0D55-8529-F4E3454B0285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D71306D-48B3-6E89-6C3A-40692052C44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8FC5B6F-375B-48BB-9F78-3354F766E57F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584B8C6-4956-E632-0D4C-D7F97E449E73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EDD64EB-5B11-9CDD-EF41-DE45DEB0AC56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BAF8974-8155-A8FF-0E07-D137ADBB7BDC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DA37EFE-4FF0-4667-770E-A633D690C45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64E9452-3FD3-7D02-ACE2-E01B7AFE1EB3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857D1B0-C512-1673-DB9D-85EFF2D20B1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4097292-B8DA-A70D-BDA5-457895F97B3D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91B1607-8804-06DB-DA4C-C3AA008B42E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122BE3D-988C-B86A-069F-7D5A482D738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8CC7155-3175-7FA1-1770-CA4814BF4E1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08251C-8E78-B45C-2892-7BA6AC537E8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3D3314-40F6-6F2D-103F-053BF09C5220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AA18BAD-6849-C1EC-5DFE-8B5C2E366F07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C4C3D43-BFED-92A6-EB41-1E6E4A21729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D849553-6A68-F905-2074-B9884D5D8691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9EB58B5-D7DE-B5A9-C1F1-C9119E338A6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83AD155-6290-BC28-8CFB-D9A8A3FEC3C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69E0A92-830C-42F9-4841-F036A306097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3761B27-3524-0FA2-DC6A-0FE05A85B82A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ECBA1AE-F4D1-D5B7-1EDD-F9A78F8DDD9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1BD4D6E-0446-8A7E-49FD-24476A8082D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53708BC-8D25-C376-AF25-31ECB97A56E9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D4577E-AB37-86A8-2DC7-214F735C7D58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A7F6F2-2909-F2A6-336D-32CCC01E10C6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669C718-BAFD-9EFF-483D-1BCF5BB946D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E430CAD-6B29-343E-2E7E-AC755A252EB0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20CA80E-05FE-C7CA-37A7-A3E28D1FD4EB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99B26F8-3134-2063-EB07-B8927D39BF08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9E0778-4E96-2916-8218-8A1D5F4EDDDD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720E2CE-CAAA-2AED-DCAB-729E37EE1FA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B7D17D4-C8DA-BF84-2844-7EE45C7F99C7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B44DE3-38ED-F291-15F8-5B1ED5CEBA53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AD442C-BC45-9152-CC76-8A0D19B7CA28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BA56EB6-82AE-2556-9CC3-1C6BB58612F3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8BD49E4-7628-D27E-9E53-C5FA5AE5B773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150C894-2EF0-A409-70F9-803638F2393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86DDD0-181F-236F-AE27-A6F9ED5C4CBC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A1257CC-19C7-1281-C594-FC5C3969CFE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0993789-945F-6FAD-7BA6-064BF795AE4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E3876E9-4D11-B6F2-F9E3-CAEEA5817874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54DD0DB-8A15-C8F3-1AEA-089616361941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9D70D2-7FBC-2C8A-E000-391C0869FF2E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05F372-81BC-9E5C-998B-FEE86C4C7D40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068C4FE-81AB-B76F-1C1E-C3162F60236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C9DA0DB-DEDF-14C8-70E5-8E47EB5B8E76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E06F396-A2D9-CF06-985A-D7DE1E800CC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656F9C-6C8E-0913-8947-7443E5E7480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B97C92-E92C-E291-1902-1701C0B80B14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88BF1BF-B507-A958-3B47-1A119AA7B8C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3599B7-39C6-99FB-EF9A-C16E205603B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1FD5D8-0B02-A60A-0611-AF3BAB046762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8A32E90-89F3-D7E3-28DD-331B3D9DEF9E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D2CE8AD-5EA4-D677-ACD0-266038B5DFC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4222F93-F2F2-8AE6-9AF6-D7783946D8B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B1DC9CD-A8BC-C373-EC8A-7AB90C13D6E2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1704AD0-76EC-CB09-841A-CB6DF1FA2869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C90C130-C8AB-9D08-83EB-3A4153AD4873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BF75C9B-E6E6-06B8-9E31-40A3A00DCF9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0E808BB-B92E-08EC-B1BC-EA5EE4DB6FD6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445A533-7C2B-E3A5-8465-586252712028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43420C7-AC6B-CFF5-6E1A-A7C30F20FEAB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2375733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AF4DE-4B15-8E62-19DC-5573459E6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EA1501D-5EE2-A949-3F78-F10B81FBC5F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Columns 2 and 8.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0881210-3041-6F95-746B-7EFA7EA77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5C9AE79-3D39-AA3B-5404-FC04BAE5F4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579110B-1CE8-2C34-8F2E-83AF8C3E6A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EFEE980-9280-3649-58ED-9FC20D45CA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CEAC3D00-7F4B-1885-4740-06F2B44CC8C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4D7C3D4-57BA-BE8D-A6A2-30EA6A50781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950DC1A-AFDF-D547-257D-3334BB27451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BA30A7A-0FAA-73EC-BCBF-E09DE9B9B30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7A30A41-35B0-62F5-83E4-40B6357D55AB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74A1BD8-5C83-8DE7-7C64-BA9138DDC0D3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523FD36-BC9C-16E2-7730-B2D19A32797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0819BE4-43F9-2FA9-F0F4-82E2242FC96B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39AB1DA-6881-6227-15AE-C50EEC43EFC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E772900-F51A-3069-B014-30C16CD4474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8A86A98-2256-E356-3A51-189BB273EF20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28E76A8-2D1E-6DD5-7B64-A7EF13614C4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2266878-811F-71F4-794B-5FA8EFDD6D31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8F33E30-853A-32A7-680F-9889FF26B0F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265634F-ACFC-2379-83C5-48ABA8EBEEB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F1410C6-193D-1B56-2B54-F49BDAC3EB11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DE6C722-2C8D-2E11-7D93-5B247D6962F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B996F85-2B6F-7AC2-59B0-4843F49A272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A3E9CE4-8DEE-7756-DDAD-4D224BF5A7B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5AD2FAF-A1F5-077A-9F9F-A13B4BCB3B9B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8512925-990F-871B-B495-1D917316AE49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110291A-3EF7-59A3-1A66-3A839A11BC2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865D76F-6FEC-B850-FF47-C6A0B5CE86A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29BD81A-415F-390F-F288-D58D0EC46FA6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CA6E44-DA70-3E43-B8FA-5E3EC84F217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02AB28-D59C-D00C-6556-03FCCB2D866F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BCE095C-8320-67E2-D6B1-69F46E5565DA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0245500-5F23-1E06-19F2-E11FCEBC06D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4FC9ADD-3F36-61D1-25B1-21E6FBDA0C2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2717FF6-E290-B34C-C7EA-55E3D65BB9C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264FBE1-306C-9B4E-7CED-995040BDA64E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20D4750-19D2-81E3-1B41-CC81D618BE77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D300303-CBF5-1FD4-FA0F-04B91E51D57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D242EB5-D0CC-1A2E-97D9-9BC07B82FFC9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FD3F587-92B9-997D-835C-7BD07C6F7D8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B1C0144-4020-F3F0-3096-02815B21C1DD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EFAFF6-354B-80F9-C228-40AA802044A7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293C9C-B62B-585E-5077-74599C4D3DF2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A7224C-82FD-6A92-5C1C-68D11D8B4DB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F70DDAE-5761-C229-70B6-A04F9FD093B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6EFE0A6-1BB4-2D5A-1742-2E12A2613208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24DD063-F148-5014-2999-3B7CDBF0C364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111391A-3F5E-333C-45EC-C9E04566F539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A2664F5-2A60-7537-D73A-F1A7FF2AF1E8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B07A55F-E527-1328-5193-B46E1CE85860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40A55B-AEFF-B1B3-813B-AFFEA70E1D5C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3A4E7A2-FD12-5A40-E2AA-8DC5D7639C11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48AD7C6-EB58-6C52-C9F2-4C2F3DB14531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3FD9ED4-93AB-F815-44D6-197B33195A78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EEEC331-0B49-1395-F41F-399E708ED59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BEC7A3-C52F-2E47-C20B-4D3E47870904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746E1C8-D206-496F-0A69-1759E5DE2980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38D8C6B-B6CD-AE2D-679F-6E93A1E1C47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B0F1022-E5C3-A9F8-4550-C4109D5DC033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7B68EA8-8C39-EE86-D70B-39B7435AF882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8228B6-DA3B-2A01-A31D-5B28C4F159BD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7CE470-8C2E-9CCE-4BAA-9DFDBBA52181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7A79F98-F2ED-8DAB-676D-1CB6C692C426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A74E721-F3C8-F57D-A90A-1F8FAA352C47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50481C4-EDB4-7272-991D-E3D0FFE4E3C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0F5890-4B36-9776-3D29-8D3E679BF22D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134B30-7DCC-6079-9B29-FDA69E57D621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6B00698-504F-4DCF-4B31-9AA3EEE0E6F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B31DBE-D5F2-D3DE-B79D-C1C87BA090C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A4232B-C96C-5003-480A-7213341A99F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5413389-E4A9-CA8E-5FCD-21310A026E6B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03E8721-C382-1B55-EEE8-44C983430B04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A3E7D48-2CAF-55D2-C0A0-317180C157CC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9998BDE-7FCD-882F-E671-033452E2647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E8C1830-72BA-A0EF-3EA3-3312954E02A4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AE3D1DD-A581-04C3-5F87-7FAD63DC2198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81C1C0B-5F5C-D8C8-E3FE-791C1FE974C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171F2C0-BF28-DCA6-D184-0E21669FFE4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D7F2B81-195E-6532-5C3F-7B603B819E8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898E47B-7C27-7ADF-DC00-791538BE9B3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BDFD3C-9CDB-DBB2-0371-05FE2F4CD1F8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1877DEF-FE23-C556-86DA-3773C5756D25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20378856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C4FDD-6619-6250-E8B1-D8656C6CE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D3A2F37-00A0-F4BE-2668-345775ED14F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Finish puzzle.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1234DC0-2530-B900-23F2-E0E1424C4E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0715A43-C094-6B2C-20C2-A7870C7F95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3C01E3B-7A9F-4A6E-CE63-4E68A23969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7CFB86A-F7DB-CBA8-0812-F6DB420BFE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73B25C59-6D08-AE3D-5C85-112EBE6412E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DDC7E3C-E8BA-5B58-5235-E0B9EC9C2EE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362C8FD-8BA3-8602-61F4-EF7E4DA1E28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6056F4E-A573-0F97-B5F7-C1A3EFE27B3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3809279-FCB2-F925-914D-FECD6C9BDDD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19ED169-F219-3982-5001-8221D35FFD9A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F2BE30A-F44B-51A9-65DA-44806FB9245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8A32D4A-EE2B-CAF0-F9A7-B36B47B93D7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37680C5-92A2-E8F5-1F41-D1F2EA05951D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FE73999-9B79-DD6B-93C4-B738E17CB82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2B061FD-AE29-50E6-B985-397516097490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0145E6B-B909-953D-F420-E859C1A459E8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40088FD-C895-1CBB-87B9-0112B47F13B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7561832-13AA-FA56-99CC-5C728EC9DE1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97F2E53-1A3D-1F4B-FD0D-9E20FF18906B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8B4588A-1EAD-AF7B-778E-4A930F0BECA2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6A408FF-493D-265C-9DFA-BDD206C73F1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370A71A-F58A-0528-AE08-4C34FC65E6C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968BC98-9737-A8BC-00F9-88EC8F22F2C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97A5C41-8F58-7DAC-1344-DDDFD71480FD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3130B47-22E6-A944-2437-E59D672D1EB7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21F8712-1232-8A64-E4AC-6C3F5242485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DD72BCB-C4E0-E9A7-C3A9-C183DEDF1D3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B2955A3-D1E6-434A-45C9-DB0B070F3E56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A84263-FF97-2739-4403-D0C4F3DF185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E032F5-AAA9-CAA1-1276-6038BBB94384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E1A2A2-1231-933F-6324-E658610004EC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E54352A-CE3E-63E5-275C-50DFBC2E4283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6140466-818D-BD2D-2CB5-0B1E5826711F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BC1F28F-7314-EB64-2665-BF132C8F51D0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5226893-0C9A-8E96-227E-8B184F420B2B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34D4B7B-4C7E-B9D7-AD51-B91D84A8038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1A9CF1C-7464-1474-BDD2-6EFCF163F28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DBEFA61-3764-2EF7-E813-DAE3074BEA80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24C2DAD-D48F-B9D3-EBC1-6A2DB7E87A4E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E4CEBAD-494D-3ACF-048D-BAC0F698A440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42A7E2-E9B2-3F7E-CF5B-3A18CE33D501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680569-97F2-A5C4-5FA0-9251F8AB116E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63B154-49B5-9EDA-8870-6656A181ACC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DE7EE01-27A7-A5BB-8DE6-C216CDD53591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221E4C9-CA5E-D0D1-72F2-ADC2558FC241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703F9BB-D7A6-3EEB-4D96-671F8EE2D7E5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928EDC6-ABA7-0A1C-0DAA-4DEC70D7C5A8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6F575EB-4901-3E8E-1CDD-6F70374A711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2F51F34-F62F-11F7-0D25-EC126738AB13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C99660C-EDFC-10C5-41F0-18E9D55B5AA6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C93A64-61B9-AB66-04A5-158D4527DBB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C0F61D0-74D8-804A-5A09-1EE7122491FD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E145797-9E6E-A2AA-FFFA-2C369374FAA5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89AE190-BBC4-5FCB-4AAB-85D2B4AE515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F0F31A4-E64E-1C7A-FBDB-63824D696E83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070C1A-3E2C-AE5D-0472-FC47C41E622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5D45CBD-AEF6-B37A-BA48-228B42123C5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C49B2E8-5555-D412-A8AA-5CA1286F4323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4A49979-6FAD-AA05-D3AA-B627C7B25F8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B8C116-49B4-CB89-E5F5-2212642D0D79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8EB65A-359B-1825-9371-F1098EAE4C40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284A576-C9F3-D2F8-0BFD-390AD5AC853E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77484C9-D539-5F72-1CEF-1422C7F5CBC1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21BC1EB-1814-9EED-170D-C5AA95C7A1C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07AFFC-210B-775F-6382-9BBCCD41FAC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04052D-D61E-2D01-4791-79966B005C70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1443CF3-3DFD-120C-A0B7-DA17191447C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26AE65-DB1A-DEF4-1880-5483D5F6FF6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14B2B6-216B-F250-81B5-8EF3A83EE676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42E38B3-1C8B-FD0D-9104-99879C70D374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1E46127-C9D9-5007-DFA0-034C6CF1D3F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105CF1C-2BA6-A4D3-9896-2A3AA8A6E66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944CCA7-8A34-A9F7-E7C7-1A2030F3442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17976BF-8603-F3D1-E59A-34ED3B505BD8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974AEC1-44CC-311F-C67C-160ECDA5641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2DB8982-5FE1-1F46-B626-831A70E18A5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9B4D672-861E-28DC-087E-0EFA701189F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4DAFF3E-D9B4-DE16-4F56-7C91D1A46909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95F4B13-4F91-5DAB-B6D4-58158CEFE469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C7E0C5-3A2A-9489-6E73-1B35E173C2BC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708B8E-9E04-5A33-9C18-D277AFEB6693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97572DC-15F6-5F57-50A7-EDEF68C8FA7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7366C5F-7A43-D05F-1BDD-73FA3FE665E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9A28A29-AE69-FF09-F4EF-9EAC6C934BF2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B004017-6608-D3F5-02DE-FA89EDDA2274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8736425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10040</TotalTime>
  <Words>3260</Words>
  <Application>Microsoft Macintosh PowerPoint</Application>
  <PresentationFormat>Widescreen</PresentationFormat>
  <Paragraphs>3002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Hardis</dc:creator>
  <cp:lastModifiedBy>Jonathan Hardis</cp:lastModifiedBy>
  <cp:revision>388</cp:revision>
  <cp:lastPrinted>2025-12-02T00:08:17Z</cp:lastPrinted>
  <dcterms:created xsi:type="dcterms:W3CDTF">2024-03-19T02:13:08Z</dcterms:created>
  <dcterms:modified xsi:type="dcterms:W3CDTF">2026-03-09T22:41:32Z</dcterms:modified>
</cp:coreProperties>
</file>