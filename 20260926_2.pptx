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6" r:id="rId16"/>
    <p:sldId id="547" r:id="rId17"/>
    <p:sldId id="548" r:id="rId18"/>
    <p:sldId id="544" r:id="rId19"/>
    <p:sldId id="545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7" r:id="rId36"/>
    <p:sldId id="564" r:id="rId37"/>
    <p:sldId id="565" r:id="rId38"/>
    <p:sldId id="568" r:id="rId39"/>
    <p:sldId id="569" r:id="rId40"/>
    <p:sldId id="570" r:id="rId41"/>
    <p:sldId id="571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1" r:id="rId52"/>
    <p:sldId id="582" r:id="rId53"/>
    <p:sldId id="583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17"/>
    <p:restoredTop sz="94618"/>
  </p:normalViewPr>
  <p:slideViewPr>
    <p:cSldViewPr snapToGrid="0">
      <p:cViewPr varScale="1">
        <p:scale>
          <a:sx n="111" d="100"/>
          <a:sy n="111" d="100"/>
        </p:scale>
        <p:origin x="17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92843-3CD5-73C8-7A94-0D9B230A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E1206-664E-7C0F-6D97-80DA057F4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920D1-8D37-32C4-4152-AF25B8564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5140C-6963-F0B0-6E35-8166A2A68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91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18EA-A62A-74AD-478A-8BC52092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C8736-67F4-5B90-D00B-B752B8121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4CCF1-8CC0-DA98-5AE1-715B9C104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24CD9-DC7D-F17B-76DB-C42E213B0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10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1FA5E-B680-99E8-F92F-A8E99B7F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0EC6A-B12B-ACB9-BFA2-6909B9947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86AE0-3B9E-77A2-BD7F-6619F1EE2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FD970-F696-4D43-ABD4-C3951F4C4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71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F8FF7-CA62-7729-8430-BF72F475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6768F-634E-3EA0-E511-394F1B926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D4337-6D3C-5345-8936-480144281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E9AF4-18D1-EFC7-98AF-1A5B56B57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27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D9422-B34F-8376-C725-944605D1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B6345-68DA-7CE2-9F8B-8807B50FE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79DBA-1862-ADBB-5E21-17DC7E8FC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2F499-D4A1-A817-1B24-7E60625C8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73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2EB8-B741-DD84-25E1-7169ED4C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5BCC6-CBFF-553C-1898-59E5CAB34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AF05F-BEF0-C94C-9BFC-AC9AC11E6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9A35C-8755-3BEB-E501-F94CC65A0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83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EC3F-620C-9206-7506-36B8D81A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47098-118E-A35D-3851-FC6F11C7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F05ED-43EF-24C1-A8AC-2B41D79C5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AA23C-0D79-5FF7-ADCE-1BD46F95A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34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6FAEA-B9B7-934D-D252-56D50AC8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5B094-DC84-0673-9E55-45EB5B2AB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AD33D-300F-E18E-3E27-B1835D57E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EE1E1-D66D-44CC-CC55-01B9F9353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84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C3B2-2111-E227-0170-A67C9AF9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3F398-0B4E-6F4D-6CC1-51FB09D4F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A706D-793B-D688-CE6A-2E441066D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28169-0307-352F-2930-625D567F4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02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5C0C-42E7-5304-359B-7917490A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7E1EA-385C-D89A-773C-DE2BEA31E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D04C5-449F-8978-BB2A-8BDF5B7B4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1EB2-F55E-3823-25B5-6888BD9DF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28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476D-3C63-F749-F58D-C93D1C51B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7E3D2-8477-C952-270B-AA14873F1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0BEC1-95E4-444B-B9A0-2F11A26F0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4A641-5FE2-EB45-2203-6819DC421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60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9AE9F-4EA2-3E6E-469D-12B90B36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F4A34-6FF8-F444-C28F-CA13D30EE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F55FE-57DA-019C-A7EA-BA6C291C8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7FEF-85F5-3385-1AAA-107CC2387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77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02E3-0AC7-4A7C-56D0-6BACE1EE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9BB34-7EC2-0145-87CB-813EA43A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98220-C7AF-9504-66F1-E4892B4E7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58F4D-5A92-935C-6032-D95220B4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50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B3A9-7E16-D106-26CD-D0F5976BD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347B2-7EC7-43B0-76D5-D91C0BE7C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C80D1-B2FF-8913-1BE2-8DB6C2948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A34FE-8F34-0885-64BD-CC83C2E61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21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B0C7-2711-51D1-63A8-3654C3F3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5BEC3-8DEA-4960-8FF8-C09FD15BC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389B0-D25C-4C6C-C13C-EEC50A657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3C4B-F4B3-04A0-7379-0F25C80F1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11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57794-F620-0773-B387-139A3A02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77740-F476-12F0-8508-589FD95DB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23B7F-9D97-71E7-0011-754565143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4C91B-FEDE-D1A1-3DFA-BFFB783BE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0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8DC6-112D-61A1-9778-82A192A2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33705-B85E-314C-F5EC-3E89BAED5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1ADDF-DCE1-50D1-C375-380B4A347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1E41C-7ED1-C4AC-7301-5739BBB75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978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C8E5-9C9C-B24A-A924-B8675BEE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D6A6F-E557-95A7-B711-D073974A4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C2F7E-4AE4-1375-EBFD-B9177BB7D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46AA6-6A17-A143-CEEE-0EB5D43B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53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05D4-1783-1483-E7AA-66144E72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62423-8F9F-CB09-B6A1-0945664FE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BADD5-F497-DC94-6DF3-EC769D81E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086D7-CFDC-4767-0601-F4973791E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40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3AA5E-CD74-B821-4B52-FAD0CEC7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C7890-0E80-0CE4-8B32-1DFBE210B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1395B-D988-B1A5-A385-858E36865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7957E-294E-6FA6-1F00-56810B7F0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984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D92C-0A67-4A51-6658-DA1D70126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C9901-8B04-719C-46E1-BE786683D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B11CA-EFE4-0E2D-6D34-15D2DDEEE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0579F-21CF-4431-A7B7-46AB780F2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24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E62F-44B6-5F31-A931-4BB8222F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60217-924A-C3DC-184E-A426E9028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760B5-CD31-8F0E-1115-4942816E0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67639-54C1-C81F-5B6F-18FBEE744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889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EE6F-013E-46F2-5A29-497AC10F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7F144-4278-7C4E-DEB2-E7FAFD6AA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29ED9-B480-3DA7-88E6-AAA67F4C4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C1412-5770-2B2B-4DFE-1DFD24B21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94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46CD-A584-EC7A-D336-B0DBBD144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BF8E7-0B42-75C9-DC4E-EA2D6466F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5BF3C-4C27-5774-4506-26896634D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B48BA-1A06-F69F-289F-75B463FE8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071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58685-8327-7ACB-9144-B0F6D6AD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4F7AC-C27F-CCB3-D81B-968CEAA45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FBA19-F131-4A96-8784-71C13C649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61753-BC64-C852-0C60-5298D23A5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76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85B91-B11F-BFDE-ADE9-28944AEE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417AE-1919-C3FB-3816-1279F4332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4A82C-98DD-EE74-4668-4EAF54D23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84E9B-A8DB-3E95-871B-D6E258EEA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62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FEA4A-2472-74B8-EA92-1E45197A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20996-43A8-A27F-A1CF-C6D3BFD47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8AE85-F10C-BC6A-06D4-9051706EE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0773D-56F9-0C35-4B46-F2B731B0F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18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1FDD-A972-2934-B465-9E7DFC41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75125-7D87-1A47-1284-B51AC1118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B0882-E5A9-EAB5-9369-A7A41B9CF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89276-50D0-DA00-CF45-11EAC5B7C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320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7A8B7-0751-507B-4435-59BC8B08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98A05-763B-0D73-D8DA-56A16750E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D1CC8-F5F8-FA6B-622D-E3DE93642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E92D4-8FBE-9126-17A0-EC3A05E5A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00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BDAB-C6E2-916A-6BDC-56CBBC27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CA714-9C5C-FC3A-9350-15B63EC66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0CEF4-0462-C520-26CC-1DC898E3A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A5C3F-C0D3-622F-71D0-3CDBA26DE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955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B0FC-4D23-BA96-DA8E-758F62AEE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FB071-5FA4-2C5E-FB34-3D7145792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E3725-8FD4-925E-DD26-516CB268E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4073-752D-DB8C-9E01-845A1F256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460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3D06-6B80-BB9F-0ACB-CF5CC7C5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D1A33-8153-B00A-62F2-617CD9F4A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EBCAE-1F10-46FB-E014-E7C07A95A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A8FDB-341F-53E4-0A84-E6D20413E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99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6F15-640D-D601-C799-6E51F666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6DD10-3FE4-1F2C-87CF-DB124BFBE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038B0-5928-09D6-0D2A-BFBBF904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4DB1F-4DB5-B4E1-27E4-7EE409C2F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298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D1848-F4D9-187C-1126-0021CB5B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B21E4-C651-7575-B4CE-161228FAD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D3997-9E20-FBB7-D2A1-F185DE9DD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C2185-EBE6-CA53-2F15-0C35D00B4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345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F425E-54ED-57F8-1868-E7B3BCBE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DEABE-BB6C-EDD4-9EFC-998F5EB41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D1EFE-7699-5BAF-1E05-DD69FF3B0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88FCE-4854-B56C-7EDB-F9EF951F7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072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0282-9CE0-AD29-DD22-5DC5EDCE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905CA-C744-232F-B7C6-A809DFAFB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44A64-30ED-5E41-3555-7ACBC33E9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E2A6B-8DFD-F48A-E527-B33C4B85B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80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CD85-76BE-5109-824D-4CE987DD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40F93-529A-DAFE-64AB-D328A50F2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78E35-6325-396C-FD22-C95D7E198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186E6-6C3E-445A-8B95-F09719A0D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791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923C-EDC3-649A-B5B0-DD083142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17F8A-9863-718F-9C73-4B8EE11A9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A5EC4-21F4-C962-B311-47C33B2D9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1D795-00C7-8447-396C-885E76CBC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89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8728-DB48-59B3-0ECA-9CED568E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658B6-48FB-6563-75D1-F96A880E3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B4BAD-7C1E-561E-99F1-8BA72E16B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40727-8CCA-4ACD-AD95-1F91C1F59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382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56FD-CA41-1AE5-FDA9-4D33FF90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B0168-1315-D9AE-25C8-AAC5DC2F8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F751A-1C60-C4CB-2A0A-E513D6D1E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9E47-CE8C-5B0E-E489-990CFECF9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316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7A22E-3B0C-3606-AAFD-5A1BB387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CE561-2E50-9D13-0855-241E97EE6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A50D4-DE31-CFC3-7A0A-70E8D954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1E8A5-BEC4-63E6-7651-B303FFA9E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15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9E5E-970F-0156-A37A-DF756836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075BF-06BE-04D5-E0DC-EF2F94B19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A96AF-9567-FC80-9384-C976DE44D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45990-157D-3A6F-AC89-EBEC4C68D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504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967D-F446-84B3-9C96-A1F4D81C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EA7A9-C335-F64F-6E6B-BED7C73FD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1BC38-96EE-A948-6C73-8E8F2A6BC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C5052-7095-0F37-5BE3-8A813AB7A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483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02BF-7625-B6F3-CD89-F37333218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5332B-E784-DF26-50EF-DF9A6B75E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C3168-3C7D-73EC-5B7C-6E310B765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9D5C5-594C-1F67-9AC5-93A848CA8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238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349D8-D1A7-2E73-E5DD-6A8CD22F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DF920-ADC6-5268-1973-DCCFE5BF2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937F3-12EF-B7F0-553D-8C899314A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E8A96-BC4D-5EFF-5846-4CE39B348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252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956EA-E85B-65FC-BBAB-5929E6FF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7B065-93BC-9D47-B3A8-36C60D685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0FFF9-81F3-4D21-CC4F-37C15DEF1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50B96-1C3B-B2F2-27DC-F11B2037F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046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7439-DCB6-7E71-70CB-C22A9F3A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4DC63-7948-7395-3036-B1A9330A9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D65BE-6B69-DF35-12D9-0D60B4148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10F5C-1735-6218-F19B-D4077E9A3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936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18B2-68C3-D70B-4F43-F46425EC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B2A4E-2E86-BED5-FFD3-08AF69681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EF214-9ABA-D859-A11D-72C8ADD70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9CA4C-DD73-492D-3717-5CB926D2D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576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17A0-8D49-1DCA-531B-230E0E100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B9E7BF-2FA0-B22C-8B7D-85F00778F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569A6-6626-BAFC-6CE9-224A6DFD7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57E10-6286-5C70-02EA-13765CF65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040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0119-855D-2BDD-8791-7219E9C6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92BB1-34DB-4916-93E3-25728FF9F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745BD-697B-9495-FD31-23927C69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32698-7980-849A-A907-E1416052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74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F4FD-9B84-ADC4-8A84-B399462E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6CD74-47F3-B797-EFEC-A07105C81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4DBA2-967B-DAF4-A95D-618BAFD62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313FD-C5BF-074E-5630-5A88EA838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634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A7242-FAF5-AC53-F39A-9CDE1BF7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F9CBF-7C5A-C1C8-69D3-93F009DEC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744F8-D23D-05A4-A505-04FCC5D09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27F52-9809-7757-9E49-6D25B953E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72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3124" y="5783855"/>
            <a:ext cx="9445752" cy="856562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8D194-81E0-CC4E-321A-5D08327E48FE}"/>
              </a:ext>
            </a:extLst>
          </p:cNvPr>
          <p:cNvSpPr txBox="1"/>
          <p:nvPr userDrawn="1"/>
        </p:nvSpPr>
        <p:spPr>
          <a:xfrm>
            <a:off x="154234" y="105489"/>
            <a:ext cx="1188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Excessive Success by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sudoku rules apply. A number outside the grid sums the first X digits seen in that row/column from that direction, where X is the first digit seen.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D6C5E-CB66-5076-4370-9999AF5383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0632" y="410996"/>
            <a:ext cx="5342349" cy="5251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89E582-57E4-9B9D-0A62-71ADC3C95CF0}"/>
              </a:ext>
            </a:extLst>
          </p:cNvPr>
          <p:cNvSpPr txBox="1"/>
          <p:nvPr userDrawn="1"/>
        </p:nvSpPr>
        <p:spPr>
          <a:xfrm>
            <a:off x="473726" y="843677"/>
            <a:ext cx="15864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/>
            </a:pPr>
            <a:r>
              <a:rPr lang="en-US" dirty="0"/>
              <a:t>1–9</a:t>
            </a:r>
          </a:p>
          <a:p>
            <a:pPr marL="342900" indent="-342900">
              <a:buAutoNum type="arabicPlain"/>
            </a:pPr>
            <a:r>
              <a:rPr lang="en-US" dirty="0"/>
              <a:t>3–17</a:t>
            </a:r>
          </a:p>
          <a:p>
            <a:pPr marL="342900" indent="-342900">
              <a:buAutoNum type="arabicPlain"/>
            </a:pPr>
            <a:r>
              <a:rPr lang="en-US" dirty="0"/>
              <a:t>6–24</a:t>
            </a:r>
          </a:p>
          <a:p>
            <a:pPr marL="342900" indent="-342900">
              <a:buAutoNum type="arabicPlain"/>
            </a:pPr>
            <a:r>
              <a:rPr lang="en-US" dirty="0"/>
              <a:t>10–30</a:t>
            </a:r>
          </a:p>
          <a:p>
            <a:pPr marL="342900" indent="-342900">
              <a:buAutoNum type="arabicPlain"/>
            </a:pPr>
            <a:r>
              <a:rPr lang="en-US" dirty="0"/>
              <a:t>15–35</a:t>
            </a:r>
          </a:p>
          <a:p>
            <a:pPr marL="342900" indent="-342900">
              <a:buAutoNum type="arabicPlain"/>
            </a:pPr>
            <a:r>
              <a:rPr lang="en-US" dirty="0"/>
              <a:t>21–39</a:t>
            </a:r>
          </a:p>
          <a:p>
            <a:pPr marL="342900" indent="-342900">
              <a:buAutoNum type="arabicPlain"/>
            </a:pPr>
            <a:r>
              <a:rPr lang="en-US" dirty="0"/>
              <a:t>28–42</a:t>
            </a:r>
          </a:p>
          <a:p>
            <a:pPr marL="342900" indent="-342900">
              <a:buAutoNum type="arabicPlain"/>
            </a:pPr>
            <a:r>
              <a:rPr lang="en-US" dirty="0"/>
              <a:t>36–44</a:t>
            </a:r>
          </a:p>
          <a:p>
            <a:pPr marL="342900" indent="-342900">
              <a:buAutoNum type="arabicPlain"/>
            </a:pPr>
            <a:r>
              <a:rPr lang="en-US" dirty="0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8533-4F8B-EA6F-414B-4D2D977D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045AAB-76E4-B61A-EE4D-812FBFC345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Using the table to the left, the possible run lengths to reach the given sum.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D505AB-9406-FF62-6C30-BF990C6AD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6B8857-52E3-5AB3-DC50-7436A6649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5001D03-7656-DE37-0C18-E071036E7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2E806C-7DC1-F4D8-59A6-1D27922ED4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41E7FF-E8F8-8160-3E09-89F08108A2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FA79B-729D-56FF-61B6-FD5802F8572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F8A462-E48D-211E-84B0-26860C16796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B086B9-BF15-9A31-C0D7-ED703DC1455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547A20-BCDA-EAEA-9FEA-DB4C7C981F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5135C-718E-081F-A655-14FC7ACEC28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493A63-A26E-23E2-FD6C-47714409BF5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344E6-60D8-0C92-1011-D45DBEE3DC7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DBDC4-DCAA-1E50-B7E4-42DDF728360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268091-FEDB-62FA-1CF8-00A9BC6DF6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6E8BF-2504-CFAE-823F-5C8EE7B5440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4ABF3E-E472-4E4B-F316-F1FDD8403AF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84551-E435-3880-6457-1983EFE1482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739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DA42D-6080-5E22-A39B-0D1EFD7D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9373DC-6337-CAC7-7232-4E9049F25A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0A5A5C-1024-B2A2-8833-911CBA770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D03F2A-A01A-8F4A-AC7C-359BE832A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845C60-B918-B9EF-80DD-5170E2043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897522-F55C-AE87-65A3-C4012C4BC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DA7C7D-4FB3-13C2-8F00-52911B1C736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F420E-DB3A-15F5-59AF-6BDE6F3010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3A6F8-B0DC-5D6E-8123-EC688BE8974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6065C6-270E-DB3F-39B8-1B879CFFC44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E8ED5-F4D1-40C7-1443-DE9D9980CD7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185F3F-8E44-1035-3EEB-3396F4A8146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4AB6AA-D714-EBF1-D78C-41C274CB370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14137-58E5-DE81-3677-972A37F1726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E63FCB-CA38-5917-BB75-522188064F0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94763-7B9A-5076-BD1D-394EDBD3483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1B86C9-4C3D-72EB-E224-002814B63A5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4A45C8-87E0-36F1-D72C-C491B119B24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CCECB-83FD-2015-9D14-F3F065F159B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23518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A819-F977-7700-393C-B60EB0BF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2C033F-2250-9813-4FA0-4A48A49521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While [9 in 1] is possible, it wouldn’t start with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EB1D41-413B-C9EC-F30B-BDF18C173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B839F3-1C51-4432-4C9A-F96349F3D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E5B8F5-4D94-5FD5-7721-DFFF54D4F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F3C824-6D15-FD1D-4DC5-2E2F24AF9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0C74E4-FF21-714F-4EB8-F3FEB1A500F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6FF7DB-A251-8B99-DB16-89D9D39BC1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50729-42A3-5DF2-4806-A3F9E88ABC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77EA4-DDE1-9EC4-391F-856D33F3CA1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CD4C4-66CB-5D65-7841-E5CC10578E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0D523-CA06-EEF1-9C81-6F336ADFB8B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F7744E-9A60-7EC4-B1BE-3942F2DCE55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DE83D6-C523-69E9-FBEE-A38B9F296D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0FC190-1B9B-9973-18C6-3B8D9277EF8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E6E25E-2CC5-CBC1-7596-3EFA96E1831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3EC607-EF18-BEF2-82FB-2416A4C8415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A73E82-FACC-08BB-D9CA-BCE70090594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A5D3B-C87A-F10B-5B91-E16F01B08DF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2860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C112-B0FE-0F02-7D1A-0975EDD4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20DEA-7190-86BC-D97F-C5CAE0B40F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234/34/23 triplet in Column 9.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A68E2F-A33C-E118-ACD5-D34FE3E13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02906B-336B-18F1-5E5F-F954CB42B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888244-3148-BA13-B604-8E523297C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BEEF2C-F00E-89EC-2F86-52294ED6D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765CF4-BF5E-CF5A-D127-379E97F378D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82A83F-451B-9676-678C-EF53BC4AC9F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9FE1B-266A-42DC-E5ED-F44EE4B6E62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2ECDE-167C-3FFE-D101-53E0045E2A0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257866-1943-2AF5-4479-773171EE6D2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327E3A-969E-608B-22CF-565A01BC8A4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FA28AD-19DE-88D6-DFE7-7B94E6B621F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7FB9E-AB95-88CA-F66B-5E13B6D6D93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EA4A03-94E0-FC1E-3B6E-38C3565E7E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343F40-77E2-AC9A-68A7-4642446908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840AC-A4D8-C1A7-342E-C7ACAC29667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0810D-91D3-EAB8-B880-9F05A80BEE8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9391B-DC75-56E6-6415-56808C77C46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7965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B5E3-15E2-A594-EEB9-12D36FC1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AA111E-C99E-CE79-C697-3A682F01DD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3, [43 in 8] would include all digits but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828BAC-F6CC-D175-C6CB-546DA2D70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278DCD-91C3-1D85-C68D-C106E3D23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CB0A08-7C56-DD21-76AE-963790CC8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3D1296-D318-FA0D-D582-4FD435976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A14A5E-B538-D1B0-C7A3-0BABA596D36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12C7A-B5F3-5DD2-14DA-17E101B0119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2ADD0-EC91-75CD-72F2-5B63B9BAB51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A9358-1AD2-3722-F200-254384C295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0B6782-518A-627A-5C57-A94C8B89458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3260D3-8A7F-1008-D2FC-41857BEABA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0D9C4-662F-6761-AC1D-48C17591420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DA119E-F5C4-CD6B-005C-E4B66A3CC1E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AC6B5-F627-16F6-86CC-2C435627D99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321D5C-89DC-1454-7795-4BD1D461E7A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47622-334A-F093-DA63-069D0AEA64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B6C78-B18A-CD61-F1F8-725CF22226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BDE9A-51FC-44FA-086E-3CFE6C1D82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DD3DC-90BC-305A-365B-E4F45ECC3E6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15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38B0-CF3B-9E02-09A1-EDBF889A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BD3BE-C08E-E45B-EA70-50476ACB42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Reduce, repeatedly.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AD500F-0112-1E48-F513-C377220EC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73993F-6802-5BE0-09B4-5837E1A58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D4EF1E-7571-A445-F29C-683330D93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5D534F-7356-8CC5-C355-9F555E09D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712A36-9763-AA36-3BF2-C72CD017FC1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1E88D-46AE-0241-A223-EA4DF5E96D7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48071B-1229-FE63-AB2A-9BD1EC0C743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C10CF-0883-FF25-5C8E-52E61B32F3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AAE380-6DA0-A3A7-2803-2C461D7FF1D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3AEFDC-EF68-E679-6F7B-4F51E7CA04C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AED80-B96B-8007-255B-8D5A8CC96B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6C0A0E-6D1B-3D20-01F0-570E8FD471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4FD3B-6105-F18D-4B33-ADBAA68140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3F570-7622-BF9B-0748-5DB83B28D74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97917-224F-7B36-E8C9-671B4436989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8A756-4472-2855-745A-890151A9E0C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177791-E7F1-13D0-33D3-0F2D1133DF0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2DE5A2-749F-DC18-3800-3C1D018C2A8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0805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A295-2C35-CBE2-9D86-E1262F25F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B3CD19-A843-C7E2-64FC-5107B04CD1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[20 in 5] -&gt; [9 in 2, no 2, 3, 4], which must be a 18 pair.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EDA152-3EDE-E5AB-71F0-D571415E5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D0DA8D-CA29-8415-8B6C-AC52A9EA9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649E6A-2073-81DE-1465-E814C6BB0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40725B-115B-1207-1A2F-DB98B435D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6DABF9-78D2-39D1-1D21-3C31F4A5310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69B504-C036-E351-D5CD-3782DE663E3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05B5A3-81C7-4A0D-0BB0-C1E8798AA64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5F103-2FBC-6F5C-8CDF-C1736C8FE73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C8A58-B9D2-F66E-CA5A-2ED596DCEAC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0A67F3-F8E3-49E3-2FC1-D4EE6CC569A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548BE2-FD3D-4C14-D65A-F1146A28BF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A798D-ACC7-7464-C3A4-F8A1E593183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F08D7-892F-3636-586F-C8651A885F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A4C92-9DEC-D66E-9F4C-62EBAFD17D4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035864-EF9D-A7A2-F962-5DC35D33E6D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AFBDF-1BA2-2EAE-4E53-0F2266D6FC7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352692-E389-1DB8-5F5C-E7C2DCE12B9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C1235-DDBA-6A3C-6C09-DD4F0BB169C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8F3C1-8A2C-36C4-2449-78E78DE4248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920520-A6E2-F414-DBC1-9B5EBD8ECE2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39286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A28B-52B2-64D0-EFE9-A31F8529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FBEFD4-D019-0C06-CCD5-BBF031584A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9E6204-C832-678F-C7A8-26CC4DC12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06D8AC-3706-BDF3-E91C-AD57DA50F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AE09D1-20C8-B409-779F-0DC998A3F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43F538-C4BB-B9EC-E3C5-F524105FC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471D13-CD2E-95C4-95E5-BB1CA00A11B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9734A-3118-E4BB-011E-DEA6601800E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AF5CA9-8257-60A5-01CC-08CAFCB8F5C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99C26-CE0C-EE76-07BD-40B959021D9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081D61-E1D0-E2E7-E90A-130D9627CC2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DE27D-8E47-D10C-2CA5-DC6BC8504F3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6DB45B-9067-2582-129D-3348CD103F7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B17D9-E13F-64A6-8295-506AA00F9C5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8E876-D480-DC28-2040-7761349D4DC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8A40B-9E0F-F125-DF19-91504F9AA2B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B8DB3-75A2-F41A-9887-93F3167B530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69646-5FD3-F476-AA79-18B1FFD94D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FE8176-FBE4-DF06-D7CA-FA53F2BBFB0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050060-C749-C4F8-0C38-452B09D126B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774C8-926F-67BD-F968-B51699095E5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FB3C7-385F-63AD-7371-BBDD7B00D01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9FCC2-4D42-20AF-5C53-CE2583C63E0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6472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B9A5A-4F54-5FCC-D60A-33047CB3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5EFAA2-FFE7-B922-BC54-EB1F310EC4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[11 in 2] must be 29.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E33DE6-7394-8DFE-14A3-9A39BBA85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2D17BF-5AEA-66F6-4AD5-44A62D618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8E053D-BCB2-1AA2-EF86-DAB9F26BF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6690E2-0C95-46AC-46BC-3F9660745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EE0F8F-7F95-5A84-8E7B-254DF563DE2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83FC0-1FAF-35E7-3789-E678634B272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7161CE-A23A-053E-AA9B-C33DC75C645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7554B-C26F-46D3-0DE8-D2083487718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7834D7-5ADC-6898-32C4-FB24C3B951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3E9AEB-6BFE-BC24-F443-BA4116E4165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21269-660C-9E67-34D2-B0B7FA6615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28D17-55E9-42D9-F771-69FF9F2E093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CBEF1-8616-20A8-1ADC-32DD46E5087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3C87F8-C72D-98FD-0032-F88E13E8633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D5ABB-CADF-FA35-D5C2-0C8F1E5D76A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9FC52-B230-E255-3A73-6B3C3EE68D2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D67F1C-9039-E43A-ED32-B472BEFE3C2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D2E1E6-E4B6-8E24-4221-8EBB2E6ADDA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9B609-9F68-4A53-B3D3-05B392B15A0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B8419-7C86-3682-B8B7-80B3244F174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58F24-DC50-D0B0-3FC7-F2DF2BE84C9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B2EA70-D14F-99AA-A095-FBC60AE399C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07356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FBFB5-D553-6346-F2AD-9DF4CBBC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26A8D4-A40D-F71D-D2F2-8565E5593B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[23 in 6] could be 123458 or 123467. However, we must use a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54E42F-1BB1-4FA2-F897-B7862A06F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E08E5E-D375-423F-C461-FE4767391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0FFED3-1CB5-50BF-A05A-F2919D2D3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FE4BE2-F2AC-D7F1-71AA-E2B8EE15C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18C223-0BD7-B5FF-3D53-AC261B78368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877C5E-82EE-680D-1A08-ABF94706DB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A09646-1F9B-CBB8-7E6B-3C63AD26FA5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2C7A-84D1-984D-DB08-D77F7D6065E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48FD5-0F5F-2DCF-A353-1F3440ED9B7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EC0BFA-5393-AB03-95A5-552EF32F43E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11ABF5-C9C5-F966-7698-D23E9E2A7C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CB69D-8EC7-AA77-7E9F-E9F39D07D8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54841-286D-BC72-611A-3D99D4B5D46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43FB0-C3E7-3D20-C841-5B4E1D66FB6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8EB292-6606-FE6C-FD69-0076C27FBE6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5AD374-1580-77F1-ADEB-1F40B0C3BB4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AD3C79-5C53-DB3E-A04D-35D14D2CAA5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8D1225-B138-94E4-3396-176EE873C4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D15D8-7D17-5D49-9691-FD78B9E17F4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BD1F3-F473-E540-ED3C-7DDBB64F655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11C0C8-0F3A-F958-1E31-F658FC7D104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2EBE0C-D8FD-9174-3F2C-B0597EE421F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DD780B-364F-4152-641D-DD55AEEE977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B5A2F-9692-7489-F5D7-C339B2CBC72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82038C-C1C4-76FA-127E-05AAF7919DB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7045C3-6E8E-B03A-2E2A-AF808F7049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10FF43-715A-80A5-DE4F-F04637569C0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8D8EDB-04DF-F26C-4075-DE3C6428C7B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C49E6F-748A-8DB5-5E58-3AB386EFA3A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46ECC8-839D-F502-0A08-89B79BCFB14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167177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39F0A-2034-5278-98D5-4CFBEE2D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891596-80A6-0C51-AEDF-439A9A83C5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2C61D5-1CC4-D144-5DFE-AF6B770E4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D59B51-9DB2-0ED7-A130-641484164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2E2AE7-CA18-D5AE-A5F8-C5ABA847E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C8EBB9-3FEA-7B1A-8909-70F9B8AF9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4B9AA6-DD72-F81B-938A-F83FED93158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18DEEF-1E6E-18A7-9C11-8550163CDF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95FCD1-EA86-533B-7038-58DB76E0265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4C268-9366-1CD5-5B77-5CFDBF7A31E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FB7FCB-9788-C990-057C-C51C67430E4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35D2C-A959-FE3B-3D8A-53672082AA1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9E0776-9524-47C0-A05F-128A3B84E62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E7D37-C221-4E13-F5CB-C313D9F496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28A27-D1CE-DFC4-AC88-352232C6D21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64AE3-145B-CE39-B639-4E6C5ECDF7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B80F6-30A0-5764-A3EE-76EBA02BD8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66E9E-E6E2-1DC0-38A7-5B37CF7027A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47BF13-0E04-3F5F-F7F5-38529A82D1C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5BA36B-A553-6152-01AF-BEA896A16C3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5EE02-B100-A9A7-3B6A-F3E0E9B0D5E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8E5C45-3816-4EFB-8D08-C360B626FB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AA8ED-3882-2048-3B9E-30E4CF2C4FB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26373C-098B-43B2-FDC7-F6541873546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A7877-9545-4630-4564-DA5B2BFDD73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ACA6C4-9A55-3B86-5D10-B57B0039D6F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370F7A-F51A-F373-DBB8-A95153E5794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B85E5B-DEFA-41F9-CA83-96543C20910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27D815-29C0-C251-B5C3-34360C330A6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84FFA-B81A-DAD0-3DD9-DA7FA0ABE8A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608320-B7E4-0B89-7D15-E93ECDD4A6C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DA7025-4F9F-ED74-8E9D-CD858487C1B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320985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E588-16FF-007F-1BAF-11948692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5B961C-2DF4-24FD-A15E-831C82290C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[9 in 3, no 2] -&gt; [6 in 2, no 2], must be a 15 pair.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963CFF-66D0-3D92-F23B-01B6040C8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FCB956-5FB6-AB61-2AEE-D32D853E5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CF4D90-D7DD-761C-21BB-5F3074EB5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742873-6E03-3B4B-4506-E736FE6140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6788E7-63F0-321C-079B-F47A5F49715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0C4DCB-D266-C5C9-F339-B57265687FC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B12E81-C580-47DE-555E-E52D52B376A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0D3B13-8866-4FA2-9150-9A7E4BBB9B2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6FB7AB-4328-CCA2-24FE-9BBEE6E4EC0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5C9ABA-1550-BABA-3154-D4C6FFD60D3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2809B8-B049-0A44-C7B8-78376BCEB1E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3E956-8759-6118-77CA-B952183FC30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DFF2A8-4E08-B28E-B4F5-4A64ECC4F13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CBF40-8AD7-2758-400C-6E6CFA789C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FA39-C032-1D98-D4D3-C6E0FA49870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E40320-5350-8EB8-D4A7-1E9111BD8B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AB8E7C-883F-B418-27FB-706003010EE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B8777F-2506-4C74-72DF-8580BC4B81A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16980-B484-4411-7169-C99CF8C79C0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F7CDE-A559-EA8D-C65E-68C76EBADA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D8327C-6F8F-1428-3C35-BA8BEBE8C54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A57D4F-C421-8B2A-4ADD-41DC374F0F0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6FC28F-DBC3-7FB6-E0EC-609E1E88A4E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DCFA96-D0AE-7EB1-89A2-85194B7F8F5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C116DC-E02C-FF7A-16D2-512D775E514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DDC420-5256-C7C3-FEC9-D86B2BDD33E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00496-EE19-1041-800C-1322B6F9136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B24337-C9F6-4782-5EB2-551070E428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4409C0-D7B1-09A6-3E55-640C94D2C89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167550-59EE-A7FD-2F7A-6DF714AFAB7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F2EFB0-216C-3D17-610F-56706097599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85C5D6-EC53-9A50-5B41-23D127370CC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322426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685F-225D-69AB-F278-CBF0CE9C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136EAE-E67F-1412-8138-6400BD6CD9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76ABDE-67C2-F217-1299-AF384455F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FD7ED4-8FB7-2C2F-F061-011D48A4C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F775CC-62AF-826E-CA15-9CD026FD7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DFE476-6856-D28B-15CF-C4DA2C847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59F039-282C-DD38-40EC-38025F99ECB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B895F4-C3C4-F0BE-6F01-806AE86BD06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904C9-1995-F94E-B497-54A2D98BD2B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A6B5A-DEBE-7BD0-7D5C-C4312D0A165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85049F-85FC-EA9E-B6C8-55FBA13451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B87743-95D1-55E6-0289-92594AD3DCB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DB0AF4-3EC7-27BC-3560-FBD24DB27B3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89457-8FAF-32AB-5512-E28C3E9445F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03D66-08B6-2F1D-CDE0-CF76DAE93FB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1E5AA-0846-3975-94B5-0CB9388A03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CF1DF-A703-22D9-9C99-A00204E5805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645E1-87FF-86CA-C215-C20DE307869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FFD5E0-8637-C52C-C195-03A47D4C05A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706A08-92A5-C246-F02C-A079B225EF1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C2FC3-8A09-F7D7-3E1E-00765C16C2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DEF76-4291-8AD4-F7FD-BC804584B82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6BFB18-FEAF-52BF-4EA1-786A6E611E2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1A5C5A-6ADC-FC99-562B-073066DB3D1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60EE6D-3915-D4F0-CEBB-CB7569E081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CD626C-C441-B864-3FFA-D73B9C43250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B96D0F-5DD9-4E4C-D871-FF0A2BFAC96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37C1EC-3325-BC72-9B64-D8BF88FFA95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1CAC9E-9B72-6CDB-DA9E-A9860EC2574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6A0024-0ED2-DEB3-7008-3BFC090F4B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190092-6761-6317-6415-4A2D07E044B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50A95C-3BAD-30E2-7B01-26BCD841954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DE21B3-9B97-39F3-9E18-6CB2536042D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2611F-7BFF-C04B-14D8-4A5703831E6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3388267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8014-AF30-25D9-1762-0CF67382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623D0C-8D6F-1B37-B831-5682B4D531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7, [40 in 7] must have the row end in [5 in 2]. There is only one way that this can fit.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997D18-1293-B1D4-CAF1-B3BAFDB48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CF9426-5BD1-5E46-8C15-2669F3C18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434B17-312F-3D59-AF7B-044F8D44C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153270-AF56-B226-A7B4-33C28B03B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A93E24-8076-3743-D342-184AF1A9105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59D9D-3142-DB18-744E-83C7E5F410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8CE50-E410-F43B-C893-614884D2762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78498B-B06D-2572-5D26-70405AE716C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CDE2AC-3F32-020B-A406-DF647131C24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486FF7-1796-4BD1-E6A8-16E7543386F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DE836C-E4C2-8410-011E-0C8BC25D655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207CD-23C2-301F-CB13-419BC155B6D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72B58-67A1-6E50-2680-87BFA813CE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6F562-73C7-72FC-2A54-615DA9E2642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95595D-D740-2B2E-C671-B9CC14F3DF5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2C3CD-A75B-3125-8D9A-93325383B9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084704-6446-4BDF-2DBA-D9776A4FB08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345A85-23FE-73DF-2268-61566553AB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24240-9D14-5436-A13C-4EACCC34E22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7A81B5-A500-ECAA-46B1-966D393F1F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E447B-8D39-1A6C-3B4D-577AD144B45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D4AE12-85CE-4D2D-7462-ED9E5628338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198A12-77E4-B4FE-BBE6-1E377CD9B8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0B409D-41DC-DD0B-B539-355DCF975BF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BAD181-195C-B467-8C4D-7FD3A43685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F4FB2D-02B2-99AC-7D78-AE2E605C91B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F20447-A8F7-E69F-6427-3C12B3018A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98D40-0D5B-B512-D98D-7D057F971D7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FA1332-F0F5-BEA8-733F-1B496FAC25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3E9CCE-0BED-9205-1B71-7E8FA9C1D1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74DE6A-A450-BB67-09D5-2CDE70DA79B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9F7566-5E84-A22C-EB11-3FAAF70825D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83BB65-DB42-2641-F0FD-0D9EF7727E5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66041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A44A-A1DB-C572-F59D-5EC80836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5D1063-C3A5-647B-A5F2-E96CFF5279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 repeatedly.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AB26C8-2914-5DB2-7FBD-2DD7E5FD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03D104-96BA-8F4F-D2F5-5E4D99CC5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11C88C-CF06-882F-9630-AC3385538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CB48EF-75C0-1247-A47A-D3B18BC4B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D34E2E-6C8F-D6BB-4A13-F99E8F50783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62488-A486-4016-D110-EED119EF69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5CE2C4-75CA-108B-E8AC-D075034291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A556B8-700F-B10A-ED0A-209B247A33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174E1C-EC43-ADAB-28DD-ADA1291E279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05AD4-2DBD-9631-9B21-5D56D5ED3DF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D9872-EC5B-8B5F-C72A-66B0C36C91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FEFAC-2891-2029-CFF9-550D1C86225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7C6A3-BDD8-A740-575F-790385B9DF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F79F26-ECE1-D014-D634-3FEF4A3C6C1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1E203B-A474-9857-9590-90D67B75D8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51F9BF-6DA3-4DF9-9B6C-BF5590AC4FC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C751DB-3CCF-5EED-514E-AA3DECCD61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E8A3A-7227-6D1E-6520-02C77A7D0C3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E15C2-BE90-3B9C-BA99-4B08813974C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FFAED-FDC2-F51F-9CAD-DFA6182871F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A621A7-0197-DF9A-1595-57D3628AB85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F89CF8-7FC6-C8EF-B96B-9E5699BF48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E30718-77DE-9722-ACCE-3D4FEF5230C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CEF845-DEB3-7A45-0840-43F80563E1E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0BDE63-5397-8D01-03EE-17DD52F920C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1F908B-EAE8-6017-33DF-D74C0A3BEF5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8EC9C1-A089-254D-33BC-01B43EAE866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5846E5-B3D6-21A9-A1D0-9E306206C9C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A91C0-5FE8-4EE0-3572-076D79BD270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53932A-FC38-7795-CFE3-0AD0DB9B8D7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5D2B25-BFB3-8134-3394-FC640E04BDC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C8079C-216A-3B98-EA2B-F172D6A9EE8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E2550A-B683-E6F1-F679-D52EBB1A5E2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17187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DDEB-992A-965C-6363-4EB1189E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18686B-15A4-4BA7-52BB-8F31C0D283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8D764E-D442-4D5F-251A-0311D34DA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D05D96-57F6-DD84-44F6-C52AF2092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314B79-7562-4105-A1B5-3C5ACC030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B8520A-CD53-916E-1ABE-4C1A4F61F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77590E-AA49-D8B7-5014-A63717E36D7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B452E5-2966-B05D-A666-31C36248915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9EECB-3F9C-F8EA-49F4-9C207C8883D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398804-B51A-587E-DE70-3AB49651488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9EF1F2-0DA7-6648-C453-26A694927A9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027CA7-17F4-73A9-5DA0-2B2F2961D3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E0146-FD55-B373-B817-4751F21652E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27EDE-AF9F-8EBE-8248-876459E1E6A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B5203-BE5A-639C-9D03-1E5927F8C8A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AE0C-7E72-AA35-4C6E-D670985D085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C3F33-97FE-06A2-1291-D79F4BA3B91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13AEFF-49EF-5F14-465B-0853F635CFB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84282-6A0E-4277-FA6F-67CF09AE115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CFCF1-6042-11C7-18E0-F5C75311EC2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0E0C3-35E9-83AA-B858-B1C8984D258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987BCE-99CF-1994-BB0D-50A93607DA4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377749-B92B-A4E3-462C-048B6097AD2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BB306-A884-9D8E-E3F1-BE6455ED499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CABAC9-AC71-7AB3-B333-D431CDABED0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E6BB75-1727-912B-5C2C-C9E4048D01E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86382D-F704-E862-B7B6-7B9B4C4DA10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3CF676-6F81-4563-F129-A1829A1FCB1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8265E5-BC2A-A3B3-061A-2424EAABF8D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42C14C-4421-C32B-F456-F743F797873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98FA0-381A-FB38-2FCB-8ECF06BEA44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A79176-1372-B950-84E7-D4F2FCECD0E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07E733-56A2-8005-9FE9-1E61F06DFC3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4F47FB-069E-AD17-891F-6D2201F2806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0D2F08-6F1D-DAED-455B-3D5AD13DDFF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F39AD9-DA55-618E-DC8F-5A4CE3E02E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4789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F948C-1919-AB65-CB97-C3CF83DD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3FCB47-9481-D97A-7C63-8DE1847C6A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[40 in 8] would be all digits but 5. However, the row must end in 1 or 8. Therefore, it’s [40 in 7], with the row ending in [5 in 2]. That must be 41.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6924EE-7141-F60D-D0CB-A50BA1424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5AB93C-9426-2DAE-00C2-545D2E9F2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5AE27A-2B83-8375-C179-912176A26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019127-4F12-C9AD-4F07-A235ACADE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43BC75-378E-06D6-26EB-1383AF34EE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BD3DC-F5AD-A818-EBF4-EBF8E08C57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1C9B2B-E44C-FF5F-2C42-BA5C92C3A2F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6D9D75-6194-9CC6-D2C6-95AB1C24808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D1016F-2AE6-CB3F-C529-ADC5848BA5A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F93E2-B495-F2E2-1284-D1A25BB1E94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88776-D5A3-1682-A3C6-EB1EFDB139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A0412-07F6-F524-836A-95E3ED7AA9A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24DED-4FCF-5030-8A48-590CA3B2AFE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73F56-DBCD-60B1-E960-5FB744798E8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C8EFFA-20A4-1215-B683-DA348834833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9E14C-109F-E9F4-A1E3-0A18F6F35F1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5238BC-DFE5-092C-CA8F-495695333F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B44C5E-786F-54A3-A0FA-7B2BC2950F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9ADA-F3AD-E3B2-5140-30420BFC2A2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7C2730-472B-B6D9-0E23-BF7AAB5B4FB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891420-A394-AB1A-37ED-C1FD9664025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D591D2-51A6-9835-C3FC-D9309BC1DA9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56AB77-A4A0-3A71-6238-A1934CAD636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29CD22-641C-CA5D-9048-0211E53CD22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D02E7F-D1F8-4C13-93ED-E4E04ED0B70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E1ACC4-DA5D-E619-90E4-F7F6C1D7B7D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3C9E96-1037-AEED-6E7A-8E45B059E32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794FF8-7C77-9ADB-E5D4-8C4A45DDE9C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954456-1479-CF50-EADA-A01EC4EB457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41FF2E-5CFE-F53D-7B1A-1B6DEB5A537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94104E-7132-4DBC-ACBD-6236B27ACA6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C59248-DE03-7CEC-05FB-FEAA12B113A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276E39-5FAE-7830-0B22-C93E51B703A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C22283-5172-848B-5A10-CA6717DE57A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B7F792-C5B9-4D4A-B7DF-832653512FF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936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90504-6004-108B-91F8-0DEE4EDB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8DC8F5-652C-71E1-7886-15C1D24C21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79BCE9-1DE9-30AA-1829-E9F1E39FF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D88BE9-7BAA-7C74-FAB8-2B229E624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66C914-B159-4116-E53F-9B95F4BFC0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6836A7-2DFF-C6E2-95DE-67990EF6D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C5D3A4-D659-E9BE-5C9D-F2AA2509A77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D282B6-7CFF-7F57-A5DE-A2B05680580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D121C7-7094-F7C2-293C-7B4F2EEB4EC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335E61-C1FD-131E-CA83-4A007BF7A7B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58557D-BAD0-1651-3EE1-896C9ED496C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73D58-FEE6-0DE5-7797-6260BE083AF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F18A0-ACB5-74E8-9D60-E5E5770FE46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027687-EE3C-216C-AA76-43E8167ABB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6EC0CE-BC4D-0538-B1B5-013D4245C7B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7056E7-2152-7B5A-70E5-A159AB86AC0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990E58-4D2E-7655-C55F-21C1F86E23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2A7DE9-C146-F5DB-0C38-593D015E24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AEE72E-8792-274C-E9A7-44788BEE7A5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8001C-4983-81A4-C4D8-C3B42C02541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B2B5E2-4E39-8D84-A844-76046E99652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35C9A-7799-E1C1-D42B-32981AB7E45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AF5718-C662-6478-F056-ABFDB9CAA34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1A40DA-5857-637C-BE13-7126D5A1582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49454C-7C9D-80B9-B27D-AB5B94FE05E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2297E0-0074-BCA0-DBE1-D68537A3ADB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822719-4889-8BAF-5DA5-7A295FAF086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620056-D320-FE5E-1477-03E3E741FD3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D5055B-542A-A288-7E0D-5FE82FA1F6B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37EE17-C60D-C7FF-78CD-B53C01AEA9C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89C47-E79D-BF4B-B021-936CEEFD110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6033CB-2CA8-FDDB-8CAB-60CD22F4875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7A286-4520-26C9-A213-034DA824727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E32CDF-C613-A6A0-E506-6BACD70F605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1EFF87-76E0-5594-1E82-3BCD903D957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79C50F-476A-AF91-9B29-2E4C6B09538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3B34C9-006C-C615-F317-315DCDCB7FB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29086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0595-A090-3D00-552D-6DD66A73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1F00A3-FE20-A499-A1D7-9DDBD327F5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[10 in 3, no 2, 3] -&gt; [7 in 2, no 2, 3], which must be a 16 pair.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C26D8E-F199-DCAE-46A5-35A6F388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41D128-44E2-C1B5-747F-4877D15C6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D63A62-2B08-F04B-AEB4-7627765DE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014D21-887A-95A2-637E-DA93A71AF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0CC96A-63A2-4FD9-32DE-D69319BA47F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4D904-DC4B-1EBF-9FAA-2AE722C77F6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AC24EB-CB91-2260-3BA2-41531EA9DE8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D403D1-EF0A-DA3B-B39D-A419666542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DD8535-3ECF-481A-DAF5-6DB73552CF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D85ED-4E27-C119-23B9-4E53114E0B8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FA782-CBB1-9718-438D-09146D5D61C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13FCF9-55D7-B417-A4D0-C2ACEC14E4B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2672A-413E-90CD-13BE-92CE84133D4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69829-8703-20E4-4ADA-EDB30B59C7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1AD66-231E-DF1D-3154-09525AD9FE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B24A92-E74B-9744-BCF9-33AC4CD1248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D34547-5015-2417-F3B7-3EF43AA49C7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E4CBAA-F529-CC11-DBA7-4454FE95BA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EDEE16-C34E-0F7D-68AF-3E6F95DE911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D665D1-B233-857C-70CC-45BE6077CAC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9770F9-F4E9-5F1C-206C-3A03EF38565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6555C3-F2F7-03F3-C18F-A6F68255AA9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2B919A-DDC1-275C-F035-0ECE8435F86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D0DC8E-0C71-DB75-852B-EED94A00863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2BFCCE-BFEF-3298-A492-54076C203FE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F8000D-E716-FB73-CF8D-1A1CEC13506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C65BC6-86D8-64BC-99CA-3D180241310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6F9794-048D-8578-9442-14197D86A06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CC5DF-6BC7-B9EE-7AD7-B2E2A74E20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3B1046-14C7-E14D-2164-51D6355A46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686824-5ADC-7267-B2D0-C62FE470517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9D8773-2CAC-BBE1-7209-39688580273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5B129C-826D-7AF8-F182-25853C943C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4E6C4F-C8B7-1546-6A20-F3FAC8032D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B0E239-CBA2-ADE9-02CD-C0872078CE0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F62625-8191-A882-8C16-D55F02A5E7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48C022-6D85-E0D3-4F33-6191FFEAE20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4212860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488F-6B75-7E92-DDCE-65B45EBF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3D2C3C-EFA1-3558-9A1D-F9203F0EC7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Then, reduce.</a:t>
            </a:r>
          </a:p>
          <a:p>
            <a:r>
              <a:rPr lang="en-US" dirty="0"/>
              <a:t>Then, complete Rows 8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3F83C4-D52F-E9F3-2A52-F0AF625A8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452C7F-58F1-7104-5693-C92051FF3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2C61B4-E7DF-0F60-897C-96C537F04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DCF0D2-629D-BFE3-6C3E-7E841E30D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AF51A1-97D8-05A6-AFA4-B0DB4EAC21A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44E777-1D61-81B0-02C6-ED1F074B5AD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4B33AF-7F3B-EC12-3F6C-89E232AF763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141B6C-CF92-E5AB-CD77-7C848B6380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D415A-1EF1-A50B-C2DF-02874FE419B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46E4C-0785-6D42-6B4C-3120A1A4FA4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0A7D5-69D1-8EE2-AE9D-ECFA2E1750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9AAE7-3F5B-C78A-CF6F-0025A8B88B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39D160-C49F-88CA-CBC2-E81EE7C887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DFD6BF-3E87-8848-BD4F-D825E6633E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EB72CC-3850-5270-C204-67ADF0816A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63235-00C9-B177-2D43-A85D017E949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91E626-E6EE-47B4-E387-6EEEA93B3AE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D70B15-BFFD-2331-4A73-704A090284B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5C4B47-427E-B544-D998-B2DA2739074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7F0E61-F275-F056-BB9B-BB30A988E75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9B8EAC-399E-72CF-6C69-7E2F373E44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AD387-51C3-9768-4D47-03A3E50484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688E3F-627A-E44A-6C64-2E0BE6D6E0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62AD30-8034-592F-5736-D1FD7990EC4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4B6FCF-3430-124F-66D0-ACC4AF12EA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185098-C598-51A1-B140-F9961C8B44F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530A03-DE9E-9792-48A8-5A23E63B9E8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CEAF2-5377-5F76-D3B6-5BC0093C1B2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4503D-1744-9978-A252-68CCEFA74BD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9ACFC7-37C9-91CC-5B60-01AB1814F95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CECE0B-D7E0-EB84-C9CF-B25A79EF982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510024-1410-D57C-ACAA-CC5F6646B5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853FE8-D6C4-259F-37A3-57A5D306712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F595AB-E3CD-7A8B-F890-75AF6E7CA94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4F895-2A39-10A8-FBE5-7F9F3A38271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D2D410-5695-669E-E412-B7FE2738FE4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11D07B-E108-B460-7488-9CAFE437746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84E9C4-2CA4-4128-750E-FBC6855F0A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3174FA-0B38-4E1F-B02A-7C7282625E5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5C1D10-258E-290B-2891-BBC5BD61969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B46CC1-9A3C-3B8A-6CFB-1540D597871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F334C7-11E7-038F-9399-78E7B40ECAB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1676DA-49A6-FF60-19D4-B868A81DD12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</p:spTree>
    <p:extLst>
      <p:ext uri="{BB962C8B-B14F-4D97-AF65-F5344CB8AC3E}">
        <p14:creationId xmlns:p14="http://schemas.microsoft.com/office/powerpoint/2010/main" val="83912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11BCF-4FFE-1BBA-8E54-72ABA925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365307-CA35-48A2-6023-26586B0B93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E2DA18-3B80-8C03-E12E-D2B3452D8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562836-E01C-7670-DDA0-C565BD04C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091237-858B-4BF3-5F22-3B672CB4E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B2541C-A484-690E-97AA-C3207419A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DFEDA4-65D6-800D-023A-692F067A2A7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B0ADDD-B666-C6C6-DF3E-458D579C065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6BEF58-07B2-32A1-4826-81E57B3A6A8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37AE2B-971D-1910-08C8-129B6CFDEB3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21337-073A-DFD3-8670-38B00BA2983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4E0B4-AFAA-4AA4-3D0C-C2FE29D376D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D0EFE-28B0-E364-F57C-B38AD5B106B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59F31C-2F15-25EC-E3CB-DD4AFDF645E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F9FE55-8CDB-7235-D65B-21BEFC234F0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C1BFAC-8464-E692-120C-010568EED90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DD351-9EDF-8A94-AB87-79B516513E9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3CD240-A71C-86FE-10C6-BE7980C24BD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8C35B-C675-DA68-2DA8-61C8AA248B9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BF4835-F989-1CFE-0473-BD9D385A9DC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7A9AA5-F662-87D0-1F14-D5CBFF8673C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7FF303-E243-76B6-3471-2D58A3F781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16D6FD-976B-DF17-B2D2-961DFF18371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B1F6AE-1B20-81E6-962D-9A50E318F51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C73B0-898B-315F-4475-2347BA974C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74140B-D1DB-42BD-64BA-CAF809C77DF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FBA2DC-7693-5661-A515-46DC5F1DA0C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4992F1-C664-3996-0A31-515741AC3CD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058298-0B9E-A0CE-F6A9-A5033DD8887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B8A30D-E3AD-4396-CDF0-4AACD19B527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17618-C63E-6213-EF86-F9E861D7D7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44D10-3628-056D-6913-2EBDE7915A9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E88A79-9F80-D270-5EFD-9903FB2032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5EE445-CDF4-09F3-FB4D-592019D61AB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9D22AB-E981-156A-68AE-0389DCA7D78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A28E63-4D5C-2CFE-7E8F-F40E60BC41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ECC63F-E3D8-044C-8E9D-BED8141A5FC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ACF9B7-E545-8CA7-DB3E-CFDE88B5761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617F70-4FDB-9DB9-DF93-967096B5834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9B3B04-72F5-1AB8-E9CD-A2E46CA966C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CC21D4-F654-2E83-FFA9-28787D82134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AA3CDB-B38A-C3F9-6DCF-F7FCEE17521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6E64BE-A70E-5212-6A3E-B830596412B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DCD845-A123-7818-F469-FFB515E83EB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B28BBD-E261-ACBA-3CD9-B8C6ED7686E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</p:spTree>
    <p:extLst>
      <p:ext uri="{BB962C8B-B14F-4D97-AF65-F5344CB8AC3E}">
        <p14:creationId xmlns:p14="http://schemas.microsoft.com/office/powerpoint/2010/main" val="49745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932A-7F7E-49E4-2E18-10595CF5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FC79C1-29C8-781C-292F-47088E634A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[37 in 7] would be complemented by [8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1E7E7F-0CD0-4EDC-3F85-AFD20A64D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6C3E5B6-1FD2-1AF0-6EB2-0589FB243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2098B1-F4B3-A9BD-5022-B448E7B9A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AAE4B5-A188-41F6-06A9-280231959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F99E0F-4D33-CA32-C9B4-B09723B5FCE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5643D8-3C46-5261-F651-1ADDBCB479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152DD9-43A7-A9BD-C97F-468A2724920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0F20C2-2282-D32F-FA19-4A26BB5C07C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D9C59-EDF8-DD2E-8A4E-0026D10389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196BB-87D1-A805-2A9D-7CC1218B0BF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6F8F37-5F94-EFAA-12AC-DBF2A38DF81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7E8AC-4916-0D0D-B802-2F4FC49C2D0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098B1-AEED-7637-5B72-77F2908D496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6A76FB-C146-4309-D5E2-2228752F78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A99739-E425-02E9-4FC9-7EF73C4C080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34578-010B-A69B-6FF4-2CBFB30E8F6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1AB5D-C2A7-CDF3-247E-20A5A1848AB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FC972A-40FD-CECD-D3BD-BDA5EC9D233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614C1E-9529-BB5C-938B-4D8FFDF66B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0D12D1-940C-348D-91A7-A8A0BE2F1C0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330EC7-4FAE-02B3-6971-281B672050D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F50EE8-6646-09D2-2F0C-07A5F49BEFF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D278CE-5957-EA27-8203-B108FA7F85C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5C539B-BD4A-58E9-34E6-DDB4D04B1DD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D790CF-D5EF-4248-CA03-3D90084400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AF19C1-457C-FC59-ECEF-B7029445BAE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DC7DD2-8F8C-B6BA-7BEF-80C909795D8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BCE0B-9F42-F7F0-BCAE-4D6410C3BC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BC012-7908-A054-9C0A-3E0AA09E07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9DAEFB-ABB0-177A-8B16-EE3AA13BD97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B16D0D-CB04-4FF5-C000-12B8959193F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184284-02E3-863A-A894-FD82996572A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D05505-614D-8045-F04D-FFECF5D83EC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3C291B-990A-26D1-C356-BCE2A123068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EA8EB1-83BE-829F-D2B9-D9B5C3F02EF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FC02C7-5BCA-4643-1FE2-B012F845FA5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EF7C10-DC12-F60C-3E06-F23AB664793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F32A95-4B67-342B-7B68-FEE9DE181F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8DAE4A-8D89-CEC0-93BB-DFC989A10A5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5211CB-9917-D442-22B2-758ED3E90FB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1F1480-9091-F879-7F35-6CE08CCA418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4E5D7B-0304-2E6F-81F2-9A829842F9F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996EA5-69CD-CA7D-DC3A-3CCE6E8D6F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FDF3A5-2B07-DB72-4C49-1032D26FD5F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6C1CA2-94F2-87DE-06F2-6171BF6391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</p:spTree>
    <p:extLst>
      <p:ext uri="{BB962C8B-B14F-4D97-AF65-F5344CB8AC3E}">
        <p14:creationId xmlns:p14="http://schemas.microsoft.com/office/powerpoint/2010/main" val="2935661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A286-D1F8-F22E-87A4-4CD92684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F48D1B-4919-2967-1CF1-113BEFB3B5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FE6EF5-0E13-2349-1FA8-DBF26F2A0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D94FC0-CB28-ADD5-2094-962A073EA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CD2BD8-1C84-C45B-5277-D7DB0FCFD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0552A4-5B9C-37D6-D03F-BD7158B795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25438A-5FB6-4D66-85EB-E8C6B5CD153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E6CCE-3D9D-E150-E89D-90D56813D93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A09035-4775-B132-2E2B-A377BC019BC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17FDF-1347-9380-9786-6AEB34117F4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481B2-8955-E22E-2140-C5C5BCB90AC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9FCBE-9D2E-0E9B-FD5F-DC0EE52A196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7BA32-2842-4791-6D62-CAC3873FB33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65F0EC-A150-BBD4-885F-B0B11122C8D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7F0C9-7F77-9349-86EE-9598D1E3563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471351-071C-BEC3-217B-13F0052CC9C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EC68F-3F72-7923-C91B-BDEAB83D508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7BD9B0-6F36-F4F2-5B3D-BFD62092D1E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F367E5-5E65-28B1-BBB3-9E8912C3119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BD8645-5CED-D328-8996-11752057A45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271A61-0118-942D-C9DA-BE1E7DAF371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6E7D51-A2FD-79DA-7CFC-BC0AB9123F2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1E742D-2F2F-0680-48B6-9F91BA70BE0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36BC8C-D8B0-AD1F-4E54-0D92003EED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7E27B8-E0B6-58AB-0D97-F8B7C43B910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F25265-50CE-3FDE-A817-10298DF0049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52BA95-118E-AE49-310C-87E5AB335CB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59C758-05A4-DC56-535C-EEBB68F4612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7D2426-5066-B78E-8530-632472F3F14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F209C5-4ECC-97A6-0DAD-6C8F5C14F95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8FB72-8635-7B57-D6A8-6B6C67AEA53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D377D9-F71E-9210-ED8F-B221C802B4C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C445DB-6891-2768-D573-90B7157DF76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672EDB-1B43-2891-A639-BBC6D4E1584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6DD03C-1C56-84EB-C066-42E5EB18186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CCFA6C-21DF-6BF1-AAB4-8B6F25360FD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F7C33C-EC75-821C-A3B4-E44D4DEF1D8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E1DFDD-72F5-EA8B-60F7-8D09C7A19F8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89F4E2-4E96-C1EB-D1BD-AFF9779BBDB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68E0E4-14ED-C946-AC6E-123374678FA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031244-4C72-DC7E-A0B9-08E42ECAD68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93A3F3-B0ED-DA05-6D46-706FDCCA65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0554C4-BDE8-B6DB-3200-D7E9C578D1F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31CAB6-4105-B6EB-BA05-50676A2B677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3D9601-BB26-B238-5D99-5AD2B967F0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DB516F-8D9A-5165-D630-10F7635F3D5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D4BE58-BC82-B438-3F0A-66E8A437440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203857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66B09-FF17-981A-2F19-8093260E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86595E-12DA-DAB1-2408-E99700B154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5, [38 in 8] would be all digits but 7—which is precluded. So, it’s [38 in 6], complemented by [7 in 3], which must be 124.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956A13-9F8D-B3B5-CEBF-D0C0DEB19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B48471-DC35-9A07-2711-6FFD20382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061421-36CD-71AB-D9D4-18FA621ED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A5F5AB-1E0B-60EE-6BE9-189E495CC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CA40D0-2659-AFCE-1886-0610EEF8010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A52634-2451-74AE-59AD-730B30DA5E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70F83B-96EA-C9FC-655F-DBB4BB64E5C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31C49-6E15-D3C5-E342-309EE9C921E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DB746-06ED-B842-E67C-C80A0560368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D968F-91CC-1EAB-2AEC-68B7A259142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4D4C0-EE43-D1D0-40C2-605C43A8D28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0AD616-32BA-206A-6190-346D294CAF6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70F650-CC56-038F-3554-06ABDE444D5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AD8FBE-EA0C-9631-CF10-F05CFC749B7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BD5D8-F41A-A19F-95B5-E7531450127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C573AB-943A-EC72-C632-23153889B98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9F331A-F225-953E-4B52-F1843699F23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D12788-430A-1814-53DE-80BAFF1B76E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1787B1-7B23-CD2F-C8CD-66BE9C566EB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C44178-9574-9B0A-4216-E759990694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82C94F-3EC6-E980-8CD8-86603FDFB2C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698D17-91CB-2596-611C-EE4E19FB593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5E9DF0-F664-6ECC-45F3-4651FBD64BB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C06DFE-9538-E134-3394-97D335601D2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74C424-7C16-BD3E-B656-F5F971B63EB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B25ED5-6335-F21B-8AA4-C95DB5CC816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8B86F-2C18-021C-107D-C6A229FBD9F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802FE4-030C-99FA-3973-776F1A9BC3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C9495F-DAA5-3EE2-8CCA-C65548B1C80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39E232-08A6-10A7-7537-0549002C748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380B27-F68B-E1DB-AC50-5ED2538F873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9E066C-A4CA-46F6-7496-4050EE49E8F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2B2A57-F786-C4E4-4C69-838DACEB86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74B6F-C0EB-CED4-C4AC-0BB7BFDA650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A23B1C-30CB-BB30-E035-704C767DC3C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0ECCC9-72A3-B59A-C52F-47DDA21AC1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1AEF74-0E7A-4218-3570-737C3520C49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CCE373-582E-E8F6-4DDD-5AE0D56462F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C597DB-2E64-DCA4-6A0E-F4FEEC17FAA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F61761-754F-7043-88AB-BCBDF94DC9E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E87F24-F41D-53AB-78C9-81A1C192C5D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CC98EB-3C92-C917-307F-91B22BAE536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56F6B-3E15-22A2-59F9-7795741F902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BCC6B7-D221-F96D-061E-639F38BEBF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8D0F84-1935-FC57-8FDA-D78882A8663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2B779D-A7A6-E6AD-57C0-7EEC0B26DF7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3EA76D-55BF-5766-C0F0-7927D14138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EC1B52-6D27-C980-E417-28CA95BA4E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35570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EAB2-F5E1-3A06-96B6-DAC6DAFB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626B43-330C-9A22-8EE7-96F6C5E0DB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FDD07D-7AB8-E924-7642-D38C0F996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66700F-9115-0F38-19B5-0F0F98F3E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100415-C30F-0E4B-99D4-C4EBC8DE9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BB7A64-CA30-622B-66B2-009DC01856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C92B01-160C-E021-0ADF-008EB2B85FD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2DAB6E-0865-070A-BDA9-210589F040D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EB6600-5D0E-72E5-8CC2-AEF34D547EF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E8D82-4B2E-04C9-266A-64FE023FA76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F6EDB-FE27-4A12-89C6-84EBE73EFCD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883D8-9D74-1199-605C-19C40EA0F24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CDEB2-59B1-E428-F106-FAAD4455118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ECE05-7342-F44A-B96F-F16122ED26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6AC533-2DFC-ECBE-D9F0-B257656129B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F0F364-E186-181F-9DCE-26847849A8B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04828-645D-DD1A-BB83-C45D44D0913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6BA087-77B3-9DB2-3C53-A61EA6336B9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8E8D37-C6E2-A91A-6043-05A6277808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DAC201-11DA-B2B4-2692-8C8B5197C9D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955838-8771-DAAA-AAF5-B44C944FFC8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AF444E-EF75-80C0-259D-A284701BA27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FF130C-CA57-CA9D-E0FD-502814E88BC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FEEE0E-AACD-A7A6-D382-2ECC0BA1820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E3624A-EED6-C38C-5488-71710FB30A0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3DCB8A-B95B-FD81-793C-ED36FC2E990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9AC6B7-49D5-229D-54B8-32880AC1282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C476F-3889-F790-F96F-B9E55BD02FF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EBBD8-CD1B-C439-6A3C-EE05E4FAECC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CB8BF-CABD-AF6C-3202-34A486E3302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4C63C5-2F9A-3424-78CE-39CA9AF09F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76064D-A523-3126-208C-27E5A7E246F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7E54FE-FF57-CD59-E937-403FCD09410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744AE6-CFA2-47A5-A577-975094142C4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F47C7-CB58-DABC-03CC-4E9E6392EE5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878812-89B5-6821-A304-CEC24B2A764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E7C6EC-3C59-A345-E651-2D8AA3185D6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23A975-1C90-4B92-F12C-A05EC6AC34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A712BF-55AC-259E-94F9-2960C016AE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FDF17D-0084-9CF5-9D90-7D2BBD5FC47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6DC892-D887-E85B-E9C1-3C624F4F789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8E4948-AFC1-566E-27EC-EBBA15F9D76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FA66CF-D72D-EBAB-74D4-71C2D18B0FC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49027-8C07-15AF-5ED3-83DDF1138D4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BD813D-6014-0DC2-04B7-B0B1168EFA9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627D09-DE1B-7055-469A-0176A35DEE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1A91F4-5DD4-FF28-B7D2-9821C0D74F1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AB6421-EEEA-7543-CCEB-7736D259A43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EFFEA5-4737-31ED-E2A8-04835273CFD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4C1D-CB29-312C-C450-BB1CC41DD9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1148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CDC3-EE2E-45D5-6F41-8755A1CE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53E624-75D0-2FCA-D571-CDE8A22E47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65DCDD-9BFF-AB1C-EBCF-A3CCA7F11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2CF0DE-8C25-0EB9-575C-D33D6789A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92D682-6CDF-2466-D2BE-EE1CF9FA8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B0BBCD-9778-5580-C15D-ABD098D85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E3B5C7-5FC0-D205-8EF0-88872C7A4D5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2D4EA7-63E4-97EE-2485-4113DC1658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BA9022-2C11-606B-3216-0A44C0FFF5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3A2CC-9B32-A919-854E-A5EEEB7485F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701F0-2118-C7AD-0AD8-0496821E271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03CD25-9D94-616E-DEFE-24B1E11A8B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CEFFB-0295-20D0-EDFC-0D3F3333AAC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C391D-ADD8-10F1-7CA8-7061D9256CF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0B3D23-74E2-FD23-2886-9F156430F50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69D7E3-B57F-C016-46EE-0FE515C26D0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8F1A60-43E1-6104-563A-13A49C80DB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8F4431-75C6-8320-8C23-D1B97D005E8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57BB8-4E32-6ABD-7D91-1CF36BC28F2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991AEC-592E-6703-B79D-A75B519F12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F12B71-E9DA-5F57-F06E-2A1A10F7201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327CDA-38D3-DDA0-D971-56F819D3D8F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55F5A5-7B28-9F33-20F1-3D97BB56B1E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7828D7-EF51-7F90-626B-01DB0CDCF09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8DBF24-FE23-3EC3-4C21-CB433ED8E78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5B4F93-3E95-F059-DC96-3D6B3032322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40BFB4-9359-23D5-8438-E58CB20C7A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89CC1F-B31B-B572-B22A-5520175A611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03DEC-95C3-EE40-4A02-97F31FFD74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876FC-86A6-97FB-7251-7F62CD05175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19B919-2281-412C-5874-6823BB283F6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970AAB-59CC-D57F-15AB-9AC1A51A6C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492F5F-A011-0AB6-9A92-6C690EE326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531375-B138-CF7A-070E-3CB14A1EA4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D8F13-F3FE-4841-B35D-FE921058EFE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333E5E-1B10-FCA8-581F-5EC70AA08E3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E8540B-8415-76C8-F95C-60C77C32FC0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77D77E-5013-B66F-79E7-B45106BEBAC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C197D1-3B0D-0F57-A947-62C5424E5DB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FD9D96-BB46-DBC7-F0CB-9216AE4CD4E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4B5683-608D-0083-570F-B04AE731564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BDCE32-D690-EAC7-B012-99ACEFBE408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62AB06-AB4A-9566-A9EA-7533D157EA5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D38A4A-9834-B490-3991-FCC1F24EE4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AEFC93-46D6-8E6A-CBBA-26341970B23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3B8872-1D2D-EDFE-F168-8556CB76775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DAAE7C-10D5-B8D5-3BA1-A25ACD422F0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B7138C-09C8-10DC-D9B8-E365F745BB6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4126BA-DF88-9446-3B4F-F606F9FF93E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F77A75-429B-7A9B-AFFF-7A25D1C24D7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95041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A838-076D-24C3-2DBD-C470D265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C18355-E023-81DF-BE35-D2411DCD14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901E88-F9B8-9D94-36CB-BD808978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4EC4A5-7AE1-B334-DD64-6A02CC4C5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1909E06-6753-6520-07F2-659D8A2EE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07D234-CAC9-9960-7A7B-11CB9EC7F8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D04102-5AB3-522F-A261-A0CEE2D60BE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4B7063-AC6E-5C3F-2A74-C4215CB2B3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D6F2AC-C8EB-7547-608C-58AC1F3C025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1845D-2FBB-AD38-2B39-2451F0D14D8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7DE46-EBFC-1EF7-1DAC-71275F863A7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17451-F984-E110-8240-5E72EC7A523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12C970-45C4-CE10-270F-29BD746C05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97B78-D7C9-BCA0-AF75-1390E3E6F84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59A5D0-EC83-4C3B-6187-924B9F721F6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5284EC-C2F7-8713-762E-6BE04A1EE9D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6FE225-CFD0-A591-3913-04651CE82AA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2E19DE-4FC2-D3A9-1019-1B2373C2926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DA1BB2-8454-E9BD-1207-DA9002459E3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A3F4BE-B2BC-91D4-2B9B-6C79ED246D9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1E57EE-5E57-DA35-3A24-5854CEFFAA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350178-F98D-F5E3-8DA5-BCDEC7CCF0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9DD12A-C7C5-D0DF-6C64-3B7F559D5B2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3891F6-76E4-CC6F-AB31-997FC1B5B2D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494960-ADA4-210F-F279-61DDF6165CE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156023-57BE-951A-E8D0-4AC3CEBA864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440BAD-99D4-3697-E64F-A0E21A1C113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52B2F-D0AD-A570-4E02-DDBD530AC92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162A9-5A50-9EE3-62C2-1C7ECBC0852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AAB63-C1D0-2BEC-C56A-6DDB51E56D8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05F2C3-83A7-6B9B-5D00-FF62FCBD331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B45D5C-84B5-811E-E0A2-E837ED894FD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F8BB27-ADF4-A304-343D-DA3F17195DC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DCB454-E1BF-D26E-87C8-6CEA4DD2A65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D5C55-261B-E99A-0F2B-EF3CBA7B136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DB8A67-B2B3-1297-BC06-419A1BF75FF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C0BE86-F9A3-40F3-4DD2-069A1119813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F8113A-9213-3F55-8D69-B1428ED0E3B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CD14CF-5C6A-CA40-F40F-DE61C4B085A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4282BA-06D7-2F19-1706-BB75970F211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17684E-180C-1D10-616F-094760C30CD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C0D10F-5B15-321C-DE29-95B4DAC1425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AE543C-0E6B-2923-14C6-44595F41145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D2D85C-3AF2-EA8A-D876-0AC8A530A71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6D9241-03FA-5A56-0167-0795A1E184D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0056E6-7B00-C88F-99E7-6F953FC62A7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5A7C2-CE0F-6AB4-72C1-7A4A4F93FBE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169AE1-9B3F-E8CB-0B7D-42BB257E1E7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42F20D-F841-F993-DD47-4E7DA610990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0DAD2C-46FB-1116-D10B-A02036EBE9E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D82655-F3DD-4ADD-0F8F-85B93A87B6E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BDD08B-9427-B199-F1CD-D26853A10EA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473EC4-58AD-31D3-E75A-3F16FCE23CD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3560047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26E0-6236-FD5E-6D86-70199E89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D47E99-EF9A-1EB4-DD18-76B65BC551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 repeatedly.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AB18EC-491C-2D95-3DD8-7DFB7AF2D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60E1A4-281B-B618-2C19-B501FFFC6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F30C9A-4AA4-9804-C6CD-68C60846F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735829-BCAA-7239-2E5E-22404EC40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0BE784-5E41-8C1D-9945-F11D7E0BE49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153F30-AB62-7AE8-D95A-B6C25B4C8FC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DF6C07-54B3-4B38-3D1C-3602239433C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E5DA7-495E-3ACC-EB1A-B41485183CB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15D6B-1301-A75B-2406-3EC53C9952D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3ED4D-13D0-C16A-0031-ED23068AAEA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5E8095-30B9-CA51-BC06-FB5DE1D8B31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0DF99-F195-AF05-0E29-76A41EAD06D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6506F6-F011-FCAD-37EC-959CCFBF49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3A3B2A-3F09-2192-2E2E-A8F2FA2BA76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639FE9-B345-0E6D-DD66-616275D6F54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8A69D5-44F6-82E9-EDF6-9814784E432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597FB6-119E-E6FC-A10D-B05B7F7040A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917E01-0B85-E9EC-3CF3-3B9304B3A91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1C0AAF-BCE4-2AF9-1B51-6C95D22E9D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D84230-15EC-E115-8CD3-9012F06DD36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CEAEA4-9611-76ED-7C32-566B5CF0BBC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0350BB-7DD4-0E4E-5BA3-C9F64097382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04035A-E959-E552-CEBD-521B7A4F44B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1F6378-0D91-8D32-07FE-1BCDCA0A4D3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89FF06-82FE-F2F1-8915-AE9FBE5DB2D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F9B23-490F-2087-C0C3-159C28AC0D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0DD4B7-6958-C335-A730-534E3CEBC8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7B50A-4038-B066-B3D5-C65B51648AA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4F3EF1-1B44-93D1-719D-3D568C0AA4B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7A0A0B-6420-8451-FA53-E8B0E0A483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64CCD4-C57B-95A9-2A37-A2A0C5A00C2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2014CD-7106-9EB6-D180-97A3C720452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EF82A-5C43-73FD-ED12-B934B8B081D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5EB0E5-A52E-9A66-5C01-7250A9CD05C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D6F6C9-176C-B1C7-15A0-DB95E7A9ACC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5E09A9-2690-0095-925D-A6BE2221ADF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325702-76D6-DBE4-9173-D1A1E6DCE57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56EBC3-C05F-8F82-0238-73FE8B25125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2FCEFA-E86F-3948-A355-3E0603DBE5E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C9BD33-865E-DBEE-1A99-AE22A772440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2A6CF-A1D3-44FE-E183-646942D8F5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2DA64A-BBFA-9A3D-CDEA-FF08C120378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28E1F6-3992-0AFF-C830-EA049D155CE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349636-B154-B80E-502C-1FD8A6A2A13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15F083-B47C-80C8-EE29-E699AF8302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BFA370-E1FA-012D-F36F-25CF53ABCA9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B54BBE-7707-2556-0D51-DD65471DC27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8DF55D-BBCD-7CE9-4573-1FE16A70098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F65A6-94E9-BDC0-4537-0DC1CBB69CF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C31739-8711-6E57-CE40-65222C2E85A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F070B2-8BB7-C9AC-F400-A7D585BF986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4160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5EEB-D366-C9F2-90B8-24FC1F35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97777E-0FB8-968E-B5B3-DD3C91C508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6, [35 in 7] is complemented by [10 in 2, no 7].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B88DF8-470E-837E-3215-07BEA61F1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070127-002D-F6AB-8FA7-4EFB5BE38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68EA14-17AF-679C-193B-B4BA4C4A4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C66515-26EE-20C4-7F97-67C40A9C0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DD638D-515B-E263-8B5B-EAACF3EC5B6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5A9287-ED42-E5C8-6A87-66BE8B75F9F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C78BC4-61B3-D647-A47B-5B126CFB748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DD985-F015-80CA-0D1F-0015423F63C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196804-1F1B-E791-4948-F390C8C0F59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A0138-24D4-76C8-47EC-D57ACE8DD08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EC1EC-2BC7-5C1E-61F8-56ECA13CFF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46E4D-C428-B01B-8442-ED971BE3B2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72EBE-C560-E1F2-E8AD-8F05E770D0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8317BC-2A39-3EEB-24C1-AD624C2DE3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D16B7A-299E-6A92-92AD-60AA8F36E1A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349F60-36B2-85F1-B4CE-44196F42484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54FA6B-DBEA-5530-4931-6366C306DB9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A03975-0CCA-F6CE-8258-D39E1CFDB03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2C447B-E786-D7E6-16E1-234DB18FE12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DFF176-33AD-8142-A522-D929270D0E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F61AE4-AC76-91B0-F904-BF3067A7452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0DF5AF-75E4-8A33-5DFA-56A5B66D574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1FED6A-FA50-6B33-EDDB-83A8DE3280C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114BEE-AAB5-E5D0-FC57-BBC0180CC7B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1F1D0F-5180-FC54-3424-37F178C460D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2E9FB-12A2-F56A-1904-ED5F999C35F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F4D2C5-38FF-A6A1-56C7-3419AFCBEF7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8A800-9133-4730-06D6-82B7DCF3386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4376F-5C58-9B12-244B-ACF52F498B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A25340-FEC8-A881-0968-2B995D25E64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EDEA4F-4E5A-16A6-4C6B-B603570345D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26F79F-FDF9-A1E5-36F4-C74EA8B8C84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CB3BF9-E93E-D1D9-7D36-378A215331A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D11CA6-5C75-8E5E-6B11-4309AEF1070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31AC73-3BEB-5828-760F-19E618E20A1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810FAC-2419-4A5C-3C44-CB67FA74A70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143BBF-8B6D-B42E-1BA6-5A9A322A94F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AA2A30-E234-B340-1030-A02369E42FA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D46A53-7E78-7F63-F6D5-A2C28044DAC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482FB2-E554-000A-665B-8F9C2883D82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D802AD-1AEA-2544-27C6-AB89BFAC7C2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1529CE-DDA2-03F3-41DF-367D8A10AEF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FF06A2-F2F5-BCBF-6ED4-5739887D9A0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82D4D0-DC33-6E21-1568-416D0142C71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089E43-88C1-F19D-3D0C-E49C4BC4B67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B45AC4-EAB7-AC7C-4F0C-8E6D6315AB1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4D8F03-0814-450A-F4FF-BA33BEA15ED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A7D8F1-4414-57D5-46F9-6098E2B5599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F3267-545F-2296-73F6-F83519FD418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CAC949-4B2F-CB6D-073B-C592540E5F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05F2CB-5D9C-BF2B-CEC1-9674403E1E3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B60245-8DEC-7C67-09D1-7BD33CD3743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AAF0EA-5902-D0F3-6A1B-3775955A00C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124689</a:t>
            </a:r>
          </a:p>
        </p:txBody>
      </p:sp>
    </p:spTree>
    <p:extLst>
      <p:ext uri="{BB962C8B-B14F-4D97-AF65-F5344CB8AC3E}">
        <p14:creationId xmlns:p14="http://schemas.microsoft.com/office/powerpoint/2010/main" val="2893249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A255-222A-034F-5262-6054CD1E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8E36A-EC4A-49DE-B7E5-83B4E4EDE8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06C090-4641-181B-9181-1A14E5940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A92628-82C0-301E-C93D-8BF56EC32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FCC935-BD80-439B-229C-5F29C2360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47E02B-B12C-471A-943D-AADAD84A1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BA0E97-6B25-304C-B3D1-F2E16FE1536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1938A7-9761-BD3F-3FA5-A351DA268F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2096FE-8BE4-C62D-778A-9A4159156D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F35F4-A65B-7186-6AE9-C745C50ADEA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5D4AD-9244-64BF-8796-0CC15DBED26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69603-6B9B-EA93-D49F-EEA51D8DCC3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15DBF-6B16-B2E5-CDDB-21655F08AF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6B2FF5-9F3E-33FF-D2B9-C24CBE38379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AFECAF-8C47-66DC-78FB-B8B4C1BC7C5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AD594C-519A-932C-D659-1A449BB3048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80C36C-683B-8643-EA81-08D7B421512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6E3236-502A-4695-AD5F-9CFA48480B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CF4525-BD6F-841A-5B6B-FB51437B4AC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93EE12-0A18-C53A-A1D5-8D5605F6E52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FB7C31-15A5-FEEC-69F3-591EEABA4E7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991EE8-0E15-B4AF-3F39-A0588DB748E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B1EC45-DECD-083A-BC3C-A335F69B14E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01EF9D-FE78-6AAB-BC8B-C0C90A98FB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9E6C68-88EE-167C-B6FE-555C3078311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7A613E-92B1-8C74-47D1-536A90C5900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64B123-E87E-5B99-E3A8-5A1C0EE8B7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91783-43E8-D552-D132-2EB4BABFAC1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F1956-1C4F-3D01-3698-EDB0CF54F49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54EB4-F5E8-932B-8D4B-587D5658AAB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5F69A5-9701-845B-05BE-67B625B8343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805C53-BFAF-69D6-B1DA-075047667D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989E00-9EA5-928B-3688-43395791247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486549-6FE0-01BD-AEB6-17E403F17C5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F6CCBB-B81F-23D7-04B8-65646559D43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4160CD-AF0A-ABD8-CA90-270AC9DECD0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8B994-C9D6-26CA-A018-BF104C899B9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E34E03-B39C-187D-8EA9-D41137D68B6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74F3C2-A2BC-C6A7-5448-7262B5301E0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9A0A4C-0149-DB43-BCD8-7512F28B319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9BC3B1-EB8C-AC3B-81FD-90D73EDA04F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F93B11-80E9-7BDD-8EF1-B9CF297A7E1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DB61D-77A6-B795-5906-B27B4B30AC0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4C8F17-B410-40D1-E9A3-98A235023F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946489-4FBB-A0E5-0E00-CAB05F2F088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B0E7D2-C346-2D51-FF09-75533FD571B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961C81-1B2E-D4B6-F190-C447635827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EBEC43-841C-56F3-D010-ABA10EC122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340A9-8116-AA02-1D05-FF92DC0C2C6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060050-67CA-D2B6-4608-9081101EB20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042BDA-3A63-495C-C542-98953940AB6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2B6636-AE3D-3B7F-4456-FD3319D042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B9F13A-1DC0-6233-61AE-A9559A42B82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992285-2F0B-1702-9141-EEB80E8905F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126AD2-8CED-C7F4-DF47-09C0DEA379C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</p:spTree>
    <p:extLst>
      <p:ext uri="{BB962C8B-B14F-4D97-AF65-F5344CB8AC3E}">
        <p14:creationId xmlns:p14="http://schemas.microsoft.com/office/powerpoint/2010/main" val="155576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6C08-93EF-D4A1-03C3-00F6A3AD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A13B8D-9EBD-1BEE-8FB4-8172E2049B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[31 in 5] -&gt; [19 in 3, no 7, 8]. The maximum of the two blank cells would be a 69 pair, which fits one way, and with the maximum out of 124 we do reach 19.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ED945E-48C3-3272-3989-064F0F78A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F11C8C-4FE0-364C-0BCA-BFE92A152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A17FBF-291D-77AF-C7F9-115A8D613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1C8E46-FCC4-5236-2304-A4A0ABF83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A71ECA-D51A-5A06-B7B2-68D34A0E206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4F1B2D-AEAB-C30F-A9CD-3750870201E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3C869C-F7C7-63C7-59DB-25F4ED4ED30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B931E-2940-BFE4-B8E1-4AC64B2016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A0340-0492-9285-6C19-3554C39B021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90085-9AA9-AFBF-C3F9-7DC99141F84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E04735-46BF-E811-C307-6B915B81F43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BC14B-17B6-3D58-9E2F-CC889EFC3A0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D7CE9B-68CC-8664-5C6D-67CD63ABB59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35C0AC-75B5-7F3B-3820-AF1C7F0BCDF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696DCD-BCDB-D97C-587E-D8B80C5723B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4400DC-B409-667B-AD95-EC4B5268914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586339-47F0-BE64-EF96-2FE327D136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E255AC-F550-D66F-EEA6-169ACB7D6CA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2E928A-CAE2-275C-C3D0-213F73642E0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E6F861-4B28-D1BC-1FA3-90419F9A6B4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0E48E5-2CF3-1442-5C2A-BFF59021081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261067-EB59-7B2A-55BD-DDAF7515987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263528-1D44-F8A1-F18D-FAACA1D0459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513139-7B7B-BAFF-5014-6D5F05D781A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59C2B9-A38A-DD3B-144A-A98F48DE8D8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96988-84C6-8BBD-F85F-51D40F7609D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0972A-9C70-9B1D-F2B9-044571D813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E673EE-EE3E-ECEF-18C0-8550E1C2C09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571D1F-BB91-FEB8-06A8-F1618D64B67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F18584-AF9C-080D-C42B-2EFDF7BD63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16C626-6C7A-D571-F2B8-F888013FAB1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F23D13-4513-9E4A-F011-ADCEA65342F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53C8E-50A9-D62B-08E4-10B186DE4E7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7E3A5E-CF0C-62B1-4695-71E02EC33AB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55A860-2930-FFE4-EC03-BDC912AFA22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7C48AE-381C-80F3-6901-32ADE5A52D4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0DB572-A75F-77E7-79A6-996B1F96CF6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CBB99C-3FD4-3874-F41A-B1FDD5E1BD5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A896C5-5779-45F0-CB35-4EBFBE5CE5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7AC8F6-C591-B75A-B020-0FF5103D15F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EB3D4A-5896-E743-20DB-1D71CDC101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D5F89E-6C7D-A7F6-FCA8-71633F652EE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6E53F3-D0AA-1814-D4A3-F127AAED8EB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30A1E3-46D7-BA6D-3B4E-F84654C379C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FB61D2-339E-1C4A-A702-7CC634E7C70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B925BC-C204-9454-515F-EDAAE66E9EF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25A048-A77F-E0BF-1D35-0D2E8B5CEAD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B08CBD-446A-F08E-42FE-9CF1177FA67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E85300-8A68-80D0-78C5-63778DDBDC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A3829E-3FA9-978C-81FD-D47AB83D9D0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1CBF89-030D-A205-BB16-BB6DAD2FFD2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710B87-6F51-E418-19DC-187E37584C5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C008A5-19F6-861A-E92F-440AC44582B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62DF0F-816A-3981-8CE1-90148520248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369986-1A5C-1310-E68E-31391342C05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8293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FAAAC-0B54-195C-BD08-D23BCE1B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5ED2FD-BEBC-FACE-00EA-7C75D03805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6EDD2C-A836-9879-86EA-2891E6F37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AA5ECD-E38B-6723-E6ED-A482B7F25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40BB7F-F00D-D840-1C95-EA593B98E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930182-1C8E-FA96-E89C-E9AE466EB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23E653-CA8D-E4EE-0C35-28B3DF3C598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86BAFF-BDCA-98EC-CDC9-2C37B5756A4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539890-69BF-4E77-3E4C-098771CFD19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F281C-B755-8B42-5BBB-833EE8C185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D56A8-4E09-ACBE-2F05-B24FEC36B57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000E60-9C22-ADD9-CC16-1DC84C22091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A4AF37-5A1A-1884-8897-41BB136D3D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269E3E-4205-11B7-817C-184AA2A1E70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B9BDB0-5A88-32F7-FE0D-642D33D189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7C1C3-FF4A-83DA-8C43-BD8343A4542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F76A17-28BB-A47B-F005-8E6D3D99B7C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B54E38-6166-599A-7B32-43ADED40FFD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8C2E1-5B65-7CE2-C9A2-9C483A043EB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C4917A-E986-1768-EFF0-F854BCAD615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709864-4415-DF79-3943-818F7487956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B1CC4A-6D83-973F-7D5F-A1536E2F891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9DDDA7-5EBE-9A6B-56AD-C6397FD7F25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0BBC02-4645-BCB5-BF07-87C8BA16775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B94797-C6EA-9917-6B33-7EACDAF590A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6D5462-DED9-F0D4-23EA-884EC2E2A65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DDED9C-20DF-1BC9-7D7E-359DBB80D7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EF4B2-C305-7B34-B25E-B839772452E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F9A6E-076B-9E4E-F382-FC8138438FB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18F55-356C-0017-EBFC-83D814D731A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1D08F7-AF34-C655-4F95-9185F16E914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217F78-BBEE-ACA7-F4E2-2DC11E748C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30195E-EC0D-9016-8925-B1B04F32148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534AA6-A08B-343E-52C3-9B2FE5657A4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A381E-4679-AE69-7847-7AC7EC8B88D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79C50D-BA35-A603-8D05-E8080F883AC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329E38-B6CC-AF37-B1C6-0082A0B0ECF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8FB9CD-6417-6F2A-30F6-A1F3E04E70C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94DB0F-B6CB-6423-5F06-E821E8B046F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A61C57-5CBC-2221-7F0A-00C5DDC0643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7A8A8-8061-2428-EC08-197F3D70156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E08559-F8D5-A6E8-CD41-613B3AF9445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49B307-C5B0-C866-3F25-565C798D4F5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95022C-01DA-4FEE-D040-BD4B0349344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76B708-BC70-8C86-7E97-016CD7B54AE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AB8ABA-4212-5429-93F3-F9F417E1BD8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D2844A-2115-BF88-ACD7-B1A466CF158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2CAF01-D64A-9F72-422C-B38DCCB1657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FB604E-A7A3-AA3D-6432-C9B444A22C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0EF01D-068B-C296-8920-5110A25CAE6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31F127-B8EC-DDA7-D776-770D2B7307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50F55B-A889-FFDE-4115-A2F9975210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60D94A-896D-B1C0-7245-6525BAD15FD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9AF256-9444-E14C-30F9-C7CD6747B9D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9D0357-0754-DC83-EDF8-5FAE5712678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CBAAA1-9787-641E-757A-18C2373DB4D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AED0D5-AAA5-E4C0-0387-10F1798A83C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4423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B347-4719-1569-54D8-B8B4E482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3F6951-4035-06BF-A09D-D203CB6CEC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right block.</a:t>
            </a:r>
          </a:p>
          <a:p>
            <a:r>
              <a:rPr lang="en-US" dirty="0"/>
              <a:t>Then, Complete Columns 7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569F2C-BB17-EC56-847F-28FA8129A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BD4719-E5A9-3ACA-8FD6-47E8566AA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9ED1CE-2B04-2822-6A83-77E66902A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BE5908-17A9-8D74-BC74-F8B7411F7F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DCBD13-14F6-529B-E6E4-EBB7050647D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15EF09-2B8F-882A-9C57-BC7B9E32BD2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4AF76-6E68-00C8-B309-2C68B89E93A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B677C-A86F-54F6-5EE4-FB7AD97DB2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2BC3D-C76F-9DE1-EB98-84712EEC253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E2E758-2CEF-5F80-E6F2-E1C3C03EE59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379840-4F0E-202C-6477-435C6742680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5C4BA-514F-7A31-2E79-A0B80D3EA6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20126E-C181-F7A0-1AD0-19F922F80AD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D7FB66-229B-58EE-37C6-53D0DE77B94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D147AD-8CFC-3584-3C1D-70CC3E753F4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221BAB-D110-9538-39D0-878E57C77E2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A98089-B510-0BF2-9EF9-76F7D579510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FF5982-C793-B74D-1439-B01B319D7DE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D28502-E089-7C3B-DCEE-E4795A01D93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C9D5CF-6A89-7A91-DF3D-10E891EAE8E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DE69F7-DA1A-5332-EC98-992BC3CF439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FC87E3-78B3-257F-1A02-B32528D363E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B986FC-9268-C72B-9668-21DF58E83AD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92C166-D35F-2A34-B691-C62132E03A5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3C6EC2-A3FF-281E-4AF2-6667E962CF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BDEEB-D0F8-FA68-16EB-79D53279D7F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71431-23E6-0788-688B-41F3EC8A6C8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60F7DD-A61D-8CFB-9230-0D7867E1919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92F0A6-3C9A-0BD9-9DF6-56FEA9BF931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4B98EC-9940-AB6B-97E2-23BDEBD52E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E05326-9D02-39ED-5BD4-7CADE7596FB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C54E68-13DD-CD35-0BEF-94916C8EC0D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CEA0F-DDBF-E4B8-AAB4-DB475501DAC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9F81B-BC5E-F4C6-59ED-F3D9609B91D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BEBE89-6264-4561-FA4E-1E7C972B975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E8D257-A3B3-8E08-0C24-C139A2E59EE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0AAA15-8F46-AC62-68B4-B8CE1BA80CE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EE532C-6F65-9E69-C72E-416129E9245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B0CCF4-3102-9156-E7B2-9CCBB074D2A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E0AECF-B425-DF78-DB32-91041E817D7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3AE102-5A69-4B67-B202-3A416CC915C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C9AE72-B297-DDEC-59CF-0B86EBBEFBD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6BEE18-B603-2692-5BD7-B0DB2482C59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D31E66-82FE-2D71-3F2A-98B34E69E96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F61D69-21A6-0A54-18FA-16E3ECCC9FF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CFFBB5-104D-2B01-F2A3-B58B7E1CD79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53B2E6-5FAB-BE83-1E57-C1123A5AD10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18622-4296-B208-9CAC-6D86233D6A9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5866D5-8DB5-C948-8FD9-466021FCD88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345714-4A06-6A63-86A9-8E0AD9F6496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F8A68E-46FE-38BB-C06C-D2D89E8D87D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4E283B-C1F2-FC54-EB42-BB3F784E218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C236E3-D790-4374-D300-CA230D919CF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44F764-F6FF-7561-8E9F-3E55220B7EC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F94F1F-1404-9396-71E8-7B518F497DB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721DD7-E4F1-583B-03FD-D245B2A4FC5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FE86D3-BE01-F2D5-F7B3-F2B9DBCC2DB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698C93-FD17-2E3A-D74B-F07BB30C081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BB1A84-19A6-F0DE-0428-FCBA1EA70E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DC2978-CEE7-6B49-B0FF-D4A1149EEC2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D2DDE6-63F1-716A-527F-9822BB11591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5D0693-BC64-DEC4-3419-E3E93B60676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2D809F-10F3-A70A-1AE1-12031F7BB7C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95745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38A8-3000-ED60-0281-7BB31C98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B54218-C03E-02B0-4DE3-F744545FBA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[18 in 4] -&gt; [13 in 2]. Only a 58 pair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C2A61C-7764-49D6-8475-1A2AEAAB8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76FE33-1091-11A2-2F00-149A5E753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083B8E-243E-E8A9-B0E4-FBA536660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9585CB-7E67-71AB-8954-DA88A8B5D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434252-9BCC-2B30-0A2A-4D46AF90322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AFFC9B-C4A2-3E67-DD8A-6D0E2DE66D5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A6142-6346-931B-B2BF-24FE17E4351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E4892-FA41-D45B-4473-42B86CFC00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A48E0-BFC7-0758-9DB1-B042A592342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88C69-C5D8-1FD1-C839-FF3B6D718AF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2ECB6-48F6-0A67-12D3-F42D3F6493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6B9FC6-E030-CF30-150D-5812077C558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19509-5411-9CF3-693D-66C64FA9820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67DCCC-BDD4-539D-1C26-FB7154CBEF2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4F5660-15AB-A1CF-5D23-3BA25EAC723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253DAA-F6D6-AE84-50A8-15756C793EE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FC015F-522A-5FB6-E4A3-56C947CAC51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9943FE-714D-24AF-D00C-9D1D691B8A5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91276B-8C54-4D95-B42F-E86BA597B8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FCC0A2-06CD-FE49-DD26-7910DEDFC0D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1C4EB3-AF00-66C2-2077-5A090CF1092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75D0B-81AC-9CDA-B918-31E9F7EE609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EB664B-85AE-4BB5-F75D-4332A79A738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CC4941-8E29-0BF9-E3C4-86B2D828486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A96E72-B8DF-D872-956B-06F3A263C3F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2ED42-007E-EA57-2FA5-4859FD1EE7B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0D2B4-7802-BB4D-BAD6-3A0CF2240C3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E1D58-BD18-C21C-3860-D52817C6FC5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A0FC4C-BA0E-857A-4C5B-D191C14A55D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E3CD85-C94D-90AB-3754-ECFA46D5854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22E8ED-D4E4-B903-655F-F8C38311449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48F58A-86FD-FB3E-4839-D1680156825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FCD10-179E-5ECF-A6B2-9740A4C742A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BB6D32-6679-E4EB-EBBF-A2A2E6E4B30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E2E9C6-A2BA-ADB3-B53C-49C4A65361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691A07-3B4D-A4F3-0F3F-7380BAEE19B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DE948A-0912-E363-A804-A8AD293CA19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D3278D-0BAE-73DE-5349-D2441E2F3DD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C6882B-AA0C-EE5C-28B1-1A3C275EEDD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F04E1F-FB85-9532-5B9F-AE272C977DA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A5B30A-4CCB-0875-B767-F6684F8FBE3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92204D-25F9-839D-87A9-EB055AF5EE7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906CDB-9082-B4EE-5544-38E8C6CC5D0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F77155-C3C9-BF5A-245C-ECD13C381DF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AF625A-84B8-71EE-3F9E-21AFFBC9522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501887-0A00-3408-F633-5C9937A33CD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508E4E-E031-6C36-744B-FB186C51528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527FDA-6ABB-225F-975B-56FCBB147D8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6F950B-5498-CE63-8C78-841304E7F85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3BEA93-4233-2871-9658-DB515CEE75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0502F6-5F7A-B4E7-09EA-B03DDBA4FA7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C85C65-2E7C-0522-BEE4-A4CC0DE2BC9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12858A-C4DF-9147-0ABE-759230A575D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B1E66A-DAA4-067D-4A3D-75FD44B4A23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A8254A-64B5-12DF-5D7C-868497F3DF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A18240-DBE7-4ACB-615A-A275F6CA0DA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E074DB-FB59-E97B-2C7C-79CBB709F4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BB4404-08E0-0FDC-F510-B1DE1CF63E1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632A0C-29FB-DE19-4231-62A4BAFE612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DA0C95-CCB2-0527-CFE9-2FF486133D8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A34B97-E45B-057C-101B-C6711588CA0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83B562-61F8-40E1-8AF5-72A364235FE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424F42-58A1-DEF3-8770-05BAF07859A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0A4D53-3C03-B0ED-83BB-03BF66D373F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7371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6580-4FBB-0C48-0145-0C48C868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000570-493D-C513-1EED-DD6DC39BFD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left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D66FA4C-F085-B405-5116-077515FA4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B17F7E-6F26-AE4C-4AAA-ED54B00FD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A8EC4A-9CD7-CC90-4EF3-846DBEF21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E09BBE-2AB6-4611-26AE-570F1E38C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7DEBA7-3E98-557B-D3DA-E72424C498B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0063E-A718-6487-68A2-EDBFCEF8F2B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D27B5-F031-43E8-511C-9D5F2935F7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B27EE-17AE-B336-33D0-A384022AB6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E8A9D-9A60-351C-C705-FBB4BA5974D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0AB89-C714-F302-A106-178532A142C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C4FA1-B5B0-5B22-945B-902D13769CC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BD7A9-EE43-84C0-D9A6-E83F3DC3507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F29525-B71A-F9B9-DFAA-BCDA9387F2D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AB10C4-F5EB-E6B7-646A-BBEC120355E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3422AF-B392-CA05-DD7C-CDE4039792A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AB049-E1DC-A2BC-6042-37AC792085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8904D3-A5B8-2B67-B1E7-F5C60570B33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4E482F-7DB9-5221-C0B3-53A4228F9D6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81924C-F58F-A0D1-C46C-059D1CE69A4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B5BDA6-8747-589E-72D0-59B4F00C793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4A2288-C19F-4BCE-D105-A2C18E33894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3B31EB-AAD9-85C6-BDE5-72205610D1E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28BC4A-48A2-509E-C2EE-F1BC43D025D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B10DCD-2A7B-E63F-3D2C-B60227DD7B0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912DBA-EC07-77EA-07D7-B1D6EC26179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85387-C97B-E81E-A4D7-6FE8CF471D4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55361-C5A2-010E-FAA4-B33C9E7CC35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612164-E5AC-5EF4-9488-09752DC283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EF5FCB-AD9B-075E-EDFE-533EF6F970F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40D907-9537-BF3E-DBE2-2374E460C4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2C0D00-7BF8-B79A-3B47-5A06213DC8B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3702B9-683B-1F7B-C92C-534C9D753C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4F7F1A-BD33-03FF-4A82-A8BA10858CB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6A1393-F3D8-4475-944F-B9F3AFEF24C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ADAD4F-3E62-5D49-9C5C-49CC44BB7B1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822170-50BD-6371-D60A-3108D25C3ED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9B0BCB-637B-6E3E-1032-0348A8F9F30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B4F525-E177-B80B-00DB-C1113488C90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BE1824-0E2F-9E13-FADE-FA7CF7511DD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409DD8-FD76-A438-B22F-6B9C25628F7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647D90-C0CF-C740-786A-84B4F72C426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CB02D-A8ED-7533-B367-3532244A4D9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9FC273-DB00-E1F9-0CB8-42DE16E52DA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B7C315-933D-A739-2112-AC57679EF00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939B31-0636-CB5D-B338-5CCFE41B08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721D7C-4CF3-D438-8236-14E64A74ABF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BF04AF-1179-DC83-3143-C596F13955A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1D7E71-0C77-F98C-E02C-60ECFAF357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3CE3DD-AAD4-A880-02D6-CFF762E585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0EE44B-EA1C-5869-AE5E-5D7A2B0CAB8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1BAAA0-F251-702C-CACF-582535A4403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EB5E40-5513-D0CF-8A61-E564C2EF755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762B61-80F6-471A-FCF7-297A209A2A9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C7F85E-FD8A-AD79-35CC-9F5F0F6A790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9136EE-18AA-343E-A46C-EEBECB226A4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0A06A2-E86E-2D6E-1BFA-BE4AFFF66E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1E67AD-9EA2-07AD-2BAA-1BC1B740F06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85C7BE-8C74-A17D-AFD5-2BEE531278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F02B50-4B3E-A9BF-725B-8C8EF2BD76B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958193-8984-5780-DC45-2461594226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3637CD-FFB3-8E5B-5C2B-DFFD50C9E3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89F799-9C35-16F8-6577-922B893DBE8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782E17-2033-32F4-EABB-BF277F943A9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550B22-F49A-6488-DE6D-694DFF91F4B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E0C243-20C7-7D1E-EFA1-075F7CC8A6D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41646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B802-9A51-5DE0-DA01-7771FBBA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9E7ED5-6C5D-E210-5F17-D1458187C5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CD4116-B849-6139-0772-C78A1785F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CF7D12-A46E-60FD-B284-1AC36CB18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BDE821-BE00-2875-6AF3-56C6DA98C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E1A524-8DF0-1543-B6FF-4ED3DD1DD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D76A69-6BA4-1675-2905-B6C4AC8A8F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620EC1-CAF5-DE63-05CE-299204032A3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B4989E-1F4A-6B5B-3A6D-8E3F0C75E16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54AD6-B640-486E-260B-9EBBC504B32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BCF45-6684-4501-1F12-AC64D223124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9454D-D161-6CC7-7786-75FF6083D41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4068B-E1F5-B393-F166-1718C728D54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1CF4A-552A-BFBB-7D62-03A57E5E190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754900-3C46-F0EE-34F2-39860F84B01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E1DF17-9139-689C-74A9-F676B8AE868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85E0CB-E350-F739-A9D8-6CC42120DEF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6474E3-BD2F-2900-F71E-D7D479DC894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82855-A36B-CAB2-5E9E-A7CD69BAD32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C78E78-87BC-B117-77DE-A571FF2E70A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B7597E-6A3A-2CCF-4E0F-CE93BAB11E3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6C44C6-EB7A-001C-A7C2-DA98226DCCB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A2DDCC-CC60-2FF9-EF7C-E2DC1626AB0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E36646-1E56-AFF9-5F25-EA60AF6FFDE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D95564-2398-A1D6-C2A4-E4C81461177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FED2EB-4432-5EE8-1A4F-F3122C83161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FD0074-5C33-E437-9007-24EAEB072EE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4360C-494C-9BB6-3213-6EEC79F7CEC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E6C0C-AA3B-D122-1F6A-D4030B886BE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36D3A-4D5A-7D77-D338-F386AEA9649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1C32D1-5BE8-CA81-142D-997483465B9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FF1596-BA18-108F-4867-48E6F9E1BC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662180-B149-4289-9C06-3A8B1CC6929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A50E1E-898F-667B-2BCE-B776FF7D9E0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045A81-B557-9E7C-DC61-69EEDB9A743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BA19B4-DAC1-A5C8-E759-57434FCF6B9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1189DF-0846-B3A9-D8B5-4EA8CE88A26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3D815C-423A-7544-4877-CC073F14F50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BE5AAF-271A-D138-04D9-5F6968A6584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1E283E-A40D-B144-D462-829C7BE96EE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267D42-0739-D03A-0286-1727F312C0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7FC918-E1D9-EC89-B53E-B282B177670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6F940F-C940-FFF4-5510-B623F34A7C1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23326F-B9FA-289E-70D7-ADCA9637616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DAEE7D-69A5-DD8F-E043-DDAC09EC51D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6FC57C-7BEA-914D-6B46-C8AD057B45F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FB2C73-5C22-6B0D-8CA0-EA7627262B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DA8D4F-AF8E-1F89-BF3F-803DC713EDB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70A9B-2C7D-7B97-88F4-007B0A916AA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473194-4BDE-8C14-DCA1-F0F590C9A50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E2360D-6F95-0AED-9830-3E7A1F39F8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CD1935-00DB-C7FD-CF7E-336C8D3588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95679F-C9D1-37A6-7055-02403EFDD90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D372F7-7B16-EAA5-97CC-48D692D4AC4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5843DD-1A5E-9457-8B32-4F8CF212CCD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97238F-CDFD-EAA7-A0C3-11BE51EAB53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04B2D7-B7A7-277B-3311-7F7D574731D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CEC081-CF37-B659-CFD7-0271B823718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CD9584-5585-ED82-2FD5-D4E02D0EA1D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14A0C1-3576-884C-EA5B-9E4B1DF5F6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250370-1890-87A0-9D71-509331E5A55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4F7CF1-FFBA-F9E2-1224-E9C580E4AFC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D024B9-AF66-8A13-AEBA-CA268917819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DE0DC2-9247-1DE8-DC35-2A583CDB062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FCB580-F3CB-6D0A-48AC-9E158D37D9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B70EA4-88AA-3D9B-0FF0-E0FD5057AC5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2C7CF7-EFAC-1B05-81A6-4D9252AE39A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815860-311E-F780-5593-FF081AB4170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42038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E7C6-6302-17EA-3E9E-4BB33D93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611B57-DCAA-B2C6-AD31-0C25E990A8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9CA6BD-7143-54C3-EA29-84181819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121C6D-FDF0-2548-05E1-2626EEFE3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48066F-FE6A-AF01-64D9-19A030409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E42E4B-6B02-22E6-D5ED-C8CD276FC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221A07-B9A0-6412-81E3-2002CDF6312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178F9E-9E5D-1760-F84D-2E5B66AFF26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76117F-43A2-7555-A4F1-068983A9767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F51FA-7E80-23CF-04AE-1CB46E1B421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FAF75-B0C9-3C98-9A33-4BCD532FA16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1B95B-1E2D-42FB-E661-9EAFC6AA74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C02F3B-D700-B4EF-8F07-F2B704E17C5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60A6AA-06F1-0604-29B3-E4FB8528325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33BE1D-1F02-DAE6-10BA-D6EFDB47DF7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2B0CA0-983F-E388-6066-6AE10C4323A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F30BED-3076-7931-D6BC-1B5BBAC042C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0EEEE4-561F-61B6-B43A-9EDE28D941A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356716-AAE8-6E2C-7281-46166FF071D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465A9F-3CD4-7ADE-F56D-A630179D55B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689E77-7C7F-BA5B-1FC1-8A20310DBA8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3680E7-86EE-DB7F-0085-6ECCECFDB61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6EA879-F5AB-75D1-F0D2-5206E89220F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ED20D1-F68B-494A-F996-DB6AB256FB1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F672B4-CDA0-14F7-30E1-67A75C9B809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A28226-E4D0-E3C1-595A-B0B081E104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969058-7517-7F21-47D7-B67BDC83B5A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6C2BF-C67C-6366-3CB2-1E853B0C5C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EAEB1-922E-0D27-AD7A-8BE42077821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D2AD30-90F6-FD94-1524-85AC68FEC26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E687F2-FD59-2C0E-F8B7-852EBFC258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EA941D-4A10-C4E1-9601-BCAAC66CBAE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D0E22D-FF8B-CF6A-067C-7FD7E6363CD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3FA072-DB14-B7EE-B427-5D06EF1D63D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05D27D-C421-E01E-6D84-AAECB689A0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EE6C96-7CFE-B095-985C-45F767EE269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3D1EA5-B788-592D-3FE0-64F854E8B56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924C94-C757-2B7A-2A39-552D4D1EA9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E9E748-B15C-C28B-3EC9-5EEB50D11E0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C5AD07-B680-E562-6224-0687A62A0A1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E9EBD4-AD99-7530-05DD-EC1C26DF59B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A0CAA-D973-9F42-AEF1-2DCE6AFF7A3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360C0B-746F-2BFD-768C-9C19C3D22F4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7F56E3-417A-60C7-5C0C-4DFD9513B90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7042D7-428A-BDD1-79B9-CA5666E755B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27CFF8-2463-C8C7-81BD-3958352CF95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83DBBE-24D7-C8B6-D08D-37846FED743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362DCC-AF4B-ED76-4BC5-CB10497606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88F704-3E95-9AE3-5A4C-173478848E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736A36-F880-C826-3C72-91347B56DC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82F276-C707-F802-539A-BCC724BDBE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3520D1-D79C-378A-EE98-7C90DADCD28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4E0B7D-F4BC-909C-BFDC-33BD65B610C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7B7EAB-FEE0-A203-E1EA-94A646768BA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DB4E9D-BB3C-2717-5B69-EBB0861DECC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11D955-0A73-993A-5C23-551B880699A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F85DE9-5751-274B-0EAB-63C2120D7C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A22A03-D8B9-B8E8-AF3B-EBE6F93C11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09554E-5586-F601-1D21-F48C852A9E1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A952FC-811C-F8E2-1ADD-BF211E88806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1B2965-9986-CF1C-DA66-2331101D6EE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6FF02D-3BDD-4E27-0B92-CDF812136DD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62D2CE-8F7D-CE4E-C58A-320E006E8CB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BFC753-C643-F498-84D8-3F6AD01EBAD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A034DF-E756-4748-FB13-F945C28A1F7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C20A49-1B31-0158-C30E-D609646AD31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D0C0CE-DB32-018A-EA93-3408C25FB63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02B7D6-EFF6-6D8F-BC64-23CECAE6B54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58193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6CA4-D1BF-807D-43FD-B650B18C6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CC537-4C42-5F95-F4AF-2FA38053A3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36F3D6-B1A9-3DB7-B2FF-A8B329CE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F79191-6E53-33E6-D03C-C6226ADE5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87DD10-062D-DF78-D071-B60E48D4F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44FC20-1F46-3AED-CE65-929632CC9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B0D59C1-7A64-3E8A-D35C-217846EAB7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FB7BC6-9FC8-9F80-E74D-D89802FA2DB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02ECCE-939D-5331-1F90-24C91C24205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0A8B3-B1C8-2376-FD33-507578147E7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509DD-1D98-7C3D-34CB-C093875A7E0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D1708B-2DD0-4A64-3EEA-25509007C9A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6929B8-C501-AA58-2A2F-0DEAC91913A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599EA-128C-C6DC-34B9-BBD718857EA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AAA49-D7E7-B8C6-9CB9-4A2C8EC382D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ECAEEC-94B1-9BC5-010E-56579B2BBCE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3083D-A231-E295-8AB7-0C60C541382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843EB4-DF95-0153-C651-5F0D5CB772C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563729-989A-E673-6716-22D79DFC91E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54D79D-A9A2-3535-FE50-361EC58780F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343C7D-4571-F34F-4777-ED9C6033A03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2C290B-EFC2-E7F3-A0A4-D093CC0AFAE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389ED1-4604-C3C5-A798-C2EE467FFAB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366537-37BE-DBAE-8C3C-F682D71602B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897DC8-5EE2-5DA9-DF2C-6100ACD616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75FB89-5D55-5F53-4C21-7772752F25A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5FD852-6BB7-395A-1FCF-596EB125E05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27289-1EFB-4D2F-C137-C2083D68843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F5550C-4D17-EE63-A126-BDB247E26EE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A4C1E-B572-9037-C445-5C851C915DF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A36C0D-4B5F-4941-B000-F1A83BF20D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933E1A-07D5-C3AE-5DC4-3297832AB36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85CBF6-74CA-1C2C-5F30-4DCD8CDFA64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D7E46C-4041-8156-291C-39550F5C3F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B33639-5F60-9A0C-E55F-4E49C7E9B9D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A21F22-7E40-FA5F-F4C9-5077EF80E60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1A5E01-430B-5C69-2D67-00A12312A2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3D67CE-FFBD-A6E7-BAE8-4E123486AF8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A30F4B-8A6A-A996-ED59-BEE9E9FF268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831D1E-69B6-522F-318F-FD9CF90C410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7DDC76-2A73-62DB-244B-47D6CEE4DA2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CCDEC5-47EF-3D2B-4714-9E3BF11AAB2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0C4137-BBEF-B199-82DE-4E1A8FE4FA7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C5AF88-9C50-6A98-5975-7797423C6D4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8D94FE-67A1-5C41-420F-36945E234A6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47471E-D862-5570-803C-92920C02AB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6CBE41-DD66-6B06-CE8D-F1D670CB292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C7CD52-3968-D176-A481-7B92E327444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020FC1-127C-4106-65A4-2D214A539CD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15D22B-21AC-76D0-C4FA-940CCE05D72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4A6BB8-57FA-28C6-D7E9-8A0BC46E86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3F5E9A-328B-CBB3-CC18-1539C1DBBB7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30A871-AAD8-F83D-7AC9-DE2CB2C0E6D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484E19-2A90-7ADE-FBBD-18190BCCA7B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844717-68CB-2C17-FA65-75E939A3500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760E76-BB8B-06AB-9F96-89B2681E3A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2C1404-B299-04F6-24FA-DC67444E73E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F8AD50C-0412-5AFD-0F5B-08C55C2AA92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1FAFB3-46BD-DC40-43ED-BCE721CCB1C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DEBD5B-9266-4353-164B-84314068DC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BA61BB-3903-E65C-58BE-548D0DBE46F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C20621-41BB-B700-BD70-088EE912FC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9EA1DA-10B3-047A-3643-1DB208ACFD9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0BE3BB-ECBC-04CC-34D2-0D21CE9A9D0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1B74B0-2671-DE17-1751-BE63127BA42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ECB10C-F1EF-F847-072E-7615EED480A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589D4A-DE01-1362-9475-A2EDB9D1F7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9C29A7-C8A6-54FA-643C-57714795A09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34155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0EE6-B345-97A3-CAE3-5C727B56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474FA3-26D1-27CD-34E9-7DA6441E36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23C90A-FB29-AD81-5FC4-32A27A48E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AD5710-E8BC-FE36-423D-7C9696AF9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DCDB31-3C7E-B991-427A-2F6119012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2450A2-9DB8-589C-1B4F-0C86BEFE1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06D19E-B661-8241-C7CD-1762C97B1D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59BFC1-7E4B-9442-F2F4-8DA87A56E8D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11DD58-3154-D162-8230-BA44B5C933B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67A8E-66F6-DE52-C7F5-39DB5B15C37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02A47-8F6D-BE6F-CBE6-C6EB9CB341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7F1E1-A232-B6BD-4F38-EB2B95F2482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71C8DA-9EA9-51EA-8065-70B9A989007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7B6CC1-2F05-7FD1-DC33-D50E4CB352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040117-BD49-070B-864F-CB0B3E5F9C0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0715-E577-19F7-7A47-C5CB29912D9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36C2FA-8D73-5405-41BB-0EFB522DED6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5A430B-011C-97CF-28FF-699CF27BBCC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2BA6FF-8D39-4826-1289-98E80E1758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E54F93-5971-19AB-9C35-809CC0646F9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401D8C-F6FB-7A19-400A-B0F9BA7EBBB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FC09FC-F22C-5F84-9522-81F94281A30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978EA0-EC4A-7E53-92E7-A7605D36D00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320625-9EA5-E6E1-3FBA-91CB142E170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F73AF2-5EF2-291F-E078-74ADB679B41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5DC0B0-87A1-269D-C550-50906B464D0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A2ADDE-4653-C8F9-66FB-327F76473E1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D3799-8D83-50DB-A682-81A8517390C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DE2BE-449A-CA11-9413-04073FBFACA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DF12A9-EC9A-9D69-7435-08D977102E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85A5F9-AA05-963A-091A-F469A73FB2E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BA4C18-D54B-2F63-72A8-36EBAE23D11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99671-F5EB-5911-DACF-8D10C803C98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924060-4949-EB8E-D930-6E1F8F96E1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A41458-87FF-A026-7A6A-BF0CA6A6CEA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E64E50-D4D0-C008-2189-80D1F3B45EC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804E63-5D7E-24BA-709F-33358DCCD71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1EB2F7-6C4B-C05B-A53A-00186F5D526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203D79-AE6C-3F79-5585-7ACDAB307FC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2DB57-35CD-F69E-6EFE-9FE036EB074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36FDFD-E013-ADD1-7F58-9472DA1854F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5E1C9F-CB69-400B-684B-6DD428ADE3F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0EE32E-9F6C-529F-212E-33593D5510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D196B-7F0A-53E4-0F60-6A5537DAF14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48CD62-B8FA-A8AD-9CEE-50599E037F0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77BDAF-FDBE-5E97-C807-BBA5A71FA27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A56A38-43E3-B92D-F34F-6382D41A118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24D3B2-839F-495C-5435-2B18F9C98AA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28187F-744E-5D8C-69B3-17CB27C6459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F54053-FB0E-7FB4-C905-C8381BC505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8F1609-A826-59AB-5171-8C4D39F4FE1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A6C282-BE94-F27E-9D27-92A13BA3EC4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C0A936-648E-07E3-189A-E261A832CF5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685EA9-ED46-4684-9C18-95B4A1CBB4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01003A-6B22-55D2-9ED8-E73FB9105D0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90C63B-CFF0-A1F3-88B7-4333CA2367E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8DD437-2B92-E3FD-B0FB-13E7A921DA5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0F4136-A72D-4E5E-B69F-BA146BE9DB6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C8DB58-936F-EF04-7E97-F22A9708219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6FE20F-ED9D-6BF0-17D4-DB72EA74A42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94E39B-677B-3400-DB5E-CDE63CDBA87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FF64E6-4520-3F0C-B742-4624E552255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CC31A73-AA35-6D2D-A4A9-1E270E65FD5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1054608-2DFA-BA50-4FB0-E0C10E29BC8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29840C-D2D5-65C5-63D1-6F6189F1549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30F984-4F31-07E5-99E7-EBAD194C995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464A0B-75DC-9B2A-BDB4-2118D5C4DE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B2E114-B0CB-BFD2-9523-BB7A6B87D27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12573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5A10-5007-FDBD-A7AC-3ED37A866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A04D07-AC93-3630-85CE-7FBFA028BB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and 8 in upper center block.</a:t>
            </a:r>
          </a:p>
          <a:p>
            <a:r>
              <a:rPr lang="en-US" dirty="0"/>
              <a:t>Then, complete Rows 2 and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6DB94E-F344-6B40-CEB9-5FEBC1D0B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0F11CB-C15D-7778-917C-EE2442CD2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E81A24-F566-BE49-7AA6-0B9195328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C0E9FF-78B0-E695-1C40-71A39BE20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D3ECE4-A9B2-0F1B-E596-68879ED5482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4D19EC-E597-87FB-01B9-0604EB2B70E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694901-F272-ADF4-B131-9DD46F0F1B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07666-1163-7F6B-D7AA-97B81CD29FB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8F7E0-DBB0-2871-8CEB-66E9402D028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6639-EE18-B665-D084-DC3B49C634D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3C3D5-E458-F7B8-8C85-F7B6D459948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22940-957D-FA53-F908-6CF3E7FFFCA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25DD8-AA35-FDE1-28CF-F32F2B8EC12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1B00F6-ABD6-EC44-A803-E85408AA553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A202C2-BDC5-3C59-E7F9-7422280AE7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3BD9CF-B7E5-766B-7D85-6E9C7EE4303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CD7247-2E6D-1AC5-1A80-862B7D5DC61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C53C78-5B55-E02A-F1B6-DB0F14D05C4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E4E00F-BE9A-AA4D-A6D6-AEE13019942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55F254-6718-BE26-CD37-35445867382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32FDEE-80AC-7C98-3741-5CCBD593A61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3EC207-0798-0729-FEF8-610F1705778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388AF3-8569-A9A1-A905-F10B6FC7B2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8297A1-4028-B7B1-83C7-96B46B0ED5F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CF3C1A-D76B-D80A-19B1-68619EC0653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555CC-85EC-51B4-FE07-D5800DBC973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41785-10C1-9092-31FD-E549033DA35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E9D3E-1DFF-77D4-C286-106FA435C9C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AFA707-485D-438C-12E6-8A010349DF2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31841E-B179-7245-F1F1-3584AE4BBDF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422986-59BA-60F3-CDA2-2D7F0BF582D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CE223D-FB68-BB57-EACB-379287E0E8E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9BE2DB-ECEE-554C-D921-AAFAB47DC1B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732B77-489C-322B-6225-6FD2E9749B0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11DE14-5EDD-58E9-8AAA-8F9D00CD06D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51FD79-3A11-27C8-61D0-3ABEE92B261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A27D95-8142-D1AA-4A64-D542976E198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BAD5A6-5625-B82C-FFD7-6F6233AE3C2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9478A-83BF-E050-3CE5-9B2AF189FAD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20ACBA-8913-10FA-9154-F793B408BC2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CE0BC6-7B2F-2ACA-F9AF-40A9B190964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37A0C9-6D9A-9739-40E1-DB8B8CDF058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9E5070-6BC8-0B5E-6D34-BCEF52A6315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B11E38-BD34-1D65-E88F-9E2EA31F1A7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72131C-6634-AC7D-AFE1-B646540CE8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A0FB20-B461-6E92-A171-F62411277E4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44A4F7-C9B3-ABE8-471F-AC623EA080C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50F684-72CB-50F8-751E-0077B85C21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BCEE9F-E373-A466-4590-7A472732225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CD48F2-AB44-FC0D-5976-38904175030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0216B9-3AFC-9803-4E9F-F1D311E407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1EEA901-88EB-BF85-1B81-7956CEAAA71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BB650C-3198-1062-636A-4EDF8997941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E8399A-5C48-03A7-5E3D-560D755FB57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95926A8-27CC-C61F-A7F6-E3C38F234B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97DC17-A79C-7527-DFC8-CEB6015CCB0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5DE1FE-9D45-7D52-9812-ED50F33600E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56105F-17B0-1E1D-F5AE-509655D0E6A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45342D-CE78-86A6-FD06-E0778A67FA0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738A9C-EE10-C8B3-395C-B838227B4E8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6DAD73-7755-90F0-7970-242517B4731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AD3619-9D82-4471-F82A-45F8CF5AD33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F7E860-0364-50D5-BD73-0CED746FCE1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66CABC-B45D-6366-8F3C-23CC75A8495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652D2-9E8B-71C1-4FB7-F5A15F8B8D8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9F1183-8931-822E-A126-91A58C53D7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00DAA4-9C2E-32D5-B986-2B5718CA9CD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0BA549-BB3F-FBDA-2E70-549EAB291C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6CE698-6938-0B77-BFF3-260AEF58BF1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0C9263-1BA8-F28B-F706-F58BC845B09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28AF84-EE61-8761-3AE5-B8CC8C2F494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C69149-56B8-188F-86CE-5C278EE7638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79D5BB-FDDD-712F-C98E-09868CB8DB7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E20F0A-7C36-41D4-7692-8C65B70773B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1892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1207-943A-E795-9F8F-74B94AF7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CB061C-4A62-35A1-7113-359252C691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FD8D40-CE3C-5261-67E0-D613A9E38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18FB35-64F1-2CEB-A62B-D83D805E2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A3A33E-7365-992A-D210-836756AE0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3F4919-0A2C-92E6-69D8-2DDBF9F18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A688EB-020B-35B1-9724-088B80279AD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EDE50-669F-FCEB-86A9-E9389A6A7FC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89AE5-CC86-F235-100E-9A0D3728557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BF2D3-AB13-5CE5-27C2-93AD4A91FE1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39510-42AA-978C-4271-131CF1FC5A8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EAE86-897E-88FD-281F-E5F082680AB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163CD5-4215-CD10-59BF-EA657635FC8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FF027B-6118-293F-7B6E-BD37F34EBA2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26FDD2-6AB2-B0BF-7810-AA1043ACDFF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BB2275-923C-E79D-EA54-98BAD3DB705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8CD267-7A11-1A98-A0DF-E56D83E79ED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F45A78-AB4D-984F-C88D-7E750C7388E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9AA121-1C9F-AA74-F62F-F4C00DCDA3C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FCA647-2F00-8CF3-5023-ECB1F26B3C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E77FF6-096A-FACC-865C-F5B5F387963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95C022-EEE8-564E-062A-05358B14A2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910FF3-98BA-F004-4120-2694445A5EF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AEB186-B972-19A7-C68F-B45E716212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145CDF-8A50-3F9A-1709-6FC5550F8B1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81CAA9-9EBC-C3A1-5CC6-2C8338896ED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FB1CF5-1D99-1E2B-40B2-6E6FBC524BA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5B251-C0FB-4ED6-B0EF-607C388F903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2E468-ACFE-9D09-0BCC-492F093F79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CD1FA7-733F-CB46-EE72-6C2FCF3691A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A1FE7E-6B0E-E112-2271-BD5705714DB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C5B1E2-2F52-8948-8B17-CFA0B237F6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0E5EDD-CA0D-C1C9-FDB0-9AF955FDAC8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E64CDF-9460-B2C3-D643-48E54E22D04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3AC414-6406-0499-DD39-89995816577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B2830-E865-6CD3-A875-1347E9F3AD7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042481-5CB0-8951-9778-13207C24716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76EE8B-58D5-5EF5-3CD3-1A0B7EB55DC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7E6554-4E23-7069-1093-E1597168618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894D51-9810-91CE-FA17-F8CE9F91CEC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5EB05E-166B-F3AC-995D-A69DBB0CAF6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73998F-CD3C-12E2-5A28-68D81315607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52106C-5CDA-7BD2-1F32-3122F56F7FA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87C53F-94DE-BF12-5C2D-83FB8F570B1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64080D-AF76-A88A-EA5D-B14BD44973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A0FF58-B79D-2709-9FD4-23B35F8A53A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597526-C5F3-A20D-E5D0-0C7DB449AC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9D640B-0C30-B4B0-C53C-6AFE7AEBBC4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CEA9B1-ECCA-4D80-6A3A-41BE302915C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E6DC4D-9A75-C96F-2CF8-6A8184C95FA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5A1A9B-7EEA-2C4A-F10D-7657BC15CC2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CE7B73-70FF-4867-666C-5401B4BC6F6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0E8C0D-6A98-72B0-F49F-BCB1E88814A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532606-1575-1BFF-1D30-25E11CA620C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3C0221-30DB-78D6-190E-C71727BE009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013A82-874B-836A-4407-8E7BF3E9BA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207EA0-E68F-E72A-6CC4-EDBCF99E43F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669B57-4111-F5F8-1EF0-3437622EB4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FC4083-BCD8-88FC-8B37-9AD7C6DA5D7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4970C9-8FC7-E7F5-F43F-B3AF21253B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759AFA-0ACA-0CCC-5161-588DDFA0D5C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C5BC77-01A9-A7C3-5041-2E00C8B1704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AA475B-285B-7E6C-3E84-76E90D28FAD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8650DE-7027-3AA4-FC6B-14399AC05A9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0DB77-472A-3B2A-2558-D112D37663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745110-22FD-1502-655E-3D1C3F137C3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3BE6615-16D5-18FB-7610-62F4EB6732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D09B88-B04D-D502-9792-17C927848FA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9670DE-014C-A66F-5F01-6FCB15F7BA8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BD25A1-9E5B-2E43-7385-36357968388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477078-3FC0-C905-0BE9-668A93C5280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1D98D40-5A86-6CAB-0517-45BA89F5EAE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BE13E5-1CC1-D885-3F8E-34DA450D45B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F265D21-7FC5-F2CF-F770-83B20B7E41D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B783C8-4D73-9E97-74DB-3E7A28E0F1F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776D47-459D-0614-4C72-4E37A670BFB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9784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4728-DCEE-89A2-6BD4-BDB16FE0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13F5DC-9645-2805-A52C-372CD1FA9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35AAC0-8416-36F7-AE84-DB1D001C9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6921A0-562D-7DB2-3DE3-B287435AD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5CF8E6-39BA-0497-2BC4-8E9277E946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7DFBC2-A3CA-0395-3C1D-B9DA7646BE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60FC16A-C0D1-1C7C-ED5C-02D662360A8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6B953-4B51-EE50-9BBE-CD4D3FBE55A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02836-4EA5-322C-0538-0251B91CF0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2056E-34A1-49A4-7A97-0C6DA93F731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504AF9-5586-20A7-549B-748ECF2259E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B25BC-45C7-4E05-6F95-A7324BB75E1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61C20C-E3D2-157D-10F8-6C4AF82792B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246E49-76AF-C8CD-FAC1-28FF4CA1D85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6E8D97-5104-55F1-2EC7-C763E1312CE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95FD8A-A0F6-0882-1134-FFA579FF733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117AAA-F32D-CA4D-F937-A1C80B21F5E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D68E71-9AD8-D654-5E8A-39022F7D1E2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308D54-D20D-A97D-F2BA-E6225CFE26C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5345EE-A8C6-0715-E27B-36C14EFE136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E86899-1129-F527-FA5E-C3741DBB98C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854AEC-04B3-DF3B-D359-D1AF2648CD1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36AFDF-7435-2786-D4A7-E42D978B950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620382-95C2-535B-6205-A5B9B3F5403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30DD8C-A7FC-A09E-ABDA-26B3436ADEE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F0BBBB-C918-6F45-735F-1F228541DE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C62F8-18CC-4F68-6FDA-04EFB90A14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21499-B6DA-FF12-2494-3D93E6FD165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14C5DC-0276-709F-039C-CCF9107B0C4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68E0EE-D323-2D50-6253-BB673F5C0C7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932758-5854-88EB-65AF-ED8647B5FF6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9F4857-0592-591B-0D2C-DF57777B7A6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E4B4B8-416D-796F-A6F0-31E2D98D049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9CBD1-0CB8-FBEC-DB7C-5CEAE2CAA91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7327B6-7D12-CBAF-37AB-033970EC6A5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9BBE02-889E-C76F-31AA-53457515AAE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27BF00-9F9E-70B4-8BD2-715FE33B990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49FCA2-FC1A-7FA1-37E2-6FFDB2B7BEF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160090-B796-3052-77FD-040AFEE4478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9FA06C-C713-4961-E38C-58299F21681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37AD2D-F66B-FE34-9EA5-4752EE49659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81F728-0D38-77F9-29B8-2EB13F121E1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FDCDDF-954E-C87F-DB3C-520C9EA9BF9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9548FD-8D4C-ECF4-1E63-0D43D585FC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7A26A1-3D2E-4307-BAFF-6270260E115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D8CB6E-5E44-5559-A845-63A46A9584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678CA5-7296-B2A5-CAE7-4132A7471F1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503C7D-071D-AE48-4025-B4F291C15B5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037039-2A40-32D5-2C69-554E5DB0374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341858-FCFB-A5CB-CAE3-79F80C7912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49DDAB-FC48-BF26-9DAB-E3C88979DC0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73CF81-228E-1795-0597-BDB2A930903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50D7F1-A3AB-4356-7E8D-CA2859BD2A9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A4B05C-E35E-A97C-B656-412619835A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C05AB6-A916-9786-7C9D-10793C8F99C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F0968D-0D65-D0DC-EF54-DD4219818A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E1A9EB-3B1F-5360-1E3B-AFC627B84FF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06BFC4-FF4B-3C45-03AC-9B520929633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BAF308-BB48-9509-0146-A3E77346C64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269554-984C-2840-1FEA-B0D85902A74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20DF2-BDD1-5370-1BA7-A533FC0E04A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2A376B-2832-3F1B-D073-B7319C13824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179F3F-459E-AEEC-C138-BC6D21B1DC7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F4E5CA3-C0FC-D63B-68FE-A41DB1B1F20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A65832-F600-F4AB-A0FF-186FE55AFFA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00B4C8-3C7D-AAE0-10AA-7514A031FA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CF830A-5C20-09D1-A830-F11461F1CA5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975E76-CDF9-D9D5-2C3B-A43CBFA21E7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EDCE49-D298-7CA2-334B-DC9AF859BF9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C67BBE-5F0C-7763-4CF6-07221194557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AA6C95-4685-70BF-4069-87E41C8E66D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E0ECA4-C8E4-E06C-33E9-919A3ADFDFC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D3AAA2-34F0-3A30-01DC-4B5D43703FD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40FA18-1CCC-021C-9056-CA74ED74E3C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77C0D8-FB82-A1B7-A8C1-C5EAB2AC36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FB3E85-E673-3BCF-B5AE-278793EFA34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02613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7A09-A573-3F12-6B9C-67E47AF0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98A201-EEBB-3BC8-C3F7-6DEA493AA5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B1844B-04FF-3454-A745-88F159CE2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530485-225F-FA57-F45A-AA2EA86B2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505168-F333-14A0-C2D2-E7FCE5893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14C1C2-A179-8272-B6A1-E1EB03CB40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5880CC4-9BBB-AC60-1B00-CCD39DBAC96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4738E2-B353-670A-47A8-173B89405E0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73E40-CC51-F391-E575-2F5DB90CCBB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41E69-4AA2-A816-9657-1C483BE94A2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C3C5E-23DF-EB6D-A300-20E04913CE6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96AB0E-9DB0-1EF6-76A2-3F939F42C7C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0435D5-E064-1614-5B8C-D95A5004015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CAC431-241D-DAF5-8B73-E460D2DEEE7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C1BF2C-BFBD-B487-06E3-D2FB643E93C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DEE3AF-2918-FEF3-F401-23093A2139D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A36FCA-1C2F-2438-76CC-19C26C71182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975B8E-A601-843E-442B-34F161FA80F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6F1AB2-1C33-0A61-D11E-F2074D6AE91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636590-1562-6A64-829F-9BCE41CE2DE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31961A-86AB-2674-CCDB-B058EA69F34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913C6C-603C-D93A-2DC1-99C240D75A1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BD6B1-3FCE-F4EA-13DE-3DF4E6E4674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382AE3-9747-6E57-B934-052A4F2E2E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E3FC70-7D07-70D3-6D7C-F65A6873DC3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1BA3F0-042A-838B-267F-D07F27E3DD7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EB7A0C-E2FC-E94E-335A-53C37767D3A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6BCB31-996F-D0E2-3724-F10DF237A6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4ECE83-F0AE-D3E1-3D10-C021F19A39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1C3603-64D9-1C04-F3C2-4491D970863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4B0C18-B002-3C86-A2FE-2FB6650A82C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AD42A7-74B6-B14B-C9F8-A17AF076A5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A60C42-8D1F-976D-13A4-684A50D97DC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885992-B466-6EE5-1B05-BFE4B5620AC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3C0092-01D4-6FD6-7FAC-3E2172A4FFA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82B98-9FF4-02AC-24DC-E7630B22210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7F5265-21D6-16AB-8F49-07FC8666B76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AD3E58-6687-3452-C84E-6E3E7A11F5A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622FEA-F94A-C078-5534-65DEEF615AC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F88108-8C16-0CF1-07D9-AB1E0A03543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098B63-FEC7-6327-B862-8E475E24FA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72C305-0D49-1B95-9CF7-6CB8BB511E6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CAAFA0-BE4C-552F-6977-7039A209413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C724D5-39BF-A3EC-B1E6-64125BA7E4E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A469F3-A9E0-A57B-3EF7-5CA09107C0C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FE3E48-AEBD-F3CA-F6AA-77AB4105253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4CB56F-D161-F57F-259A-4FE65BB2647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5208E7-920C-2066-93BA-458670C182A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95F09C-4505-292F-A97D-F1392D74BAD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B66961-AC61-9A67-307E-F39A6025D66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CF9D9A-A525-49C5-3FC9-DF4190242CF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7546CF-C842-D84F-79BD-0468FA0F609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73F79B-6B30-FF64-D56C-D0E2879D69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22C8C6-A936-6792-8599-978EB1D48C3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BFD6D8-7526-FB38-7959-D2A1FE01025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8A870F-E4BC-4CDF-8D97-A830E76DE3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CF94FE-A423-F707-B67E-9DED50F0D6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08B005-824D-AE0F-6766-A2AFD328B0E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721D3-EE3E-1E4B-CC75-06C828FA040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960620-E366-C5D2-42CA-CF7E4EC9BA1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BC51E-A8A3-EF5D-A52C-1A6AD7E4397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4B6305-15AF-B2B7-1D5C-B2066459DF5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341EDCD-54A1-9C44-6241-B55B2394774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8711D2-26A6-A341-9742-25BE858CE71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5FB4917-E55F-5BD2-D67C-9BCD52A1D80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0BD53D1-4607-6B0A-AA2E-5B423B7FCA2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D6C34F-5AA0-47D0-69E9-E88CE47EAB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245F8-FBDF-0400-1358-9BA32F30C52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5627D5-D057-594B-CEC1-43CDA7E6A90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A08D09-7408-4D25-A076-6D28ED7BD85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2200BD-DBF0-F8A7-9CB8-FC3F03C15AD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4B526F-95A8-5407-BC46-E44623B87F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417D17-831C-E45B-32B2-5737204B90B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1A537B-56C4-1238-09C6-AFDD9806090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585594-56AE-1CAB-EA3D-42105B94A2F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126B7D-E114-53F1-81E0-2C888FEE46D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759914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A58B3-654D-33F4-BF1E-232BAA3D7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DA238E-FDA4-0565-B772-D2D82425CF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6B5F5E-D0FA-B8FA-22B2-A64D183B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750107-7903-006F-AAF1-0594371FA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3A058F-9A41-159E-33B9-410859890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DA47C3-0D75-099F-189B-004C373D2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C1C7127-93A7-8E3F-AD01-42D84938414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CF1DD9-FD67-9B03-D305-F101958C640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1B783-1888-A750-2BC7-FD89DAEAFA3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BF10A-2908-AA4A-CDA9-706123C3560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0B02F-467A-D708-10E0-A9C70BF8205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045347-56BC-FD3C-46F6-B187B02C69F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570999-D205-533A-C4B5-C5D722680CF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718037-C9FF-5EB3-71EB-D59D41170AC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0590D6-315F-F6CA-2113-624B5921572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9887F5-0268-309A-1F18-5698951F009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F38CA8-A78B-DA54-A77A-2887CF905A2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AAC33E-EA93-A757-1633-3BEA4B88ADF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E151CC-45B6-F439-31A9-C5504035707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24BAC-3D85-97F9-5A7F-36665F51E6A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4F9DD8-0B19-7C3D-6042-2F90B48674C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B8DAA9-EE99-2B7E-9689-BAE040092CD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B8CADF-8AEE-913B-A24E-F3ED3167791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83E4F4-7FE3-6FD4-EC36-04F4F34DD1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795BB7-86EC-EF5E-B338-0CDBBCF8231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31BAE-ED50-F8D1-D6EC-E5945EEE829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CB0B83-06F3-D555-F34F-8D54B3867F9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44F3D-224A-5B60-94C5-AEE351EAFBF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C5F15D-E1CF-DAB8-07E1-F72459CF59B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34A0FC-553B-CFFD-8EB7-90C33DD0DD8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0A57D0-7327-C361-E504-D30860EA6DD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C66680-20A1-3BBF-B25F-A9D4B5D8C15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3331CE-5376-E203-8C77-6775C1E4C2C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C3D9EC-3355-8E1B-7865-4CA45F8D81E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D696FD-7E1A-44B3-9130-450DD82D3AA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FCB0C0-E7BE-2358-08A0-C643F6E02A7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59C2F4-AEB2-FF09-5608-27F6F7A8FEA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634644-5F3D-15A1-48F5-F6C70B2E45D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9D26B4-2155-1C05-43CE-EF39E153548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DE8432-8E98-DD3F-CFC1-9364CD4DAD1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150BD4-0B24-088A-FC59-BF19B2E6D73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576988-9EB3-6A5F-9B51-C10C222AB84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D7A205-233D-26AA-A38D-FC47B80E437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A6FA62-360D-9EDA-B1C1-E0894F8ADA6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B1BC22-8141-023D-4335-7C074108863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AF04E3-32B0-18CF-1E7A-A9AB789CFFF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FDB675-2982-3487-8327-249924F4CF3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3FC6E2-36A9-E122-1B63-D01B9AAAE0B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57147E-CFB7-1B3F-B49B-B007C16D48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C521AF-0F62-0716-C229-40FCAC939E6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2B3D49-7A31-FE57-8CB6-ED4D9E4D13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DD8B6E-FE75-3FD9-770A-B9224A03316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E52319-53A7-62B8-52B1-13990E2B47B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DBCD6E-2F41-1149-D75C-85A64FF78DD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EE98B-5216-A6D7-CA65-C09048735E6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AA11B1-654A-EBDE-D20E-9366CEEBDD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914F5D-9992-B03A-D8ED-0763D42E454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7E2CC3-037E-11CA-822E-FD194891964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F6E292-C03B-9459-AF54-5938C64FF72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ACBA40-F55B-43AC-9B9B-2750C492B86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950584-16F2-83ED-55FF-3398F1E7CC4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323B23D-EC0F-F269-D5CE-D453393F566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40CA2D-5D84-62F6-4253-A141436EA7A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542D61-F811-45B5-0F76-5DB0F9D9337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6A4C4-8CD8-98B9-3BF7-37C926DDD47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30BCFA-9F3C-F787-4168-F56FCD17F68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2EBFA1-72AE-84FD-F545-9EFC8B7C05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C59B69-F7CD-6F94-F657-CF5199B7EA0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1138DF0-4198-30F1-0B0F-490E8730E14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457AE6-3CFB-E70F-A7AC-134D588AE97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819137-1298-13A9-95FA-4B09E5E6688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50C326-2D99-13D3-B8D3-0AB5990CA63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7911C94-C508-408E-3DCE-E739C499034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A4EA839-6582-AEBA-C7E8-0D515821171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59D72BC-C8B8-0FD1-2C9A-79A549E2443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CBF6AA-79B2-DAE7-A9BA-8212C3FA529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9933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EB0E-C448-A162-522D-A85F32CE4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B2738-4B8E-C44D-0A19-B422F745EA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EEF81E-1645-8A7C-0D73-052B33D91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7D1AF0-2282-BA69-1257-8C7448892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CE1276-4890-D7FD-8551-3A235A33C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0E6F9F-39CE-9588-6FF1-77A9CE878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2834EE-3C84-D741-0110-2628DD6F11D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0C878-917E-B3B1-7BF5-621F0944ECD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D9B4E-477D-08C9-0A96-B711C9201D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771B7-6748-EA63-C24E-8B0259E6D5B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57539-035B-7AD2-87BA-6D7A7C70438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8CF4B-AF33-85BB-5CD9-FA6912F94FC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C80F0-3CCE-EBC5-AD4E-9BD51F090E3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E12478-188D-30B1-C98C-12DCA4F7F9B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354053-B028-34C9-2FB6-1C57AAC6456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D042CC-DF3D-0AA8-F2A6-19BA79C7851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3CCB2D-C6F0-05D3-2FFB-2741A35D455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5F844C-6757-A413-98B8-DA259A28166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B7DC87-32FC-B41F-F9F1-5D01AF02F8A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EF6310-73FC-FCF3-2EA5-05D9123460A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D1869A-7E1F-D195-8FDE-4778D4C99B7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2AF793-13C9-B133-C4BE-92BFE81B3BE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3A3E84-0275-91C0-F4A4-918FA20EF4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68DF04-EEC1-2B9C-3786-B97F0F95EBD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58D9CA-CEE2-AB48-19D7-2D8373A5ABF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19C05-B302-2328-725F-9F52CB51195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D1A2BF-34D0-BFB0-A0B0-814E621AB24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E9864-4892-4E9C-B439-5532FC788C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056909-07D0-7845-0F97-673035EDCE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5CF165-8C18-708D-886F-763FC303061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BFB56B-85AB-B3D6-DB51-33861F9905D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7E481F-869E-1BC0-31F7-E865503A7F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0950C0-0802-B130-FC2A-B4FEA81EA28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905099-1AA1-5DDE-7F7B-2AB972DD070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C283FC-007D-46EC-9C05-B3C0077FAE1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FF5EF-AD49-BB36-7DCE-69542962CE9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B3C8C7-3412-E34D-C958-FD964B0BCFC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A40B47-F2AA-A600-07BC-641328ADD64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134904-D3EF-5037-F2D4-3A29744C9C5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1DDC82-015F-CE59-A141-9EE4B8E3279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CFD2EB-FD2F-8D25-2457-415B469DE54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3BDF65-0B92-73E1-2A37-AA741CC1ED1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12E9E3-8F29-4BCE-506C-B5A4E9B8395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D4820-07B2-B5BD-8671-A95038DB9BF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897586-1F21-31BA-B38D-6920D1C0646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DBAB50-A940-C715-401A-DE38944816D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0FC272-E1F1-9D30-551F-E038CAC711C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388D04-EB2E-5950-6FCD-D106D1ABA7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669D44-B53D-7A05-832A-D800683921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2E6ACA-F5EB-07C8-F212-F04BF9B3596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EA60CE-00E0-F117-B541-167232ED744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B1FBF8-2B52-5F39-F290-60017103FCD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F4F16D-6721-A976-7F7E-FD7A720D13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1CB871-9F4E-FDA4-77B3-129AF5A8D4F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9AD761-E49D-CA89-F84E-31E6E870B27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0D4C9-8ECB-19F7-8EDB-2AFE3C0174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1F43B4-6B92-EB82-8085-F3073792242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B0373F-9722-4300-6264-197E34E4699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A050AE4-EFF6-9819-3A15-72ABDDAADA3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478F73-4B09-AC8A-A185-A35888F7C89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B23D62-8A52-0DC6-BA19-8D6D8EDC439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90CF06-BEF7-6A03-3DE3-0CBF8638042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38C2E7-3CFD-9620-FC0D-8EF0D46445D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E331B8-DA81-9BEB-DD3A-5186D0B86EE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241651-7395-8B67-9179-BE364EC258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D6DAAE-9040-E51D-CEBE-E3EEB2C26E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6722AF-267E-49DC-66EF-F429AAF5824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4A271C-D438-A607-C1E7-3E9F4A83F23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F58F39-FA12-62BB-7AEC-74F93F8BA9E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D37CD7-75CE-D2F1-DE9C-36E3A569CA1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5C7DE5E-7DF9-1466-37DF-5AC11D2110D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F2B440-462E-91B2-9FEB-52436B0AA01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3A7B83B-B7E1-EE79-BE12-F33BB01121E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4D7F71-1517-9AC9-1956-B75FA1EBB9D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E957EC9-49FF-B462-E1CB-343AC9D941C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C15838-A9E2-A196-79D8-6EAB83A2C04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04618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8FF3-D39B-6E2A-E66E-031479FA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CB943D-05FB-0047-1AF6-0574308A6B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last possible 6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DE5259-C545-9A25-6C22-A0788FE38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3F53DE-95A8-5B90-5020-380BBA7FE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936927-8008-5FF3-54D6-22E954CA0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102851-64AA-3BD5-7C4C-307E2A28C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691336D-4113-0367-0266-DDE9D82972F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5C7524-D418-D19A-6D85-CAD6E0AB876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FBB40-F7A1-F0DE-BA6F-6F30A53BAE5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488D9-5352-3757-278F-97A7A2EF32C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12F38-0CE4-4D8E-98F8-041CE8FBF53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0C0536-F519-113F-7BAA-D6D8E29CA01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3DB1C3-0A9D-C8D5-6CD9-EC63E21DADB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41C6C-30A4-A135-4770-5A8A6CEFB27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537C71-03F6-236B-4D06-13CBDDA954E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099DF-C7F1-87B2-873D-014150E27BC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6AF263-F71F-9AA1-9510-4578206DC36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45EA4B-8C45-A86A-5C17-3C299D3699F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E8250F-98CA-BEB9-A71F-11DFA1D54FF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FBB5FC-39D3-679F-D084-1A2D43AD494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D77C68-6BD0-310E-D963-DAC208A9671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9CE67D-09FA-B558-8765-2E5DBB7330B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8616E-F176-0F80-DD09-229EBA8D108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D4500B-09DC-3240-0F43-781A61546D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1B0575-A8B8-00A7-0070-B25A7D9A69D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7625E-FB58-B86D-A192-C2EEB391C46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FBB98-7C3B-A445-F745-3661CBE7D06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F6C09-72F9-2093-9A45-D850107CF1A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99E57C-A86B-22B7-742B-BE30938EBB1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4683C5-0570-6684-9D0D-94B58DE202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FC26DC-E9BE-C6AA-4484-5620F68AB6A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42E276-1081-3C23-3572-73156DE1F21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4DC857-774F-B899-9CC7-181F98F38E8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AEA45C-B980-743B-E1B2-C5F60F1D0E6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6B29CE-41D6-2E6C-70CB-CFB06078AA9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B853D4-65B4-78C0-9F32-F9DFFB8E90D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190C1B-9AAD-0442-4FF5-25F9EC882D4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8E16FD-A72B-C524-41B3-483E31246F1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328166-9AF7-5888-1F74-A155A41CE6B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58BAB5-B618-8240-D41C-67F91A6FFE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8E8249-E5DE-BFFD-EDDF-5E56DAF4842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C0683D-A507-0FFB-9ECB-058ED3FA3BF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B9293B-D8B8-0C9E-3A39-13DA0D0966B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A801C0-AC55-F8A1-665D-F439D2156C7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3C8F68-D729-E8AC-C18E-F5C11D1D482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3828AE-16B5-D499-BF1D-121DBBA03D9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A3F4A7-C0D5-0245-44C3-3039538532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3F8095-1D51-BCCE-7746-5DEC7FDB41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1023EE-7C2C-8065-1CB1-0BFB5A828AF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250EFD-EFFF-2269-B0BF-B9728F6EDD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7D7525-2F5E-3FEF-E658-4C813B9326E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B56B53-CA1D-7691-F7AB-42D528F53A7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CB1D2E-2FF9-3611-866A-3AFDC5E4B50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D24682-F9B7-6A8D-AEDA-7DA49DC0C78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81E014-637C-0922-16BF-79CE096ECB1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EB801-FEA9-2607-CF45-BBE6DB4893C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B8E33C-BDBE-80CE-52EF-4FBEB980204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452200-03CC-D486-ED78-8218A393E4C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586434-9770-EE49-C1AC-E3DF2216473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D9816D-C1E3-4773-250E-B333905A00E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447BE1-38EA-CDA1-1414-6C27BF1926D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EB31C-C874-B989-BA7D-2C2B23C0F6E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E39190-310E-F557-BAF4-0D7CEC8A83D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F4D37-69CF-AC86-1DE3-B593386216D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1158B1-1E8C-F1C6-1833-DC5FBC3D1E2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6101DD-A6E9-2054-888F-ABEEC37127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D5E0D8-1A9E-3CA2-D8CB-C08AC49B73E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81E0BC-8FD6-57F7-0124-4FC323883E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35E40C-578A-03DB-6F2D-E5AD4F2B501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FAAFB4-FEBE-61CA-2172-B72F909D91C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BE865E-513D-2604-319B-8AB9E7F2E26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8FEC61-7F13-3DCF-BEF2-0C31B5B3F85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E0741E-D08A-CE50-D59E-7EF80DAA5A4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A5FCD4-A89B-D615-2DDC-7C8E807FC3F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B951F2-364F-810A-77D1-89E947F995C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4D388F-8063-997B-D109-27652BDD04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25F486-D23F-C9A8-743C-BC6D825F008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59746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2504-5457-F809-672D-93EC3E36E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270138-5F8A-7756-B917-04E22F0B1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the complement to [30 in 6] is [15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DFF6A52-AC15-AE91-F361-1442234F0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CCFD7BD-01C9-B3A3-4EDF-D9FC272D5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03B067-4619-14C7-8E00-AAAC64647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263F75-4DE1-035C-837A-82D2ED925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E8B814F-8A49-C241-9628-30E0957DC0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81CFC-F9DB-2915-736A-612AF1F8F5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9E6E1-5496-B24E-859D-CEEB031F3E2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99E35-5F71-D3FD-C51A-F1A8B4C7047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04258-3FFD-6E33-89AC-CD73B48EF98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4FBF9-6C26-578A-1EFC-821673A9D8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5EDB3-1B87-12DB-A219-52C5935988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669B54-877B-839F-6594-3F8B87B7FED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671533-11EC-297E-A46E-5E4EDFF0BAF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90159-80D9-FB04-163F-607361E9924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7E6638-CD5B-C719-CCFA-095083819A4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3B13B2-378D-86F2-DD2C-4449604EBAF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8539B9-A27A-FF56-BC99-CAFC41AC876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7FC020-5657-9694-9638-5708946A5C0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C229D4-F94B-7798-D828-65ABFA17C2B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2806E-448C-43FD-3EFE-F6F611AA291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FBB48C-6E6B-2130-BCEA-19512E4C95D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092149-6BC7-5FB6-71F7-AC7CCBA550E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796C3A-6555-B776-BFF3-DD5B480AD5D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67078-1825-3C98-6ED3-399AE564455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91D24-495E-E523-1A80-7253ED036D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0AC81-C223-4979-024A-9D68F76E88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D9FDEF-8279-9BC0-26F9-B23FAC95DE8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F4D67C-EC7B-32E0-F72C-3CC6318056D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C612FB-6234-D049-699B-14A2163FEB8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E7A88A-C789-4668-6675-3B6D85C6B3A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6DA03F-E2C4-D342-F8EB-91403B9EA3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9B17A-D305-286F-71BD-7A754EEE7BB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8CCF7C-2DFE-FE3C-33E2-F1AE4452A1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0BC6B-24AD-E971-55E2-12D347CDBF3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85BE75-7B47-EF3A-6663-42345DE4F49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C4B9C0-396B-F32E-EA30-5D4A82A9A8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A96EC6-1D27-FF53-F4A5-87D6FCF8E7F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6FD6C8-6231-ED37-24E9-EC8C45C941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403B8C-0A4E-922B-4622-E5FE653DF89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A08497-4D45-8757-96AD-435DB046658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5984BD-0A7D-9A77-655C-A8288260F29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558893-0A3F-BB3F-E5C8-5CB8800DB4A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2F0DB6-BA0D-6DDB-1EF0-DCDB3E4E2D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32F2BD-3E42-FEEC-B9AB-5F64441A16A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926E3A-B63B-5B32-D889-92A726C963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41171B-61F1-F5AC-045D-5FE7078DEA0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2AE117-4790-A2B1-7629-16FFD890174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18B527-5CA1-A56E-D05E-F3FE0E25FD9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62E44E-339B-27A7-0E23-8772E498108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FD6B4D-37A6-68CC-0F7A-B8285D0FECB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573969-1201-70D5-ADC1-AC4804792C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41FBC-6777-BF24-EFE0-7A03C43B46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0C97B0-CE84-852E-A7F4-6FCA55590D0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7DC81A-1646-2339-5A7F-17C02C5BEDE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3C4B32-EDD4-18EE-1933-A6255938017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99E8D9-F376-2B05-EC76-914E6189505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057E1B-72F7-793A-B765-C76AE65909E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00743D-D71B-1CCE-C22C-0167D772726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CD9AC09-E747-A073-A342-D43F0397C8F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5AD2FF-AE26-52AB-5EC7-703A649598D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B45A6D-AC49-BE9C-FB01-8B23FBAAD0A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48395A-6A14-9416-410B-F2685C28565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92ABE8-3423-1853-C9D4-EC1582BBE6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7ED2F7-12C9-061F-41B1-43786D8A642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7EEF0F-96E9-BE78-97F7-D3B772BED8F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12CEBB-0D2F-1DE1-B121-522E06310C8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737345-5DFB-FA7E-DC26-ADCC7025243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CE7894-4C60-9CDD-3A3B-F0B6C0C503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9D50F0-BDC0-C1C7-8B1D-627BB715992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C260EA-5E4F-0249-2C62-E5E1AA98714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6E797FD-3046-0320-7B0D-8A6DC14BB9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BE8E9-A810-74C8-7231-578BB61C440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A80CE4-CE69-C14F-532B-11A1BBE9E54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AD062B-CA7F-6234-34D2-BF9F322305A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B62867-3E61-7128-AE13-84AAB6A6EEE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31396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7829-EEB2-4E5B-60B4-3816A2D3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2ABA04-C692-2E52-4E17-FB21E294C4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and 3 in center block.</a:t>
            </a:r>
          </a:p>
          <a:p>
            <a:r>
              <a:rPr lang="en-US" dirty="0"/>
              <a:t>Last possible 4 in left center block.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B296EF-327A-C0EC-E438-3EF63B219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71B450-D089-4B7A-D65C-8B9267E03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1BA05E-EEED-8141-63F9-CDA14D505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526C84-D0D0-A35B-6956-9E8FAB367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F7542-D261-33C5-6854-363D1CB8562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0784F3-DAF6-C758-13EB-1D03BA1FEFD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B9396-EBC9-0AD5-30EA-4817368D664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8DCC6-74BB-0DEA-C658-AE7CFCA28D3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408EF-8AB6-DB99-D976-CADC1C9FD64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6478DB-EF10-A0BA-C819-E9048FD700B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4ECDB-2E2A-EC9C-1F31-9DF717426EA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11B188-1F40-C624-FA0F-D2332190ECF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AB3A6F-674B-A2AC-0085-F8795F3AF3C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77DE0B-78B1-DB16-4707-42412CC743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CB2ADF-F6E4-1AAB-267D-8F48E555E3E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A04D85-4BC8-AB22-D03D-C8A6FF67CCA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BCF8CA-1D68-ED52-B4EE-0FF024FE2AD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DEE553-49CF-E0D5-5A53-5054406E94D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86DC30-9BA7-4A48-98A3-DD4898F1EC2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300DCC-724C-086F-94B3-9EB1D32A86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E27272-5C3B-F72F-7430-8CAD4695877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0DEF8F-6A30-A96A-4C18-6248A63B821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3C0E2F-7831-70F3-3DDA-6F1608304F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D9D0A1-0ADF-788E-18EC-1D644BE0A24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218A54-EA3F-5E22-74D6-1554DED6BCA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BB3C72-C111-F7E1-8815-95A961B921A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DD9BEC-188E-F954-9B2C-9CFCD32263B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0CF3A0-2326-095D-538B-47A6D78A740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D9EA0-BE01-0FA4-8F70-12334F169C7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07FE0F-D8CD-F57E-0960-ABEDBC8850F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FE901C-C5A0-27CE-22BB-63B7742CE4C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906531-DC71-C335-76F2-BAC1963F8B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741DE7-6D0E-1641-983D-4E54511516D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A884A-B5D4-1DC0-AC81-FEC9E6E0ABC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39F25F-7B74-B152-F5D0-F6CB6339079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E8D7D2-6059-5899-B857-96E2E689E2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DBF112-D803-6A5E-F8B4-A45809B5534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F221F1-8FE5-D41C-E3A7-02312AC24EB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B41EC2-B9DA-6B2F-354C-9F7E45D5D16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7CBB1E-D11D-CBCB-D9E3-04D73A2696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C0400B-AD8D-D2D5-85EB-9461D16526C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153C8F-E6BD-DFA4-60FC-85315DD98FA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B57C05-D82E-97F4-8BC0-9B7E3FC63C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722EF1-6CB6-ABF6-6442-25413731A87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E2602B-003C-D3AD-782B-02875A4BC7F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8599B8-2CB3-BA22-6A95-E551D427351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B0E8E2-76B8-72CD-1FED-D344AB8689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5D7FDC-37E0-D47A-16E6-D674F17D407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3BABD96-A97F-8BCE-780B-4D978E751D0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E44958-9678-8DAF-F9B5-316D71C923A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996DCF-F00D-54F5-CA5B-A443851D728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8404CC-1252-C480-9F45-474216AFE7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DE32BE-7DB8-E63B-C90C-8AD65DEEB6E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0C8C17-1FF4-C995-C0A1-9CB7A1086FB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02C26D-27A3-7FC1-0D4A-CECBFCC17AA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1B3E71-999D-9DDA-02AE-4E814C94291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F31307B-7B15-F15D-B66C-E8A0D92EA06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618B90-FBDC-829E-8402-A25F87360AA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6A54B5-7C91-C3D3-3B43-51C043B5038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57435-CC6B-A1BA-F96F-D3BBBBCFFDE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B29478-C839-3737-6A2C-9CC4B76176D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9F7107-2008-8514-8CE9-E10C6C07C37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9DDBC1-B797-B35D-E93B-7052F6B818E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1F05B8-B54E-A6FD-4638-FF233BD9F6C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36C8C6-3687-2595-4187-0B3F16C3E17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A2A560-5DC8-4ACD-C699-3220E076F8B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60ADC1-3680-DAAC-D7ED-F930451A637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6E1C34-F633-D9A3-03E3-B6B1DF87AF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A438DF-BEDC-0663-7614-F0F8012810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49756A-BDE3-44B0-5383-C2040E7F779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3FCF2EE-A51D-A5F2-B361-01C5BC6F7E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7C5783-CF6F-C819-608E-34F70F9EA2B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271735-8554-C0E0-5147-A48135D416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86B2BC-A02D-7708-A2A8-8BC92C5CF6A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BD422E-BC08-858B-0FA1-C11F56DDE99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F4AC64-042C-CED9-ADEF-F5B5F9B6EB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8140B0-7A64-C2DB-F4DF-60834CEBD8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CD429A-7759-FBE4-B133-E20FF5BC12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14085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A4BEE-8231-D380-1F05-01A5550E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005924-9042-C3DB-4ABC-274EC607C6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possible way to fill 14 in Row 6 and in center block.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6899C2-5C3C-3D47-BC71-A445B806E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62506D-D227-FF04-0BCD-A231630FE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091F9B-2CF9-C6F8-91D4-2948F6D5A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FCE803-AB4C-B0EB-CE6A-E22EB3080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AC4821-0AF3-C661-3211-87CC5F1D0E0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B003D0-6450-C7DF-E657-DDC52A2B765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6F04B-496F-832B-2362-B99471C04CA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09089-F150-22BF-C76E-707A24CBFB2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45143-AD6F-6286-4EDF-21467DB2A68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11D8C-042B-0370-18A6-E60B8C493B9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EF418-7901-A285-D2AD-C322C804F57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5C27C-DA32-B246-3E76-6D72170E9C8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694DD5-BBB3-7B65-17AE-5EFF7AEB29E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8D33E5-2015-8ADD-BE7D-96C936D834E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AF419B-C4B8-48B2-AFF6-8B0EC454205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A03C09-2C69-D919-3E8A-7F8C7C6D26C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49C591-1582-CA7E-F1D9-5F5B8E7AA3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BF1751-156A-992E-E9E4-C88167BD2C0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A3AE57-7645-7513-ABD6-6B18D870760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67C64E-1A3B-1A17-BC68-4BBE1CD3D00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C6B04A-2A95-7310-58C0-9920E9EB5FB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382F58-0695-8441-6F47-7F5DCDC0A74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0CF71-3781-0115-FC20-C4123D0BEE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573AF-5C4F-D231-D888-F2147590AE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A82B1-E82F-6CDC-A4AC-1DDC1270A38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C937E-2E33-CEA2-31A0-A417804772A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965D60-12AA-DFCD-E4A8-B5DF494E997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D843F7-9895-0235-F2A0-81851133005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DEF78C-2F1A-2F5C-17FC-D99D5C9A202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174037-A2E0-1146-7B7B-F56BD3E59FD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9DE2D4-B535-0DD6-7922-C595DD13A0E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F515F-5319-D1F7-FFB4-25F93D243B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DCF3D9-9368-3FD8-F22C-D37E6A297F1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AFE22-E634-60DF-B31E-F66A668E815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AF9E14-CDB5-8F6B-771A-5FC7265741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93FD2E-451B-8A43-56D1-EFD846B1B73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9A540F-501B-378F-534F-886E963589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FFCA66-F21A-AF62-F478-590044C9BCE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4C0F7D-5070-8EEF-6169-6970683D34E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B14EC0-1824-545E-763F-E015AA2EDC2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E4535A-220D-49F2-A2EE-73B5B21487A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3E2AAF-E67E-63CD-D7BF-42F785861B5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C67F6C-7BFC-9B7E-66D6-95F70ABCEB2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EF3E42-8158-EAEF-874E-443F07DA77C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11381F-65D0-C26D-5C01-C9FA591E257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7E3BC96-1D78-58C0-90A8-DE892239EFF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B2F53A-E3BA-9791-4C65-E9D3B24CEAE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CCDC79-6ECA-1EE0-675E-7FEF98CD73A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73481B-8038-CB99-9D7D-46F63425E9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19C2DC-667B-6571-F816-3203AD2899F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9B9370-F9AA-4254-D185-A2CD7C6F1EC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A7772-23B6-637C-671F-080B865775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475DFE-5F2E-6B5A-987A-6CB7CF25FD0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C98782-8EAA-1F58-D5D0-6717766B8B8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8E9294-C088-5324-6B73-4BC2CE42E13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DA979C-0D02-83FC-0EFD-D945F9675D3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AF0B8E-F1C2-8CFE-9A0B-8B65ACC4812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76A324-6D88-B929-721E-297EB234D9C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5B9BC5-1F38-50DD-1C91-382743F1EBE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A05262-1486-7209-EBF0-7AAB118BE69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19E60F-BA91-E320-0766-82D1A68EED7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7F9924-6ED2-755E-88E0-300DFA952FA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92369C-BE97-64B0-D174-40B30774017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EDC2E2-C0A8-A3DF-3950-C49A4FA1E9F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CCA8A4-EBC8-161C-1B0E-5D9A30CA8D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FF5CFA-7A24-B834-A351-7181AA1A03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0C3B47-2B0B-28F0-88A4-352BDFE0469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9A703C-C047-1A21-91DC-9F232CEA338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C2662F0-0949-E895-C1B5-FC7B855D872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E0A0EA4-F404-DB83-2228-C46E3619870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A5EC00-AAD2-C1BE-BDB7-CB361BB9DFA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E22FA2-FDF7-2932-1636-C9BD90C1F40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81888A-2198-12EF-C997-4375117021B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DB2CBB-EB36-2704-C625-859EF1886F7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849AAC-C779-B456-DEF3-A5A01885EAC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3D1A53-0A54-DD5D-E9EE-5EA3ED446AF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A18337-E7CF-E3F4-6C14-EFB3188A99C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E1EC6B-014C-4D60-503D-676AF1DB3C9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47F014-CD7C-7E01-85AE-D470FD243E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20FAEC-FA4C-5304-1E8E-A705D92985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C670AD-E984-A767-0686-58412418E16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106727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3B1F-3697-276F-2CFD-12738D68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B03C4F-BA45-3800-8329-29263C7A5C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65846A-A07A-3C03-B263-368BF02A8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7FF89D-BBCE-5808-B701-3ED6D2966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F2A8D9-BD90-6A2D-2CDC-D3F9F8117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CA751C-A1EE-04B0-FA0D-AD1874EB8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BE1830-567E-E814-30F4-089783C3D9F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CD2B97-23FE-3A9A-0A7B-F681EDDA5C1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D3AAEC-A0A6-D646-2859-30F2F456C1D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1CF93-393B-A63A-B823-4A3F8FC08B9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30F62-D6B7-07C9-854C-F3D1388C3A7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4870BD-3373-825A-D187-AE8C25F2C52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3A06F5-9273-44A6-0625-E604E052F06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61662-82E3-6618-5B37-C0D7D114730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A5156-1524-9626-72A5-89B4A11133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C54701-F56D-5D1B-2125-6F2B8ADDDD7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7939AD-B367-3003-1906-5697385D736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CAE9B2-A639-3363-16D6-14254DB87A3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5AC08B-A2C1-9509-E064-F36697190D8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059957-42C1-FA21-243C-2BFF1080B0C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ECAF7E-361E-219A-AE44-F2CCD500606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B6C098-1C0F-C588-E206-0B7CFE0A07A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ECF3CD-99D9-DE12-52AF-78D0B6AFD8D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C5149-FF29-366A-5CE4-A19AB1D7837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A66A80-E339-9D16-8D51-C6D7075BE66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E0AF4-9D75-A097-B688-F188A8D6DDE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5AA5B1-466F-65DE-6A15-DF672D0EF87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5B04BC-8B23-C29B-80AF-3E4FC6D0F33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4DB22B-9963-0751-80FF-4E15616F256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9483E1-B725-7A72-12ED-6A6B69D0EFF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DBFD1C-6C13-1177-D65F-BEBAAEA7722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9F8725-5609-8448-B0BA-7F7C3D6AB88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2FBDCE-0DB8-40AB-0D98-2C6314B311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F2BCB-D507-61B1-8AC6-E3C75ADF32A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33ADBF-B36F-BB12-08B3-0DB6D0C2F41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666162-A0CE-C688-D011-03D618D2081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8ABABB-3725-8F87-7C7C-05CF5AB0DDF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2F5C14-C50A-144C-DE89-DD98AA8376A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8E9580-0CF8-833F-B0DD-462BCFE118E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F14250-69B6-AAE0-4C26-AC7E53DD84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C8B27A-65DC-03AB-4973-A47191361A8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FDD340-5E98-5E50-2885-B5FE2C8D91D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76EC82-F0C9-3592-8DA7-8D736D6493A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1D6763-3911-75EF-E4A9-F60DF1D99BA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17D823-0926-B674-4408-510377542E1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01E860-20BE-4A89-CD4F-E6B34E4B32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D1761F-3C5A-F720-918F-1CC7F0AC3D9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664EFD-AA41-8540-B7B4-AE0D19C0110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F245D7-B0AF-817B-86C4-6A0B03CA416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84003-4D35-2518-806B-B823C6F264D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91FE11-2F07-C5FC-C1FB-0077583079A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8C1936-DF83-D74E-594B-3A27C9FEAA8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55243F-A902-FA27-4DEA-46AA6656CEF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CC7A14-EF75-E390-85AB-22FBB122CF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324E50-5105-924F-0213-07E4F025DF6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454C34-C4DB-B2F2-CF04-384B79185A3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5AE5445-7062-6641-C9F0-0DD0B5BCEF2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3AD44D-394A-6488-1C62-009D6CF6F14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8C3320-E265-BCF5-682D-DA4D2CA48C0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E72524-CF85-8011-0101-92932554C7F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DA5929-EE77-A5B6-C8D9-38D8593A473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9FCE00-2716-24D9-E092-8C5BFE6F497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665FF5-EC70-DA37-B993-F164728732F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EA9EFC-A878-640D-DF97-34E8C7D58A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A2FF41-269C-99A1-B23A-64448B7371C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9EABC5-9E62-396B-9067-443DF700C9F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838CEC-DC73-6D4F-04D3-20E4D6BAA1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867DED-A99B-3C39-EFD4-6A3FA9A0F7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9943A93-6408-33D4-28C1-6FCFF6D26CE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0E0475-35E4-A7CD-1935-59B77ADD40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850A7CA-7856-0900-83C7-46452E833B8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5607D4-2C9B-F401-25AD-65CD716ECA0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97BA4C-D3EE-4364-7A70-BA96ED72011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70236A-665E-85E9-B4AE-7F241FEDCF5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864E79-6AF3-743D-1DF1-78C2EB4C84C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9721BB-3580-697F-AB1E-03BD8564A8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96CA2C-F42B-820C-7C1C-DB006ED9E49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8170B5-0D9B-ED98-7D18-32AC1CEFE8F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39C45E-9BF5-EE19-88C6-EFA11F422E5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F65B76-AF16-5E82-06E4-35243011869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AEDFF1-66D9-6EE3-6647-EFA8AFE85E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01402B-7E4D-7F45-E25D-46054848DDD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B40375-88EF-1F7C-1FA3-DCCD24D5C36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016348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F3287-ECD4-19C9-73B7-1847AC21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AC6D05-28A5-A0F9-F78F-987552D66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possible way to fill 59 in Column 2.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493121-899E-D4CC-11CF-E82006280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666ACD-2D0C-6552-8607-6A22EBEC6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26BE78-2512-6830-1B56-1931119B2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ACBCAE-1984-A214-A9B5-90BAC39DE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0539F9-9013-E01E-CAE8-BD536BE045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E0613E-E8F2-6522-069C-82473DF718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BA714-E0A5-9DBE-0F83-5A2E30B223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E3AA8-C677-ECF9-BA7F-9F7918080EA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BDBCCC-C851-8D7C-B7C6-1689F494821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F92B20-51C7-9607-2EAA-BFAFAFD0077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8B4364-FBBC-0916-6D92-E95FF80EE9A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52FB02-D8BC-B53D-9570-A6F85034A3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F902E8-706A-AA44-DE20-DD257350DBF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BB168D-24B6-374F-1EFD-96EF63CCF6B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0668D9-B0BD-515F-0404-37D918350F6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9D1310-B044-51E6-F19A-70E3A9404CE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941F29-B44E-9D7D-E436-8662AD2E053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A3B891-1286-FC0A-CA8B-A525289485B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DBF6D6-F6C8-3330-B753-A11E698EDE7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041EC6-8042-F0AC-0666-267413AAF3F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0ECF8F-E700-91EC-D8E3-F194E29F27F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15D986-BC18-4763-20ED-2EAA6108E7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8EAEF8-5694-A1E6-0ECC-990FF1F7A85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04EC79-856B-9B28-9EC7-CCFEF818C22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00C36-1A14-61F8-0673-300B51FC8D7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4E0D4A-061A-8B72-B029-EACBB1EFBBC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0DDF30-987B-9913-7963-0E64ED07460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5E2C4C-C50B-371D-9B0B-DFD70C7B518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130C9A-EE1B-98B0-3348-70050314FCD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A2CA55-70E9-89D5-3884-EDC425525F8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AA1C50-F3D6-42B8-CDDF-10A1B4E92C3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30C873-1488-A0D0-C7AC-13B1D1A4BA7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0B1983-EB35-2FF6-1297-8FE28B90B74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6CEB43-6C24-A7F2-ADD4-1FA5F6F6C8D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AAB6D6-081A-88BB-0567-D90AD430538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47AC06-5152-992F-5934-0E45E34070F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39DDB9-7AA4-456F-D527-4E25A2D589F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83D562-800C-FDAE-3D90-84F5DBAC074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5CCCC0-B6EA-0030-57BD-4A98CD9E446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0BD468-68DD-9DBB-6D52-16966BC86DC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2B711A-9D94-4233-D6AF-7D4A45D8EF2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374608-4273-E4DC-0BE3-DA3DF852046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04C3CA-E84C-63CC-F49F-821F74E2268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791496-C6EF-CE82-8FFE-A15AB09F239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C4E8DF-4647-A64A-9D80-BAF92AB2421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E357C-E0B6-33F1-D08F-AA7A7877991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63ED68-22D8-719B-F07B-2EF4CD2223E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BC311-9BFC-B9A1-FDBF-7F08B4EBF4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A1FF10-11F6-C49E-E088-F6A828D8FDA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2A7A7A5-6EA1-39A8-2D45-027CC85083E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6C6549-76A8-A0AD-6B8B-822EBD5365B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46AFC6-AB34-6888-AA05-852B9CD6FFA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590231-D198-A5D4-EFD9-D7CB1732BB7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9059B0-E676-E1ED-569F-A5091CE6324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30620A-75D5-AC9C-A824-EF4814009D0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B39AC-AE15-C52C-36D0-ABBDA5E6A5B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F24CFB-63B7-8915-80F4-CC1B9E7E02B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2C9A13-8228-E1EF-7551-D2E4E878E85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6C9F55-35A8-42A0-B3C6-13587281155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9D8BBB-6CA3-3A30-C355-C5771F9F52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5B26C7B-0965-3218-35FE-CB9A53BBCE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5488D5-61CC-0236-28B4-8A3220E2E73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27D738-505A-1998-25BC-D2D652F138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E19063-FC01-8C0D-5C81-62C6D3A9C44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65BB3D-BD5F-DDB8-5553-91E17FAE53D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5C7550-57F4-767B-E96B-D27BEC6FE86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C92A13-4944-E096-5E31-28FBDA9B7FA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9FB18F-184E-F96E-DB60-BF0C7167A44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477398-EFD3-C1B4-CE47-ECE6801FE13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AEFEBC-38C6-8968-225D-FFCDA57AB5F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134DD5-4B79-E546-A391-1C9EE05F1F9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F0B693-54AB-1D78-CE9D-99236DD36BF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B934E1-0257-3C91-8F39-93F5D6D633B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F8EC54-764B-4BCC-48C3-60C71760160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B070BB-6767-C626-89C8-5DD8C5495A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AEF6C0-C592-2456-4F7A-07A6345F864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14B7E4-08DF-44FE-9309-39FF916CDC8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9078D7-9AF0-9A27-ADC7-77CC822C86F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BEAAEA-B923-6F43-C39A-A940556BDDA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C2BAC3-A2B5-D934-4682-EE444E5ADCE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E9B1DD-303D-608E-EFEB-FB7B7C04827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684A1B-C27B-CB99-FDA7-DE6F6E0C215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64978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D95B-77FF-E59B-5355-117D3D58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C9C601-2421-D84C-79F3-E8317BD6EB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possible way to fill 39 in Column 3.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1B9790-60E7-115C-8D59-AF786AC87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1C7735-16C6-6EB6-85ED-70A1D2441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FBB97B-59F9-497E-00FE-B1D754A21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7D8E0E-4724-588C-E99B-338A8A204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7302E1E-E4F7-35E8-F1EE-578B292A880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70361B-949D-0185-B0DD-330AB3949C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71696-9064-9203-A128-3EE00BAB701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97F5E-8A2C-57F5-7008-D4E1C33845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5C0AF-BAC2-EF1E-207A-795B65756B5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B54C33-73B6-C4E1-D286-B2B53216FC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FAE12-9A81-56B1-9E5A-CB5573F7153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946534-5C9C-185E-4446-22E45AD686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5F3543-7D23-7633-9B62-D10DE24573E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59905C-A0C1-A6B1-E7E4-4F962ABD821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8A9989-5E3B-A98A-F364-D6395AD7C35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5B2C2C-0DEC-E6CA-1F43-004945FBA55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50F6FF-9782-6487-9AB8-2703A1FB903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262912-B17B-9CA0-E273-D76B690D4D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1C1D8D-ECA6-854A-9207-58357F612D6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73D86-8321-9EEA-3E4D-C66EE2B6950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639B7-5B46-74AB-8BE5-1722C97F59A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A6CE3F-437B-D624-33DA-ECBBBE1C9C8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8E0442-51FE-011A-2BA6-208E64FF2AA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2A17B5-6D93-188B-9924-2BE4EF33C90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B31CAD-9B2D-EDE5-4F35-C9BB629BDE0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4C2C99-51BF-8678-6626-2E2B1B85F66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D845C1-BC7B-BE9B-B6F3-04263CD8E8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63C3B8-642C-F023-3F54-07955DA88C8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7403BA-0E2A-C5DF-1BCC-F6203348DF3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19B55B-EB62-48B7-74CC-D1FB8A6B4C3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D64C04-776D-7428-D9B6-8AFF0D5A49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A32AD7-8C5C-0766-06EC-FB529922A29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7C48B4-03D5-422A-7622-AC313FC95D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0CEB35-E97E-9747-9B01-71FD8A93A09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6FBD25-06AE-5EBA-5411-0442549B7EA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3F67D5-4164-166C-49D6-18EFDA06378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934AB8-DFDC-2A3F-2B3E-F63C7B5BF7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0C87F2-98FC-B6CB-6D07-095B0758D43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D4E8F5-62DF-D522-32B3-520EBE42263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033918-0682-C54D-6BB6-E3A51EBC6F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B67C76-80E3-9867-2DBF-1F531C4D184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A4A838-7F2B-9401-D7EB-507F1AAAD05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C9DEB3-C71D-58C5-0B1E-42D44D2DCAC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4CAE11-7E3B-8D8F-396C-0DB4750CD70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EEC625-B995-A86D-BB19-7F3BB93B9C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EDB2EA-8FBA-CFE4-EC2D-4B2FBAA7776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8CD3AB-011C-7622-DE58-CEDCAF2D8B9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402BBD-B47C-E2CE-7A9C-2F80A4A08A1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76DA90-29C8-AAC3-2565-30A6036142D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4BE2B1-0500-9012-4219-43186AA3DEB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38CC77E-F537-F89F-0D57-111DFBC5F9C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5C76C2-C4B6-0069-DD73-999661B7243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4D3D05-FC71-4CF9-77E7-43974F0BD52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558246-49E0-E371-00B0-0632AA41AFF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C260C8-49FD-BC29-FA9B-C3BF45D1623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BC51F-9798-FF1C-3197-6F195190D74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9D836-5606-BE5F-F878-6D05CC1D9E5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AFF00B-0BDF-FCDB-0EC0-D03C6C8A8CB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3BFFA8-3275-B402-8446-CA4D5CF7E22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9CCD5F-4D2A-5F3C-7D20-659554CA752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D87448-991B-D0E2-87BD-34965C79DCC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5B2973-4FB1-BF6B-D83B-A861B6182F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5DA3468-DAAB-75BD-8709-0E721273A94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788AB1-F903-E077-6BE4-3E927EB05A7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BE34F5E-3E31-3534-2C4B-9065DC87B67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55A3776-D9DE-A9CF-1D7D-0B6673767F2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485B59D-3004-9B16-3C78-814ACF8E3D4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F03958-687D-99C6-5630-BFF12880C9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9D24DF-C6C5-1431-B004-3F6BBA290E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13F3A5-C524-4A62-F570-5725FD15957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4A5174-1181-783C-BAAE-15213C27359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0A4E21-8120-ACC1-6FA8-40C7C36BA28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D12444-5E1E-C3CA-1220-869537B75A6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8C6F54-6E3D-CC21-C7AB-5B80B83EC8C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D092A7-C5F4-2F51-9E8B-E4CE7FC00D1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6222F9-9BE1-974A-7DF2-CC702269A0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0B2656-E52E-86EF-BDEF-E6F9044C68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55B045-7ADD-1F0B-1E75-E18E0BA5677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9358B4-EFA2-410D-747A-10CECA3C4D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5484C7-E4F1-66BF-CF71-BC05A1278CE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0CD7CE-B656-8FE1-A297-8D8314BD329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831513-6BB1-A366-77C3-1BE7747C6AD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6AB51D-4A6F-1735-72A7-1FA2323F6B5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7FE257-FCBE-F350-A1B1-1973EF3143C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6572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9844</TotalTime>
  <Words>3060</Words>
  <Application>Microsoft Macintosh PowerPoint</Application>
  <PresentationFormat>Widescreen</PresentationFormat>
  <Paragraphs>2497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394</cp:revision>
  <cp:lastPrinted>2025-12-02T00:08:17Z</cp:lastPrinted>
  <dcterms:created xsi:type="dcterms:W3CDTF">2024-03-19T02:13:08Z</dcterms:created>
  <dcterms:modified xsi:type="dcterms:W3CDTF">2026-09-24T17:14:46Z</dcterms:modified>
</cp:coreProperties>
</file>