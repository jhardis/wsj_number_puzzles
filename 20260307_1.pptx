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4" r:id="rId15"/>
    <p:sldId id="545" r:id="rId16"/>
    <p:sldId id="543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9" r:id="rId30"/>
    <p:sldId id="560" r:id="rId31"/>
    <p:sldId id="565" r:id="rId32"/>
    <p:sldId id="567" r:id="rId33"/>
    <p:sldId id="568" r:id="rId34"/>
    <p:sldId id="569" r:id="rId35"/>
    <p:sldId id="561" r:id="rId36"/>
    <p:sldId id="562" r:id="rId37"/>
    <p:sldId id="563" r:id="rId38"/>
    <p:sldId id="570" r:id="rId39"/>
    <p:sldId id="571" r:id="rId40"/>
    <p:sldId id="572" r:id="rId41"/>
    <p:sldId id="573" r:id="rId42"/>
    <p:sldId id="574" r:id="rId43"/>
    <p:sldId id="575" r:id="rId44"/>
    <p:sldId id="576" r:id="rId45"/>
    <p:sldId id="577" r:id="rId46"/>
    <p:sldId id="578" r:id="rId47"/>
    <p:sldId id="579" r:id="rId48"/>
    <p:sldId id="580" r:id="rId49"/>
    <p:sldId id="581" r:id="rId50"/>
    <p:sldId id="582" r:id="rId51"/>
    <p:sldId id="583" r:id="rId52"/>
    <p:sldId id="584" r:id="rId53"/>
    <p:sldId id="585" r:id="rId54"/>
    <p:sldId id="586" r:id="rId55"/>
    <p:sldId id="587" r:id="rId56"/>
    <p:sldId id="588" r:id="rId57"/>
    <p:sldId id="589" r:id="rId58"/>
    <p:sldId id="590" r:id="rId59"/>
    <p:sldId id="591" r:id="rId60"/>
    <p:sldId id="592" r:id="rId61"/>
    <p:sldId id="593" r:id="rId62"/>
    <p:sldId id="594" r:id="rId63"/>
    <p:sldId id="595" r:id="rId64"/>
    <p:sldId id="596" r:id="rId65"/>
    <p:sldId id="597" r:id="rId66"/>
    <p:sldId id="598" r:id="rId67"/>
    <p:sldId id="599" r:id="rId68"/>
    <p:sldId id="600" r:id="rId69"/>
    <p:sldId id="601" r:id="rId70"/>
    <p:sldId id="602" r:id="rId71"/>
    <p:sldId id="603" r:id="rId72"/>
    <p:sldId id="604" r:id="rId73"/>
    <p:sldId id="605" r:id="rId74"/>
    <p:sldId id="606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95CD9-73CD-86DA-E351-2189FABD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597A9-E2AC-8A27-A622-526C26606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691FF-7F85-35FD-2709-4E5232E9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B4F20-5549-0FB8-2BB3-5D6D32E51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5B07-8C6A-23C6-62BA-2F92505F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47B19-9615-C8DE-8FD9-43C6F0303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8C7BC-6E54-7640-F974-411A05AA4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15057-3DAA-E722-F69E-9ED6256DA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7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91DB4-1425-BCEA-A58B-79D040DE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83454-2B4B-350F-02E0-7BFC3C2FB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C15EA-FD45-4A84-4F10-561B57153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632ED-0DE8-77EE-1FFD-77113E17E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83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DB2A-3E76-EDA8-E7D1-F5BE148B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FCEDE-CE07-BA94-45BE-7EC679061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64696-3E28-A899-619E-399D43045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12392-0415-9374-E19A-7E0BE4CE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9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CD22-78EC-57B7-2D90-0EC7CA0D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2C461-4AB9-2BD4-68E1-44898A1E9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FF547-581F-9384-6954-2639261C4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37709-EA5C-EF56-9CFD-FAC4C9592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17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0F3C-98A1-81EF-1873-221C3752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38F2C-0BCD-5F79-A72A-919709B62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6E85C-7D01-976D-D918-5B0787B95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869-4C1B-AC82-00EF-6064C9EE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6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411C-D317-6017-1255-5594C4AA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1EA0A-CEDE-1459-94EB-34141DE44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679E-CA5E-AEE7-D2D6-95555972C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ABA63-B73D-2BA3-056F-5FF896477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60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38C3-144D-AF68-44E0-802EF240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CE938-4289-5D81-62DA-C9CBB2384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1A3C6-D015-1887-0A43-973EEFEEA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3410A-67D2-66A6-50A2-1C935F1B1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95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4A84-1D44-3A20-C2B2-7759F52A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DFF31-EF1C-19B5-4D58-379AC902E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1F1BA-BF18-F061-C883-0FD97E1D8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D99A-9B09-1909-0DC8-C640EC7D0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5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50F34-9FB0-F120-684F-89A545F7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0F20C-D953-7F72-4AA7-D1BE3A05A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D99C5-C690-F001-9EDF-DB6A1F7C5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526EB-0D83-E3B2-847F-802B6D339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22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BD781-52DC-031C-D2EF-CE75AC0F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03819-E336-C89D-BF96-295B0C707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6E83A-F588-7FCB-951C-CD12A6F1E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630E-A3DE-D314-72A7-E8C17C4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61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3466-10E0-6597-71C9-633445E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1A4A9-01D0-E9BC-D131-2B333200A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11211-F96B-54A4-6B71-41C8C0068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4292E-1EDC-A90A-7C67-FCBFB511C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03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C2DE-F2F1-A564-5078-F3A6CE43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11418-D9FC-89F5-8945-511F3BAD2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3E7D1-8C13-1FE2-1C28-F4C30A738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CE46F-6E73-1F18-B4EE-A95F60FE5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71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4BF4D-DB0D-9E08-EB25-E1BF2D99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0E716-1539-F93A-275E-7621829AF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FC7CC-0BE9-AADD-DC5F-BE5C22DFB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726AB-119E-BC6A-9DE6-4515C2716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69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C5E96-C633-E602-92E0-7F0312D4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7D0DA-8214-1792-6D12-F7071F0A5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16AB-F6DB-8F19-46EF-379513CA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5C08-5A4E-3F4F-BB5E-B6B2EE97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4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B4EA-D996-5626-96C8-15B45AC0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E691E-9FF7-F641-B241-2A0AA28BC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4B1EC-8A9E-DF45-8A82-776103C51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C82D-8029-D7A2-F88B-4A10C0900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2674-AE4C-5194-60CE-F644304C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4E609-7473-EA0F-863E-38F60D0D6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0E0E8-E3FD-F1CC-DFF3-9211139CD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B11E-A66D-224D-CA34-03F4D398A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28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A306-C4EC-91E7-07F6-A34CD0C6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F68B1-D55C-495F-131C-6BAFAD6C7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78631-F813-2D8C-B16E-A59A7C61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0234C-26F5-084E-A965-26470A6B1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859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6F9F-5D98-DAF3-75D2-79CEB86E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00FBB-7F4A-206F-8B38-F53DE7D3D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C8020-3B93-3AB4-40A6-C70F8E84D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AFAA3-8837-C58A-7903-D14A11BBD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58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0896-37DE-BF7A-813B-10BC421A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3B769-9DB8-5912-2D6A-E47D9D0E0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11E54-0D03-25F7-8D01-0D58FF1AD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7E6D-F33B-C329-DE12-975496FA8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84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128F-1CE6-9A90-6379-1CD20209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A30CD-ECE2-5124-56C1-49B28850C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DB339-E7B7-3BD3-BB60-FB8174401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A1FCD-ADC8-9CE4-EA31-DB3D02647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911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3D12-406A-7A8F-821A-AFD8A081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F2164-B0E4-29A8-60AA-81FD06B7E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F7478-8320-3A60-1E13-52B9A6DBE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D8822-600F-9B1F-DFD9-12B73A9DA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37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021B-1C18-60DB-B32F-A64AB336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0A578-8F44-2DAE-E223-64BF5F1E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FA52C-8271-F3F3-0723-38EA79528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7333-9AFD-5543-88F7-2257F9610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78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9B40-3C76-5511-3304-B0274BCF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EDBE6-EFC2-58D0-FDD6-91DA1298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2BADA-99EE-88DB-1F2C-5413BCF21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60ADF-15A1-B1C4-242C-7D8CCD152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864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6A6A-EF15-B5E2-09DB-223A8414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5227C-CF8B-AFE8-FC41-E76CF529F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19584-F01D-9DAD-2FFD-3E4C1D6C4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2C293-C1F0-5348-C7AD-C68951BB9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402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293C-93CA-4F08-5A69-64CCC84D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73A01-7FB7-1263-7A3D-A832AFBF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52017-50B6-1474-19E7-1FE8516C1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9FD4-02CE-E6FA-16FE-4722D473D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13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58DA-8E37-19D2-C635-C1C78D6F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8DBB5-91A1-B876-7AB4-1479B1B23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A3F77-5F99-8119-5A4D-784BDA175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B36AA-CF1F-7640-D4E6-0C76D49BF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397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CB35-FE06-37E6-87BF-3254714A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E4A23-6FE7-370C-D49C-D75AAE358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0743E-A4BB-C56A-9229-E74EFF886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CF7A-C792-831D-E803-5064752BD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573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2F9F-25ED-4E8C-B537-B1090B87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2CCE6-7B9D-480F-E1AF-4CB597B6D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89B4B-8A7E-0945-6F98-73B3B9D5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2DFF4-E631-E779-CC5C-BBD9566FE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541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B84C-3646-02DB-3EB2-89C84EF2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D9B0F-0337-5299-3959-4C4215648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28525-5712-82FC-A79D-802F52614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06AD-D698-EF8D-FED3-D9A1E9806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89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D5DB-97D1-4418-409F-18452F90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B8D76-9BEC-713A-1A4A-D94584E8F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F2779-F49C-0FAD-4556-BF739246E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82F5D-D1D8-F00B-3BF6-40C010A24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06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51A6-7191-6922-2248-25C53ED0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7E77C-0EB2-A003-0078-8521BDBA7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DD6A1-1AC5-8847-BDAD-B699A3731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4F5D4-2BE7-E874-F95C-A48B6B6E9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862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CB04-3E43-38B3-A30A-43E34388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FED1C-A2AB-F047-6D57-9C22A4145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60F20-3C61-AE3D-1849-1D50346E8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A98D1-0031-3620-572E-534A9FE1F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244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2B0D-B627-70B1-C403-002018BD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84EE0-8397-D1DC-2CCD-6256E5044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101E5-3A8F-6183-453D-97CF12F95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33FC2-EEB6-B144-085D-19475ACB0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159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71B-92FD-460C-C04D-14579998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4E29B-DCB5-AEFD-52EA-6725999FE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6A544-3F34-6122-F19A-42CC48100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EFF58-D708-CA57-F990-1389488D2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457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A8F3-939F-E75D-F56C-7D11E25F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10F2B-42FC-4A5D-8ABE-FBEDB73A5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D2759-B234-47A5-51FF-5BCDE8A8B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93C64-A775-5D01-8CBA-16B78BD1C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73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3E2E-A5AE-39E0-338D-4268C235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5CFAD-AFFD-0D8F-8FBB-03F93A240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2960F-BDAE-E47F-EDAA-A59EF14C0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3DA54-DE0A-2896-7BC6-B59BFE348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461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BAD0-97B1-8EB1-9E47-980A56D9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8F7B4-DE46-9329-5988-EFDE041F1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CCE87-0913-EF55-C477-050E9BB4E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579FA-09A1-AC91-2B12-D88E7EF1E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973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3EA8-3179-4444-5C10-DCBB7C45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8D733-23F3-8121-BE1E-CD555F2EF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984A0-9C21-AF7A-0B71-1A80B3955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0A3E3-E7DC-4F72-2B1E-EA9FDC0B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92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AD13-789A-E686-4EC1-5549F6BC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E0FDB-C36B-EDEA-4288-70210CE3B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3F53E-3C46-3853-D950-D95DDEB9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9E70-1445-6C93-B87D-826E15F4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426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4781-DDC6-1E3D-743F-C83C0213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59DBF-BACC-37B4-B564-CEDFB1E18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89087-D364-A38F-3149-69A756BE5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7552-23EC-78BE-CEAF-7430E5310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99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8770-98A8-F5B7-C184-3FD66339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B4213-BE1F-4DF0-CD2C-031D53554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B7A02-DAD6-16BC-3AD3-32A8B15BC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7668-5DF6-463C-1E03-F1AA1B4BC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52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6858-DC60-66E6-90DE-9A6AF4C8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4B798-2F4A-B830-A385-C01D3366B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18749-B37B-953B-3063-637471B27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D075A-B095-D963-D583-884829470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849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C2DB-28CE-3AD4-9D86-DF60F4BF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BB4B4-F10B-6D64-AE52-5CB766E7F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C1AFE-9E00-7F8F-3AAD-7C8CF9532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15425-C9DD-D727-1D4D-9E7F3B6F9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302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D913-9B7E-0471-06EF-B2F51D80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931-1EEF-9B1F-189F-1F7047655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F4C74-B7B6-5DBD-A709-B1D7CBCF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1DFA0-2DBC-0104-A29A-D45596DF8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336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443B4-1137-8683-A990-93EA4F8F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EFF42-FE36-EB6F-C206-4714132D3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CAB06-9DC1-C48D-627D-B9D9BA0E3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1694C-A740-2CA4-5114-F1D3DEBB6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534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688E-AD6E-5FB0-9B35-82ED5884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BA35C-D4FD-931B-64DB-B5A3697F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B74C3-140C-79AC-71F6-13FD015B6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D25E8-762B-13BA-B1D2-84151649C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24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4A70-3541-90FC-9E1C-75D4E371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1A841-D445-F6A7-89BE-F91268D45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65C56-E973-5A50-54CB-262435970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5F5F5-7AD2-4F0D-7A92-A6A458767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422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31E3-0F10-06AA-7CE6-D381ED03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192C7-1E19-81C0-C41E-9796EFAD5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1737E-4915-C114-124D-9056A98F7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4D4B-8590-D8AB-12C3-62323EA10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543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F968-02D9-23D8-E961-5E246DE5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DD48D-4FCD-C237-AD21-203DF056D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5D6D-5BAA-C26E-DA79-B35EEFBC1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180E2-60FE-C2C2-2A61-BE1B50E30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05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F4A6-1805-5073-4ADD-FFD871DF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0D1FC-658C-32C4-4741-671323059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65B25-AFA4-6AA0-FD24-D9CBAB94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CCCC8-EF06-CECD-5B9A-6352D7BF5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053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E5F22-9F69-9767-C65B-40C1A4EE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98482-9F67-EBC9-EE61-B785CE511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F4B1D-9ED4-F6EA-3427-C0BB5BCEE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10B04-EF14-A062-5B34-DB3055E53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295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925A-2B9A-C450-FA45-A2E44EDA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31840-1A24-CF77-7E1E-A9146B210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00A48-E2F1-E456-3928-73AE08CCE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CD80A-AA79-37D3-D3D5-174F6CD4A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170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4D919-8885-9DCD-3822-5596928D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89F90-9E8B-FDB8-EE97-827E59C1B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CEA5A-2C54-9D09-5266-973C32296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4E398-126C-5A82-5B98-E38729631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109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93BD-A0B9-6B3C-CEAC-5D580D63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5000C-E94B-6E33-59C0-EBEFB5290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6BCB1-4D95-EB84-A119-8DBA770D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CD1F1-93ED-61F8-F9EA-DAB4FB928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325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7A7B-B730-13F0-3B07-9EFDC56C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A918C-48B1-2504-BC92-E0C2D6018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1264F-4CD2-30A0-D6DB-996E7DD6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741B8-79F4-672B-DB88-51562AC6B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081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B6B3-37A4-794F-5476-C887018A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31585-D540-A5BD-100B-0B2F173FD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1355F-D9D7-04AF-C3E1-9DC97D4F2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70A4E-5A42-79C4-4C45-7104D7013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365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F545B-15DF-7272-2BC1-753C70CA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29662-D31A-2C84-1F61-4EC947E5E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B55A8-8D15-5304-72A9-8BDEED061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B480-F80C-4587-EA59-6B005A0EC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8981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EAE3-3119-598C-69C5-0A48D5A2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4196F-813C-D7D7-5463-FDA8A95D4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95E02-47B8-C431-BAB1-A61872D1B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FF5D6-F1EB-B3F1-5B66-7EDC06A78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734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0A62-38B4-80FB-810B-1B7C0249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F341C-4CE2-9E8E-B540-DC0A17108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81D66-5DB7-4CFC-7F32-77AB0A308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04570-0DC1-0686-BCA0-62DF91A02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7325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2F1E-D565-B830-AAB7-53117BBE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2D533-E1FD-82A7-2600-72EC456D3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121C8-E0ED-BF84-BEE9-25A19D715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CC3F8-4C06-30AB-AF92-F6FE75CF6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16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1397-AC16-2CBA-E7E7-5C04E2B1D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09E96-DD3B-816E-4914-A95C41308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CD72-D7B3-ED35-708E-7E6D66879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F929-BD18-D0D8-6278-4395DB133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78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1F12-B6EA-B625-0615-894CFF40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B1A8C-215E-D3E0-CB8D-8D216FF07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A3A50-81BC-A049-5332-4FFAFF2E6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D302D-4886-16DA-12EF-9B6FD7C59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3608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D9E79-03BA-E928-75F6-274B1E9D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794FA-6834-28BD-ACB2-1CBBCF568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34F45-BA85-1A33-1D50-88984BD05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6F59-1E0A-428D-4909-70DE1222F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459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739B-E405-CCB9-9796-03653117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52154-2E57-BE11-0951-DFE21D03E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07494-F796-4AFB-03C1-F8D8F5A21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044B-95A4-7489-924A-A4CE13FD5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048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1842-6734-7871-5379-94661F0F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001F3-526C-CB19-071E-EB958F721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C822F-8DC9-80BC-7C84-E4A2592E7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94334-C8CB-618E-7A56-57204C31B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414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6885-347C-B5E6-4AC6-F55C70F4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7EFE9-3B25-383D-2D39-1D94D86DE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4EB44-84D6-3A4E-C685-7FE87ADC5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4BE5-829A-66B0-66BE-3A5A29B6B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591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F3D4-3F0F-F264-2176-252EF0C0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9CF32-49B8-03BC-F795-52FE0815B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25A80-F933-DE02-09FE-804581B2D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461A9-17A1-1169-6DA1-0A8CE182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9406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A185-E651-3EEB-31BB-8BBF7993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0C333-5152-6BB0-E529-06915625A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C7EAE-1350-D6F9-9797-A8337EB1F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CBD98-C414-31B5-729F-3826AE695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112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2C2B-F58D-1893-F8C3-BB45F393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D491-167D-FDA9-220C-79C11B0CA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EDFC9-C594-DDA0-2580-DA5158344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EEB00-64A9-1C2C-176B-2604CDC08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8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91CC-3F54-54E0-8FB2-618DD9C9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7F61A-9E44-6F41-49F1-3FEA296B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E7EF-29DD-C8E7-759D-CAB6174EB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9BE89-7694-5901-CE78-29500A014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129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BFC5-39D1-1828-FE64-FB419337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1E933-4021-2EF7-4277-C87ABCDA8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FFA2A-056D-477B-21E6-D91EBEF20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78645-5E21-F507-FC1F-174E8E77E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6200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9C14-CFEA-EC65-C389-A3BCC786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5936A-00D5-83D6-8BDF-7BA6A7014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0E6ED-B895-14B9-EAB1-2C1175B3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3A60C-92A0-4F48-4030-937659F32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28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doku puzzle with numbers&#10;&#10;AI-generated content may be incorrect.">
            <a:extLst>
              <a:ext uri="{FF2B5EF4-FFF2-40B4-BE49-F238E27FC236}">
                <a16:creationId xmlns:a16="http://schemas.microsoft.com/office/drawing/2014/main" id="{519F76B7-7BE3-83C2-36AB-895DAD76B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43421"/>
            <a:ext cx="4543224" cy="505458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B418-1891-E525-F0C8-CD13DEDB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2F5421-D7B2-5629-2332-EB702B5D5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[23 in 3] is 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185376-1705-E506-C7EE-04C5322A4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86B3CE-9BD0-BC4F-C627-1FA616FC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73A0F3-7C63-8FF3-5AA8-1992D4159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75DDCC-9654-9538-7300-2980F33FE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2CB914-1FF4-1862-5168-4A5DA807D22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7ECE3-1BAE-D0F9-A4E2-90D57F2E298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78E6E-15B6-D834-D744-33A060AF109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334640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711A-FD56-FCEF-A517-1C980926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1624A0-69DF-AE2A-B15D-1EEDA371A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[44 in 8] contains all the digits but 1. So, the location of the 1 is determined. A split in [44 in 8] is also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2E27DA-E092-E141-8FD4-CD8A5CDC7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3198CC-F2CA-4CDB-F407-962AEE526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059B03-D69F-8F79-8F3F-E3AC9A07F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299AAB-3DA8-99DA-BD61-7C77F98365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3EE86C-9798-A4F8-B69F-BB44841530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D8656-BAF1-2220-FEAE-3509EBC105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03052-2E9C-9733-2F3F-22E610B168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AE149-02CE-4E73-73CB-87AC2DD66D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AF7C5-79E6-51AE-30F7-181C2FF6AE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FC27D-6ADC-F5ED-2F4C-4720202FDCC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A1C1D9-DA02-505D-5565-980ACFE1B08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EF1D7-28D6-6530-EBE6-8D30E89A96F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59FBA-2010-E771-DAF0-93D5EA793F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F570FC-9585-B5F1-D4B0-78CB85A26E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538E1-D654-C9C9-85EB-E6043122CF5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F5E19-3AF5-3E93-1AA6-87F9297A33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223485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37083-E4E9-5A81-34C5-BEC6B5D9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064D0-C184-2D5F-20AA-D3CA7A672A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4] could be 1236 or 1245. Since 6 is spoken for in Column 1, only one possibility remains.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C26C87-0183-E42C-7525-1734CE6E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598CD3-61C8-2D5C-1600-15C7981A8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ACDEF0-94C9-0A8A-6162-5D5364968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C2142B-8EC5-E92C-07FB-622969FD0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52A77-F984-6808-3549-5634850101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C82AE-A6F1-584D-4832-B2969AB24E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AA254-2911-0010-4629-11DAE8EB474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299AA-98BB-1A5C-0D42-BB172913DDC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68E6AB-459A-8A3C-15B6-6B76A58D355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6115B-398D-319D-87B0-8D5CC8CCE8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64E7A-AFA4-FB34-6C87-9822C4120A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6CCDF-CF70-09B9-9BEB-AB74B70489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36030-6239-0A4C-4BB7-AC07AB575D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34A6E-CC82-964C-8610-4726376775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B823A-5DE7-D12D-4D05-C536C74172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221EFD-4F7A-D6C3-DEE4-7C44A276D4A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CDA4FC-E2CA-66F9-11D9-5504C33E2E5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86121B-51E8-D933-5D33-BC22805D70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D5C0B1-E784-E16C-ACA5-682716304A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F5EFD-52F4-6661-FEAE-A36E3E6C564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</p:spTree>
    <p:extLst>
      <p:ext uri="{BB962C8B-B14F-4D97-AF65-F5344CB8AC3E}">
        <p14:creationId xmlns:p14="http://schemas.microsoft.com/office/powerpoint/2010/main" val="35566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D9A0-ECC6-82B6-B4E2-A9B8458C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0D3CCA-4CC6-765C-60D7-CA959F08B0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cells in Column 1 are 3 and 7. Since there can’t be a 7 in [5 in 2], certain simplifications are easy.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8BF738-4C9A-7BA4-3CFF-2459F301D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A2AC30-7468-A86F-981A-A8AF3F267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D0E4F5-9D6C-CC39-1E62-EA7EFC988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7D2B38-CB1F-BA18-2C88-6CCDA6C74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CE487B-2C61-64FF-06E5-17D4440C7E6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A17CF-BD15-05F1-0AA6-424FEF248A8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EF899-7A7E-06B8-83E6-65E5D0A0F62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42640-B64D-4E27-C1B4-19DA40DCDD3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13625-13E5-740F-9F3F-42EE4BADF3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223E6-0843-1161-BBAD-E1F2B7CC233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548DA-F0BF-BD8F-BF88-131A5E8961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3B295A-4D0A-E36F-6148-DF6399F57F9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8E07F-0593-7153-AAA5-4D285EBFAC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AC7EA0-9CE5-8913-7A0F-C25BC35F04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681673-A0AE-02AF-8D5C-0EAE46312B6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E486C3-5D4F-A46B-288A-5FF8152962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9275A0-2053-AE74-F28F-833CE047A1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E01EA-2CE3-104A-BB7C-60511819C7B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9E53B9-0C6E-529C-A31B-B5B681BDF5A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6F08DA-3BB2-1915-5EE2-4961E998E9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42D6F4-A5DE-24DB-C11A-8B8B602C110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5C4D7F-439A-6029-3B28-2DCE91DC0B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623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8B7C-5C06-1869-3A0F-53F461A8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C0B10C-F4D5-7D9D-FE02-7F340D2042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[5 in 2] could be 14 or 23. 23 is precluded,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71B88E-86BA-466F-DD7D-E6AD41BDE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90E58D-EC3B-6034-E820-48537AA80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DA513F-8E59-0854-4B20-03978B880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DC3134-9CFF-6A0A-5DCB-504F086F1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AC9E4B-6C3C-3FA4-B8D0-9407535885B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2F4F4-2DB0-989F-08A5-E1E02D9C769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E783E-7DFB-B5A6-AE70-B5736F5DFCB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700A3-651C-8386-87EB-AEF00C3D384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E04AA-5F43-E3B6-0978-E1B18E45FB2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B1F1E-4F2B-1BCD-0F60-CB05283A78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24B9E-2BDA-B52F-9A88-849B9359FCF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4A73B-C334-6691-7DE0-7B56E2F511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2B24E9-5B06-11F7-9F3B-4F52005116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D1C5F-A6D2-51E5-36D9-3CE96C47749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9D662A-81EA-D13C-F29B-9A4F58EA26A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CF673A-D016-A687-1F79-2CD4C875C7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42D8CB-574B-D5F1-9EE8-8FD8BAC3EE5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2222EB-CB33-716A-D3E9-878E90DF30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A206-EB81-473B-67A8-DA0508F00E8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0A0676-64DA-64F0-955B-116797E82B8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4555B6-FC34-CFA4-EF2F-C7C7A274451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7D64A1-41D8-722B-E3D6-7A943FB3DE4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C7C8A-228C-F011-BB9C-D57D2F6909A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2772F7-7E19-5FDF-E129-FBA33BA88E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14230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0ABBE-0DA1-D364-69F3-FA358CBD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6BAA6E-02E9-9D0D-72D8-FF474F3423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5B120B-EE87-3299-F64B-F9FE15425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8321C5-6E3A-E62E-E738-91F39A87B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1B0076-55F1-3575-C566-C6C86923C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D4E494-8613-4D4A-D1C2-D7ABA14FE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B0F878-E3B9-FDD4-B478-7759F7C059B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B4B27-B405-F2A7-8712-6E2619FCA19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5F88E-1701-4A72-93D0-0345534BCD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ACC45-06B7-D6AE-C10C-C0AE6DAD55C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417E4-17EE-D36E-0B98-FE8409FC111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B3543-0A68-46E0-7A03-803830A197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1AB3B-183F-1FFB-6BB7-05B5C051061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39332-20ED-102E-FA4A-D04581B1205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5A0DD-7392-5D1B-70E7-6E61853E5C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04B672-4D45-F3AB-EB80-2C91E7092DA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4AB77F-DFF0-F5AA-428B-CE36D41A275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750613-90F9-3BD1-BCC4-7619C3A9584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DBD06-B98D-E2A7-01E1-61F544DC4F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A8BB15-4D7A-E044-87D2-FE6D27A226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F077E2-0B49-14BF-D60B-E302C43476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B2FA41-5442-994C-8955-C4194C40535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F5EB47-DAC9-F922-5991-CF0BAF7722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E3BB48-B200-45BB-759D-99671D1941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844E8E-373F-4CD6-5154-165F6A27F49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F80E2-863D-B010-F417-574E91D8370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13753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3175-A759-18CC-0751-11A12775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D265DF-8822-647C-4F3A-85FA3C93FE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[13 in 2] and [15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3752A9-0135-744C-63D5-EF2D3943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F134CD-D009-ED7C-65D5-42CDD281A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1A00B7-BC0B-F848-3883-768090E7F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2CC6CD-537F-9B60-B189-46B76CA75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7B47BD-A23D-EFCB-68C1-F06F846AC05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20717-C91C-5E4F-AB7F-2998F4F3CBA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C91D4-887F-071C-58FC-192055F26CB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D2A1C-025F-0A2B-7D06-A0AE0C1647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7C338-7501-CA2F-301B-783D6BD6B3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8C184-9542-A28C-6307-97403BD6680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D93DF-3A4F-46D4-36A9-9D53E378DF6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7B0AC-16D9-CD26-1D11-B6F637FDFD5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64DA6-FC4F-95EB-88B2-A25084FC2F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288F6E-4B2C-D2BC-0CF7-E231E9BF9A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7637DD-A599-F1C7-1A3B-42914FF4761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10104F-B99D-9B2A-C492-2CB928B56C8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B7260-B226-1217-5978-1EACE2EE42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CFC777-9E2D-B72B-4594-9D03716715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7D8C2-2F91-4186-1112-4D3564FBBA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37A535-01D6-1755-3E74-4AAE062848F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972605-457A-6297-F335-BA69C469E2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BDF9C-1F40-C89C-3E86-8E03CA17515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5A63D0-500E-7382-B24E-8EE0171DA3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8275B-CD84-D5DE-F24F-87A3A636743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07283-F99A-A753-AA3C-EE761321F02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455EE5-1CA5-E4FC-71C1-325265A3E2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267F1-8604-D0F4-44DA-E15CF4B038E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8981AD-21A9-FBA6-DBC0-2DDB859EB7D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</p:spTree>
    <p:extLst>
      <p:ext uri="{BB962C8B-B14F-4D97-AF65-F5344CB8AC3E}">
        <p14:creationId xmlns:p14="http://schemas.microsoft.com/office/powerpoint/2010/main" val="77774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2748-19B1-B46C-3C33-6E776480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E3223C-5794-BE0E-D561-286FD9EC46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left center and lower left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AD7AF2-09A4-E678-A1ED-F69C0897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08CF44-1941-6C80-E63D-639FDD1C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408C85-F528-5F3F-EA52-AD8172ED5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A971CA-A1A5-BB06-CCAB-5A633103B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6C9BC-AD8A-E4DA-4332-7AFDFB6CFA2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4686-FC5A-F776-9CB1-78313F2D075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9C845-2CEE-40A9-67C6-B66FE5AAD8E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A9299-690F-A10B-186E-99AF3E75B3F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E5FF6-1C66-2467-80B0-D52621F6D54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5E985-1B81-6127-DABD-E43D65B6881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FA256-B631-DD44-ACD1-E59B3E75455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05674C-105E-31A5-069B-59B473ED9B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9C6B9-C116-7E58-EA29-7A1104B1B4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D0B54-2C60-525A-BAB7-58F596C597A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4425EB-10A9-450E-B0F1-B0FFCEB5A2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55731-9369-D6EA-7AB2-4F3F69AF91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7BB716-3547-4961-6570-DDB35FC7AE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D00ED-C3D9-FF30-A8FA-242AA5FB407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EC1F1-235C-5432-6E82-6CDFD12932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A8F939-B0F5-898D-380F-163F3721A3C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68EAA-5748-1775-1E08-B95A19DAAAD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947830-71F3-4EE7-6C71-8C6D56E0490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1D4E0-B593-71BE-D2D4-5E8C16E06F0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D1F80A-E85F-EA4D-EDC7-F778C82892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0B2C3-E775-5BAC-199C-4347F3062C5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35DCE2-E584-F363-D5F1-DE2D3F395C8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1A8228-2C19-CA49-DBA7-E8B59C8DC01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7EA0A-4BD8-5518-9C79-F46BF16CD88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20F123-DC61-534B-F258-269C826D77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D8DB35-6549-FF5B-6BFF-A4CA7FCE90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664FC1-0AF3-DC16-1AEF-33580199B3C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F8DC44-39D4-4950-6035-D8338736F1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4E9293-A68A-A735-CA7B-322E689D369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59132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7FB4-1DA3-2B33-BE98-1EDE9C7F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7C60E2-842F-1F39-A3CC-CB30BCA059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36789/36789/36789/5678/5678/56789 combo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D17579-6A29-C1B6-C1B8-7CA3C6F7E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ECFA01-F2D9-778D-E6D0-8382C9245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8C9161-E230-B5F0-A940-3E8A07410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6EECD7-741C-E62D-CDE4-A31AE19C9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80B3ED-1151-ECA7-C801-99C409FB4A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695BD-C196-F97F-8A73-9BABFD37AF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E087C-FD3B-3EC7-55B1-60D0EC92F5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FC082-841B-CF17-2B1F-580ECFAC2B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BEF8E-8045-D0EA-A31B-DB72695F3C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EE6A5-B398-077E-75A1-CD1D4EED12B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EDCDE-F60F-6FC4-0965-8D80886A7BB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56F4B-A6E8-4E4C-098A-9939D45CC23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8B710-B257-B794-9EC4-4302783D0C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2A7838-2DF4-7992-DDF4-8B576D897C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4080B-D208-9A30-3A22-5CCE1705260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BB5BC-595F-8CEF-1FEE-B79562D03B7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D7D404-32CE-BE8B-EC53-A0F24E2D4B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73513-BCB6-A7EA-7E79-C939DCD415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A28C14-D0FF-A104-975D-A876D3D773D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79CD6-82E8-FC5C-0D5A-663B36167D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79206D-EBAA-B4DF-D37C-875AE6C6F5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E91396-9FFD-74B8-47C3-2AB806E6D8E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E013A-6799-EDB3-4131-3BBE82FE486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C24699-248F-2710-DA43-CD2070E933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2BFF7-E0E4-0DA4-91CA-E56BE12061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93796F-4D3D-1F32-BA0B-4A36C1DB4E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1F1D63-9E5E-28FD-5D95-41AD14AF3A7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417AC-25E4-FE4D-52A1-07F5FABA74E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CCC6DF-4A89-B632-D960-A7DE63B6875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C80799-3918-93A5-23C0-FE3711FC4D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4D01E0-C25D-C264-0374-5C7D2B589CA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E0A829-A3AA-DCFE-76FA-EDFF7423B8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1E451C-CA45-B721-AF63-7C0692A203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B346A4-702F-9EEB-DCF0-4BA3FB6CC36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BFBA3E-8925-927F-3D62-F762B61E872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67500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BD45-850A-7F7F-B8DD-65C95085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1120C-5851-145C-1FA4-4CE3CD4AD6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2, [10 in 2], and [6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7BF439-301F-88A7-A075-A0F83BCF9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178E49-FA4A-F2F6-18DF-1F5F02F0C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984753-3613-AA96-6AD2-87D3A04A8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2283F5-5837-39A6-8AAA-57227795E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08A5A-9103-4690-AE1E-1C2268C5FB8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34643-19EC-4BBC-D6DA-FC280714AE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B344E-32C9-7AA5-18E8-B36C4D584B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26633-AE1E-A84E-195F-6601A093AB6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78D95-077C-7DBD-8C17-45904867362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6F289-2E0C-ED26-8078-20E9EA048C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FB643-13AE-1A96-5928-5BBC54AF65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1D2DD-6A08-CFBB-5D7D-AE351E7F73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5C3F4-B33A-3B2D-32DA-8310E80B188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C8C3FB-F8F8-CA74-7F03-78FFF4392F3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79BE5-5D37-BAB1-FE78-7FD9A3C209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AB521-FE59-7FE0-8E58-A92594759A2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E65432-BC64-8BD0-7312-0474D4D4BC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5D7D8-81D7-B531-81A6-D392A5C02AB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F6CAC-EB6C-6E4C-2F0D-0F48199A98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412876-EA1B-B9A1-7507-EEF4760417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61A36-D294-1BE2-DCB3-0FB619BFC3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D1778-1CB9-D8F6-A356-4C1BA6223B5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6ABB6-6053-BB0B-0B3C-7AC459C7EC9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4C3D1C-F43F-B6F5-DFA8-9D60076C66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CA52A-68B3-61E1-10F5-F59FE7D1980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7EB121-D024-219E-5B31-3B5805A12B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ADCDD7-6F99-D632-6A82-D50586363E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5B385-60F3-6D7D-958D-491FDB7C10E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5D2B3C-E9B1-DF08-E79D-1C6C6881DF5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AE70F0-6DE4-09A6-17F7-D38E4FA642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9CA2B6-F6A7-D3AE-4503-5DAA07B5E79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EF2E89-DF8E-E40F-0FD9-B8F84A9A053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DCE9E6-5F8D-8BEE-8D50-6B544C66864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DFAF67-F8DF-1214-0F52-882D72DF16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562379-99C7-10AE-BE46-7D39378E5DC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644D2A-12D1-4F5A-D8FD-A72AA660AB0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FEA4E9-B3E4-3151-4B40-5EE2528E8D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BB5CC9-A10F-0E1A-2E17-31D89E9CC88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73B026-FF39-0490-3D88-F4ADC54500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</p:spTree>
    <p:extLst>
      <p:ext uri="{BB962C8B-B14F-4D97-AF65-F5344CB8AC3E}">
        <p14:creationId xmlns:p14="http://schemas.microsoft.com/office/powerpoint/2010/main" val="140596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6F65-E964-E2C1-F6EB-4EF3D1D5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AF2DD-DAB3-CD06-5920-A4CEF4D8A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cages, where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465168-F732-25B0-98BD-985F526D8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97529C-7C27-F2A1-B153-D0E16C010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5F23DA-A9E1-13A2-4F98-ADD192DD8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8E947E-3119-D00F-CC7A-815C40077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C35C8D-0CB3-9EEC-4628-CABEB31FE9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8DA29-9814-E7F1-8AEF-21EC52A2A03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5D9FD-4456-4E85-C120-48E4D0A2991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3458F-7F81-D301-B231-4A9EB18DE5F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2AC50-FB4C-740D-2D1B-9776430CAA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A8F22-0C01-27CB-5C0E-C0C67B2EE1B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DF2D4-1523-0CEF-5C69-44DDB036527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CDEE09-2B13-6BB6-2DCD-05D99A1405C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5E0F2-099C-98A9-EBF2-28D2EBA184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F5918-E741-338F-EB6A-446F27D5C79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460B05-45EC-F6EB-8527-4B66D53FBD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D3CC11-F776-7111-14BC-B576BE89A17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3F0C64-04A8-7499-CA92-ED9D4D3342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B60CB-4B98-4262-4A8D-F6B7C1ADB68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96B956-864A-9305-2047-8A76D0136EF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CF8AE-557D-5B6C-BF00-BAECA905319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86B57B-A3C5-2CC2-CE8E-78EAFBB301B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8D3A0-8610-A8B0-9540-19A137B45A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FBCDB-8DB7-3B09-834C-BECB47EF65D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7B090B-5C34-EF91-7E5D-00C47C857A5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26213-4F5F-047C-ADC1-3C5FBC397C8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6FBAC8-E075-6A42-4546-3D48DE813D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C7C1F-CB0C-6990-E68F-F888E677B2B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41F7A5-B865-D5C1-AEE1-81BE14D2CA3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490BC7-31AC-2A17-8286-7C2C6B43F33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62EC7B-B693-E27C-20A2-173ED385386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3E26DA-917D-6943-92ED-E01C3C91D3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2F7390-C43D-3E2B-CB02-7F0945D6872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767FE0-2188-8120-1167-4993699C3F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B12049-AAAB-4790-7406-ACB4DBAD61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6A610E-3D00-04DC-7341-850A3E3EF59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76BCF6-5D80-FFD6-061F-70F2CC43059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F2ED3E-D943-3AD4-1B1A-84C5C0F590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6E622B-08B0-3886-1871-B347395F563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2EC343-55D4-C1E1-609E-158F00236BF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3B0A42-6A19-39CB-82CE-B10F5BF397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0D9B4B-9AFF-E6EA-FF47-5A72A0053C5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46C807-E748-C5B5-BEDA-77EADABC957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37221B-3330-E4E9-DA5B-2E28542B9C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A6B0F1-AC30-5945-F8BC-B20F3E032E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D91D29-798B-85B2-2E1B-0CA9213E5E5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4F5D7B-1637-1C75-B45F-E464299640E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2969FB-0D62-09EA-C014-FEC9843BAC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98EA61-106F-2A14-1621-7B72CB0644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A1DBC2-4C42-47CC-F358-B2937293FB5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716415-2D95-75A5-085E-F5B84F4411A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C49357-8A9D-5132-D393-D715C441F05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CE8C1E-4277-9843-9AFC-08984353DFE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90CE67-0626-FBEC-78B6-E41CE714E3A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5B54F0-FC53-9BD1-E82F-1409F0F1264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687852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7BC6-2A83-562A-A0F4-2487D95B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3CA730-83FD-1758-8444-0D2637F76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[22 in 3] must contain a 9.  (678 sums only to 21.)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697398-C80A-E3F9-E9EB-297EF9C8D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E32916-EA82-6A81-2025-77357A37B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177B3F-486E-02EF-B842-5ABAE85CE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01501A-B0A6-6284-5A45-F370BA9CE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2F4C2E-A549-1968-FBD0-F4AF21263BA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79D26-2092-78C6-A822-E3F5F659B4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8FE20-2E71-C710-8B4E-6D011BC72DF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879B0-FF0B-7DE8-9114-850E592146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E3213-B740-2301-57B8-1ECADCC237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E0D361-3428-3B86-CE49-D87087099B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BA0B1-EC1C-A1A8-10E4-AF63EFE8E7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A757B-184C-D9EC-3E99-EBDD40A793B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4E2A54-B251-5B6F-D38E-1764E440C19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6D735-BDA4-9BD5-1E8E-D9D9DBD802A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92307E-7E4A-C5D8-C8A2-4E9735F683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25A9F-6FDC-1CA9-4A38-0C1DE89011B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46E5B9-8C00-C1F0-AB10-F1F913D04C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FAAD1-441C-3826-2B9B-40AA67A94AD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2899D-12B6-DA79-0C84-6EFDF4A10A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B3F817-3AEF-2B60-71CB-911CDC66DE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877273-BEC6-5770-B20F-06EA685848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85EAFE-18FF-DBFB-AF8A-458828D4F29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804A0B-C968-3F15-0BBC-47D3DF144B0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A99CD8-93DF-B09A-02F6-3FE27E0C15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A741F4-4847-F04E-B1C5-08D3DBA16F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AC7841-C230-139D-4969-0BF785FAA5E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2B5E70-648A-A5F0-5882-F4B32238B0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878470-B6D6-A17A-7A43-0D0AFEB2AB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E7D64C-2B2F-FCF9-D49E-15E4DC862D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D14A42-449D-295E-7A5B-DB042EAFB9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81990-4C15-8567-44DB-A514E236E6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4222D4-7E52-D0D1-4653-668646E4E7D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E020D3-E4B6-ED71-898B-192E5CED2E9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D82C25-02F5-BA0A-9472-7E2613267A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28DF59-1A0C-E60C-8F51-578118881F9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9A0736-CDFB-B1F1-043A-C9FEB2C7D9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C0318D-6E98-5328-E14D-349C90E1F43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022C85-7540-A005-7C59-94856217C7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52BDF2-1678-69E2-FD7F-EA470DEE002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9621A8-AF70-09BE-4619-B9CB3545D1C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C4C4B0-2DA3-F252-7F3F-5C1CA5FA95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178C60-6DA0-DFC8-8DBC-52CC516E58C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F5CFAF-7187-5824-6BC9-D6051DC235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EED5F6-2CCF-59EE-D517-CF9B62A94D1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29BE0C-68DC-8327-2956-D2FE3CD605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3CD659-E398-99BD-700B-CD9BE0B304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5DACA5-01FB-7A14-04B6-F0383FAA2E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18E087-B27D-43D3-205C-04784DAD910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CDEDBE-06A5-55B4-CCD9-5A006D7B594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A800FB-FB73-5CBD-AA01-521FE846CD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0B0A3A-18A6-DD62-60C4-A3A456F08DC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2D8E3C-15CB-0B11-E461-01F33BBACFB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2FDDCD-57D2-C22C-B3F8-DB20EBED3E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7B3CF7-3BB6-8145-B2F2-4FD1409138E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45689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9A86-F0D6-F6F3-17A8-833ADD77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7D9F5C-7BDF-58FC-E214-952472D785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(1+10+35)–45 =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483DAE-C71B-0789-E76A-6665A16C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DA301D-FB3D-034C-5D9E-7A2DCB36A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6636E7-A4D8-423E-FB14-9B93C8017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16C769-E9B0-DB62-9C93-7E48F4CF5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6235E3-DC4D-F7A4-38FF-D7B6B0D4B0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67E22-2E95-925B-E862-EE9B9D4A23B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03855-AAAE-ADAF-D5A5-53F2598EAD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7E0C4-A62E-6B9D-B77E-08EF66528D9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82F40-099E-28B5-5454-E2EE5089D2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3AACDC-8FBD-4790-D827-E336CD691A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22E48A-F2E7-EEBA-D90C-D0DAFDFC84C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542EF3-FE8F-D493-9465-94CD8A3109E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EF0CD-254F-B0FD-9AF7-DAA521DF93C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9F0CC-1C4B-EC83-79AC-89515F2F11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2682F-F382-8B43-8513-D061DDD6D5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0CCEFD-380B-079A-550B-A8CD8E498B3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5143C0-61FB-D440-64C6-2AA3A526E4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E3DBFC-09D5-B4B4-6A9B-90B3DD0D9A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A34227-1B26-B897-CFD0-AA9A3AC04A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47651D-735D-DCDC-9B13-41143B3339B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216734-4B94-BEC0-4D81-607D1790BA4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FB2150-9500-BAEA-D662-9E0D00E2BC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D4422-C3BC-396D-FD5C-7791F1481B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73B250-C109-DE04-156A-B6C34472CF8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7B9A3E-189E-9634-4DF1-25E3594AA9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AF95DC-9B34-D02D-DDB1-710ACDE8C8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D1EE02-184E-1A7F-CD5D-E3B85780899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B30EA0-0084-AC97-CBEE-DBE4AFE6CB7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DA7475-9C5B-13A0-ED38-9DB49447185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07EF82-DFB4-FDB2-1C8F-59ABD6FB0BD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2D7CEB-8D1D-4ACA-F4AD-A726CC8B299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F35E22-AC9C-17E8-8ED5-C1AFB1A9B4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57A4A1-2569-4E0A-CF64-5BA248F901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ED2C54-970E-C40D-93E7-33EAB7747CC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4E6E35-F57B-D4A9-C39E-A0C5A7CD029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DB7B7C-D5C6-329D-2D48-D3F1F66705B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38ABF1-466C-5D7E-7A7B-8A4BF76486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CC9FD5-2416-011B-31D8-0ACAB151B2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5454EB-D365-4749-87A8-981697DAC09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A8826A-115F-2514-172E-865A9721425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A5EDA9-D949-2E26-735E-F8056CF3FD5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5BDB77-8EEA-C708-7C11-934B146916B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C6B0F-286A-11CA-11AA-3DEDCDDF7C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AD6691-D9CB-FB0D-9313-32397298E8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D00F47-ABCD-8B93-7D44-0C242503FCD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6E279F-322B-8087-DF1A-8447CA9899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0600B-8196-0FD7-8B0C-FB75D9E136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98ED2E-3EBF-3DD4-6699-E88FA440A7A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1A0EE8-8856-97BE-6A19-BED6AC897D8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57743C-7B8A-355F-ECB8-BC46C8C0CBA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DA9285-93F6-18D0-EBE9-00016656B5D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C0C6C9-0D74-7B6C-6B21-D9207B8E69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BBE589-8A06-5370-DF0C-4D0B34C6E56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88C6F1-D13A-CFC2-80E9-F855310151C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67D97C-BD5D-4509-F1B3-98624AE4FC8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7147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5628-A31E-AA48-5BC7-36E73071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F612AD-D130-8A1C-04F6-DF724C2C4C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ED6325-E05B-63F3-819A-814209BF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2E455B-2544-1B3D-D2F3-3100265BB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93D41D-9AAB-3F0A-FA87-BD4E46E67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076E56-09AB-102B-C77E-9C62D1AE6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D5E95D-E445-FF71-880A-36A5776F22E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8A3B9-F3B4-A7EA-E51F-D38BCFB7020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199B6-E4DB-27D1-8F82-35FB5445EE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88AEA-DAD3-C454-0C18-BD6349E991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BA699-9232-81BC-6276-C703A6C4EA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4EB2F-EA49-49FE-0135-7AFC6AE027E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D7C90-B463-442E-E21C-8180F676C0F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4CBA2-3922-1C93-2A6E-12D9891A5C6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BD451-7F1B-DEF9-DEF1-6006409EA8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0A411C-2C08-B93A-048E-A80A73440AC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FA19A-A01D-DC2E-B6E4-A8EEB2A821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C8A2B-4D2B-86BC-CBED-8AE9BD04221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D6BC06-8EF6-8611-CE6F-A912180904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E04DB-3EF9-5A11-2705-2D04E9981FD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59FDB-7AAA-BBF4-9FA7-EB0932AADA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3AF8B-9465-D40B-A149-506B06CB700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02D37-E40A-7E6E-3B5D-9ACBABA030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702B86-CBF7-7864-04E6-3633EFC04BB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56EC9-72FC-02FC-C59E-329F5B09903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CF884-AFBC-5C79-572B-6FA0F2D14D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E5369-27B1-CB37-EB4E-8A3A13EB18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E77338-1306-F919-00BD-4237A6047EF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82D0E4-E34D-56FC-4A13-281F3BBB79E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541BA4-9AEB-39CA-B6FC-A6E43FC42EA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EA56FB-306E-5ACC-49C9-E3F7C429F84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07FEF-440D-7E2E-8464-78A77368B85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4D5987-3DA9-06D8-FF44-A5154557C48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01334D-E897-6231-0B2A-5A084A89CCC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BC0536-579A-631A-1A3A-5AF5733D2CC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877A0-A3E1-6B97-895C-29C31D43E0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972857-0E0A-0C37-AC90-F7D4ECAEAAA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D46C5D-7959-DDFD-E0A9-B535C65010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BB665B-05F1-DE06-F02A-FBAA47F9B01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73CD-9C5B-41F1-16EF-C7B133029E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8EEF92-24DD-2C78-0232-711A90E9420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1C9AE3-031C-B9FB-6C0A-A4699FD7796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DAA796-10E8-2AB9-7A21-8C886E1525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B4B8AA-4D68-63FD-33D5-44316D52ACE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FC5C2-A021-850E-3846-0311AB06C3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43C7D1-472F-BE7F-963E-9891A378158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CA1EF0-721A-D79D-5ED7-68E0517A58E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AA6293-5592-03E5-384E-4F0FBDEC5E7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82FD5E-5AC9-BF81-AD63-AD909C8B928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891928-6579-48D6-CEDF-5E0D80743E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2EF922-56BE-C6CA-82B4-0CAACEDE76A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07380F-2A45-AF88-C674-C8B25BD4D9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37475D-2053-F12C-1E41-44BC39E041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BF693A-C8D7-EFF4-7E23-2D7489B3D57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BB9A97-2903-B089-56A2-AF9B2199A07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A52DAF-5CD2-7211-F568-33428775A0E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DBEC26-6D47-019D-D532-25D29EB62F2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9A39EA-1592-6B68-1AA2-CCA138E4082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AC2083-0259-771A-771E-768F241BF1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7145BF-4D2D-CADE-34B9-11BBC28490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7147EC-94A4-B55D-B2FD-2C4F8298A33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48BD26-1CBF-BF38-DCC5-F0329EC2B3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2439889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6215-F643-332B-0E69-394B6CD3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98F36C-59C7-22E7-EC69-9BE783288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center block, 45–(14+12+13) = 6, in 2, which must be 15 or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EDCD9C-8DB9-4835-9885-478BCCAD6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83B065-FFE3-26EA-1A7F-A6B5D0B2F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F6E2FB-6279-7380-0A87-71716F471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BE6E7C-B98E-C83A-1351-D22496891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46CC32-37F0-DD6F-2882-268E96B40C7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818C7-0C6E-0E40-94CC-226D00EE8BC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E0EE6-A2FD-09F3-17E5-961183F4D99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3298F-9D49-BD30-A42F-746EC44E0D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9746F-DC56-5366-3954-93CC3275DF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2A6DB-8785-0B08-EB99-795A327E5C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4BC35-7FE7-8390-FDF9-7DCCB3DD5CF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2CF54A-9BB5-76DA-0A80-54AC06FF4A2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69ABC-7B83-281F-94C9-804C77DF3B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9DC71-5DF6-6B36-219A-7EACEF12202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B94CE-D349-4008-9943-97D6A29860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76500-F414-0573-9C0D-CF5E2258BC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9F11F-E30A-5710-166B-3BDF6A96B34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E47F2C-0F7B-6FD4-BC25-B97F494E469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72B63A-00E7-7BF8-85F1-D2044FC191C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2DF99D-2532-8918-03D2-A1E4D8A67A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A74A1-89D3-1C6B-5FF3-CCBABD0042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1FBFA2-A3E1-F483-8E6A-D41CE24A225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A317B-8646-78E9-1C1E-A1D5A2EE0B8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116BB7-CD5A-1299-489E-E9A38F94D84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37A0A0-5DE3-F0F8-AB38-FB03D334C6A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C41CF2-D1FB-EC8F-79B0-5A15786015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34DD5-2AAB-1E37-7128-E5F69D1E518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5AF167-BDA4-A6BB-A856-3272CC3AFF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62CA76-9AF2-DB61-EDD8-7CEF2C333E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F40E2-7975-63F9-C4CD-8670CCB7ABB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37C176-81C9-1AD3-18D5-A8712D024E4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4FA0A4-EE92-7720-9431-6F543A4036A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723CC7-D297-38C1-EFF0-72AB05A930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30A4D3-4038-F740-D5FC-3080A9973C8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549901-240C-CE99-CF2C-7ECFEA4B2D0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93BE20-25C6-EF72-F420-79BE4AEB49D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4EE2EB-D559-97F1-CF7A-BB3387DA7E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DF20C3-CDFB-DCC3-3EAA-6ADB4F0031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D05089-0911-B9D9-2C03-DBACA5D57F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CCAD89-4D68-C522-1C87-BBE134DB268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0A3D4-18CC-5CF7-10B0-7F1AD2247F4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4AC2EA-BFA2-5BCC-CA18-DE477CC223E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3E655F-6129-F02A-DBD7-4C346F1A5AE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6A0899-06E9-F90E-6C25-38885B83139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9C0697-B09E-9853-D5BD-D0F0352722F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4571A7-9C8E-4426-15B3-79301317880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62E729-C77F-6502-5D17-974C20DD72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77114-5F19-0566-F8AD-DD8B9016F21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5895E1-7EF1-3F94-46A6-A98D8FE2390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932C0A-3CD8-C0C1-E853-040C309BD4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DB5995-5479-CF93-B8AD-E203B66A3CC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EBE0FD-568D-B173-21ED-93B77E6F17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D0C0B0-6A4A-AACB-56F4-11A57374714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5F4E47-FBD1-6D60-0FB5-D0F05D06694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25EC9C-78FF-0A3D-400A-797134F82AC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2EBD5D-9249-A7BA-63CE-94F00FDCBE1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57AF14-2E83-6340-C90D-10CE468D7F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A9D8E8-3CC7-ACD7-4FF2-26AB6897EE5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A71A2-44B3-A47D-0714-3295175143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380B3D-58C1-F791-FD92-91E19DAFF21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659725-44C4-26A9-D147-B33CBA7FA5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B97BEE-828D-3B95-0CE9-F425B40694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244342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D989E-7FC9-C3D9-4566-A6C33841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95858D-CCD7-2EB1-EC66-7E7F2C0CE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055238-30C0-C90A-5049-A5B86F30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D4B0B2-345C-E970-BED9-297F6756E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FC24BC-6437-EF32-DF42-78004B907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CE30BA-64E0-AF75-E7DB-D113942E9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043995-63E5-4E90-8E73-77AB24ABC5E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C35D8-8B7E-267A-C71C-3273454B12A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DBE54-1ABA-1106-B857-02A9C8FD79C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A04E7-82CB-35DD-81B9-8CDF12DB1FF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02E35-D4AB-B829-06F2-DA6B4C4C78F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3E4688-EDF9-AE4C-BD13-C6801D39FFB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F2F4C-F85D-6A61-3FE0-F6EA8EE2B0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76287A-F379-D940-8620-AEB39CE1B10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29F78-7A55-ED59-E089-FBC4DF8A65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993DB7-C311-C95A-1A46-CA0069B2E4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3C7BA7-C91C-A91B-E085-EBFC4DD596C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AFD13B-8EB7-4223-AB0C-3EE63409AE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578EA-0ABF-17E7-81F5-39364E086E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F6FD3C-0A8E-0E9A-95E1-6E93F97F8A3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AC108-028B-F9D8-EED4-5ED9369627A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83F28B-C9D0-7BA7-F599-FDA9F02106E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C58CF9-4579-9C4F-4E31-3DA4A02CF5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886E0-A675-61CC-36AA-54C6F888273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E9BAD4-8925-79EB-35E0-8820B48DDAA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3F6FA-0C3E-E600-4635-9BFF9E8C497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44554F-83F1-ED1A-12B2-F2080D7A75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2C792-C2BD-CD4D-3C07-21EC89360AF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567F14-9014-1C95-6439-64D4A143FE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2CF0DF-1AFF-6B47-556F-4E9BB7602A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2C2F28-DFBE-56C0-AFE3-28F861C546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4358F6-0992-207F-53DF-ECC44EF28B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36499E-C3FF-D9D6-6F6F-EE9A5AF2F95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B821F4-8D77-26C9-3CD3-553C6BDD55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40B5BC-1C23-A75C-7CF7-09805F1E020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EDF576-D197-359D-5739-D60E9907E1B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DBE85B-BFCD-60F3-4BD9-FB664B07616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D2B50E-78D3-A4CC-B57C-6D2EF72A31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683FA4-9604-7F73-3C46-73733947A8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7EAA56-7598-FB2A-8106-2B4A5D0B04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4B404A-E28B-77A1-40FF-31A0C042F5B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F89F7F-A070-2FCA-B1A9-EA5B42CCBA6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E91398-EC74-8B73-9085-5CC7F24DA6A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3D667-ADF7-DE5E-6D68-F69C96AF23F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CE51C1-A5C3-24E4-1F6D-E633826D61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BF8B88-36B1-D759-54F7-BC7BEDBD5A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2BE58-5338-7BAD-A381-8C68024EF66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E3009C-724D-5809-4B07-EF9427A4164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52646C-D067-A896-EE75-220B518A5A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05D3A6-2796-A8D3-29A0-5338C72D01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FF1D49-396B-232E-AEAB-8F97ED77BDE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9B841C-2296-11CB-6431-575C9F8011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FF49AE-75B6-1238-E47E-BC401C6A4CD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B1B184-D3E3-0855-64BA-A50371E171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307307-24B9-67C9-8636-714A4E15BA5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C58032-EDAF-C9D8-99BC-C304BEE2B47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E8AC23-2DCE-7A35-056E-4E1E992C8A4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69C428-79E7-6F48-0446-1D3897CB53D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56427E-3413-0D49-DC40-3588CE74442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EB9B00-5604-5664-A925-50A3EF8C63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6FCA23-7601-2DF1-C60E-1F4D34FBCD4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0EE428-B16A-7F38-794D-2AC22A7312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2F2930-19EF-DD4E-8657-33A90B40638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FBB4C6-5B87-AD18-92E1-30655027782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02F97D-5226-0A12-917D-CBC7B2921E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199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F907-3DE5-6D47-FE71-7D99076A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9574E-E371-CC05-A4ED-B3E3CB357D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3DCF4C-EEF0-0B27-7F3D-493EB4DE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728F81-E878-64EA-F16B-090C2CE92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31FF4E-F35C-9AB7-3802-D4239DF4A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B7FA53-699F-A788-0332-11AF32ADE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94FF50-E967-64FF-8C6B-FA7878645DB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50A2F-D6B0-595E-FC36-7B6B78F07CD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783AA-8503-4F6C-9A3A-FF694E56F7D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059F9-663F-0C4C-C5F6-81EBDBFD30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B3604-9F6F-ED37-A8FF-4243AE3963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22E37-AC16-FD3F-35F7-3A59029177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37B4B-751D-A9A7-E8D0-60EE23B1C4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78F48E-5BD2-D866-FABF-5E3FB56A37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753F8-F6C8-C905-2486-861B785EF8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6A9F7-7F81-9EB9-9727-C4A61D95B8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D0326F-CF4C-0B40-EB60-30C65A9E65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3143D-53BA-0CC3-5740-E6B9ABA6B6C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2550AC-DF9E-9A3A-6E0E-A7454DF2E3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C9DC9-0A49-C26F-1AFF-8DD04789258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BA168-62B1-0027-AB90-AD70041C87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8C0B6B-0AC1-2EC0-C861-D2040B04B8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C23CD0-471D-E4E2-ABD2-9C3DA2A3B8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6C1E4F-D653-8124-DB47-1F1BA77EAD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2D44B6-73D0-65AA-C4F0-7C7937F3F5F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EF46B4-ED1E-FA4E-6B30-3232B965613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D8F9FC-0B17-C5BE-242F-992D3031BB7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3A3579-D75A-807C-F115-9CBB77B1A3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350254-7E53-1C46-0CE6-308DFCBC8A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D2D72B-6D4A-C2D7-B523-7D19D43E2D6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ED0BEE-3847-817A-1317-5B4CA23E9BB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FBABEA-B025-26E9-986E-292B08EB812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F65CDD-5A48-319D-4743-EFA72A620C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6C39D3-0233-ED99-9F58-7B34039A6EC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695881-D536-1723-CC35-D9BC9291C93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21DBA8-1209-F7CD-9F6C-0FF1599591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A1E62E-CF2D-92B9-82E9-78006F477E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BD6091-583A-70CE-57C8-551DE0B632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659590-2B54-2774-550D-118B1969BF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587C70-2137-489C-9F1B-E424359F92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46BE7-A74F-05BE-A93C-9F5D57DAAAE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FBBDEF-FBB8-7C95-DF18-10924C4D3F4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6DAA2A-1902-7060-F3E6-045E766216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81FBF6-33D7-F248-7431-227AD531087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C5CE2B-6601-F11E-E2FF-C1D0D95EEA7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D4CA68-C949-91B5-57E8-1BF25799C8B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4A8192-B634-8FF9-53E0-64951EE860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F83A58-393D-7FFB-0D74-5E4D1CC0625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CB4282-01B2-0734-4893-80DDA1BA5D4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37B190-201D-A7C8-CD41-75E16DE294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A70741-D4B6-DEF9-6948-31B4D23F788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0E364F-2E77-743B-1F48-B97B4805EDA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B66971-B32F-8BE5-83DD-9DDE3D0DA40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29BEE0-31BE-8274-E965-728E0B86174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8EF7AA-8568-F526-4B51-903F951E85F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B40410-2589-1ED4-978D-9324640EEBA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C320BB-C398-FCA7-F92D-9952B84D5BA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D33B6E-70AD-9B5D-66A0-82D7FFBBDA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E83E2D-057C-7FF6-6A52-289E33ACD66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A5E8CC-66CE-BDC7-510C-45AA20BC4C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173B03-EB1C-10E8-9B52-3EB0A7EDC2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BD6BF5-D61D-B45D-92BB-A67E9FD3A82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A58F46-C6D2-4ACC-7281-A52893CECB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92031E-1E10-3025-D25D-32EF089473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654B9C-910D-DFE9-1826-DD6ADE77C8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9982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9D99-E5FA-1B60-B3D9-3A857BC0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83B75B-22CB-F11A-E798-04908A0DB3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92DA2C-D87A-0161-1E1C-08F7AA5C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A04097-0596-C30B-CF93-A063C180B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F2939A-EE60-F4AC-AD23-07CA99590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ADAEF3-D8D3-CB63-4C27-FD99AE1F7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7A955-7E84-F799-5A3F-2DA6C9EB76E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7FF0B-10BC-6FC4-5810-E0CA2266C6C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C7638-A455-E185-E808-71C5FF78E9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A4025-7435-0DC0-0527-389F2A05AA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A3C03-2C62-A249-76D5-17DBBA80AF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FC42A-0AE6-CAEC-7EE7-8295E424060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E7479-4B3E-2565-65BD-F6092DC5CA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07F60-0DFF-9C3A-7E6D-0DA98615EA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DA180-EEF8-8ABB-89CC-D3D2E2D25F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A1F036-B3E0-C8C8-FD9C-08C4A25C729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9F59F-7E43-61C7-C7D1-FAE0CD2A84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83C58-1984-3F00-F366-9BFEDD8975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A1D251-F157-6305-BE98-A59ECA1C25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0687C-B579-F7FE-B7CF-3F5A338F003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B48E05-0C50-2302-EF0C-BE960D3B83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2EB256-1E9A-0DE9-DA16-1E56D0A92C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A48AF2-30C0-29C3-9D9D-D868D13917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F0D756-7F0C-CE14-B787-A8D2EF9E135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54E11B-6A01-43DD-693C-1073C6A9F79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F072DA-FAC6-A455-F0FD-D8C132DB3E7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310DAB-287C-85E3-F5D3-1505F65C73E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5A953A-88A6-4B94-AA01-846E8CF745D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45E840-4D1F-149A-3E94-ABF2F1A5384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8BC4B-88C2-2ED3-C90E-747E2510A1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973837-4419-A29C-1FA1-93FB223D48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33C5EE-FFED-3F06-EB26-2F7F751F2B2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F49F37-4647-A67F-C28F-26C2DB7F04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DFD3BA-AD43-724F-9C5B-F08609B8C8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50DCEF-A30E-CFE6-A37F-EF3E47E0B48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B81503-BA9A-706B-8794-34EBEBD6747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C2FDD-86B8-7D9A-D357-FFA44BB5C19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0F9CAE-3DAC-517E-33ED-2397158200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A46CDC-6FEC-312B-A63D-C58ADB91CCE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38D200-5852-0ABB-57DB-A9D3F1B14B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7C599F-CB42-C125-DCF3-5BF6713A861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1CC66A-2C8E-E033-9551-3E05A9FA9CA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9D6CAD-0E16-A263-72C3-9649F655F39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223AB2-4038-6009-4F38-7AB8D82DC1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605088-0DBD-88C5-DD4C-7E60E6E14F6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12BA09-E02D-D5F1-C335-07083D969DC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5C41F0-9435-3E72-3722-0808601A4C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16B317-8F2B-CA73-A606-0E50C9150E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A20134-9C44-2155-7978-280588930D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583072-4A4B-909D-31CE-D3D3575DD3A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85BF18-ABF7-5F0A-8658-82FDCDF3466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AD919E-4803-05D5-7D78-E23AAE6DFD0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7C675B-E311-7BCF-20EF-398CDDAD744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759833-9AC3-4D66-08FD-D525621F7CE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F02831-9761-4871-8A30-8A93797FFDB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CE89C4-EC35-A573-FE8B-E6794258EA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E16AA4-F3B0-4839-A5BF-13AD338BDE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EB7C52-548A-54FE-B02B-3338159F31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BE17CC-28EA-CB4A-D221-0C72EBFFA1A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291A0D-294B-A6A0-36DA-EF7213DEC3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059ED8-181C-19DB-D1E0-3305C6F181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84A398-2DEC-E6C1-1AD8-521F93AA0B6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8E62BC-A59E-F24E-E7EA-17C1EBDB0D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F9BFEA-2E5C-4355-A201-3536F755A7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201EC0-A755-97C4-5F4F-F4C0613DA2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69335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4D67-4873-2D9E-6C5A-E9C6EFE99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B0DEF9-7FDD-1ED1-2715-CF00333C79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292AFA-87A9-05E5-60D3-CFE28F1B0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55B0C1-8118-8384-D8FD-D35A66CA4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07614E-16BD-CFE5-E31C-B01E4D397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0F5C5E-0D8E-EBA1-AB9C-BA24603B2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2BC0CC-618E-00A4-B750-BE69AB0D23D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C0D1B-E5CF-2D06-A9AD-3F2AC6FE9DB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F3B3D-B396-4C6B-16F9-732688E854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7D71B-0948-2722-CEB4-62A2F0A13D3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F8DBE-77AB-4BA8-122B-6A024F66A6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02C22-8E1D-844F-C5FA-BA9FE7B065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F8539E-625D-FF03-EB4C-880B7519B53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A8658F-CEE2-CABF-DD4D-5ECE05986A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6F8796-78F4-EAF5-E993-8029F90648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618C23-1314-8A73-0075-896E8E365F7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3C3EAA-6BA1-A4E5-FFBB-F5A3B12FA48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5EE5B-14B3-E440-3F2D-C9864DCF509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366B02-D591-F6C9-BB14-143A82A6473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C7A892-2AB2-2000-A766-49E3C0C532C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1DA6E-039B-6197-DFFE-15D9F56CA21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B552F-DED1-75B5-4566-1DCFA6FDC05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CD81B-0A50-DC30-370F-0F4132B84DE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4DAAAB-7E07-278F-2402-0014C4C509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6F0238-A4FE-9242-9ACE-643904533F8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440435-FB97-0670-95B1-C3D8087F3FD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41AE95-3A2C-FC4D-557D-7D10FF50FD5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E2D987-6C40-393A-0A93-A28C21D5483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EB995E-7F78-5A08-FEE8-D7046FC3A1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7C406-A232-1E93-D9A9-D473B455996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B1A024-DF72-FB58-F191-FBD38B024D3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777862-C952-D82F-AF01-E6EAF149267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EC6945-20EE-9BA6-CDD1-91C1C627326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8BC33A-C742-AEF5-B46D-AA966ECA76D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F01F54-78F2-DC5E-9E6A-4E047A4C0FB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41CB28-59E1-B87A-EB7A-2D1D7FC167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3F4BAA-3954-A79D-37B1-367B789E39E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8E6323-70EA-8099-60B3-DBE6433940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490F3B-49D4-A342-BC86-23CEA9D9BFC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338581-1190-805A-2D7B-06DFBECF4E0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7E3F89-2D39-1AAE-5CF4-7EC8D0D6BB5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169C9E-34BD-0C88-A985-2455C3CEB2E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4BA917-0311-BA23-6A64-F152749057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4B091E-A9DF-F3E2-A541-8827BD6131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8ABDF6-09C7-FE9C-0CD5-A2B45759699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50B407-08C4-5EE1-2266-2597695ECF6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569E02-5FD4-C97D-5E9A-DEF7E67BEB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9C5CBC-BBED-6E1D-5348-37B59CE7077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9237D6-6AAE-3519-A659-253925EED43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05425F-9814-BCF8-2A52-B8D91DB398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BF15AA-7162-B066-9B5E-5DA1321753D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08A17F-AA25-E994-DA05-B7A773B7E2A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DE748F-3EDF-333D-0E2B-4B1CD474451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A23547-F3F9-6CF8-2A22-5BBF31CEBFB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B4F525-C946-CCCB-D6C8-AF35919533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43573E-5A19-D6A9-A938-154977E475B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0C0BC6-ED96-6F6D-0DE7-DC252E295BC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7E93B7-903B-9E0B-A069-05460ECED0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CA1857-0AC2-FF55-206D-B9AC1EC87C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77F4BC-CC09-3D94-1639-C0170101AE8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E58970-205C-83F7-84D8-DF614D5FF9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8CDA2C-0898-BF59-7D79-F6252F3BEDF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AE12C8-7C95-C290-1875-E5075F6B3DB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445EE4-307F-D8DC-6263-90ADD186516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A20BB6-E976-3256-34D8-FA5D69D1A07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EBE82-A23A-D048-4DB2-6D544BD708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9628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8FD0-05A3-B9DE-E543-2670BF44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FB95E6-B48B-3738-742C-FD11BBB748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3, no 1, 4] is 238 or 256. Note the use of 2 in either case.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5F7444-4471-DBE9-CF47-5D8BB5BED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8B01A9-4D01-D908-F278-F21D1AACE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D52CD2-FB39-B1C2-0978-5BE3AA2E4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E29A47-9D2C-5D84-71CD-8D96D2D98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B6E036-DF52-B746-A77C-02237CFE60B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A32BD-8655-3590-94D6-D79DE80A1F7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BC5D8-04E1-4BE7-6923-4E6E7E937BE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66FE3-1449-D9CD-9F69-C4F76A86CA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FD507-2CC6-AA00-10AC-9854437A388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85F55-D4EB-1A50-EFFC-459A85C1915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5B4BF-F3F9-2260-5700-4B0775421AB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74978-B9C9-6DA2-30B5-79B545256E5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21AA9-B7E3-A4E3-EADA-1C4EB7B7FE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FAE31-504C-6979-447F-E278A9D4C0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2FAD7-64C9-6F25-3E5D-3A29AC5C8A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C23D2-7380-F983-F16A-EF63C49A3D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DBAD9-EF08-AB4F-AFFD-32F44BD6BC8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1D41DF-5B2A-5BD0-1096-E68A64DDAC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E04E0E-9B0E-1773-41AB-73209B4EE7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E853D9-B536-D98F-1C8C-C221638FFD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B7129-F336-23FE-4470-244F934AC63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DA546-59BE-EC8F-D3B7-717711A46E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CBF2FD-9F47-02D9-A64C-77E7A049D5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A8B22C-DD5F-E226-1E7E-041EDD730C0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C06222-2A5E-872B-4572-E81913FEB42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276B88-3848-CA54-A4CC-139F21398BE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70BBCF-5DFF-6BBA-E8EB-113960BCE9E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FD5E0B-4BE0-DE88-F760-5C7D996105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251980-E246-1377-3765-CEA3E1036C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4BD696-8EF2-D9E6-02C5-FB957248F83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DC0A64-6157-FD0C-9211-3320E18010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8570F2-8F4C-27F4-1868-2CC0B86A86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E5FA2-D4B6-5A2A-D7BF-FFF2DE0410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EC66FC-856B-9D03-CE5C-4C92DE82F1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13CB2B-539C-FAD7-4E5D-E16010F1F43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2E0049-0353-7A72-75F4-6C3BD55545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4B8A83-856A-957C-6D9A-F58543CAED1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6C6930-C448-46B8-C8C2-FCE3B75FE6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933A0F-B1B3-39FD-75BA-4193A94B16F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540F39-3FE2-A218-0661-7F486070AE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63DAAE-3207-D7C8-078D-A933F32332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38E11B-39CD-93FF-5C85-8C23CAFA55C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C933AE-589E-C8B3-8651-5F356B08C06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3E7BA7-97E4-21D6-6EFC-781C73C0080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666BF4-DF76-5C37-008C-D8737BD7E2E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A4A67C-21A0-1E1C-ACFE-706EF13A20E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9A0604-7F11-A936-4421-5B4221BD6E4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B078D0-17FC-F6B4-4096-FB41131753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BBB663-B3D6-CC82-B9B8-EFF23B6B572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0A6746-F9D1-4D6E-D29F-A27498A7478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1D7BA7-73ED-7A33-AD13-6EAF31BE5BC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387FA8-ABC1-B682-848D-492A574FB22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C25012-D4CF-3C5C-AC93-ED1571C0011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7CBB16-0A36-AFB7-61A6-72C86099B0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8B438A-FA2F-C931-DF3C-83962A4CE3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4DC925-4A61-0AC3-D885-6B47E532613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549369-928D-22F6-06C8-A27057FD85D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CC9348-FBA6-F282-986C-6190C37C2EF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9FADF8-3F31-8FCF-81D9-B751D4641B1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57959A-DFB7-FBD2-E9D7-7AF01CA334D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D5471A-D45D-7627-04B5-E016D67A0B5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BC4768-24B6-DF1D-8D6D-5C36187B06E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D7A6206-7E2E-30DD-2DE6-4DEACCB05CB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1073A8-2D3E-A4BD-9753-217899BCE95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92D608-4325-BED0-969D-EA5A2C07543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1CEEED-4314-FE74-5381-F386E1B7E87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</p:spTree>
    <p:extLst>
      <p:ext uri="{BB962C8B-B14F-4D97-AF65-F5344CB8AC3E}">
        <p14:creationId xmlns:p14="http://schemas.microsoft.com/office/powerpoint/2010/main" val="1716856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7473-6C0C-3B47-6EC0-D932FBAE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B9A69D-C2AC-04B0-2382-2BD0FC2AB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1C8175-0AE9-FA78-D9AD-E4C15710F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3AFC70-C8AE-96DB-4490-37C48DA70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17277B-225B-9AA9-C4AD-1B57C8592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7A68C7-F590-45DA-D23E-816C462EB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BEA96E-2A5C-F868-43BC-B38619F5A15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38AA4-1D27-ADB1-A5D8-406C08992B7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87D1F-4178-DF20-9012-040E2C20C80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10DAE-D7A2-7536-247F-10F9982DC7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7323D-B5E4-0440-F7C2-CC72DDE6009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06B824-E2DC-4640-CF72-354A3C42E0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1A537F-35B3-0C49-6E10-D61BD596345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90E2B-9FF9-AA7E-6BF6-24232AB4A02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D9A41-1BBF-DC35-2728-125ED3D887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D31445-36BA-7294-0DEE-2DA28194599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2F22AB-7223-7606-BE1A-8852DE3AAF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C5E9C-065A-E46A-5C94-341CE1983F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4D6141-E7C6-270F-50B0-B8EB95C8A8E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F88DE-7DF0-010D-8AAB-1AC6731D82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D679-E743-5283-88AE-E2E2490A8F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EB1283-2E21-1B5C-A00B-22F009683D0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E67B6-644E-5D49-9160-184F33B7D2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3AAC4D-CEC6-BCAE-4F37-252E7B2A0A3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022AA7-3C1D-B70F-91B4-66F3E9B432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7CCD58-AB9B-B199-672E-9A36CDC113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D20E09-D2EE-B808-8F1E-4FE7948337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BEB18F-83FE-2799-1016-2C91CFD6D01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EDF29B-54BD-B972-D0A5-2FBA4CECA54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D54AE5-D4CC-29C0-6C18-7E0B14585E2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881ECA-2488-56E0-CDA7-6E588A03D26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94B3AB-824B-7F93-1D2B-89825C21A6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F6F4B0-7499-9D50-9699-DBC221BF9D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472E25-A938-B4C7-8BB3-59CA9B88EED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747133-CBBA-6D00-705A-30C10D4F6A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45A734-264E-D624-63AA-D15564C6EE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9508DC-C506-E4B3-08C7-3281E3D9A57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8DB6B3-E123-FA4E-CBCD-925820DA85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A55D9C-E1AB-57A4-12DB-2DD0777F2B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26E3CC-C304-E92A-B6F9-FEB86F4E92B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BCF12-00B1-4FDA-5998-0676E2EC42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D7C234-A5C4-D857-43FB-BEA7396794C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8C79C1-2096-109B-4B6F-D19F7BE527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A6080E-B44A-F448-F7A6-2BCE97A5CF5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A09F7B-73B9-7EB4-95BA-6C08DD4514F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9F9152-D362-6E3C-518B-15CDDB9627B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90F870-E4C3-215F-C1A8-EBEE6BE8D2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A959DC-6789-3F70-41BD-B852E2992B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6A2815-FC14-F143-4F6C-838A52B459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B26AC0-F86F-D8CA-12B1-EF52525A5D4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885BAF-D8EE-4AED-8E0B-6E899425C1E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53158E-C528-A29B-4BAE-6A28696124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17C5D0-F40A-43F3-185C-4BFFA5E868B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9FCD73-2F71-3147-FA99-8174F085BDF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0500B0-940D-C633-E986-E617C7B718A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4244DC-CACD-F48E-C2B2-56E9E38E461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2BB962-48BF-7B7E-A874-9015262B75C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95CFB3-C2FF-996F-C102-858F0E0A425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DEAAA5-8D37-5FEA-E6BE-889663DB1FE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70BCD1-1D29-802B-67F8-A185D0E538F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75D1C1-FDBB-590C-9E48-63C591F51C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A5027A-423A-A50E-B1BD-FA99C534C31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7D8A87-517E-A817-10D8-34B279035C4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09410D-3329-2304-3323-252C861F6EF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1EB03B-DA22-9CE4-69BD-EC1B4D2CF1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A5906D-9B0C-841F-3509-4E52D750669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992D8-C189-5E1B-089C-3C3DB65BA7D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114881-8E70-472F-857F-03906594EF4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</p:spTree>
    <p:extLst>
      <p:ext uri="{BB962C8B-B14F-4D97-AF65-F5344CB8AC3E}">
        <p14:creationId xmlns:p14="http://schemas.microsoft.com/office/powerpoint/2010/main" val="1856390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1C3C-1782-D17D-DDD4-B8B0D441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C55ECD-8D98-7406-A172-87278B3024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place for a 2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36B99F-81B7-FCE9-FDD2-DA7DD1CE3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BBF39F-C2B3-7C49-103D-209E58017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CCD877-72D3-8DB0-E72B-043BE018C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8FDB69-89FB-105E-00F1-6F579DA47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620DDE-8C05-984A-3E67-1958FA02E7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A536C8-4BCA-4F10-5B93-10ACD4DCF68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91F7E-84BC-6214-2FC6-57CF25EFC04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BCEE-A3EC-34F9-5457-DBAD7249383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09C6A-02C9-646C-CCCA-8064916593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1AA86-7EC6-39D8-A811-595E457BF6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15986-FE0A-A2F5-7130-4DEE94DD32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96624B-7FAC-1F48-24E8-BD77A336BDF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568D5-C927-4065-6077-DA240E23B71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BC9FE7-6014-0359-E252-937BEB411B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D74B2-EDCE-241B-174A-2E22138C29A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439A5-D9CB-9FE9-95BF-0D321E00DF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E8CC4A-6115-A0B4-C1FA-A75C730087C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95EFD5-8355-9458-56E4-2C2CDEB794E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1FD8C3-8800-29D1-D083-18530CC930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35C05D-DC20-2317-F0FB-7B8461419B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505610-892A-AEF9-3D22-93CF8B8FD8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9153E6-32E0-2898-C378-C16B52B84A2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926E1E-1DC0-C752-D81D-07F341BF7B0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802EC5-6069-959D-0F4F-315D85940E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9F2D93-ACE2-061C-D42D-D5B1366B786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0A34C0-DC49-CCDA-3EBD-4B081A3ED6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9DBB0-2457-3F6C-FFFA-90DF1778E1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5401D-1EA1-7AC5-55C3-4C96E86D82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EC6598-9B80-76C9-6B13-2AA591A41E3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41D425-3FD6-2404-453F-F677535CCD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D79262-0601-8543-2FD0-B40F2666199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02B497-18E2-9B2B-70B6-969C097DE2A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2937AB-2D2A-8BC3-B9D2-4AB596440E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5A3275-09ED-81BF-C71A-5E2343A2E31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04F8FB-1490-5A5C-024E-0C6674E69AA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37240A-CE9A-4E1E-56A1-F0624D8B76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F754E5-FAE7-A391-BCFA-E5A821E889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33D745-C343-8B9F-0AEC-28506195EDE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CD3637-5005-17F8-5226-2567C980FD7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7471DE-277C-D6E3-14C0-EEBA9D92AFE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2D33AB-D124-2990-D3B8-9DBF9D81EF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AE044-1341-382A-7EC7-49D9E152093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84AAA2-B363-5E37-61BF-31EA3AF059F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7B05EE-C3B8-09DD-5345-9AEE659C54B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13E500-0584-D51B-6A94-AF0C587BBF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D1EFA-E874-DFF8-08B2-4BC12569BD8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63C560-4086-5E14-3B8D-552AF95FFC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D55340-97BB-AA4A-CCF9-D54EE9D16F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895A43-4B07-376C-68EE-C197986456E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59B0B6-690F-0A3D-2CFA-44B8C5C10CC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AB4B78-D2F9-3BAD-066A-5E6224F790F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887C22-4640-2D9D-17A9-F5074383BF4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9D8CB8-1FA8-3BE0-F596-D6238A79262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05FAD5-86D8-E9FD-D183-C5689A45A7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AECAF3-0B94-944C-7E5E-7A7D5A3A37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12D85B-D4CF-3936-013A-524D10DD4C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1425E4-8F22-6B5C-C0FC-C448B1E25C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08B9DD-0C75-296C-B71E-255A01FD881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E65446-9D06-170F-359A-1B6658950F3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A0476-E54E-CC19-F893-E037E956F50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1AF98D-C42D-0513-FA36-9F40369AC9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1BB138-D742-5236-A21E-F5A755F10E2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CB6F52-027D-C0EC-860E-CE489058BC1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51EC46-F62B-F315-D7A9-7F5B8BC6328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A9AD36-EBD6-1273-5244-1C8FCAD2588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AF767D-198C-4B49-BEC6-7A3602903B0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EF4AD3-D621-1200-B165-7D2444A30F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958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5140-80AD-5E45-BE22-1CA4C6AC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A77B2F-664C-5BD8-D9E3-C15186E4B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6864EE-5274-01D3-A2F9-C26F8B07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9BB288-5631-6DB0-44BF-731B7AFD4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19B708-94E9-8553-4D2D-E6F9AC35B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768DB0-C89C-56FE-38EF-7DD028BE9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F57BE0-FE49-4887-8E36-13E3288E310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ADA1-EFD0-65E0-609E-0B170F48132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CDE46-41C6-DD02-9587-D671EB6A56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E8A7B5-7F80-93D9-1A80-E529CF64E4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29ADB-85F8-E859-0051-AD14774AB3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85557-631D-6268-1CD1-EC88B254B3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53554-5D83-748B-45EA-B8DB57516A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8378D-1427-1C9C-EDD8-A6B871B431B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C2A76-4C6B-8541-C776-0C93E9F827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466D8-058A-E0AA-DC92-9FE60892DF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BC414-8185-530F-F723-2233735EA40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2D30E1-C3BD-44EF-0E4A-0A825CCD90C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72444-FB4B-81C4-4A74-DB119B7BEF3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662B72-6118-9DC7-ADE5-9C697093243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FF15E0-8D54-B419-C014-6F01114003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BF561B-D046-72E1-6EF6-4C555D1CBE7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5637C-A546-3574-87C9-DA7582F1EDF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FCAA5-04B3-1C20-986D-7AD411DFC89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1136D-1DC7-7988-EA80-F87CD17A33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2665AD-22FC-F030-00E1-11B4C85E9C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892922-E177-F0AB-4DA6-F76D9FB3199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E73CFC-911E-FF5A-CB4F-3FA3C4B2C9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5CEA44-9FF7-6FD1-D57F-47662FA889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D56F26-CBFC-75BB-8161-6767077916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B2B659-A732-701E-6E85-C25C929B57E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EB0F09-660C-5513-138A-CAEEB47FE64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556160-F84B-9BDE-2E6C-EDA1BEC25A6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B07AF5-7D2B-F260-1121-900DF114203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2521F-B12E-6320-76EC-B9EB6E35CC0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665B51-E09F-0CE0-502D-3EB2B27565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1DAC97-3311-7C86-4C90-BCE5FA7FC5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70AA9F-B517-2DD8-EB52-76716CB3F6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674BC3-01CA-2C13-B2A0-69132D2307E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2795DB-09BA-13E8-4783-AB6114B258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FE4B6E-DA59-365D-74F0-BF2B9E58741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D7F1CA-AC2A-344B-3ABA-CE8A0D3EE1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04CFFF-9C4D-AD0E-686E-6FF0DB93C5F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DB85F3-7FAF-1174-F924-55888E1FAF1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44C9A4-355E-18C2-0F6A-C99E21ADA74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A39C25-9118-D700-9469-1260C6613D3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9156A2-ACF8-EE7D-4C20-062BA202B8F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41E43E-99AE-4C8D-DDE0-931AB0CB6BD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EC0C84-7EEB-8647-705F-68DFF1A989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D8AEBB-7B37-DD1B-0A6E-409E781BD1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E62FE1-982B-DE30-5154-18379B6EECB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A401DD-5CAE-9DA3-7343-F43F0680357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3F22A2-6F83-3035-7FFE-A24168D03F0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798916-0CB5-AE4C-442A-E1489C43061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42B33C-D9F0-8FEB-E45B-FDB2454436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780D98-C700-69EB-54A2-08069F7E14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53E26E-1E0D-04EC-1518-406B93CC74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DE11C5-8AA1-671B-37FF-E956A1E884A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B1F50C-E8DE-B053-73BB-FAF358501F3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202A6-7537-4C49-1196-B2BB1229136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95F524-0229-698D-358B-0924CAD96F4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8A6FDA-A173-609A-C301-2CD1B1988C1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182F61-EED6-B9C4-DC71-0B5BCA773F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A4091-3EAD-58AA-CC05-73D12FA5AF6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8BDCF-4718-4C41-7F2F-4BFB19076DB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07E301-BBFD-4A3C-170F-16757D3F015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E8FB0B-0004-FC62-0517-29312FF5E64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367D83-A989-3F40-1762-6496037F7F8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92554D-313A-63DD-4319-3C7FFB6AF7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8870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A1F-925C-FD2D-9685-287D7D85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6AD162-D7B3-851F-A925-4245C00C11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950792-C8E9-B135-BFBB-6A8C07F10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3C8F95-36ED-7109-DF77-D8065B34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3259A6-7373-7827-FEED-52EFF6EA4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4EBBA9-0323-361E-BE80-085B4E3C5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B06A74-A038-48F4-B987-AAE4D0A2B4B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5B596-B2E5-53AF-E443-D56C97CAB3D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C0281-C85C-ADE0-D1F8-EE80B39B63A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B5E24-4DF5-78D6-9DFB-8EB476FCD3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F3911-B8BF-1957-0EBE-D5DE6639588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4B726-4663-D5AE-74AF-5717B2BD61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B2286B-A36F-DFD7-1244-D5C21DA9C1A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3F98D-CB2E-BE35-4035-5E1EBA8F74D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CD26DD-648F-F7A5-F4C1-8CDACE2D126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0C88C2-09F8-23C5-41C1-1904FCD9680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CFB228-F2CC-4C79-0ECC-E69F2BDAC3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3B5C0-5E03-EA43-8D46-0A5B6BF7DD3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2940B-2843-6A1D-CD09-150BA47456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A056F-E4C0-CE9D-B951-A32AA21B05B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0100A6-1FCA-6010-6E82-55553D835A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EEE2DB-BCE5-821E-FBD3-42D34BFE9AE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361B20-95C0-01F6-331C-DFC8AF0CDF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007CBC-8CFC-6840-DAB5-D42CA9A3C9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A458D0-A517-E870-047E-C4A8C94C4AB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18971-8358-871A-34C5-701199B12C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92460-1EAE-6746-F076-F36528495D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CA7C21-ED10-C224-BEEC-1D0D4272BD9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75F4E0-8326-8B42-5C58-04274BD8CCD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489615-1BEE-C3B7-2E60-E842EA82BA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212EB6-1791-5B6A-94A8-085DA8D469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791DDB-6EEB-ED49-A92E-F731E1503ED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E771D4-1C61-1032-6DD7-7ACEFEFDE8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3E93A-0DBE-78B3-D697-7B6142BC735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4444FC-83E7-E2D5-AB1E-51A79ABBC8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6536F0-0FB4-2EED-4A01-257BBBD59E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DBDB25-153D-C91F-560D-197D64E63A7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7AFF4C-B252-A373-23C2-4D089A9ED0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7DBF74-C482-C65B-132F-9A1A7B0C101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347B00-81D3-2862-A92B-8728FB16267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10E216-F4EB-1BDA-959B-717AB6AF32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EFB6E-813C-9A8D-0588-6E6283E3E8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4E5312-51AB-A4D6-1F25-4893159CB0B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C62B53-7827-C1BB-2A13-942504AD023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7F4DE5-51E6-7C2F-BBA0-6FFE708DB6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4BF6B1-ED2E-F0E5-2980-82EE7A1ED9F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C90BE7-7AB4-3280-96F8-FC888A8210E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296967-584E-C99D-844A-8B4E5B5E92E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9F780D-034A-AC41-723A-3E9FFFC6FD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8B8EF7-4A69-4AF6-D7E0-E426508228B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18763E-E2B7-675B-2AFB-3F50AC27B1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B99096-476B-480B-F45D-7CD5B8A06CC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6D8E0A-90A9-A603-87CF-E9B022F206B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95C1F8-D9A4-F0A8-EB3D-4AFB46D331E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D25DFA-2485-A26E-80D1-67BE73D523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A14571-7634-A6AC-74A6-91C52DB731D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30FCFD-B59D-1B67-1F16-3909CE45EBF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63134A-0A20-15D9-11BB-7A19B9A1B05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64C0E2-D432-3996-16DD-51C7F0ED76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42E64F-9F3E-4B9E-1891-B2BC768AFD7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0BA5D2-5CE4-7A9D-2073-4BEF9E00828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260A5-681D-7F6F-DE3D-25F2ECFBD1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601CBE-243C-D7B9-BA9C-356C7A6D484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3D19CC-0DF4-E25D-BDBE-062FF47CC16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3E23FE-AB74-1569-3647-0C17BD8E5C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BEE32C9-64A4-3A8F-340F-74887CF3C6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1CC4EB-AA23-3A84-E57B-C51B6097D3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1549BC-98BD-B0FD-51F9-2E899AA65B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F399A8-79A9-66A8-E74E-A627145600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0412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0C61-C7A9-C814-286D-422F21C9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D4A248-CE31-9111-8323-C9117F038D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17D5C7-A66F-7CD6-945F-BBC258362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715527-B20B-607D-2C78-BD177CD70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966D71-82BF-7FEA-101B-ED99E14F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FF1CB1-83FA-AE04-7EAA-C78819685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FEB615-794F-A5AD-02EC-508A40584EA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65AA0-AEA8-4410-2837-E6E58C56668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108CA-0A89-320F-AA21-2E4E7BC19B4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9A869-376B-BE6A-E5BC-CE027254CD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260F8-0D11-C6D4-E894-73B28C0D7ED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E8534-8434-2F9F-6FDE-7869475A4C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7A01C-FBFF-CB6B-38ED-CD8DFF8182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FA5FD-0981-1888-7D36-7D0DA3815F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5ED2C-9AB9-601C-4775-57543323AF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CFEE2-CF4D-F1B7-1C53-5A4F688EE1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7EDAFB-7DEA-1C31-43EC-232492BA3DD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72BA16-1257-EAC5-CEC0-033D590CD3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9FC68-A384-1F71-3059-07FC5A10A8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4C7E05-D52D-F32D-29DA-91C32CCCC6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430D48-AF46-C567-7156-632C657105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63CC0-B473-1512-E941-942DD9EADD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2F3967-B283-EDB2-710E-49944FFAC72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8BAF14-CDAC-2FD7-08B3-554DF2D0C54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EB6C00-57FB-CBA1-C44E-92A83CC1DAD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94F005-0FB0-D38A-9B72-5E26590A151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18D4B3-18AF-71F4-CE4E-9D368026E6C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1FB339-1AA2-8582-02E0-83169F6364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D68E10-7238-60B0-D2AC-05E60FD563D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34A141-B329-3CA9-5DBF-2F94C040B40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D13CC1-16F1-D42F-96F4-4034C11C686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398243-01F5-D0AD-9541-3A6FA98CEA2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5993D1-A004-B9C9-7F3C-11BCC3B13F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0AC755-86FB-01D5-FC45-3271E404C6E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FEF63A-F053-B3D2-CEB9-01602974647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62BFC0-9406-3550-CBB9-4BF0870246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BB1597-1721-9848-A28B-0318AF88A6E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83F26A-E596-9247-152D-BE57BFB18E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ECA392-05E0-4FB2-305B-1E2DBE7F561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CE366F-E41B-B041-EE67-77393F4C9F1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DCE920-4B9E-3DA3-74AC-511EF25B6CE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6BD89A-9B6E-E8E0-A36D-98BDC0316F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863AB-9401-F09E-C76C-F2A60E11166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6F9798-C0A5-7ABC-DC66-FD8C5D8AF5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D860D5-727C-0925-8D5B-19A6D0E5B44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E36AC0-9CC2-2B9E-8DDB-2EAAB4D7B8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676A13-7A56-3ED1-33F5-5468D12B9CE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5B86C0-0926-6840-1A4B-9930914657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F8FBED-B499-37D1-61C8-1BBD189BBC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DF7325-0F04-13C1-5C69-8C4A6957C99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6FD55E-2AF7-1B64-6893-7935A084D19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666CF9-DF21-89E5-65F5-48639522A48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6DE41-AE74-69C2-5945-D7BF535101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5037DC-1BB2-4198-432F-4CB1F962E6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D0EC56-8E6C-F1A1-0B17-D30A52873A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0C1FED-DCFE-50AF-E59F-72F0397831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CC0288-97FD-A801-69D3-711A863C4EE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3895AC-9428-B758-0FDD-4527DACE344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E2648D-E429-10ED-D9CF-2EAB2C1874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4FE250-45A5-92F1-02A8-88BB3E5582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6F21E6-FC74-731C-A244-B5F8289E60A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D3CD8-5C3E-2353-7636-65848AC830C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B12C10-2576-61B2-EA13-07FC23BA024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4512AD-6A44-65F1-0BCD-0D2DA635217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1E7DE7-D6E2-284B-1292-9DDD339899D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F0C101-BEAC-49F2-9088-4E839A0CBAD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F2CD0D-D27F-0220-F740-EB5F0EFF5B2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BD553D-2BB3-5E1F-042D-F09FDA7278B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40A70F-A1FF-A7AB-7757-00466A6D0ED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5259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E819-41F2-9433-FB71-62AA6ADD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F15BDD-ED55-E0CB-E1B2-643D3DBB2F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C2145F-2009-6E8F-7411-DEB06A54F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E36DA8-2D2B-F7DD-04B7-877D80DE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50AC24-0470-619A-E732-67ED5438E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63C903-AC08-CD76-50DC-2187F39B5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D6E94-F424-F977-D4D8-1D3167BD4F9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B6034-8585-5887-1695-C7B4509DE98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62A94-EC68-10D6-89EB-FAAB1688D21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5321E-3416-7BAD-87EE-3DFCB9CC86A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DB2C6-4011-919F-A249-931F441DB0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C661E-724F-7F66-46C0-6F41960F20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B7801-41F9-EE3B-20A6-2BDB6639356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67DEDB-6066-68A1-7609-9792430DB7C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23923-6F37-CEBE-C88F-9A91F81D0F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D153E9-6EFF-1367-1C02-BD26CE87E5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F3B65A-C538-8E38-1B4D-7A7505F6C9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0FE56-4E7E-3C65-E10C-87CBA3A5C9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B8E02-8565-C9A6-E07F-AEF9CBF534A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2810BE-8C70-E9B8-3DEF-D06CF6BC9D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87BF4-97D0-9ADC-0369-9FB765997F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5CD256-4A6F-9A5A-26C6-6ED8245CCD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A12CC8-3130-7865-9D59-384DF6C4F47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067191-A776-E49D-60E1-427C9715E7F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A84139-C0E7-2467-918A-1EB39E77ABE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92768F-894F-4D14-4FFD-5279F5FC3B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A9E0ED-E196-07E4-1BDE-DFFFC94BE5E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D5B881-E7FA-8FCB-B68D-3BDEA0332D0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308A84-7AC8-661E-FE20-95EF7B039B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95B0F0-8FAD-A864-168B-1E258A73BB3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A97235-B5A0-D62A-3D41-1AFA22B9876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4B40AB-EA48-572F-5C1D-40EE83561F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60084E-D91E-9631-C062-5DA70BB02C4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DA8009-F664-BDFB-6F4C-D43477393AA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9B67FC-A5C4-E3E8-D510-EAC2D982E15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0C058-E732-96AC-1E3A-7CF85DEE43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86E953-8851-1AB0-9C45-2A61A6C372C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51306C-8D1F-9F60-2DD0-477F116C9EB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66795B-BEC3-0F00-9D42-315B7C96F71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F3139F-6BA1-53E5-298A-632C4549116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012942-7037-EB2C-0CAC-810BD2BD12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AFCE50-2BB8-14BF-306D-AD9E58D9D98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761839-C595-8519-C74E-52823CC5C5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65E205-B07D-6FD9-BE84-954875FC61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FEB10C-AD94-898D-812F-31594F2E33A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8EDAF9-82AB-D283-BA28-1594E04EE4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9CF366-35F7-319D-123D-27E083BC1B3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4FF10A-4654-8B3E-B581-82E9DBA56C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818BA1-BAE2-86F5-37CC-A8C4442DB7E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F37010-95EB-62B3-3D59-AA6ADFE820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178C97-3D8F-67E9-FCA7-4491A76F785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B9DB9F-5095-FC5E-E176-64109409747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433229-F5BE-38FE-52D5-4BEA404E2F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CFD841-126A-43E6-060D-DF21CF4FE1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039488-525C-0E98-15D7-0C1D0E286E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AB8842-06AF-9D74-77F8-BB8660D7CC2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A7AA7E-CCBE-BBEC-35A1-51F3876E80E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ACB6C5-ADA8-DBA7-E763-9A7AAF3481C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65A294-324A-3CA8-8925-2E52E30A0B8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A14512-676D-E288-2CF4-B7BD2FA1EF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E5F446-EEF8-4F82-71CD-2E6298947A4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B0931A-A57B-078A-4966-C59C6D2516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7863BA-D9BB-08AB-1522-163955514E9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89DAFB-169A-34A3-97EC-D4E485BF932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61B935-1F6E-EC21-C8BC-3E8F291825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D56162-EECA-3590-4B52-3C963247418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4B33C8-0336-C400-233C-142BD97BBCB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6094CB-1F87-8311-A0C1-F40D5009636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0F5C46-3589-DA53-0864-B59FF92B1D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48050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567D-4441-CC42-50BE-EF84C965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4ACC5B-0E34-FCCD-D502-9469C54DF5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596C93-B57E-FA78-AF3A-BCBF08EB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460F6D-3F7B-AEDD-FC72-D557DC1DA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E98D15-1843-590C-B072-6D50B0A8C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E8A41F-4697-AEF7-382D-C82CFDBCE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E604D0-828F-375D-2F14-215E7890B3C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FD4-D133-C5BA-DF51-73532EC4FE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6B0D2-DBA5-E718-283F-B985DF5FFDC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B9B1E-8BD4-83B3-7FE2-7D01631B7B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3B2B9-FD3D-B8E9-3210-2C079E7B35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59A2B-256D-4AF9-C9A8-7A3758C737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B01B6-64DC-64CC-CFC7-5F9CF09CEB2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8A0BA-7393-B9C4-A0B8-E20D34C0A7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161F80-7879-4FC9-6A09-47003B0590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1A71B-7246-4E1A-005A-E2DAE7E4136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0F89D-231E-AE3D-226A-B713CC5F276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0CEFD4-CC83-5249-6BDE-30DF0DB557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F0DA5B-DE76-435A-31E2-5FEAA4F679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9AEA7-5ED7-D677-211D-55287F048D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914906-24B8-7803-DAED-56A8DA15BB7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155088-0D97-1DEE-602D-BEB4B36E41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95D6FC-8731-6A89-7330-5256DB5DF2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2BC212-9631-D73D-F397-240903FEC9C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0B1862-F877-3290-E308-4D083DEEE3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EADDE6-3076-E427-2CF2-E5C6A2982C9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795932-0C5A-1EEE-3781-2FB425DC2D9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6B8E8-D1A9-0B95-8B71-D89B156AC7D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7C6299-ED04-736F-0A7F-0D229AF64A6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422C20-6C09-14A9-D978-223E4CF22AC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E31ABF-228E-D075-73B8-427166BEA9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1EBEB-8485-3064-219A-12AF6F234D7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BCAC84-E1EC-B0BF-83B6-F929BFD919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AC67ED-FE42-99B2-CCFF-E4ACE71508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C387A-5211-3608-BF0B-21E7F0B3AE3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4E9AA5-1F91-89E7-D8D6-DE199D17BD4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5FF501-8341-98D7-024F-34B2B06562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2D81A0-3345-5D4E-8FC4-0D3F1282DF6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6C1B1E-E9F6-D006-01A0-5B5B1B91DA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DC439B-B626-858A-F65A-D5C510CB3C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304CFC-6203-2A5F-CC17-F05F0E6288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BC5D0F-6A47-3247-A5F7-224DCE4A96C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B58F16-28B7-4486-81C2-19BFC22B1A4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A933A7-ED07-A814-96A1-1FE6ADF3BBE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FB94EE-DEBB-7F9D-01AB-82BBDBE53BF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BD34D9-F560-053D-1733-F7EF3737156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ED5E7F-DF95-DC0B-0C29-B6EC2B5376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3A6BA9-2FD6-B840-76A8-7C40B0D4CC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47B96E-DF47-BAAF-5AF4-A9B239F0460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8BDDBA-E1C8-7B19-45AF-2DE5A014711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5E0B22-2C35-A79D-1750-7DF9B3805DD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A9B9A6-DDF9-1B7A-1697-C20B8377A3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57C37B-B585-8018-F1F3-8CA84350475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6BD8E8-3CDA-AE11-0C1D-51B3CF5F68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0FC838-913C-7FEB-ECB5-3C242EF17CB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3AA2F3-BC6D-A626-C084-9C83A7D4E50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7DB5D5-1EF8-278F-835E-3EDE0A05F0A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1F6637-CA35-2175-233E-41A256A9535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61297A-0633-0E37-FFF1-CB7CD776E9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3AE69C-8176-6636-B3BA-FC7AAED2AAF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0313A-B4C7-7618-5BF9-BEF985E0B92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E6908-55BA-67B7-0FEF-70A72A33F3C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7BFC4-5DC2-42A8-9335-8EA13E8893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46B25B-79EB-AC94-31CB-8F6F228CFD8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2081AE-FA2C-DEC0-1E1A-4C259C93BC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66450C-C86F-2FCF-D2E4-33EB6E9F2E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FF44E9-C465-0C6E-41E3-F549285B6B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837FCB-FF4F-B49A-533B-A14D40D79B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093290-D8DA-D6D1-42EF-0173098D06E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433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D4-2006-8EC0-5FBB-558B6C33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4353E1-320F-3193-F0D5-AE9A915776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2609C3-126F-43DB-25E2-3081BCBE7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E9D112-FC52-AF7C-29E7-C095E626E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F8FABA-678A-3B91-DD15-2C07AF7C1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29ACEF-8E16-0679-9BEC-0B41DA771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2E7F76-F9C6-024F-4EA4-52C491738AB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152A8-8F67-B42E-C83B-363DCBB89B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02244-A0AA-1584-445C-9C179CC082C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DE3C3-ECBF-9178-40D1-99C121C100D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8F79C-AA6F-3596-A7C4-6CD48A6AC6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D7CB8-CE46-18B5-9E08-0861E7CA55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967B7-90E6-CC34-6A56-2C74D9D5E1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27F39-4D5D-8D04-41EC-5E4E6400F3E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4625D7-504D-B0AE-DD9D-630A736F41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75F9F-5B0F-E3E7-49F1-1A8C88ECCF8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77AD6-9F39-8BA8-DA1E-5706FFA832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49523E-1AD3-E931-D665-247575795B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95B128-9AB8-B907-8C61-2117533230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D74C23-49EE-585F-9467-FFCA3252A8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433228-2FB5-895C-BC05-C428B6DD02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109785-1213-8EF8-F8D7-1AD53CA83BF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D1434C-4314-D900-2546-A3B41452CAE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534426-B18B-DB28-F4FD-766B40ECA3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9638C7-A355-AFD1-4A4C-760A7469F5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458569-CC38-7CB3-E91F-2BDDB1A585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9E4A0-149C-3418-698D-30D6F04028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F525DD-EC38-804F-6C70-84354FA5A7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598D54-6757-7D02-E504-E05DC7DFC00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72871A-5557-8C8F-70AE-41DB75E250C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9B3E69-EEC0-0FE3-5B39-8030FBB9E5F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2ADD62-1884-99B3-3102-8F240C3ACD4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0DA581-DD2F-C1AC-1703-E500843F4F6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195F6D-5A14-04F1-156B-E40193F0F2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B710E7-0040-BAFA-DE88-55C465806E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BF2C09-43C0-AC24-2FAE-23461F2E5E0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046E32-F403-AB3F-C653-9AB44FD5F2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747104-7246-8680-0655-2C6F779F029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69748B-75B4-4C62-E24B-480A4B1501D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92EB13-11C7-B386-C6BF-225261838BB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68BE5E-9236-74AD-AB55-5343788BA2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7C2C0E-07FA-BF7F-4B73-BC9CCC6CD6F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0D16AC-0F9C-5BE3-B4B2-6684B460FB0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AEFA92-9D53-4CD2-AE2B-26695D2E365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709810-DCB5-39E6-41FF-2F0D4E51F45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517974-202B-51CA-9E00-94AB20333A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5E8FB6-8BE9-653E-6D1C-EF6016097A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844227-EE13-F3BD-94E0-AC2D27C0CB0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99098E-7768-D29F-246C-EA51D936A82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87A504-2B40-F3E5-6EFF-62BD5BD8B32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73F32B-D166-7F36-8D1C-CBBE2B1662A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BFFC6D-4BAE-D13E-0E47-C6EC5A5611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DC55A7-6D65-DEF5-98EF-3CEF3CF2F9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A76E14-82E3-63D1-82A2-27B86E4053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E7CBB4-17DF-A34B-3A86-4CB756232B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39066D-47FB-9FE9-B052-9A7422F4DE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1E07DA-D801-4151-D114-38C402F65B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34B64C-FBB7-B4C3-878B-D9955F7536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F67224-7FFC-20EC-AE7A-3AFABC489A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03D1F-D2BE-8162-557A-AC2573BEE9D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FDEF58-0991-0ACE-EFD3-74B27543085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C13E59-CCAD-44EC-7CF2-EFDBE73272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D292E1-2302-9489-FC08-7C839EACD82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E1B8B0-174C-D1F8-3D11-A7EE7B2C918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491CE4-3F07-EC95-71D5-DA421019271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3A44F6-D1A1-09D3-D16A-AE8EDA1B19E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2A4254-4870-3615-090B-27D9613FD9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518257-6090-50D0-842F-3D42997DEB3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81D1C0-E689-ADDD-52B7-4731BB3C14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1BC9D2-D417-EFEB-204F-0C36EB2A4F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27A70-E335-2CC6-CFEA-B60555565CB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8D7BAB-DE93-5FC6-BD98-683EB16A9F3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</p:spTree>
    <p:extLst>
      <p:ext uri="{BB962C8B-B14F-4D97-AF65-F5344CB8AC3E}">
        <p14:creationId xmlns:p14="http://schemas.microsoft.com/office/powerpoint/2010/main" val="2079640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B814-9D21-C303-F175-7C496AF6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C7327D-80B0-9295-A26B-2EFF971C82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1411D5-3251-A261-3268-35553FB2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32F49D-5B4B-6FFD-1C85-C0702C439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B1A1B9-5A48-80DD-41E6-630169996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93E7DD-C046-D5C6-7CD7-D1ADC3C5D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0BF1BB-0C20-3406-3587-53E92D0F708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C63D3-BC58-84F4-2D24-16D25E6487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F394A-79B2-25A6-5988-480CD006AF4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2432A9-B4F9-F4BA-7D5C-E536D1E077A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4F382-FAAE-3777-A529-3C03476CB8A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661AC-ED04-BEBC-8724-3548BD5E4A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7335B-ACB4-834B-52AA-503A324F73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F0E37-4F84-2B4D-AEB6-1774F2D698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D6C78-37FD-6AF7-AC03-5EF0DFE2F8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4AA73-8301-8828-2986-E596EDE2D5F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A3CC5-F34A-CFCA-B9A0-F0DFE61443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5D844-8655-052C-72AE-02F6C080FB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A6676-815F-5C46-CE7D-2D6DC78460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6293D-7546-8F10-EBA5-ECD843384F9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A2AFB-3184-4DB7-976A-C714D70F477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0FC679-ED32-54F3-85A9-4733C0B8A5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ED7492-477F-26E4-D8D8-A6265B8DB02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59BDC-ADA8-5D82-746C-97F92D68B8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84256-43B5-95C3-044E-8DF184CF86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6DC3AE-3B7E-8BFB-6044-7505D780698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3545A9-3622-6189-C225-B97A22D949A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D903BF-6CB6-C387-41FD-59FA0F5E24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359C77-A7F6-0AE5-238A-BDC113A2229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9CBED5-0C8B-259F-F052-F39C8B0C34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9A6BA4-426D-6889-32AC-155562A8DF5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30A13-06D3-3308-3BCB-FD33F211D5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4E0682-72C0-9C01-1A26-A141EFF583E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E3C515-6D25-E681-2646-3F5404C28D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C01107-A279-44D3-4A0B-7150060C56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47CCED-DE84-4D50-44D5-31D45804536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994E1C-2637-146D-E15C-4812691165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3B1C67-3317-8C1A-DC30-AC33259E05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9B6396-2A3B-9F05-DF95-00E72421EC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15284E-D06F-84D6-AA75-AEBA8708DE3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7CE6CC-776E-84A2-3304-862AEB6AF53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7AEF7C-6262-C42D-8855-69E8D660A6C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BFEF97-9C5D-8D2D-5563-BB945B063AA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705D72-DA86-BDD9-A058-12255CB6A24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FA4E9E-708E-7C45-3D1E-5A9F3CE3AA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378742-7406-FAC7-BADD-D854B65807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CC4C4A-BDDD-FAF5-A8E5-8E33FB132EA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E24DAB-B6C0-D07A-C28F-900741A197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6EB8B8-AE2F-D0F5-0F95-CBBAAF76607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BFA686-03B1-5D88-B0C7-6B627B5A16F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98A747-2F1A-1D94-3107-6B75AC21C0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C47BEE-5183-87FD-7F35-BABCA140DDE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5B2275-A71D-CD4A-F498-C3A6DEC20E4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3EB530-82D0-4C90-9EDA-683D489285D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466587-9E8F-E075-884E-454991B2E6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F15BF9-AAE2-6776-3925-A67C8D7FD5F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3EB156-6AA3-CDBF-6E4F-F2B8D2B2FAE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20A3B9-F7B8-4E93-9B4D-1468B0CAE14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FCA1AB-24EB-E324-7D56-B9DACD0033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8D552C-79CE-BAD9-DF16-AFDAD1DFAE7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685BE5-48A1-5956-AB06-D82FDFAD43B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C921B-904F-66C0-A3C4-86AC7684FF8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ADCB31-6071-AC0B-4821-C5F36E2D8AD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2E4602-72B8-B5EB-2488-48094B593DE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278885-044F-F885-76E0-3579E12DF4A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BD4D80-310F-4F4F-7FB7-312EB80EB4B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EA269B-64CD-028A-6203-AE34117743F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0B74BE-A4EA-FB0D-953C-DDCEF19BF9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B542E9-1032-9BFA-C0E4-8EAF6DD4DB1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46E9C-FD5B-1BF5-977F-F9DE666C8C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BC559B-2D49-93F0-B4AF-AAC0C49EE6C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6883AA-FF31-6981-C021-06005EB2D05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</p:spTree>
    <p:extLst>
      <p:ext uri="{BB962C8B-B14F-4D97-AF65-F5344CB8AC3E}">
        <p14:creationId xmlns:p14="http://schemas.microsoft.com/office/powerpoint/2010/main" val="2769673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F9AD-1A3F-0D73-FC53-4FD1E99C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49332-205C-6759-E39F-5073B1F368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[21 in 3] is three of 46789, which sums to 34. We need to drop two that sum to 13. That could be 49 or 67. In either case, the 8 stays.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5F210B-ECAB-DE11-1C61-A9C0AA87E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F2AC58-5DBD-FDE1-51BA-363FCA313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185331-97B1-EF44-E225-2507F777D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DBC2BF-FC52-B401-4E28-6F65FB1C8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CBD1B1-163A-52B1-5F12-8D79F4814D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E6BA1-723C-9ECC-1E26-C16BAA013C4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3B726-8715-C75A-79FE-D791F07A89D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793BF-0B60-7EAC-B081-728646622C0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AE53A-B9F6-FD36-C7B0-56535972590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25AB1-0C22-4B8D-1959-ACECBF3CA7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498D2-C913-C8F7-4D73-79D22C10392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C2B7B-9442-4E5A-E818-971BADC057D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9558F-C8E6-BB54-966A-27357C75E53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3A9806-92A2-066B-75C4-FC4A0438D28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36C52-9D7B-D743-D066-BAE8EA4BC30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23281D-ADDC-6EC3-70DC-36830969D6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869C11-47A2-3EED-1D0D-490A3752989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93624-0D0F-7794-131A-A44A57CE59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D41030-B276-B287-572C-F49C5574D16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051E3A-76FA-7175-DE5B-46B93AAD5B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E5A179-449F-99F7-2755-BFA328BF04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442241-5E5F-6827-7085-04BF140033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CF4C69-036E-4444-EBF7-E18DE26E1AE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B15C0A-33D7-3858-1660-779792BB180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548196-BD54-CBE6-3437-A43DD6B47B3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0AD3EC-1B87-E2A1-E3E5-20641D8B86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E8BD9-E8EA-4408-C23F-F7CF7E8D43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C0A215-5ECE-BE01-1C2A-35C091AA4A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625A53-477E-3FDC-814E-44336DDA9B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5FDB93-FC8D-7184-E253-9426208B041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2E6E2D-D6A7-73F2-930A-8A2E2743065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69B8D0-D7D9-1E66-A616-2B1C78EEF14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619D4B-A41E-5F64-EF4A-2C25AE0133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34B96E-A5C6-DDBF-1452-4EAC06E768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11F0D6-7877-E271-BB89-883483FB54A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1B9519-4DB3-5068-C6F2-755EF062460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C10498-3780-3851-41DA-6F6E4ADF852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E913CF-15E8-F35D-7ACB-F27A4931168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20DEFD-0241-8B7B-E8F4-FDBD61D3AB8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535FF-DD5B-2E8A-F030-5D0D1D5DCF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AA6192-A9F1-3F7D-6216-861C10D0874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AA7503-930B-D9A4-C441-0F82ABEA1D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D5284A-D6CB-BB54-6B2D-9228BDD8D9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E3B6AE-2467-48B5-0A9A-9CECC59110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7D8979-D6F4-FFCE-018C-8A8AC26869F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0DB5E0-B545-EE19-6C9A-8F93673B259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16868-491F-CFE7-3380-607DBB63A6C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BE5762-2EBA-A3EF-C87E-7A097EE26D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AC1B78-9D53-01E7-2C2D-6CBC67DB41B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AF24DC-E46A-B3B7-8373-98D10F4F746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47EA49-047B-8602-C2C4-4994E36FF5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84B882-F4EA-3703-8C24-2A65576D6E4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693C09-2A3C-91EC-0B39-8A26D94E91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64294E-98D8-99D8-D57D-BF9A09B717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310941-9E13-4F8A-1867-5F64BFB50C4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CD05BD-6124-425D-8CA8-ED2B8D69D03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2A80BA-3C01-8969-E320-045A5637CD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5224EB-3DBF-0E7F-102A-2BAD14DC2D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9B575-59C0-5A4B-350D-A896AC54607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A4887-42CA-FC05-E5A5-9C58552F12C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48D1A-F7D6-A301-04A6-FA26C3A7F9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378989-FB68-97D3-A35A-2738055BBC1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C7148A-15C6-33E5-DC8B-868093467FF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6A0A11-6812-878C-68A6-B2DD28490A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848282-23E4-780C-809C-D04780F85C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69008C-4353-E78A-506F-7DAB6EF4FCC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372CB4-AB75-390A-5001-5E4BB257F7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3CD03B-FFA3-844E-5668-8635573AB6F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351D28-2C10-71BC-0139-903CAC4998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ED0337-3A4D-FA79-CB7E-3C227C950A4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95643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C62C-257E-9256-F329-EA4BBB31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55803D-D78A-CF60-6754-D6AB10237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[21 in 3] must contain a 6 or a 9. There’s also a 69 cell. Therefore, 6 and 9 cannot appear elsewhere in the column.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A5CCCF-E0CD-AA1B-8FA9-A88D3DC1F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7311CA-E65B-8573-2269-7AF75FC34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9BD21B-AD9B-8243-17E9-EF933BB36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09AEAA-C74A-1C11-2BBC-DF074D107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D57087-0102-8C7A-E95F-B07F0B3BB51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D5D42-F313-D3E5-EBAD-22EEDEAB91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F5ED4-C38C-C48A-B31C-BDE03309A61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26239-7AD4-E099-B365-9604AE3BD88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2A97B-B351-9A6D-E7C2-E66C76E7969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EAA0B0-1FDF-A03B-1245-1C2A88219F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E43939-B39C-21B4-33FC-DF8AB829F0F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C93BA-DD22-891F-18CE-7183776C57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9A688-7798-3369-4E26-74B37AB2B8D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16D0F-0004-6BDF-23E7-19770D25150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CC1077-CE7E-9370-F6D8-01A1818571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821033-79F9-53F7-496F-6F00932E05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6A026-E4FF-3B71-5C4B-10A592A1E51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B751C-1907-612C-E974-7B9AE1CFCE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77E06-698C-CEAF-3983-33901AED28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E56140-6136-E20B-3677-8AF70C591AA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40BEEE-412C-41B4-4C01-7BF72E779A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97F4AC-EC44-A9D4-7B1C-C1667255439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D1C4A0-E126-F915-FEBE-CDB864A9A70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A8C1D4-FAE1-414F-22A2-A4B565AD63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9B3A94-A1EE-6B88-731B-91A75A13C9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4AD3DC-6777-FDB3-F0DA-599EDB76F4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8E3BF0-5A73-F05B-A11D-36849E788A2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25CEDC-E3B5-8E0F-20F5-90D647637C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C0310F-97CF-688F-3EEF-612FF2F82CC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81CB85-2328-0969-31E7-469B380BB08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64B07C-5CCA-A028-2903-5CE1D87FE67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39B02B-8DFF-A397-181E-397D592A64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376161-0151-740E-B091-8484EC1A828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6240F4-B0E6-3300-14E0-0D8496E514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65455B-CDC0-D41B-FA1A-D32B6528568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A8027F-DF79-DFD6-9EF3-EA03655F3BF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2BA179-1FB7-AAA7-9FDA-DBF831A5B6C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95112A-ED12-E029-71AB-BF248CFECD5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48C9F0-2AE2-EB9E-0706-1DF94419521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ECF378-274F-BE6D-B31F-3B45C243F1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D7C5F2-3E26-768F-2784-7C8C0A5146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ED8323-C77C-ECA0-2272-F9C1EAA8C34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399557-A4B7-034E-6039-CADD6639C8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3BFB0-7712-37ED-AF4B-B02B7E336A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7421B0-55C1-028D-8C37-769D1B97F82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79FF55-9B21-BA87-DA60-B5A43F79A7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6A9680-D4BD-CE7B-CF8A-8E3A9BAFA44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4071A1-C5BA-1BFC-3BD0-374C3171DBE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25BF9E-2718-D19D-B63A-050982CA614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41AA5F-3CDC-0561-8AF7-114EAED52F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27997B-5DFE-D65E-F3D6-FEEDB610E70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7B8C6E-FB6B-FE71-A18C-C6BC8E1D2CE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2D3DBF-882E-E91F-1818-67BE061890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29745F-4048-77E3-61AE-46D957C8249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4129A0-8155-89B7-5A97-8C73D2DBA3B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D5BD17-3F6B-542C-CC82-C60FBC389CF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220D22-C265-BF29-96DD-6C2699C1A66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A82909-0360-1F19-34F8-9FF27911516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32EA07-2999-F982-6134-5025D877BB9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F7D32E-2ABB-E8DD-F4A8-3DB56EEE5D6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D7DDED-EFDE-36D6-14D9-78E2CE05CD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D1D93D-685C-72E6-0407-75FB7958B71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CF369F-873D-D4FF-FEA3-06AF2908B2A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D34182-1BB1-94C1-5E66-BE1C2992CC8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247482-89B4-CDDE-AFD5-311025629DC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5CE630-DD7B-62E2-BCF0-14136BC8FC7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3E409-AD58-F88F-1714-F28D7BF85E3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A620C0-6617-3302-EE7F-2CA8AD45868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BACCAE-7332-092B-83D7-EF281ED5214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66535E-ED0A-90A6-5C5B-0D14290A75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0537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76ABB-6854-D8E4-AF1D-844C3B6C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87E322-BC88-D95D-29EA-F28ECAF57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  Remember, we determined that [13 in 3] will contain a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493823-6D1E-DD9F-4148-274D8DFAF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33D674-D521-0219-1A8E-48A2D9E3C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F2970D-DB5E-2F7E-0DE3-9A3DD63DF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F919B7-72C2-F33A-78AA-24F5DC404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36AEAB-DF8D-6F7E-2C02-7FBF1F7DBBC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B4444-6F28-A410-6F19-678246D195E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85954-9172-86B2-CED7-233821890D3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2BBCC-461E-0222-330B-F5781C09B5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980C1-A86F-E29A-0E5E-EFC3B88DC17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D9DA9-01AA-D516-D14D-A8462F2E49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53053-936A-9D2D-F757-4C5051CBED8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BB38D-B744-33D3-0DEB-7788F6CAEEF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FB6077-DBF2-F0B3-0CBF-875A5A5A931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E634A-5778-D1BB-899E-B770F89716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963BB-C4AA-64A5-5A31-EEFA429F42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30531F-38A2-DB44-130D-3F4671BCD8F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16DEA-3B98-09CE-BC0C-E24AB3E0F24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DEB7CC-8115-CC78-3376-EDEADBC429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5545D7-C4AC-8FA7-2769-8C661DB897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50B89A-3986-ADF7-4A5A-23CE1D86E7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1BB029-F15B-10B0-10BE-036141D75DB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EF8927-075B-11F8-9355-EA18DB7C9F0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63B9A-9DF6-15B9-644C-7D37198FF8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CC952-1AD7-7159-D9D5-841193BAE12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333D8-3959-4D25-23CE-B46A06E338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32FB2-3543-4600-89F8-B60BA2E36A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984FAA-CE3F-8202-8471-840ACD42422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AC9FAA-81A2-6FF5-5C0D-6F9A99D994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79C91-3921-8BDA-5076-59385ABDE1B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21F84E-DEC9-B8A6-5B16-B854449D4D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B66120-DD73-2E5D-325C-4F38E37868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B21377-CE59-E3E9-3C17-23F45B65E6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93F84D-E7DC-668C-1831-EA2018B4834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A74B7B-336E-4723-7D29-779918B429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682DC9-2E4F-912E-9257-4F292A577BC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68508C-F173-22C5-42F4-40E3EE9257A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A04EC1-1CB6-D860-BA71-D4986631C98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4F7043-1DE6-0E32-282F-9729BDF9460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DE4A59-C760-A514-BF3F-731225D976F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1B0096-60C1-4CEF-2614-8E323774F40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8A3329-24B1-A69F-C62F-D67AA3968DD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DBE2CA-9626-C31B-BE92-BCB84543956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52F7F0-CA06-4204-3C93-FC85F33AD4F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005872-EEDC-7F52-E518-D686D933EA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795A7B-FFC0-75B5-D58F-BC317AAC701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597DE8-7476-E5DC-AA02-0E4B1B332F1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540BDE-BB7E-7E94-E59C-00BE9D8518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3BD6C6-C4E1-B62B-F802-86465562338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0F7EDC-8E8A-ECE9-3BEC-2D54DA4D53F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02A643-9F9C-1A30-AD09-7E91A342E7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D2CB96-7178-8934-FD17-F01A58A7C51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8801FB-218E-B506-8A7A-27F1469EA82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2A0FD5-CEC2-9972-6D5E-F586F8E055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2EBB99-4341-466E-0138-376490452D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5D3A6B-24FE-9A71-BD60-E67949CB88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4765D7-A5DA-5A98-E0ED-14B9481597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04E3E1-08D2-C7AB-0727-D29FD1040C5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506EB-681F-629E-D080-AF3FE97C84E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841F96-D7BC-5385-0B3B-37B591ECCFF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32C256-6A7E-4315-9F69-6E9AB3A2326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E186B6-ACAF-0E59-C853-696A981872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F13A30-3081-5077-3E17-33182552908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E2C41B-7050-43F5-4E29-5965A0B093B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B8E409-F8AB-AB87-F1DB-92522ED1CA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B3C40F-5C3D-FE1B-9091-893616C1D29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2C0AF-2575-37B7-37EE-FAC921DAEE2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10727-AAAC-E416-62CF-7BF571A12FD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890593-DCB4-417F-5695-5BE2CB37D55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5A44FD-E747-B5FD-BF14-81AA6426BE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ADB489-05E1-5274-EDAE-B58D98561D0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B5CAE-7FBF-A962-7607-C45A1554238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D56B4A-F43D-77B7-C9BA-56C72A2428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232546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6C04-C73A-1447-B489-6A33C192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F914F1-3028-3072-7A07-694CA3716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F98600-4DCD-D328-813D-4617F8AA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27BF1C-4F89-F814-6AF0-9900D69E2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C3480A-584D-ACE5-F677-2D1C0178E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EA1F77-9C7D-FEE3-0673-A1AF6E625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7AF68-05F7-6008-9C93-9AB31D74AB9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8A8E5-84A9-B53D-0FA4-439F4CACCA8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19049-F89C-76E8-CD19-A8EE23B250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44A9A-89E2-510A-0AEA-EA304F7D23C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CFD73-681A-79BD-1C3A-BF2C6BBE12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99AE20-A9A7-30E6-36E5-6485F994E67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8F911-3285-81F5-4BBB-2E58C8D5F4A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1EE15-6CCF-A844-C6DE-807195C46E5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250C0B-3A51-EAB4-D3F9-E43EB847F06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A4F9A-33F2-617C-069A-89A7861B941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C204A9-AFAF-128C-238B-B31A060267E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798D6-3A37-3A46-01CA-1749B514506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C2E7B3-D5E2-AAA1-0FC5-E10AA085075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9E35FC-7464-C585-CAFA-3B8666A94EA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6FC06-6548-D3E0-1E0E-01F257CB76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6F9495-EE34-F41A-13FF-5332A3FB2B3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BDCA08-EBF3-4EE9-729B-6C78B378247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EAF025-B961-465F-C4FE-E1D5FA1B74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3FA0A2-B17D-E33C-E73C-3AD3BDA50BA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253AEC-229C-036E-8FD8-B09FB69927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20D1C8-F394-59C3-5C87-B935BE78BDB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9D0815-DF4F-9ECB-25BB-2FF8E0ED9A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6B2C49-2C1B-E73B-97A9-27E5DE4CE3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7D15B-6EFA-0AEF-D3FD-4CEACD4958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A47D2-86F5-DA74-9F40-C81249E6C50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0B30C8-EA97-6D11-B46B-99F6726D3B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D0AACB-7C56-A6DF-B4CB-B51AA1E9A35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61FA56-8F0A-AC32-0DB3-DF3D4FDE8A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50C6EA-4FB7-4E07-D7EE-18F6F13ECC0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11528E-AC18-542A-0A5B-CB650B23F31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5F4A6C-E44A-D2D2-52B7-9A46483D6D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02DEFF-A15A-1C7C-A9D0-94042CB505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396E43-E9DE-D704-D703-70455313DA8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C83DCD-0558-1602-EE0C-28F9316B7E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9738ED-6D2B-2CEA-F960-C65F1CE5CB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9DB76F-A386-70FF-A619-695A7A0D1DB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61DD3C-2B0E-6008-AED3-FC2C22C7D18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67E99C-4CB7-2E9D-DF68-A58D136F5C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6B3E72-9F9C-CF6F-7E4B-92DEE5BD5D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A5D533-E4ED-06D8-0779-B309B9C6E7B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4D862B-A886-945A-855F-734AEB6EB48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0754BF-8D88-73FA-E7AB-C437945EF3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0409D7-FA33-54F1-A8CA-6E21CDC5ABB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CC3224-4817-23BD-27F5-DA1AEFD12AD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A8D46E-1BA3-440D-0B3B-399235A4703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DCB190-2D10-25AC-4A2E-C25BBE02AB3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2EB582-16C2-0553-4D5B-A999F6BDA5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C5F23A-1801-B140-B9DC-8E10823A9C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4B0B2B-9EAD-B698-37E8-A5446E5278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BE31B8-87B4-A1CF-C9EE-CBDBBF3765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71D259-CDA8-5AE7-52BA-1DE28466FA2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1BFC2D-E817-3DDF-32B9-B98BED4C1AF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ED0CB4-D866-1990-EC9E-F16B0EF2F4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FC75D-4106-B651-A23D-47381691104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D4814A-4D6C-00A7-9A2F-E75578CF5C4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90F671-2A0C-8A2E-2431-569081FAAC4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0B389D-6293-A48F-C563-BE0C4FDF326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05B807-D228-7FF9-BB6D-15FEDEBB26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FAB801-D712-A587-5D67-833892655CD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539BAA-C040-AE0C-7C05-052ADED440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2E6A4F-AD71-533B-080E-1EE021DE07D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57AB8-9D20-797F-3790-9CC9AADD37B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23A2E-237E-38A5-C4BC-563D3154650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AFFF05-66AF-5537-D16B-14F6C96609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4184F1-2FCE-E174-92D2-4FA9CC47FA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A55471-139C-9007-898B-1135999C0A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D8066E-80A5-D04A-5218-18B5E3D46AF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B50725-FA1C-98D9-DED4-2A2050F8D85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CFB298-4450-327C-D9F4-9C52C6366EF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C47206-AD59-389B-2838-A0757E55E78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</p:spTree>
    <p:extLst>
      <p:ext uri="{BB962C8B-B14F-4D97-AF65-F5344CB8AC3E}">
        <p14:creationId xmlns:p14="http://schemas.microsoft.com/office/powerpoint/2010/main" val="293553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1774-E950-9497-A93A-DBB7A5D15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B1934E-096F-691A-9B86-26A0BAA191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Row 7.</a:t>
            </a:r>
          </a:p>
          <a:p>
            <a:r>
              <a:rPr lang="en-US" dirty="0"/>
              <a:t>Then, complete Rows 4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DDA4FC-B78E-FD73-C49F-1725E006E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C2E147-5BC4-F4BE-E7FF-EE3F4A65F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1B29A7-716A-2F24-0EEC-23693D5F4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66523D-029A-1EB8-015F-9279EE6C9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C81F3-98AE-4DA6-55AF-F1CB8A6929D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B4D9A-4EF5-D200-A293-525B1B875C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F1316-04A7-4B54-2CBF-65D460D172F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62B2C-A388-C46B-2260-E56C29320E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004A4-65CE-180B-8570-B04A0DB2A6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3CECA-421B-336A-4B2F-877F25AEACF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49ABF2-6513-82EA-9E4B-A0A13D1E013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A919A-2C48-908B-C3AB-CC687FA46D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C1DAC-F674-0C4F-B17B-ABE1DF3FFC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D9CA3-36AF-60FF-8144-39F038816CE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E64BB-B6E5-0FB2-2A0E-2D910BFFDCB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08580E-8206-E8BA-531E-64A4A0BFE3D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09A9FF-DDEB-EEDF-5269-E85DF430EF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8733F9-1D66-EB26-EB2E-DD070BD0193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0EEF0-3CF4-7F53-42BD-912BBBCED82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09F3EA-9378-681A-7669-552D6BC03F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779980-6931-1E02-C8DE-AA8457EB023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4471B3-B90B-77A6-13B6-3375DE2A7A6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8DA012-6E9A-526A-5CE5-D21F6D4F2E9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292564-58C7-DC4A-45B9-951F952589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7BE68C-DE1A-998A-6535-42FEBC66F3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71CFB1-385D-DB9F-FAF4-F795F34E70A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8265D-926F-C5FD-88ED-9BE9B1EAD34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E76D1C-D091-100A-60BC-18C988C399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F4007B-DA22-D4CB-28E8-34055424AD5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DA17BA-0CB0-A7E1-7192-F891CC01D61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D35914-4BA6-388F-BF54-177611A602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D2CFA6-5EF8-A203-5635-F9BD1F40E8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9D3209-E3A5-3F43-2721-06393FB411B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E447BD-01AC-9EBC-54DA-2466DCB660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06ED9-EB15-C3F4-68BC-90DD4AF0D0F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9D0B48-0B8E-FC5A-1613-3E31726E46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C4DFDE-A88B-175F-4CF3-B01A7820142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508803-D082-17DE-AAD7-F8EB5D0FBED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5CD6DE-ADA3-7ACF-3442-01E4753E7B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11C495-BD38-70B4-52BB-BDE1E6784A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B1749C-08AE-C969-7D4E-1F611229337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B8D5B3-EA42-343C-2384-1A356B873E4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AC5762-EB38-9770-7FE3-87F7DCB88DF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8835A2-37C5-5301-E3F1-5076C6B1B0F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1A2CB0-1C32-EF24-F840-2D592EE55F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213E98-1CA9-2657-755E-AC601A30A6A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1D5BB5-F779-5D0B-0B04-9FE8D1340DB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37C038-F169-795F-310B-6F781C799B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CA686D-3C35-2EAF-64B8-45814FB1C60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30DF7F-6579-51D9-F1E1-CAB2ACEFDA0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5C28DE-687E-8765-FBDF-60795C8DB96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D15B25-50FC-7680-AED5-F66C489641F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61AEB-8EDC-1194-BD5E-5616DAA694F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79C19A-3B3B-89E5-08AC-9483EAC70C8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33F4BC-FD19-40F2-F949-B4BA818C24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EDA2B3-5DEC-39DF-78B4-50D00884103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A8D796-6839-7E58-84AF-956219BF79E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4B6AE5-089E-6FB3-AC90-E94AAA0ACB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78DB-A1B2-4F00-0529-2885A49DC11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AC8E4D-7C53-F8BC-DFB6-E93E47597DA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5D77C1-E983-071F-5BA9-7C43A2258E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F9BFC5-2551-6F38-448E-772893FAB5A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AF0D06-D7A7-71B5-AF43-06D65104B1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C88947-413D-D21B-6D9B-6189905017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269BC4-33E8-018F-BB88-E8882983033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B37265-ADB8-2EEF-F08D-EA96A4EA449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F1CFBC-8BB5-DA3C-CF58-BD46E1BAB8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630245-A611-EEB1-9632-B05A10B7FD1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AB310B-4D97-2974-D991-C64086417B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F207E4-248A-A8C6-C47D-ECB6A8D7BB6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E918FA-E688-BE51-C9DB-617E2EC3F3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F04400-23DB-EC90-141E-C6992E728C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4B7FDB-D067-A716-A124-211EA526573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11BD48A-5EF7-D6D8-989E-98D7D6F299D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0649F4-691F-D138-7171-6FADDBE460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2161AA-FF72-2BC8-5BEF-633032A8138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069EBA-D359-B5E8-993B-957303223F9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</p:spTree>
    <p:extLst>
      <p:ext uri="{BB962C8B-B14F-4D97-AF65-F5344CB8AC3E}">
        <p14:creationId xmlns:p14="http://schemas.microsoft.com/office/powerpoint/2010/main" val="3458176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154B-412C-F22A-909F-7066C4B4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DC29-0B73-4465-13BD-6780CE1DA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Rows 4, [13 in 3] must contain a 3 or a 5, and there’s a 35 cell. Therefore, no other cells in the row can be 3 or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B712B8-6B42-01E1-2EED-DA0C86EFB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6B1273-03CE-8ED9-FE4D-A09AF6325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F90DF3-41B8-8ED2-6D59-59FC3FA54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FF24DA-F945-B81A-8C93-6A999D02B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553506-AF74-AC06-7651-BECD7215B0B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A75FD-F040-5945-F8A9-97D3C410AA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B99D3-AE07-C55A-B565-FE921854383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95D7F-4E95-EDA6-A393-AEFC53AF18E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403E7-9D46-C6D6-CCF8-E3C3F4B8F8B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7445B-4994-4A0D-B8A7-70E164C4C6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9D762-6E15-91D2-7C00-2BDC076D933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B171C-B05B-4D10-A447-381460F21B8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A6848D-D4BE-B1FD-550D-DFFF4972A4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BDB5F6-77D8-6A1C-99AC-951F55447D2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C234E5-59D4-6DC8-65BC-C95B482627B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1D68-F426-06B1-5BC4-1BF9120F6D4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56EA2-C5B9-63CD-6CE1-7BA23B5180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BD4B2C-B1C6-CBC1-530C-C95630A2BF5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C2D85-6084-E6C5-2A03-8A798321FD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909B0-D9AB-0E0B-2DCB-55A3AE1C4F3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1F0FEF-964D-ABA8-4050-CB9BC37B47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473D4-A9AC-8EB7-FD66-C4B21DF3DC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D7971D-8506-E643-5539-32F96AE3D7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DA872D-3715-5DBA-CCC1-376966F1AF1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6775A7-7EB4-7F13-4E39-32F7716C84D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17F071-23E6-CB18-6971-28B98BED0D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C150C3-DE10-13F6-5008-23233CCBBBA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CB8571-24F5-2516-2868-4200A899861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EC0B0C-1CBF-A9F3-CAA2-59AE451B9DF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4ACBE-56FA-12A3-1717-95919DC7BC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C43A57-CDFC-B37D-1D0E-72D80E6B986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A432B8-9E9D-774C-0C5F-C6C0C7B6E76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2E7907-AF4E-0184-7887-1642DB1788C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75AAB2-F654-2126-5962-51944D2E04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1C5938-9E09-EDAD-995F-98145E542CE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81120F-9F10-BAC9-7E76-DD00EF68C0A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842E5B-41B2-886F-5BBF-EC8A858B58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4DA7DE-442C-564F-7A72-68B7F7BAA3A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FA85FF-227A-2878-89B1-0E025015F4E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CD0B2B-0A83-8261-F284-0AFA75FBBC4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741104-E0FE-450C-F7ED-0C70843E5AA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C173DD-EF03-3969-8DF7-986828BCD6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2C0375-118E-E0C3-CB23-E0817E419E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7D0215-2D9D-7FAE-F775-F60122021D5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28454B-95D6-B91D-44AC-A0C9AB132F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A823A6-E3AC-3312-E6A4-F9F963E9173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3E1C10-AEC9-0AB9-289C-2E8FC857856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7A48E8-B9A8-F7EA-CEB0-01A8B290815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3D46CC-E5B0-FA11-8733-A03C2580775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A92021-94E9-7AC0-373A-9D2BA45B2E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382EDD-C586-5CE1-A51A-BDE83C4C465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5B589F-56CF-327A-003B-31B8522CB5F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CA9FEA-E6C0-2BEA-65BF-465303A3C55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9535EE-43B5-C316-B821-9B78D5C888C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7644F7-4ED6-C70C-014E-EFF80686EAD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18CF2A-CA28-77B7-D9E3-01F9398955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31227A-8125-CF79-9BE5-D911081E9C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5CD41-6932-36A0-7CBF-4A5A9748F5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52DB6E-08EE-2342-B846-982AAF9C47A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68E4BC-66FE-4606-14F4-6F0CEC9F3E1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B3C4A6-13D8-9AA8-2B3A-5FCAE93216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E22B05-6769-54A1-DEFC-6767987F83F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2DB0F7-8297-3A08-2FC4-3962FA7E531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BE118A-88D6-9790-686F-12F3E2D362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9B290E-3FA1-57F5-8B97-ECBC2867B30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75A8D-CE4D-F910-E3F8-F9F157B3FC1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80EBD3-BD81-FDC7-DBD5-E7ED6F29E9A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16DA29-4995-F22E-4FBF-E385A0EB70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109428-25A7-991F-FBF3-F9997B2A5F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B09A4A-4838-4334-6C10-4EEF52BB2E5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93F441-1CD3-E412-3709-B9015F460A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495BF1-889D-731A-97D8-3229696BE78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0F7F53-BA64-1547-F939-16B6610C27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832AD5-70AD-97DA-3DB0-6B74701342E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64A392-9848-9519-42C2-D27EBE57F63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528BB7F-DC18-728B-CEFF-C9031135F5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8E0735-4AD0-9671-1581-4EB638F409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</p:spTree>
    <p:extLst>
      <p:ext uri="{BB962C8B-B14F-4D97-AF65-F5344CB8AC3E}">
        <p14:creationId xmlns:p14="http://schemas.microsoft.com/office/powerpoint/2010/main" val="1604394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F68E-A61B-6023-8EDE-37A8BBCF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7A66E6-4197-190B-9341-9E733B8A04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083D84-06F8-E7F1-9A50-58BDF31D0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16BF67-3D07-A554-DCA2-927D83950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A9CE77-2357-EEFF-022A-5EC64B7D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45A238-6A69-F4DE-637C-6FE48FC0D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F56A2D-9B7C-2296-08BF-A20EE961F7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B758A-C0FB-042B-1972-581C4FE434A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EF20E-09ED-BF79-3733-9D6EDCF364F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22F81-C84A-74C2-A98D-A0128315C7D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A98B6-90B0-7A20-36EC-C830287DC7E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4ABB2-F209-EACB-4942-135BBE6EE3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158E7-070E-0180-583B-B3BB1602C3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034DBD-C730-79A8-2ABD-336D2D2E6A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B49EF-120E-8460-D829-A865B67C3E6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D33CD-CCCC-AB0A-7E44-5FD5F3594CD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AA7247-B35C-55B9-5F16-656853EC51F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8A2B0-0178-76F6-99A9-F7E7F73B41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628788-90DE-434C-80A7-C73150D8B9E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75D15-AAB4-8C8B-3552-2EECFE4FCA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03A7F-3C31-09DF-298A-DE784CF2DA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744A8-CD49-0BAC-04CF-30B8606B6F2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59C32-7846-4A0F-DA4A-4DADA0CF22B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58279C-564B-E561-65FA-80D3C17380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CDE361-B721-A18F-AA8C-0AEE4C7F47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1EF9B-F901-1B37-72F8-3D27F6B64F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0D843F-0AD0-D279-38FA-BE49C2C694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90C0B1-FB08-B657-156F-29357B0784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95A40B-D9B5-B978-12CF-AC34799D481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E1F21D-1819-3AD6-900D-D68F2A9E02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C694B8-11AA-CE40-A97E-ABEC65DFEA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979856-C231-F74C-9C45-2D537BF4B6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4361B-AC65-87BA-1843-261618A3CB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3F18BB-6781-A4A2-F4E6-581E6A6142B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6D7B97-ECCD-9F8E-0A14-EEBB3B5B68D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F830C8-88ED-6484-EDBE-77B78DC397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BE825-C0DA-6159-F5E9-C201FCEFD33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AE4A8F-D497-54FD-9954-E62ABA80532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FC3FB6-CB31-F6C6-3C24-650EEFA54DA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10F819-CDB8-10B1-B7D5-D8FB9BB6E2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00BF90-589C-3FDF-E34D-7968DC0C51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759011-CCC6-49E0-B386-1037C106F0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6F186-4A85-0245-AFAA-6C0489686D9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DFCF90-4BF8-C41A-ABF7-842F240C79E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1F07F2-4E20-DF1E-5E06-51849D2442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6E03DC-0D46-9BDB-3952-0E65303B68C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A3AA9D-BF68-125B-EA33-69699E3BC93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A98184-A6F4-0770-D40F-8B9D7C8077A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853EC4-8F41-4624-0759-58D393C08A6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1BBB38-ECC9-4409-703C-1B473EAEBC8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DE3B3C-1D50-4C7D-BD5C-86B049EFD90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833295-C3FA-4782-5734-BC057364C8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9AF7B3-AA79-CE66-4C32-8087B051E61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A524F1-67E3-CE02-8C95-81B03579D43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C51CF8-FC96-CF2E-64F4-BC86341B20E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3E661A-1C7A-8136-A518-7A800902FCE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F9F706-5652-108C-E035-EB49518AAB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6A4CF5-523D-245D-E7DA-D6EF58A65FB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20ED62-7DE8-5569-549A-B96FBE2CC90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2704D-3267-BEA7-7871-DF0E22A124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A4B75A-33C0-F030-2BD6-D399FD5D04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BF3B1F-36A1-FDED-FA5B-B8AB5F28E89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925CD1-F36F-D967-4E22-D44ECFB6F3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AE1719-1823-275B-4A1F-4CC423DA9B5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50F8D3-3655-BE0B-392A-0120F52EE33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271CD4-B041-4C2D-1A47-A51A7D8340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1A4534-2752-500B-358F-417A75A8A2E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DD7088-ED4C-C2BA-D4CC-C675DC645C4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60C35-BBA7-8CB4-FAB6-211F172BD7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26A64F-6B7B-22D1-669B-2214C299F2B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9CA93D-3CD9-ADB2-A0CB-202CF9B3FEC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F0468E-17FF-0D49-9B3C-9D96A44E631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F59861-0715-96B7-E3A6-8137E36873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2BAC62-51AA-CB5C-4A5F-36D195609AD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EE7F71-7E89-A5CC-4031-5222EE0841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5791BB-BC09-1915-0653-1063BEBF3C1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288E02-C156-6EAB-4287-DB0D1592F7D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6FD557-38EF-A1F0-7DDC-94E58BE3A9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E5F1A3-1E0B-24DA-D450-AD8CC25B1D8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D06605-E747-A219-8030-21CF5609F79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E7DEF8-93ED-7C3C-A226-8AC7FDFB3A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</p:spTree>
    <p:extLst>
      <p:ext uri="{BB962C8B-B14F-4D97-AF65-F5344CB8AC3E}">
        <p14:creationId xmlns:p14="http://schemas.microsoft.com/office/powerpoint/2010/main" val="118206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BE7FE-3DA8-60CD-C9F0-CA40EBC4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250F03-C1BB-EB16-B624-C8EA17CC4F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center block, and</a:t>
            </a:r>
            <a:br>
              <a:rPr lang="en-US" dirty="0"/>
            </a:br>
            <a:r>
              <a:rPr lang="en-US" dirty="0"/>
              <a:t>last possible 1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F3BE75-B440-E467-3F90-FD8FADAD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F76BCE-086D-8EF2-CC55-EB6B1EEFC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F0839B-192E-1CA1-2E72-2E1780A52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9CC08E-6381-D297-9176-43A91438AA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ADB33-6EDC-340A-0316-B83ABC05B2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8B8A3-9912-EDA7-4B93-1ED19C8D1CD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F80437-358C-7824-1D3A-27E416E12D2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6A191-DE83-0894-2825-C8A982210DC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F26A1-7DFF-8BA7-7FB9-579BD45E22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19C21-6AFA-E6A0-9B8E-EBA36E1DE51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C7819-094F-69FA-F2FE-768F02FF10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C983E-A737-79C0-9245-232DC3150A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21760-97DA-D217-652E-C030C1614FC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DD163A-D4D1-A0E0-54A6-1B3865B4F1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90D2F1-CFC0-23C1-BDAE-FD829622597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BEBF0B-3C64-DF1B-D27C-7B806E90D99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354B7-79BC-B372-377C-F271307BDC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32EC6-17AD-96BF-C9C3-1E790D1A79B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E71BC-BA89-A97A-68F7-C0A3724E1E4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C668D5-E988-3CFA-7FD8-D392F2E8FC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2B816C-C2FB-29AC-9FB7-10A2D77728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4E570-7FE8-6379-BAB2-3A7A5CDBC86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739306-4F2C-DDD0-C956-C0E75F65E53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487131-444E-686C-0478-6BFF866438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AC1206-4E45-E956-E071-46C825020A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CF2669-5277-395B-F2C0-CE146155EDC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28D950-9D5C-E128-798A-8BF2BADEB0F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5EEC44-B7DE-57F1-D524-DC70FA98B27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C24EF7-8906-A860-29EE-8D148F5C083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F7D0B5-4139-1559-B770-982F0E91D9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18812B-3650-55E6-C9CA-BA91D6C534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AA5D5A-0DEF-6DAF-65B1-14C77ABA6DB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AB8B9E-F12A-37BC-1689-05B8549F59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F2B9D0-F1F5-4D0B-4185-B82D5A94977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9C2528-555A-A1ED-9AB4-4D9CC2D288E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524982-A90E-EDD5-1E9E-C4A08BDD322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CB4155-6570-9670-9970-FB5BC08C1E4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B7A844-4026-9A75-DA35-BBEF66B5BEB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B681B3-7B4F-AA15-3FD0-70565CABBA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684519-533C-BD6A-C168-4573C66A489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1251D2-FDDA-EA99-22CB-00C4813095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8D1A0A-CB70-86C1-A343-A2C2A06FAE1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B50378-B037-20B1-E0C2-43FDC931ED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BAF384-272F-B4E6-7EDB-FE50A471B6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DD1746-1378-2275-B227-DCD7187ACB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B11BB4-32E8-C92E-1FCB-10D89E86F4D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C37AC8-CCFB-F25A-FAEB-C06766CC1FF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F6730B-7E12-7C89-EF2C-D3F171B00CA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20A700-0361-F760-7274-39B82804B24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301B61-5B5E-2D1E-F92D-1C65F76EB7C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7D3B79-6C25-A3A8-D20F-C91AAB79CA6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4B2A02-4571-2446-8826-16E42EEAE4C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1AA13D-AF55-21C7-7E0B-573BB136D7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A4FA8C-E21C-B0B1-EE1F-D7462ACA5FE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6AF4CF-DD48-5745-88E9-AC17B332A6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30EE06-5F15-53D4-616C-F6EC6A36AB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C7AC3B-5980-8449-83B1-5345D5F67D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1D0B70-6BE2-B1F7-6A4D-614D9AF70D1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AE5917-F3DA-6D63-2068-99BF376D2D1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BB01A5-DAF4-8192-0217-E4EE76D5ADE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D6287A-C45A-CE0B-7782-1BD9463D92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F86E8B-1D76-3604-9E78-F242C1D19AF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637DAE-8F7B-31C0-1F3D-34E305823BD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95F232-3FAC-C2B5-0432-546D3AD6ED9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378810-E12A-9A50-D6B1-408F35552CD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C090DB-9129-1A20-13C2-5607391E516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326CF2-8ACA-C1C3-1AAC-76D1675AD5A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D1AF8B-C374-080D-FAB8-43926326241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AFAF07-3663-9A4F-515D-07F07289C5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F93F5B-9ED0-CFB0-3B1D-8D231A73498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5EFFBE-73EC-330D-92A9-83EC0410F5A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6F560-ABA8-A24E-824E-F6B76996001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55EBC8-FA8B-6823-47C2-74C41724DF9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242179-F535-D0A5-3B7A-452064F84FF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864C79-2A83-E38D-E531-7890F9AC8F2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27D010-3644-7108-51AE-13F08B4292E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B31EDC5-7B20-5450-A4D1-A7F2F32F10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CEA1F7-F2EB-61F0-19BD-3639F75A3C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01CD71-8DC6-1AE9-C9BA-C19EB5FD2A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8143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A0AC-7D2F-8C47-C9B9-D09C3FDA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09B061-B7CB-BCF3-3B6D-A6FEC8DC95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FA377A-CC24-166E-6DC6-D0EE3C1AE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570046-C2B8-8015-5523-9ADE051B6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332D98-C83A-947A-B9FC-E41809638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0AA5B8-88DA-4D66-8252-4509BF48D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8FCE07-5EE5-BE34-0161-8632049399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15F05-9173-AA55-8F59-1714C4704E6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B213A-866A-0481-7081-2702E227E9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3F98F-DD65-FCD0-3695-56BF83D667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D0D2C-44BD-369C-ADF5-5F1D649BB4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A903F-AD2E-9C16-0F65-C43DB389807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3A541-9231-0109-51F9-29892AC55BF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B83D0F-FDFF-AC6E-118C-7EEE977D6AA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B9832E-8064-9B54-6158-0B61F204B8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CADFA-4D20-EE60-0D6A-51636D28168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78DF3-A2F3-09AD-E8D5-7A6EE29A00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80E74-29F4-DD48-1C4C-41D9856C473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6D670-6F76-9CD3-C977-5C28BB53248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B8863A-F1EC-582A-D8E4-D667C7E2D6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47A9E-6374-64AC-B8C9-81DA84282A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1DD58F-E572-E37C-37BE-AE375F807B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39F0DE-972A-A77D-AAE8-EBE4E386515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AA028A-99DE-8C12-89C7-C54D105B361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BAE2B-2BA5-345B-F488-2D2406FD6D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ACBC20-D232-78F0-6B8D-F715AD3B13C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0B8F00-4662-34FD-47A6-CD02426288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877330-8C3D-4A9B-1CC3-ED69E723EA4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13155F-7250-7382-7D08-EF7FB25CB26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4B0D76-9376-E925-6DCD-9BEF3DFFFB3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EE4C4D-6A15-9107-BDF3-C5A9230B8FA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FEFBEB-5398-77E5-97B3-6B5626BE3AD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8E5DC2-257D-5C15-ED5B-6807D5EC31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E29599-539D-8399-6098-CE63C30400A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161647-817D-43CA-5E21-F2BC60267B1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C61EAD-D80D-AC74-D68B-86BA0D9922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6C2648-8E1C-83E3-F796-1EA6C1286A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430B06-2CC2-01D1-64C1-66D9EEF0D66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C2915F-7521-B00F-A738-C61B72636C3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215155-E840-AE70-E05A-A536D9FA445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E4C224-2399-92D8-CB02-182C0307FB7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5B7B15-1317-1C29-CB6B-1BF0901644D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0B94F0-6B27-B511-8171-BB20E6938C9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33DD0B-4D6D-BC32-7E88-C085B4F13C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E8B915-0D70-DD5F-A5A8-2B7B5A330E8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9C9FC3-884A-C19D-73D8-5411B7BECE6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478B38-17C9-C0D1-93E8-5C7D7F749AF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486C1-AAC2-DD38-4037-A07EFF1C11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9DF628-4FDF-3323-3109-7ECFA242AA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429A25-4751-50D2-317E-82175CCB186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13B3D4-CF4A-A3D4-5C56-8F9C4B7B4F1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D1C0B-466D-8D1F-8D4B-2450086420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99517E-B700-9AA7-E305-5E053B1425A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04A40B-9BAC-1578-2579-F633A2BC883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2588B7-C0B8-5BC2-8BE9-6C531F5E328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432FD2-67FB-9C04-0676-E43FC5CBB2D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4549E0-7B84-E9BD-18DE-D0B80C5515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CE8B7-C660-3622-04D7-865FEB00307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E5AF09-7FAE-3DCD-4958-42DB3B77429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4AD899-049A-1DA0-F246-7A72A311752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8E2CEE-DF01-80BA-9B17-3D6DBA51D6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8994BD-F49A-3935-E5F9-42DD557F3E9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AECDE7-48E9-FC65-CEB0-F01BEBC2C23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6BDEDC-6F3E-78BF-BC02-976FEF5C35D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F44350-C30A-4966-9853-208117070E3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42D2F-EC5F-DD55-70B7-34979802FDB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C642D-320D-408B-BCB4-9B7631122C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86823C-4532-42B3-8C7E-DCC13CCB62B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B2152B-6209-327C-AA7D-EFF57BEEB0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BF8215-D9B1-141C-44E7-24EB2CFFED7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A4DA10-8EBB-BEA8-F8EC-C9FFF687058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601776-2799-879F-7ABD-D0EEB75F17D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ECFE0C-54F1-A5DF-E738-F38766D25D8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41C4FC-3B45-61C3-004C-7B5A2E11FBF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CB2C80-50ED-8A9E-6807-B00CB7DB78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53D5B8-890D-A537-A483-FC6ED624A22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A03FD0-A8DB-69F8-5EF0-4FD5FF80F0D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C7DF0B-FAAB-68F2-5A33-CAD43FE1600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55258F-F4C3-D9A5-61E2-C09178EB68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5A3708-319E-E350-C943-81FE7CE8D55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5FC0F9-1345-73C1-3743-D060D1699A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65649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FB58-CDFB-70CE-89F1-D3F5726C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B1C47-7447-7EF4-F33E-268656EEC2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8996A6-F371-5A17-2F3A-8A0319B3C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E79A3F-87FB-C2C9-8581-311C4F81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B09F16-6898-31E4-6702-51694304E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77B1E4-2CEF-467D-D64E-674E2E4AA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0906A0-B7AC-8094-6B29-AE635FCADD0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33308-B21B-CDB9-0A24-B40F90ECF7C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96DCF-A850-4290-8302-BDFAF4B016F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FE257-7F33-63A8-A12E-F7164D116A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74385-0A12-3670-7D48-597452BA25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02188-F99C-B81B-308E-174234EE17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F1D51-E905-0641-1A41-800E25501A5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37C86E-2498-7E75-413A-059AA4F419A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0AFF1-0A36-A21F-3A5F-74469CE8A2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F7B8E-F652-B0A5-16B0-E47CD8B99F9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23E8F-76BF-C080-A685-6710962E48F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8138C1-2FD5-1A02-F08E-E9E6AA18C6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BB1B40-37CF-326E-986F-AC0CDC63C7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91B3-DE31-B3AA-9877-DC403C65F0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FB9D01-4D82-3408-CEC5-834E299E273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FB78DF-5A14-12C8-0907-CC677D9C41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7569F5-D220-23E3-3034-242EE609D29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F87F1-DE00-BB1D-7713-867F82D0215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557457-F3BC-6136-5DDD-981E51A420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D4FE6E-23A5-21B6-AC3A-10FF15488DE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F7050C-DE49-97B5-923F-9A5529CC58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F5638-33B2-74AE-0D7C-897DB52B411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47F530-F560-4E60-45F7-139E9CF23D8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9D91BE-78F3-DD46-160C-B9B6838635C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1F345B-3041-2AD2-102F-51E4B4543F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8145A7-1D88-B9F5-C0BF-0BA3FD9CD6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974038-279B-B7D6-C871-F00F70B0CBA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8D8B2E-D6A5-459D-3002-A8049892CEF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F3DF23-8383-E12B-D856-A71765DE1E8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98A7BA-D6DA-6815-9494-848D2BC8609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F2D163-2B95-01B6-8B5E-93A4666FA6A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EDEE4E-0603-0DD9-322E-E289B826041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3F80A7-743E-DE25-D91B-DC106F319F3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F1628F-3E39-BB99-2852-1D1D774545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59ACC2-ABD9-83D5-14FD-53E373E2921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378A33-BFD5-FF09-744A-139D6905668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9F3BB3-F273-9D00-FD9F-CFDFE060284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67CF89-5647-6A5D-2E6B-16837A85B83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4177BD-E8AF-0975-BD6C-098D1B5BFF0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EABF6A-267D-070D-CACB-46539114BDB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DAA71D-F08F-12BC-9637-2AC2299530F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B2CCBE-E1C9-8426-DB5C-D00D8BE382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16172B-92F3-D6A4-DE43-BE35E3A8C4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AA383E-D4D7-F41B-51A4-5D946FBBE1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DEBA53-EE85-E4F2-6EDD-7B5212D8212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FA2F07-9681-F24D-EADB-4D2D35F9E4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210C33-2EFA-A69D-DF06-761154F1FC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71771C-BAD1-F55E-9056-F84CE26C336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EA235D-55A6-81BD-4057-69EBCE6725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983D3A-D5C6-ACC4-7020-9B24D14991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98A435-220E-DE74-AFCA-6DFF4C2ACDC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3B45C-AD66-996C-BB8C-24D1C0BBC3C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A171F0-840D-D11D-F042-8AE0B8089CE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93F010-B754-A753-344F-49445ACAFC4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83D9E8-B3FA-A08E-ED3F-528C3CC2080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187C60-42E3-9B6A-3B6D-5B424555CCC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57AF20-EB17-D808-FD6B-98074DEA8A1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D57D89-797D-C873-5FD2-5FE3DEEBBC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D21126-226F-0890-8629-1496AC3DF34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824EE3-6712-CEFD-6308-CBF9785220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FF21E-5038-DDF1-B8B4-ABCFA7B7A8A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099B8F-298B-0CA9-835B-B714B978131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C514CA-EB8D-3AB1-919D-3EB6BA6215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DD3AD94-4707-D6EA-8D1A-325305AF64A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F43260-16A0-8C9F-7BE2-5A26C7A6BD2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5D7C39-ECD5-2376-8C52-F55A1330E1D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24F024-B41C-6747-0FDF-F64597B9B1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4D29EE-A97A-B586-9885-2BBE292C7D8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4C07AD-C685-8B5E-08DD-771299A4923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459B84-9BFD-B1B5-B784-59685D77FFE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37FCB2B-7CAB-946A-52D8-37A58292D06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5CC4B6-E689-66EE-3E59-77A728600B8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E02E8F-0BB8-520A-37C7-B02C0EDE230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3F08D-684B-8B2B-ED43-9D0B46580A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5997F1-1238-CD8C-AE00-821B815610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2564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2620-35CC-24D9-726D-70B47168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119115-0F95-5528-057A-43DE829821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7D4795-FF7A-9CD7-DF2F-0C4C9A7D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3B7989-37A0-DC92-A25B-82300559B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4C9FA1-C35B-E37A-6B39-EE444936A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8D6847D-218D-B44A-2E72-7370B0B77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7DA11F-3C36-D713-8662-BEF204B711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1F2B4-98DA-D13C-2153-2D26016B977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C8E8F-A358-20AC-04F1-7409D12F110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855BB-CF22-5E01-5FE4-96A5213BF71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EC212-01F7-8F42-CD12-8F3D95F118B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FB86F-C182-0F58-6A0B-442B529429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5AD61-68A7-B786-2C0C-E8E2D84632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A12BB-1AAC-608C-BC83-43CC39630C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B2C93B-96DE-DCCD-8021-4374FE1885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4D4FAC-58F5-5DA9-05C6-2AC720E7D96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B4744C-6300-F6A3-A1CC-11292EE475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F4DC2-FB83-AE19-AE15-3F24EC839A4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8EC7F0-309C-5BC4-0611-1C2CDB0F9B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CF6433-1580-411B-55B9-F5F46521E57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E5965D-80B9-5D90-5F73-187427264B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10A88E-31C8-F750-B76C-C00945BDD8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2FB458-BC7A-63A2-4BEB-4976114BB8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2E09ED-2271-ACD4-CD72-A5C8E17716B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B4EBDC-C7D8-4581-B8B3-5F14383BC88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4ABEE3-B5CF-30D5-7E81-3AD5E42A35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D53868-7AD1-9B22-BC0D-CE9982B52C4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29ACBC-11F7-DD62-A8AA-B515EEEC3D8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A20B73-66D6-BBD8-9E86-D9973AB9E6C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4AA53F-3D0E-F4A9-2F7F-09CE996EA4C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C52F8C-9860-0200-1164-16DF626B3DC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D82A7C-1A2C-8DCC-E256-8F256EDB94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B211CD-D488-BCCF-09E4-D50DDEDDD34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C947F9-C92B-8A48-8AF2-D1D7AFF15CA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7263AF-807C-0EE8-0288-44F3162556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ACC42E-D81C-3B48-BA84-36DF7BD3706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1C1F68-0C84-9828-256E-9CDAB11485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4F842D-5BD7-A837-B5E8-214A85CF86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5F0D62-C9EE-6EB9-4B0E-5E5FA316A7F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9B93B8-6449-1B5F-537B-D1BC5DECD96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341408-5149-2E3D-9197-2D92C33458E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A14F38-1328-E565-C1D4-28F1A277D59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9B4083-B4CD-BE77-E6F9-69AE2668E1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EE0B26-85A4-91CF-8599-E71100285C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0A191C-8077-3AF8-9F4D-2AC31886C62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9A64FC-0A4E-CE6E-57AA-33D8A614798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7A15BA-892C-9465-BFEF-29398EF106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D65596-A051-661F-8712-0E10CC377C7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31122F-2E8E-D29F-EE28-90652272F69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21B75F-26A2-EABD-E475-D249878EA69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AF0C6F-D739-2023-EACF-13821BDDC1A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E9613F-D53D-9AC9-B017-740FBF2547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8D744B-8576-07ED-B436-B7D0057147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F0768D-17A5-B402-3AF2-C376D3C7B38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4ED0EA-7393-7A6D-01CA-0B99EC968F1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50D58D-661B-7469-FC52-5668A43BDF8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5319CF-A0BF-4D55-1127-754CC9CB7ED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AE9560-33E4-BCE2-BFF0-83C5D7375B3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EC4979-7080-CEA2-D0E7-A2FC2C2027C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141965-F63E-B13C-318F-B0D82B383CD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4B2163-FCE4-36DF-6711-93017E8C75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B9FB5D-7542-A295-DD6D-4304E520F4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EC388C-F181-46A4-BB44-F86BCFCAFE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5E256C-E2C5-5482-AB45-872650D28EC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B92DC-487D-E5BB-5D67-EC173EA78E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A0BEA-C9DA-6F55-6A6C-BB935C389D6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87759F-BEB8-C489-3C2F-2BD75888B7E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2C83E4-9E3B-BD5A-7E5E-FB682DF8E7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F60C6F-5403-DC37-C199-A4312AFA4C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30B71EE-78BD-EC0B-D038-C65A897F57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B6CC84-46D4-48C0-D9E8-CAA27F6497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3E44EE-340C-0B0B-A114-5F933C34654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5FA53B-6CDF-B8C6-9CC0-CB218FEFD44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0827BD-65A5-94D9-852E-11D61469C9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9590EBC-7273-B4D7-696C-CBEDC7858D9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AD2861F-9ED6-6D32-9830-4D5EAE59EE2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1030A8-ECFE-3BE6-8C4F-F4CC5A900F4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83D4A8-E14B-C7EE-4325-13C8F049417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9E1E73-6619-1996-BAD2-0EA8E9C21D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A19C64-D17A-96C0-96BC-78FB93F04E0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91921F-CA27-6144-296B-F9CC998D30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5127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91C8-B977-6FD8-BCB1-9A2C812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7612B-9432-2ED9-F94F-CD947077FE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73548A-87DD-F688-702F-6BED91345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8940D6-D5A3-918A-DF01-267671F17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5028D8-72D9-F419-87FC-D69B1EF1C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CF5E46-85FE-31B6-0421-C26CCF85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8533F6-703D-3EAE-DCF4-9727315F6CA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8333D-8FC5-06AB-939B-33DB8C97719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1B315-557D-FD01-0F1E-499567549E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1DE37-6BF1-6F6D-99FA-9682E66979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90EFB-D21E-4B42-CA01-D599C980A45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BC9AC-6D98-CF04-ABF7-EC1110CC9F8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D4D47-4B41-76D4-51AA-4891F57E8C7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2C1C37-E798-C302-EEE5-F727700360A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F6F750-86A0-1BFD-0937-BC726182F0A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DBA33-D01A-F8C9-C143-84F02223371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DEB3F-94E1-DCF2-C43F-8CFCFB605A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A2805-4201-346F-6A52-ABE07E6BB49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9C9C5F-F981-880D-4263-7E1E9F71A9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D55E99-30D8-C904-878D-BBFEE5A9E5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ADD398-2259-7947-2D33-1302E25B23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3D0E14-8B77-D15A-B7FD-666792431B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0B4E2F-3FA8-F842-4455-2C0278A8470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9364EE-9270-A37D-160B-F405ECF8A3C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FEF596-9211-A751-B239-56FDA534C4E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9CCA57-7123-A991-F57B-297377F9C2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B61C10-98BE-A2A2-8BBA-633A1E0AE8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29222C-906F-8C5A-F044-998E8A28EF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C198C2-BEF9-3FBF-D5A8-ADDD6E9562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618E8E-1A62-FC0F-DF06-1BDEA17F26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AA2511-840E-E5A1-1DAD-3EBFEAB4B1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51F4BB-703E-BB67-7368-867D3B7FA3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D10625-B047-1E3D-F121-C2F03DB3281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EF2DC1-C1F7-C5B9-297C-3EDD72B0DD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B48A7D-8347-E546-00E0-6F0FD60F506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5CE814-8B97-7035-A682-D1925FA28C7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1D42EF-3A5E-6D20-64AD-0A264417151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3500B-1EF9-5550-F9FA-D3E181C64A3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F2ADA3-BBF4-AFEA-8E1E-3BF6B97101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5A53B3-564A-AE1E-D9BF-98E33956E80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400E72-A74A-1728-E511-E43B3947623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885A27-0B1E-FE40-6D6D-F87FC9E436B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9855E1-6221-2D6B-FA2D-0942FDEE00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B59B1-707D-2DF2-120B-F31D7AD046C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345C12-1B28-E54B-4764-F0BBD6B1C4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CC5E6-BE81-BF03-EA95-C6B30A10C93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87E27F-8B82-728F-501A-8C67941B51A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6CFFDC-450E-1347-9F4B-527CE6DE0D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CF2CFE-0BA0-B3C0-AD54-413DEDB7F3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2CA2B7-6EDA-EA71-9732-E8E56E0CA4F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DD16B6-7111-227E-EDF0-F2273AB799F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5EEB99-6794-FE33-BD8F-38DD609160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CC2264-7B9F-FB35-4E84-6B16647EA2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61C8BE-4188-CAA0-AF5F-2D1A8A6E9A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D472D3-87B3-18C6-09C8-F2AE79BA873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A464C4-ACA1-3371-8ECE-81D9395D75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716A7-8DEA-EC34-85E1-829157436D3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3978B-AB34-5160-6DEB-049923CAEDD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8232CB-D7BD-2C57-2AAE-764DC2D0795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37027E-5765-2DCF-8254-5627659616D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50D332-D8FC-EEB4-F5AE-1410EA6163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36605B-67C1-2F39-7B1D-662038FDD0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596EF7-45F2-4253-0DC7-5BDF1A48BE9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694586-2FB2-7250-5523-88225246D8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9425D-C895-F083-B774-5A9DF514A58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B858A-78FC-E9F4-36DF-BD6B908505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8EABCF-25FC-25F8-9A1E-CFB57C5F37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DC065E-6168-601F-1A0A-34D1BEB594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C11AC4-5FC2-DD35-ABB9-771F596FED7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295B8D-87E1-6674-B2E3-5C7073BAC0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3C536D1-B650-C5A4-90B6-048C2AD30BC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BC4E1B-8A8B-B9DD-E26D-0F6AD00C2B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D01117-5BC1-DCB9-2A4A-7001281D2D7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5B0120-3412-037D-930E-E729C1B1CE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247BF1-0391-F5D4-B7BC-F11BB878DC2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45D680-3D0C-19F4-85BC-AA2E27FE7E8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AEAACA-C45D-929A-ABA3-9A1BBD6E5A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C3FD08-EF6B-7408-5582-E6E8EE78F5A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9F5A36-66A0-7275-5009-DE37A190888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A00297-1850-117B-2D1A-EE26B950BD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5FBF0E-187A-83A7-1127-6BD052C3AB9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2827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6B28-99F2-E050-5053-6C18E118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170B3-7701-BEE0-5BD2-2A43487C7E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the 7 is in the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143012-B604-7BCF-4BB4-75835782B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53BE5C-07B5-6936-FC28-ED295E5E8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E1E6A7-4421-DB8E-D55E-8DBDCC107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F1B7C6-A88E-F297-4C9A-3B3DA214B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D42B6-C85B-B677-A214-64662A1FAE9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98ABC-9929-5F51-66BD-5190D7F73E5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C10A6-B9FF-471C-D770-33A71AE3915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40A97-C57A-2EB5-3141-6929FAF26FC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E3221-89F3-C49C-C22A-AB67D7F6BF0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725E6-972F-4529-ED91-9388D7E1097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6BA4B2-4918-2D1A-D1B3-085CC2952F9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3BDB5-1680-49C7-ABD3-CC6E3DD17D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DD9F5-8FE2-926B-D6B6-F88A350A14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A5CD9-24D2-DCCD-18F1-155942B7170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42BC20-B816-4343-CAB3-BC51586850C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13D461-C98E-AD38-2158-F2CD61DDC6E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03B3D4-A3A4-A811-B911-2F78CAD386A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F0C688-10DC-127D-4EEF-7B02C32DF63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51A922-844B-17BA-A1F9-56C04FEF8D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12B429-AB74-7817-2A5B-FAC118A5E03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4ADA0E-A2F6-D4AB-CA2D-0C64B7EB6A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443D9A-F4AC-F77F-AFCD-E06914A769D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6BF1C6-E136-3422-F2CD-411B907332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573804-5649-EEF8-D94B-8DCBB4CFAB0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6CF145-CB35-6E46-3451-0490A377F79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F775B5-32E1-5F84-9A7B-5591198C9B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DC74C8-9710-2D15-6844-2CAD87915C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23A315-A689-7F9D-6228-0BBCAC94C6D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3DE57C-ECEA-00B2-9F60-0F7B4D13CFC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952743-5AE2-4B69-E9FC-79861B4A3C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4E474B-1D52-EE3E-3DA7-1D5049E159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6CE75B-5101-7945-BF57-79EC0F91DDB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03E6EC-9766-EC32-CD4A-BCD162D931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682D7D-9CB4-7084-E5A5-8374AD8B16D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0F0B07-C5A2-5A8D-FEF2-67D28B257A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DB4DC0-CD89-436C-CDC2-B6221FA916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6B1B1C-38CF-6581-D5EA-B529A830065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8DE5AB-B8F6-BB25-DAED-9EDF09E8724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BF24A9-2FCB-778D-8C98-35D1D27B90A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57D9FE-7DDF-738F-FCA9-7FE845EDE6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973F73-25F1-AC1F-75DE-81F557C47AD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D2567-DEF6-4750-2AF7-D6935916E9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916D84-B3AE-2C03-8676-4CCCE200ADE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8792B9-61EC-A73A-1339-5526E6FF47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4F25B0-4592-9025-4AA2-92AD3B9B854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2239D5-CE14-ABD0-80AF-79C8E81A46A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D72EEC-2D19-8CCA-F57F-D5E7815F4F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33FB23-C82E-5638-C1C0-494C0565FC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C9EDB6-31AA-5191-E73F-8CDF701FCEA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7E08FD-1045-7EB5-74E5-B779EC402E8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5F90DF-AD4D-9D55-81BF-AB497966CE1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6F0C37-2DC1-E0DA-9EF2-473E57E286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AFB02A-29F1-4D53-B093-3171BDC1A0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32F48C-034C-C90C-13D8-8724C670D2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F18147-F685-7DAC-357A-2A0A698AE16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01270E-991D-B221-F1BB-D247A82F964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7C4D14-D6B2-82A6-83BC-718D3A0341F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9B1FDC-CBB2-80D8-E07E-5E549718861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0AF963-D80D-876A-42D7-9FC6314EC4E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43A43-F6AF-B21E-CEF7-B52BE3B34C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BF16F-D1BE-969A-DE77-6EDE766DA3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6987BC-A1D9-22B9-B699-790D3C27BB6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DCBAE8-D641-EF35-C6EF-89C771F5F98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E29E4E-39B4-EFDB-DE5A-7EDA14219D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0FA1B0-1C36-FE8D-B57E-71B97E66B8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51FDD0-4C0A-BD71-8577-C2CBD973AC0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F853D9-2D09-B50B-E2A0-D74976190F9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A83CC1-3702-4338-3228-8D426731217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6F3DBC-3FC8-B3F0-0483-29CE9418F19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F546CC-57FA-C10F-86D1-81D7953651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EF31EC-86B2-C568-4511-8748C8167EA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A0CC3E-F6E3-FE82-AF23-7AFF35888B4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7E18CB-CCAD-AB69-E9EB-5E5C5AF2AE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013B59-45CD-341E-9BB0-599B891DAFB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D6753C-5023-EC43-0001-AD0E6DCF960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71B3B5-318E-7F23-DBF5-F20216EEB9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75BD21-242D-1719-62FD-77F697B5800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73734-474B-BE0D-4FF4-E14ACA9A5B8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376C5F1-0482-6653-7DD2-7166BA650E0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593577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3F02-22BE-F67C-E104-3C5DC203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C3CF1-ACB0-0054-7D5C-C0F66A837B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84ADB6-AB5D-6AD3-AD41-0FCB35A1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509792-7F85-2B25-3E92-8952FC197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884F4B-3F8C-ECAB-267B-F0E3B94AF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439C81-922D-B663-A61D-D724696CE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B235F4-1488-4471-10A4-64FD78368AA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C0236-F2F0-5CC2-45BB-DDCFA7BA489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F80658-0C9A-3FB5-A1DD-C73088A6F02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9D59B-6035-1313-F7D3-3B7C8AE488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59804-3A08-13A3-696E-2B73729083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8753B-94D7-B6E2-DED0-4EF812C1010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6E764-5C61-9C07-DAB5-FB09532FBB5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FA87F-9947-9DEF-8A43-C4E9C35BE4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5EAFB-84C1-ED52-0184-C96513EB57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093E6-84B7-7445-DDA1-790C153DB29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F4D1C6-4FF2-182F-4C6F-AF69B0C146F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DF85A-11FE-FD8C-154F-FABC7D83FB0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D370E-25A9-E4A6-8CAF-3E7E153A69A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8F2C62-6858-9C4D-44E1-F3041A4D99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71AF62-B2AE-2FD3-1373-F71F5F1229D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D07F18-903F-7A7A-45AE-1482A9C0866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28A95D-B343-1C52-0DEB-C10F3326853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09481B-93C8-8411-48AD-6E24D796CE7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4B6839-C24E-9521-ED2B-999076AD11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38F80A-6DCB-47E9-06DB-0F1A8162A0C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6E1B4-8322-4629-060D-AC69BCBB86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2F4539-8BB5-2002-B021-91D9D05D4F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96958A-2903-BFF5-A6A3-C191CF10F6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655BC5-E6C7-A4CF-5CCF-F9ED063F1E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20E6F7-8DD6-1648-AA88-4CFCC9F7EA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00695A-94B9-0BC2-DA50-F9A57F873B0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6A08E-8DBF-98F4-46BE-320B224F95C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3413EA-1B94-CC61-9FD5-55E381C12DD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0213E8-4458-6576-042D-DCB4FCC263E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5615B1-4057-3617-A21D-6973337D45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A1979C-5E14-EAE0-26B5-E758AFD9912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1BC133-5773-87CB-1B39-2E1432AB979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98C2CC-749A-3177-586E-F83FD6EC9C2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BB5306-B277-AB80-6230-67A03041E3A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FE26AF-5762-D54B-F583-513151504B5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E6BC99-6988-C1E0-7C47-F9A1A532A6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05EA7F-F18E-128C-B9CA-6E1101E1F28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B7FCA-7ECA-6F5C-7060-B95710CBAA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E9D0C4-ABAA-8B7F-2FD5-94A771E29D8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4B4604-A3AC-81B3-2224-9E306C899EA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F99319-8EF6-E4AB-32BE-FDFFBB3B21F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8C8FBD-E48F-34EF-E2E9-9BD7CBB8CE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13541C-5223-147C-C1E2-F9F1071BCF0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384CCF-5E75-5845-BF64-FB706F5450D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C5AB7F-526C-8F1E-BB48-BFE8D7F5EB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4FEF3E-DE96-208F-CFC0-D92205E230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947BD3-B84C-82AB-8107-215E93B8069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AEB73C-A650-7B3A-6CB5-1CBAF26869A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97778D-309C-9C45-FEB4-3ADD9C01D29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8CBF27-3A05-0C08-8D9C-B7A76ED5E77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BAD19C-6DD7-C1DB-87F9-35E1C2E0A0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6D7BBA-8B1D-FE38-919E-2B842C5B3A7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377187-C489-A50C-E43B-D30520D737F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C758BF-BCD1-808A-5E23-12C29C1BEF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A4AD1-BEB5-9ECD-5D14-7EEB40AF45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37A88-5322-19BE-6D8A-70A58F34FE4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E68EB6-DE81-3B68-A17F-27E425902C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DEF58D-E374-48BC-91DF-C4CE4FE9E6C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F14A1E-DF6F-1B66-0B93-CE093A34514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7D9865-86D7-EE06-A56F-0554919A0B3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361CF2-4B3C-56FF-C926-3ADF960BA7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4B2A65-9A3D-DDBD-F782-C1D54D62C5E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654157-03AD-E70A-A6DC-A4142B14FAB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D0974C-64CC-32CE-10EB-6F26D5C617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269690-9007-9DBE-A961-18AEA41092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43A9B1-8120-ECA7-CC9B-1EBEC7AAA1C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88605A-1BD7-D2F4-20B9-ED17889EAB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476014-0117-EB7C-747F-A7BB337B97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937969-4FC7-1CD1-846D-5F1EF577AE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17694F-1BB5-5848-5238-57D5B03E6F1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354B8D-359B-4E67-CF69-39BB5C4664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84207C-71B2-3D49-B9B5-C71C52331D4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E4CE5-91DC-64DF-DA95-C5E538F3828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E5CFF5-56D7-C749-A08A-C075812014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781D8D-BE13-0FCD-EBFE-4B8FC5729C7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47661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2227-D0A5-9D95-4882-9E3C9B7E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0A17B5-031C-62A5-963A-4CC8E4F2A1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74DB3A-05CB-F9C2-F43A-7BEFA0A9E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9E5307-D015-5F66-A875-E4B073ED4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8BFE3C-05BD-3448-31D0-B6F8DBAF2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A0966C-C042-1BCB-AF86-324697B22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F516C-E388-28BE-79AB-26212BBDE5E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4A90D-6BE4-4A34-3017-22E1DCF2AF9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E4684-1457-4DA0-5C2C-CCBABDD6A2C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50368-4CB9-79AF-7C14-71591538D5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EE74B-FD67-1582-8D1A-2727F1B13E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35209-8C87-6FC6-67B5-B96BBC21F28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77CA2-8E1C-1AB1-29F2-5BA38D0B4C2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85D2B-B138-BF93-3F70-31C1EA0D7A5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350BB-4B74-232D-00E8-333998FDA9F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B7D90F-233D-E11A-444E-310EAF098B8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FBC5C-25AB-A3C6-02DD-4058286D1F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DF8ED-6358-F3EC-2EB0-EDF585C8A82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6210A6-5D48-8AD9-48A7-145654BFA6D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6B180-538D-454F-E1D5-69032DE228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4AFE2-B2A8-7756-2257-ACBFE05C878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1CE7E3-5B9E-497E-AA91-A14D6B2416D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75D96B-1E5E-7F5E-97FA-7965137C27E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77A249-7D44-7250-44C2-1AB7F42433C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1413C1-C2CC-C8C3-ED0C-7BE61394AB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AF13F4-D575-AABF-6226-64701B3650A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E7001E-860A-40C7-2096-03D792E859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A0BF1A-0DC4-E31F-A58F-7F8F30FA06F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36B78-718C-C25F-76E7-1885B2865BA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D251D-645A-BDE9-611B-C1115717D70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4F7588-37FA-D33B-2838-81D3D6B268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2985C4-CDE7-BB49-6CD1-B929EF7851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871F77-FE21-8ED9-A639-3D4BC509ECF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9F4B1-C268-93FD-6D5C-16CE3E35C41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A87C2E-871F-85C0-B8B4-D9C6E7DEED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6C00DE-2C67-D816-DBAF-79A7EA899F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5E24B5-3CA8-70F0-111B-81DEBB8BF98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057214-E7D3-58FE-C00E-9C3E2D2EDCE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CDF662-D69A-F86E-26B6-40EA022BFC9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5B3AAC-8D1D-1DAB-101C-B1EC6AB6720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9AE383-05BB-35E3-41AB-E4CD334353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914F5D-6585-E5EF-4F2C-9E4AF08599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811FF-0E55-3E89-DF38-00B1B547A4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B2FD03-3847-6D71-2CE3-1ADCA813D0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CE058A-429A-4C5B-E705-900BB177F44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0B5825-972B-D9A3-EA8F-6B0CDC7E47D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2076F9-DD1A-D223-760E-45BD6C7FAF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C4F13E-14D1-7C3D-243F-7CF9D76CE48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7EB132-62C0-5A99-AA7B-9929D789390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310DDE-1BD8-FC26-E3E7-238900AD2FB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5D8094-6C37-5728-BFF8-BB560B1702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11E5CC-1A51-9221-A207-36542187BEB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45C7C9-6CE7-15B1-D5BE-B2668F81FE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2987C-A9D7-2D8B-A676-1D164D8E3E0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19C6A-035D-27F6-8ED5-484DC9B9F8B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722325-B6D1-759B-CE3B-CE434C71961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A8BB25-8175-1EA1-F3B4-6C041FCA86C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C7DCA0-6BCE-1850-2D70-87C6D0B97EA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A00AAC-4307-B1B5-8838-0BCFEEE4F0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AD2625-9D39-BC2B-71E3-178680D2D2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50FDC2-2866-0D48-D3D8-40EC0B818EF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ED6FDC-4C9A-39DB-4A26-5770DE54DE0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75FF80-5FF4-B3D1-9C42-A2386327D9F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40C0CE-4C49-08D3-BB0B-6EF95D4B0C8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BD1E93-EA57-8C90-5D91-2D07051B7C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FF7FF6-8AD4-8E3A-639A-1ADEF8B85F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494409-DB40-699F-34C4-092F48DD02B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7B7A01-BF79-1C92-0C82-97AC02E1D8E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6753CB-CA65-F555-B9A0-100C4580123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986F3C-53D9-2887-C58F-D18655A02F5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F38F8F-374A-479B-EF5E-861FB786F4C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A7AD9B-4CE1-C29C-B800-238AD9642B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8828D8-56F7-9349-C65A-81F4E3D1C6D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CD8262-35FA-7F2D-5012-EB8444D3553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B2523F-AABB-A581-2EEE-09D5FA54D22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5C24A7-FB9B-0230-09D7-45147DE080C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97154E-A7B2-B854-F727-DAC2CE9FE8C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7DE8A-AEBE-8692-1F4D-D064892BD8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3A1AFB-79E3-7B61-C411-C8CBADADF4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77B14D-E5A1-14FA-B8D5-B3D872C186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BD8092-7FEE-6917-349F-82DE2BF462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87058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2FA6-536D-DEF5-DAF4-7C52F0D7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1CA9D1-3C2E-0659-23D0-3CD29B2AC2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4E1D1B-AC17-7694-5445-957EB63BF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901771-F61D-8128-952C-0DBD48E33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704E8D-ED56-AC6C-C428-9D3E80EB4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FAD75F-98F0-408E-AEE4-39D3FACAB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C7EF09-8CAE-69AE-C02C-6A254991304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24535-96F1-F9F1-2BAD-33C1C3E29E2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8D75E-593B-17E4-6FB2-0F55D3CB73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3C4B9-4B14-C852-1061-AF1BB0D7651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AD8AA-CF23-567F-C759-501F24512C3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C8136-623E-B8AA-09A7-DFE0583911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9BA7-F3DC-FA22-E79C-BD7A8DD008F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0DB64-D5A0-76B7-37EF-0EAA56A512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A500F-B73C-54A0-96BF-B403A6F47D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84452-F65A-E405-1478-189FD765DC6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FD928D-4382-B39E-E2C6-E05DCAC09DF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1E0454-5932-C565-7371-0587E94E2E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9158CF-65E9-E34E-E9A2-0B844BA4DB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B00280-B5BB-DA73-B72B-22128DDBEF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44F39E-8C9B-65F5-59F9-A7AD468CD5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2C93F0-12B6-5073-0FAA-6043AD00EB2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CA01F0-FC19-80F9-21DE-1E5460A253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C288EB-653F-EFC8-7B1D-69E2FB3980F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B3D15E-CAC8-9B41-884D-4B12CEBC5F4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A2A46-0243-81C6-C7A7-B6C874CD21A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48C9B8-C03B-5DE6-34DB-B9491E9F1AA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4634BD-A8E5-E412-4201-062D17812C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30531A-2D7C-BFE5-176F-2F2836BA98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8D8F41-FAC1-CB8A-8EA3-0280DF73562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9748B0-604C-B6CB-9C77-869883599E6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F4A03-E894-ADAB-3B1C-9E960CC7E9B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0A7AD4-EC8C-D350-2344-9389D58C839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0AAE1E-788E-3E3C-5228-E6C96C9BE04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6EF07A-E2CF-1099-C66F-CDC3E61E1C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6751A6-2D77-CD62-2382-E384F9DDFF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2EEE91-6CA3-C7B7-ED64-168CCC5C0EE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158685-5611-020F-05B3-8BC4DEC4154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A6F309-AC61-184C-3211-255786CD57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44DC59-0D89-8213-CA78-7469DCACD4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165EA1-ABDC-D75A-332F-88738D2118B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57BF12-591F-18CD-0F9F-D3BA878492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A0CFFA-455E-F1C1-E105-7C992671B1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4348BD-FB5B-BE5D-48B2-217B23CB9ED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CF01A2-7979-DBF5-A99F-4DDD760D6D4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B005EE-DBE6-8FA1-9B95-7B0A60918C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6CF3DB-A704-E81D-F6F8-B5D8FE774A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344DB7-DF6C-CBC2-6F93-FF849F2D61F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638A56-337F-228F-6183-C7A0452609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0DE95E-5A1A-26B8-068A-7451BE318CD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1B1CD0-5C18-FD66-FE90-944EF7B365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16ACA7-BD14-0213-DBF7-A95653DD98E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3472DF-7128-CC77-B674-3A72A6F306F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B20F36-373E-1387-6A64-DAACB629D38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41BFC-851F-B325-0D09-A9BA7695474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C4ECDD-D895-BDD0-20E0-6B2ED5DF6E3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54A849-54F4-8958-8D40-195BB24A602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6C8CEF-0F70-3A75-26A2-0181EA0427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014D29-6EE0-7F93-0A50-BCC431CB0DF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1952C8-F104-C689-0D06-3D5A805D93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5A65BB-93A8-3D17-6F77-8F6F364EF1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A2DB0-B57F-FFC8-0A9B-84098476D0F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2263B9-7140-ED43-AAA7-07D34D5A597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57A147-0F50-ADA9-81FC-E4AF9D668D5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213C82-7D7C-90E6-EC64-F2214967D02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93DDF7-BBB1-C1AA-B465-FE782B47DF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BE5159-E2B6-E2B0-4D0D-194E38758B1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401699-6668-CF70-E9CC-0B199C801A8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8E3F13-8EB4-4374-3B61-D2D79AAE5F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E9638F-533B-87B5-89CA-A617CA748E9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56BC1C-EC88-0D8E-9D7F-F87BC79380A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73A8AF-C5AC-A553-204A-86D650FD6C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A136AC-3FC5-6A78-43B0-3FF95656572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EE51C8-9E7F-FFA0-8F41-9D36A78F5C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6D167E-9208-3315-E064-D0872E29DD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67BB6-00CD-FB40-234B-274773A2E24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6F453E-A1AC-0D76-F8DA-F44B37B786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1C6CA-2380-B373-F5B5-5C128B22E4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AA807E-BD10-8D92-2575-D6FBFECE6F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9F100A-09CD-F3C6-19F8-B9AEC744D5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1D5F1D-4286-E5BC-8569-AEC46F389A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977539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BD79-B06E-8D31-8069-38C4C401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490676-703D-F4C4-8AE3-C053667F7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AAAFCE-71DF-54DC-1473-30A614640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7BA563-7C1B-5CAC-6A88-E79A91AA4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E90CB3-FB34-6B90-FDB4-681AD8A5B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D4C063-F41F-17D5-D9C5-DC034D73F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AC7D0-DEB1-1E7F-549D-72B4B6F11D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FD968-A7AF-F900-1B00-843144B03A0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1D93B-8052-4155-A5DE-5447A8C0EA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B4259-B2AB-A655-1BA6-05572DD5B83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68D0F-630D-6552-89E1-C1C59868FE6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669BE-D0A1-DFD6-6DA7-B7F918588E8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6739A-F3C4-820F-5BB7-8D372A8443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C86F1-CFED-7F43-91A9-C1447D617A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33666-7018-7C65-A4A3-32F21CC11D1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AFCAF-E2CF-CB93-A6C1-0EE4744DA8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967754-52B6-BB00-5C56-3D9026A15C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256E9-60CF-5CB7-C34D-3CE90D728DA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935634-E515-73AF-7C6C-A207CA24B67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6B68E7-ADE9-4A06-3712-38E72B84872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25469-E812-B039-3C57-FFFCECE4D5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89643C-628E-7F27-A8D7-D09EF10A274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1E251F-1BD4-DDC1-1E78-E8A645E4547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AC165-581C-2DDE-D449-C6DC094D0A9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458EE5-4BCC-CD06-C118-5E8A9F4D64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BCCF51-9911-D231-BF13-FE1F2440252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187F7A-ACD7-DEC6-4B16-D89D57971D4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C4A9C5-1335-D56F-084D-E1B577BC37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E6B621-CE97-7EE9-2DDA-B1A16B266F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B4DFB4-10A5-5786-DB7D-68A7A7E7506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49032-6A0E-2BA4-28DC-F628DAD5C4A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13D60D-0530-23E8-1D64-FCB1173D9D0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D8A694-4455-28D2-913E-5DA3B3777B3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3013A6-DD40-C38E-ECAD-A61723F30CE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7011EE-D934-2960-7610-BA968474EF6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951C67-B08A-1C36-A644-36AB3D29317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46E976-47E5-2186-477A-DC537C39AC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49F6F0-D367-4E77-C603-DBF891B8CF0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770F76-BDFA-D9CB-9AB2-B8E11CA33B0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C306DD-F8D3-F98E-2962-092AEFDAF2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B87E2D-1DAA-A8D4-6CA2-A1C0FDAB00A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E0F73C-9492-BB58-E4E0-EA8077C2C05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04CA0-2C22-3A98-0198-C3C85D562DD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BCF21C-1157-0137-7C91-7FB496D7330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9D6695-0347-1ADC-4E32-1301180B89E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B222B0-98A1-2320-33BF-429BEB0FF4E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B51FB2-3E35-C487-8708-672F1273A2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E82C45-027A-3F24-A6D0-CEE63B959F9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5F9DB6-D736-70A1-59B2-6D2946B3BE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292EF7-4D93-35E5-858D-ACF7201FBD9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8657CA-4DAA-3A4B-01EC-1570B44C8C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69E1D1-3DE2-A357-B298-2308983703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18A503-F894-7D74-0EBB-9CA8DFF91E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DBD7DB-198E-9FB2-9D52-03050C6CB56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8EC4C6-9C56-5BAD-2C90-5B561CF6B73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EE8D1E-0FAC-6712-4CA4-9A27609C19D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23F506-2088-5167-A797-0989D4CF62A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667F71-9EF3-0661-F991-563B827818F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63D8B2-F154-833C-1CB1-0FAC6B0F60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06BB73-7819-4DDB-741A-973EC43030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71B914-3251-5BA5-F464-CD3374007DC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F07F91-8D50-8299-B78E-B68EA2AC132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19CBF3-89E9-1B0F-FAC1-D0DB67F2BDF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49558A-5363-30C3-7A0B-110F8DD8605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151EFB-3354-7344-4DC4-603BE11E188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74E8C6-75A5-4F3F-DD21-3548A94BBB6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68D5C9-D59B-17DC-2358-6B1DD259F5A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3F10E9-09FA-4566-0DDC-00349644C80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385B98-0FD9-35B5-562F-BED653488CB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EF180-3B8A-EFA0-DC4D-57143D2B5A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E63A9E-DE27-9FA3-1974-A3C3232B776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A31189-8C6C-BD9F-DDF9-90A95C45F5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6D632B-B3F5-36DC-9A03-8A7B7D2339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F6F888-D39D-EFAF-3429-5863AADB84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26B831-2EC7-ED3F-7554-179BC980AAD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0DBFF8-83DB-793F-30EB-E9A3917E58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725149-94C5-B7C3-072D-96273A1A0EC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296C9-52BC-A430-2BF2-F2A7B461D1A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E8C98D-3492-94A1-E9F8-114BDF1375D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FBFE8E-DA77-FAB9-56D5-30D8BC4570D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73350B-356F-FB27-D0B1-514BCC0F94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016808-ADE8-B746-A976-EAAD205A8D9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4989AF-29A8-077A-F639-D1509AA2AA3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</p:spTree>
    <p:extLst>
      <p:ext uri="{BB962C8B-B14F-4D97-AF65-F5344CB8AC3E}">
        <p14:creationId xmlns:p14="http://schemas.microsoft.com/office/powerpoint/2010/main" val="3390337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8D57-823A-089F-2BCF-1C23B43F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E1C956-0F04-2AC2-9463-49FAFA97B4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859206-B1F1-DE53-B235-61606D811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DA5F78-8FFF-DAEA-C1DB-61BBFF944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704DA9-1EEB-3615-8810-7B1969768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12FB85-096C-5F8A-5769-17040A92A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BC52F3-813D-D170-27AD-307DD14AAEA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C251B-A101-7D56-FA17-DD51C3E9EBD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9EEC9-AA27-B0F7-21C6-B2CAC6CB52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47A81-D320-D7AC-B9C8-8F33DB271BE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C4E47-C2A9-C175-FA07-D70EB063A9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1B1B54-8A35-EA75-C927-35B19125DDC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4661E-6943-CD51-E3C9-CCEC6EB5B28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BB7FD-4FC6-5AF2-9A00-73DA0282F4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CE0AF-6A19-0861-86C4-7680D6640EE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14A41-1714-BDB8-E17F-DB9AFBA906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DEC9F-0600-8FCB-2225-1F124D7EC0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6D4EC-F181-B332-ECC7-9364FA4E09D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9A0716-B971-CE0F-639E-092002F1EBB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BF12EA-D40B-498B-2166-50F7FB994B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0922C9-6A12-1E7F-D30F-66DF812ADB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15E94C-F907-5577-BFF8-EA7B28C2C9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3D143-7A3F-1189-3158-EFE115B08E0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F866DB-A3D6-4A13-6318-0805ADA4753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073517-6D87-4ED1-B7F3-17D438D785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8DA1B4-785D-51DF-8403-D9898848A86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E1BC81-2F9A-4F18-EF12-09ABB0F3FC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2C03B4-C7C0-E49B-8FAA-20F28942B6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DC9291-7418-0406-6B38-4E848167D53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B6FA49-A8B8-314F-0701-F4C925BE15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765004-01E2-4E31-D22B-F845FCDDA6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1F06A2-B428-6DEA-B36E-F53AF263E7C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793D64-6B5B-9447-B4B4-EE0F3CC59DF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5D5378-EA02-014C-34C2-0CB15E01D4F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058156-B526-7125-AF3C-68E0444ABFB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89410E-BF00-6CA9-4003-ECFF9B276A8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0FE45D-98B4-A42C-E355-6599652E509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88F61F-6D9A-D90D-62F7-25A11B3FC60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E84120-3FC3-F1FA-946D-ABAA0B4225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82E82E-0E50-6822-A6CE-0A65A99BE9A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D04EA6-EF37-A3E1-B50F-C3FAB01E220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2D7BB8-2A32-EC3E-C2B0-DB00732FA0C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20ECF0-FA67-1BEE-2B80-E7944F4499E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AFF34F-46EC-C88A-CBCF-E2339FB33D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0E427A-2D37-D5F7-2B8B-B4E48EC1F6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951369-00AA-C20D-67C6-911A8697507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5A2E5A-9E21-1677-DE56-0966D0E7784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5955F9-CBDC-DA66-14D9-2F7080C837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2FCAF0-D055-926D-FC9B-6B5309FF190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F06FEC-0BF6-119B-734B-32D116ED35E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DADA91-50D2-CDBA-CF52-38D77448B3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CD0998-DD42-2824-4BD2-CA11AAF6AEE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C0DA9A-E74F-774F-774E-03853CB3E8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5C2492-C474-EBD1-D272-3821E5733D2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386A6-6A06-C346-25F1-EB97FEA2A62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AC4461-C66A-E076-FC20-E2FCF40F6D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AE2CC5-5374-8003-A2D4-8D2C8228A2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C439D8-5BDD-4149-41B5-D78DE263DF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628A33-B4BC-57EB-B6EA-EF794901B6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FB35B7-F6C7-B7C6-38CD-5A05BE960E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23ECD8-1352-647E-931E-26EDA6CACE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83C6C-C6F0-4E84-560C-2F5CCCDF27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AB22D6-FDFD-BF6D-301F-1D7DAD9D1F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2118A6-DEB1-75E0-4DE8-6684E4F135C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009818-5BE0-1974-B0DB-93BA4054B70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81DBF4-E7B5-24DD-8BCC-7EA6A3D9846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C11D54-2918-E0FE-45C7-8BDAC674B6E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0634280-C27C-285D-27E4-866DDAC1503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DA8ABC-D9DF-0C84-2F82-71FFF204EFF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110BB6-ECEA-C19B-0348-F400F94A4B9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F39905-864D-6B8C-97D1-DF60719360D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8CA34D-C389-3653-AA4B-76A2DB6362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74C7E7-3EA6-54E8-5E97-068497D77C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BAEDA7-4388-B797-6155-CCBD2456445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591538-7148-5459-82B3-713F314C8C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54506C-5D4C-C080-0D70-5D01E94EA0B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B45F0C-B83F-09EA-EB3C-85BD59C0125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7CD61-B23C-0DE4-2182-64B0BBC4D3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FC6A32-548A-2C0B-9EEB-295E7684549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FE1065-9785-7746-8F0B-D0A9E579FC1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6E57DF-6F82-7126-ECA5-77DE790201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41415C-A9E7-A52C-F741-541AB517AB7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59819A-74BE-006D-271B-1A6E2F3F76C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E459A9-5CF7-DEEA-AEF4-9A3E6552635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8219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D531-2468-5484-121B-BC9847EF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A3B712-575F-59F3-B7AB-F5F9DB8557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434EEB-B297-98A2-410B-2DCC5071B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E6FEC8-58B1-EDB5-87F4-887F76B6A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1B181A-03A8-8D56-89A5-8E2DB9DCC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0FA794-57B3-DFC4-FC53-91B496D37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3A643F-981D-7EEA-8506-9F00DD97D62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CA560-D7DE-53FF-44BE-5EAF433A8E1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FDF28-6DDF-012A-3F8C-C80F72704E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36D69A-16EC-1FAF-E6A4-76EAEF1EB03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545E5-D3B1-8F0F-1483-E7B81263D5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8C4C5-93DF-C49E-B762-0FB85C846A5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91BFD-4087-DB85-3965-5ABFCCF8927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0B1C21-AFEB-84BD-8CBC-6F462F50A7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8F8475-64BD-3E55-176C-F9A3F8BA6AE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4FD4BF-CAC9-3402-BFAB-624C16CF26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D7BA5-113E-245A-0BDA-1FCC26977E1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AB442A-51D6-18D2-FDAA-B283FC7C450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DCCA0E-9435-0A55-D66D-15C0DB192E5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257A79-3894-22C6-7377-BF671A5525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4934BF-7977-446E-BE6E-B6A76340AF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B46ED3-2725-8DED-4E16-1B5412456E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BA0FB8-BAF0-99F1-34F1-8D17F406456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B711BC-1577-F427-7D59-98CDB2E966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0CB29C-5023-66ED-3019-2CF5582CE4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6544A6-81D5-0F17-EB05-33D781CD4BD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F9FBFF-96CC-77B8-5091-10B9AD8885B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51A7C5-5540-B5A1-70E3-410E562893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5D1256-F935-EB26-B3E1-D87295A0926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CDF30C-F514-97D6-C633-1379108089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CA428-4137-4692-34A4-78283D72BCD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CDE603-7815-39AF-B869-1838AE1D61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E66B78-EAEF-E5B1-4C6D-AFC5D024768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BBEADB-F169-AECE-DF70-923D4F402E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9749D8-1B5E-1A9E-3749-63FC0D78EDE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7AADE3-18ED-F4BA-200E-5728CBFD065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7C0834-1398-D9B9-CA80-375E28E10D1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475801-2D64-4E30-C4B8-68A16F24FE4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D6694C-F522-EE27-A66E-02666AFAF6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BA4530-0161-4855-04EF-97F716F07DC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4AF436-9B46-BF0C-3A90-11C30ADE87A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878D44-5E31-F8DF-79D0-7BD52C0BD26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61F6EE-56A7-E6AC-9DD8-E81023C8E60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18B2A0-C348-C3FC-0AAF-33EB3C58D48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C1A62D-6A69-B50D-C263-0AE9CF7591C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E051BD-CDEF-0E3E-F3BF-B7BC99552D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7759E9-3868-C7E2-499C-85C2CFEE547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D7152C-23AE-3408-C974-A968FE3F98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B02CCF-323B-43D8-76BC-6A58A775181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19885E-1B50-3D3C-7FEE-D094CE58AE7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E7E254-59C7-A863-8CEA-306DE931B02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329F41-3D3C-5AAA-5FA8-E5A59BEB9F2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C5ACCF-090B-780B-7BB9-74EFA403A3F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99936-3F1A-0678-F34D-69F57B9C6E2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61CD1-A68E-3D62-4A44-D8C0819B68B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5074AF-C957-1EA5-5D4F-349DD9A4F8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7984DB-4823-261D-4201-6414B72D15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216113-3517-849E-030C-185A8FFA22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27AAEB-7F62-7BC4-9102-43A96A8A5D7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840C2E-7C1E-0287-68DF-C87765930B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CA6960-F8E9-B32C-A5D3-42D6A4C87C9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1C167-8C14-A896-EB2C-B689264AC3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22795D-B6B0-1B81-4A4A-8D0A6E4CAE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120B0D-81B5-7433-1BED-7C1FFE28A7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86473A-063F-A74F-A6FD-F4317765BB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1C7FB1-3558-F547-3F32-05159A7727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DDCBCF-42C2-0D10-909C-8C368D75CC2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E6DCCD-7C66-5EC6-C209-36A09C40DC0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84F3A0-A037-E551-97B0-4E140F977CF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5500A8-A836-DD9F-3759-E20B7E9049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028B70-8010-8543-2D56-BA696CB2E35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35B6D4-D3A8-0ABF-E8F5-C29827489A6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28C0A-D14A-06CB-3679-CBAC7C403E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22A126-DA2E-284A-97F0-C9C4095D61C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BC4C92-AB3F-6B88-810C-EA6CFEABA7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277BC3-B16F-1C5E-2E20-974910678CB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34316F-DBD9-7BCE-EE57-B47D9A78DA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C5ECB-9C27-F014-C191-4E3CAF1CC6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AE50FA-A726-7DD6-0C3D-B466450BB3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BFCD2A-F576-A312-504C-72D0AFE22A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B0C8E3-E14C-DF19-0AA7-31BEACD072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864146-0368-814D-0F0E-1C1DCBEA23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AE15B2-C830-A3F6-B9D2-E2547CDB5DD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2F5D91-0769-6F45-5C1A-B7CA923D5C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77A6DB7-CBB8-D824-71DC-D462030A1A8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609769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6D16-2507-81F8-7A94-B2AC6EF8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CCC957-470E-6951-A257-3B85BB0B54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049661-A569-CE6E-2E10-9E957D690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22B4F6-F262-103B-3BA7-AA4FFB099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E7085D-EFD8-E033-0C73-0747B5900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621DA5-45ED-7390-B209-66C1087C6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A6AC2-DEA8-0764-B349-8CFE29601C6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A0F37-E9DB-5509-4C4B-CD11DFBE74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6AC82-8A63-2B8A-2906-6F78E545F7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4602B-C119-F220-58AC-27B889BA78F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D5666-D8F2-AEAA-1A83-F7AD56EB7B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8D3F2-AF91-92D9-22EC-11B1D7D6D23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3E00E-4252-AD98-411E-BCB95F988F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44232-EC97-31DF-19B9-60900206DF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AA57D-607C-FFAA-09C5-BA41E62A039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6CCCB5-48E3-BC36-34FD-393F3AADECA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AD8C70-E8C9-75FF-3725-58B074F77D0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7D5D3B-E565-69C4-E671-9CD9CB34DC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860DB8-8515-54E0-5AF5-795DAEDCE6D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E08650-AC96-C8AA-DEF6-56CB8AAEE6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0C8E7-2C21-B20C-602D-382C14174A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A9462B-6332-33CC-D023-ACC150E7B3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B5067B-187A-EB07-E66C-22FE4D3EF5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801C2F-4F57-8BA2-B0A8-27B5DC5AB80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477A63-5416-093E-4182-5E0180BD41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3AF7B3-4EF8-DF55-A242-CACEEF6D3D9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059CA8-CE58-3143-CD51-B71045AAAE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24587B-E8BC-A1CF-00F5-6D66DD7EC2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34E9D1-18A7-F325-CCF4-A32D4008C6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DD3570-E0AE-A065-4411-FE502B340CF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A70BFF-3B56-9DAC-E4AC-037F00549F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D3D5E7-B227-635A-26C0-164D61021A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AB364-C82F-0867-634C-3F043616AC5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9BF4DB-374F-F3C5-57F7-98D95FCEAE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B1AB4B-FE82-A836-57D0-6B214A47AE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282413-C6D4-EF3F-37AA-A280DA8E98F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1D8DC0-9E86-F9CF-25F9-CFD0E7E3E20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525262-E372-70DD-56EA-0886AC00811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91576E-4734-20B2-E0E6-A7CAC90417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CE242B-3487-6467-DD1B-9E5D7D84103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E8F1F4-6E4F-0C3B-E6CD-AFBA0062D1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9F5D0A-60C0-7F3E-19AA-A4C73159C6C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128D5C-4581-3F60-CD09-398832A5FBB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66735E-DB7D-12A7-0080-F5D57236B0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4699B6-6799-5E95-FE70-A082E16420F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D1AEC9-7DF5-4498-DD81-4A298C74B1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D0B20F-338A-719D-7536-EFA4C6B6C2A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392A76-9AF7-2DD7-4862-7DBAC42870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ECEC22-3031-64D6-63E3-3E22662AE86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E25E26-14D4-90C5-11DE-218F504D016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C5200E-5906-CE46-3B71-09045CEF0D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2A8AD7-75A0-29D9-8C0E-476E930DBF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2F7FD5-A518-5938-3E7F-D5867FE1E21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04D02-2776-4C29-FA6E-2839F92235F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97C7D2-46D6-4997-CC7F-184147B4D05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9187E2-E306-358E-0A61-CB59C886620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AB24BB-4467-878B-828A-F859AB0649C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6797F2-A279-DAE9-8325-45270FC915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30876C-25C6-C608-102B-620503CCF7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BF4792-D0B8-EA4C-DC70-0961920E9A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5A07D8-57F7-5CBD-B116-4D7D47403EE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A40B01-88DB-9B23-631E-E3F9CB8BC0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2C562B-2BC4-3320-DBF3-7D6D957BED2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4B5C77-47E4-77AF-541A-318243A009E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C216C4-DEF2-FBA8-6FF1-75945333B1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AF9823-3EAC-3B80-02F5-DAC20899C5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134176-5D21-9E0E-A3B8-0301DFAB695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8CF976-D827-2187-B2C8-455515D91A1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25E0EC-F089-1965-AA39-97D5195A65B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4EA86D-A5D3-F77D-3B34-8F385E516D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7EE3E5-A096-D0F6-15E7-A6E9F665578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FF98C5-9EE5-B411-49E8-FEAAFFA670D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02D9D5-1AD4-B9C6-5D65-1BFCFEE469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CF9B01-A029-D37F-AD6D-3CBF94C0567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74F1EB-4438-9EC2-3835-0FE199B4EB9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4CD8F7-5F3A-D992-68F6-603128B63B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1D6765-67AD-2283-B2EE-B3BC2D17FF2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E8D03-28A7-6C7B-A9AC-9F1D047ADA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3C983F-CCD1-A24C-D946-C4DB863301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4B9F3E-A4B5-BCE3-0CC9-54C5F4DB98F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4EF4FC-2D86-CFED-789C-8496A1E71A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C0C67-056A-FF65-07F7-DD6810B35CD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B55946-3089-7119-6FA7-6F8C52C5230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626694-C97C-6F1F-1565-EE3BB31224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EC9BDC-6034-CBFA-B492-938C8AED414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714614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EA19-EABB-8BB4-4D6A-A37C60AE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3B1E44-B985-75A1-B4F6-0B5BC5D22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14BDD2-1A89-5402-F789-1E49EABB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2E76D5-B616-955A-E23B-093622E79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756D48-9126-23D3-1B9F-0A89802F0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B9A94D-96B6-6FCC-07E2-54CA269BC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4C5573-94F3-CD1D-A816-6F3AC198714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2FFB5-6EBE-3218-8EF2-C5276416726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5CBFD-2F8A-1DCA-737E-8F30F82C8B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C0B5B-56F4-9BF4-4453-BD27C0C5327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B91FD-4E3C-2951-B218-9DCA084A4D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57872D-A304-FD12-E758-2C8DBDF2606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95C8A-25C3-9DA5-5D87-02B2A9659D5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5E96E-306E-5513-B90A-98C850367C1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DC5B52-92E2-A1C2-50F0-0BD358000F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3B6595-E7F6-66DF-7840-620D9693781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23DD5D-5590-EFB0-B025-FB9C70FAF49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EA11DD-2CDF-A445-805D-0294EC6576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C9E13-5896-B5AE-80A4-C9700C7C19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EF15E2-C13C-6E38-2162-9896A7A2BA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71265C-A220-39C4-88A0-3F5B8D8DB2A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E53FC1-689C-C9EF-35A2-9D76ED3175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AE3A95-F77D-8F16-FC3C-1BBFF9AAA35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1127F5-D41B-D0FD-B65A-E8A1C01D0D6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6F05FE-2B03-EEBA-703D-BEC99BECDE9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2F5C8F-4331-0760-57A8-258CCA6AE0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1EC25B-EF94-F7A0-CDC4-D9CCCF3CFCA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F0CCCA-F33F-E259-7549-1981F8EBB4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B488D5-9F29-AF7E-5641-2D5CCFE1C26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70EDDB-42F9-331C-4E10-1788E5E7EA9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20B195-29DF-49A8-B585-6D6924463EA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A0031B-7C29-EFC8-1A89-9C09B1C781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98E0B1-0862-0089-A38F-0FF5BBEB60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C16BD-F427-D8FC-F8E9-9633137BE2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D04FFD-3897-6898-9E1E-257388D1F47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74B271-3CB5-4180-66C2-7A10F84E53F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2B66B2-0124-255B-4CC6-2DFE8E08274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F759B0-19A6-1DC1-2B33-C275F1C229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D761DF-DDF7-F496-8FAF-C6B152AB30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06C9AA-95F1-E8D0-3C50-422842766F7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270409-0BCE-8206-752D-FF2DE18A42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BD76CC-9012-B3AE-8A5E-293F978E4D5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5DFAEA-279D-06AC-06CE-DFCB3CE89A9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630E0C-BE88-D74D-17FD-407272E8D0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D00DD9-5102-8D45-84E1-F35BF13CEC3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07C457-5B4F-DE92-3A9D-EE5413556AB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49794D-2C80-DFF9-CFC3-499EFC6B95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A56422-056F-9A3D-08F5-620C0B1DF5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1EB9F1-9E67-EC55-1413-6073E225184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00108A-A5EA-70F8-3A66-6A61811D0A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59B8CF-7FB5-38EA-7393-6402BB7FFB9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EF5CEC-E531-4660-7BDD-F7FAAA97D55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6CEBEA-6B95-619E-14EF-299877C411A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77331E-4E0B-CD2D-010A-7E6A34BACBB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7E061D-E032-E456-27EA-DE822577F57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75BCC9-4911-4AFB-B6D1-2F2D26A3C9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7C24D6-8731-62AE-FF57-7F9C888DF4C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CEAC56-26F8-BB32-A1B6-83F0469F015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B8B704-8948-C47B-C100-062C347FCFA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27B26B-6766-2035-BC97-AD1F9195E16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03006C-4210-28FB-955B-4F5BDCCAF7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C7B25-5C64-C01F-01D8-00A563735DD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67891E-C9DC-FB89-7B6C-633D89008B9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63240F-7DA2-DA60-2EAD-4590EC30A3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411953-1B71-9EB5-F323-92F200F029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15085A-5C54-F55F-E02F-AD6013A172E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AF2F5A-5F3A-95CE-D084-F6B1017A10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238286-3AF6-72CD-3463-2BF8489420C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00A8F5-CBA1-230D-6FE8-33DE16EFBB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A67DD5-BCF6-FFB6-EE1B-710285C2B99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A12465-C467-2B29-895F-17186A7E66B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FB7FE8-A689-FC18-88ED-EFFF9E9F36B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90FF75-015A-D52D-F84A-8C7770B1EE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DD01B4-43F7-A1DF-140A-2FAC17D864A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77FA8-04E7-C6BA-0D03-781A605352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C0E26F-8D0E-4ACF-F0C5-11403786DB8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8B7DD-B35C-5DBA-5B4D-A333450FBD6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D141F9F-999F-C512-B616-F2925630422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2FC68F-0C3C-0F87-6C5F-5A14CBE4447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320505-FB4C-EC0B-4849-7AE74BC52B7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584D4-1500-943A-F2E1-1925AB59745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14A533-4D58-8DEF-789A-64A6E91C829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77FA42-C9A2-BB38-4FEA-D10DC50BDBF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53E148-6DF0-0C5B-2A6F-6427E09B91C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EA0EFD-9F0D-59D6-176C-8AE04C8FFC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68861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1C82-303A-0977-BC40-D0DA5DA4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CC7794-2566-37F0-A596-B6D1D87128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318D83-E184-3FC5-6240-D62681EA8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50CB55-5C37-2EF4-2EB6-DF2917D7F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CDA146-E24E-3AAA-C775-77565932B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6EF0F4-CFFC-F35D-3795-8390FBF84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80224-3931-2C1C-8074-2D683FE9B45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76E34-567A-69F1-1020-A45E290E9D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51FBE-16A6-1EF0-6785-2FD21EF081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499B3-4651-7BCD-4197-9E08A919ABD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CD39F-863D-2CE1-DFAF-2F6662FA85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6D70E-A532-D60C-CDD5-9303A5B5915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11A5D-1291-4CDD-F417-5090BBE4F55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3C7A9D-0ED5-67F7-482A-D50C410F3D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E044F8-74C2-5889-A579-D1F968D745F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E5698-9008-9DF5-7C43-743B7E7750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4B39A6-7CFC-0967-436D-ADD57EF305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F15995-2682-CBF5-ACD6-08135ABF38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9301E0-62B7-C0B7-46C2-FFF2C72131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2FBCCE-8EFC-B5B0-0116-62B361BA79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DFF14B-6AAE-EB74-2180-79774E0F9A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1271CF-0F39-8B05-4CDB-EFF7D72620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91DFE6-5F20-8CF4-B668-D0F0CF3A27D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4F3334-C2EE-B1A2-29A2-F948313BACF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52A428-C57B-595A-1825-029986F612D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38C02E-A64B-F56D-68E4-1057A2212FA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A5786B-8F19-B303-39A0-19EF541577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50F6DC-8781-F124-DA30-0C79D3765D1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1F55C4-BB54-78FD-283B-EACA0CF17CB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4FE0A4-2B8B-8CBE-7768-017BB2E9AAC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887AE4-F9DB-9EC5-D782-21F7BEB72F6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1F4C14-EE64-5FC4-4DD1-6BADBF740FA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949088-5376-6EE7-B66F-F5C471935BA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60A87B-9882-021A-75CB-D25083BA990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D017F6-4BE5-E2B4-93FA-BE0B2BB4500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EA8504-239F-84CF-C9B3-EAB847483C0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089107-DC45-BBBE-89EF-7EF4C985F3E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D3B9DE-E5F4-0A01-E898-87ADAFA5569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4DE4DE-2039-67F1-E823-2BE2BCFF358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28EA17-1E4F-2775-1F19-138ECBC6A61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5E3DCF-2FD6-AAC1-DE5D-9CC2C0619B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97E0B3-97B1-E6F8-91BA-46242CF4466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EC7912-8DAA-474E-9D0C-163236F960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983E67-2D4F-B2D0-E6DE-636D55F79A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6FAE3-3195-CF0A-F7FA-6F8C35151C7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F96AB8-BD31-2160-0086-E1CC299810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4845C1-C0D9-D27D-0193-D4F8D67093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E9D321-08C1-CA8C-3503-BC6BAFE0249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EC5065-B4B7-278E-76A0-D0B04303242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10A414-48F3-17E5-5BA8-11C9CA7F0B8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CF7810-D3A9-02C1-5D88-D61E1155AA9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1FCF9E-DD66-4943-5F18-8F06448DE6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965471-E990-1D84-C1AA-E0F5C032981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23553D-9E5A-CACD-5E7E-881F6D07CB4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DE18ED-7C86-8EEA-F073-607DDF21219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190751-1BB4-4D56-43B9-23C994343E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2AA44F-720B-827A-E307-7078069FAA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B5CD49-215B-2A78-47E6-7F1A59D0E0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F3FE9B-836F-C3C9-BFA8-8744624DE3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437DDE-FA47-CDA9-0A56-6D95AB686D8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F6A749-F97B-FED7-989E-3B96F0EA34F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B7AAC1-2720-D5CF-D5EB-D31D1FE6936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11875-7F6F-37BA-D524-17BA743B029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40975E-255A-EEB2-4326-715BC5E0D1F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AAA9C1-A510-34CF-E9D3-446CE1003AB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328D61-6B16-2950-6F2B-3C5A4CD0FCA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A24962-A85C-11D2-571B-E4ADA3F9D4C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4A1D50-E5C0-D3F9-4A8F-49B1EDC92DA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19CBC9-B5E7-A7CC-704B-0EC911193CB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B4D5D4-6322-A2D6-F96A-846A42A89A7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9C3115-46C0-8102-DE52-9EB6342A4DB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CAED2C5-4906-ACD0-64BB-CD89FE03C0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978A9E-A309-EECB-7CFB-235123E34F3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1CEFE2-361C-EB24-21C1-C6C233B855C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2369BA-B059-E75F-4047-8EFFAC5D86D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7E6F84-EDB7-4D9F-3D1A-CDC3FBDEBB6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2A104-9CF7-64C3-6B81-8E23CC2A7D3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B1ED32-1232-B789-688F-FE41E088774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66D45-C74C-9B7D-42AB-D11600E8CA6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61BE08-827A-C4D1-3C7C-D19D08B0D69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D4D9E-FFC3-76A7-5B3C-B7C822CD88A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D0852E-C69A-4D88-0281-E747A96263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ACFFA5-4388-0989-9077-414366CB6D7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465850-B929-ED60-6F2E-2ADE34C1C33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67D8E6-BC93-E03B-628D-EF47B74BAF3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703122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EB3E-821B-B35F-0982-D808D6F1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04CF98-D1CF-08BB-71A3-E9053A1BD8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Row 4 (and right center block).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4FAECE-D278-B2D8-AFC6-740A97FC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2DBEB8-D861-5652-61CF-42B5CAB1F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93D27C-B611-3637-0BCF-C4DC55F4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B44C00-90BC-9650-0F29-DFB297391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41168F-5280-5BAA-875A-312C25E226D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5580E-8774-0E61-4ACE-740505CF87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DF967-B853-65AC-FFCA-4141E19B33A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81F48-69EA-86A2-8DEB-137476A37B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0DB6F-7BF3-3FF6-E5F5-DA29C14558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84D1F2-0F12-2736-3CED-4ADDE879494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ABB09-89DD-74AA-C1D7-2969BA959D9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896DC-F37D-3CF5-C65C-9481181781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55557-DBA4-7A23-094A-18D33A0BA21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26A1FE-C05E-F6F3-0BAB-3E25F57852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85E2D-B50F-87F0-F12B-A323F83578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C33157-00C8-4F7F-C745-075929BBDC6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8F9F2-378C-D321-4BFB-C2E68B09ED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8885E7-1E86-86DD-DA4C-21797870BB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4231BF-E091-6343-3793-D6DC4A2246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B2120E-0FA6-AFA8-19EC-B7B86BD49DD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5FE4F-F773-9FFE-5A78-71FBBE6506A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D75F6D-D25A-ED9C-839B-EED2E604593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2962E7-4AD1-7155-4549-20FDC776405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2B2B56-58BB-2C14-4576-BE2F25C9F4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9A2D60-CFEB-62A1-8D04-67104F75DE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D3516-3990-56E2-0848-2598227846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77C9ED-2F1E-79B6-F631-9CE9D4D3E1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4F7736-F885-5576-D6B8-BA74D05F29C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93233A-9BE3-751C-DAB0-E217CD847A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C024E9-180F-461B-3224-4F9045A5BF0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F6C0D7-6BDE-A298-B0AE-16B5755B071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F8F51B-7F8F-A731-14A7-7DC02DA0E2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81BE2E-22AB-3037-0415-9AC1126066C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87E835-C71A-580D-BB2B-D60525A384B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93B32B-8807-D61B-2B3A-57B127F2917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527402-F0E9-950F-9415-817C0BA1B4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78D6CF-3596-339E-0AC6-A7AFB326E2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766529-C33B-E6B0-3B26-9FF2D53AA9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169FF8-4875-F494-3ED2-3EA9A05ADA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A18350-6915-FC36-06F4-1B13971497F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73DE03-DFED-B08B-96FB-E687A89CB8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D385A4-FF61-C1F9-9723-EAF9587D240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1874F6-4550-F886-BF23-6B564BC8DC8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C16EEB-DE3D-64B1-3B23-08A32B3AE7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977426-CCA5-6333-ECC7-AB78AD105D8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06AA23-85B5-89E5-19B3-BCD0CD379C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1A4053-A75D-6539-4783-FF6DB339662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21D232-5A9B-E89C-7AE7-A32C933DD01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4B1572-A52A-6034-5430-0C39BB35476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8D632E-6B95-C6C4-28A8-6653748AB45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2D7D3D-82E9-0908-362E-7F7DCC9C8F4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295EC-8322-E59B-1B8D-6184269B38B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5EBFA3-3A8E-594D-6751-1664A67C69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8FBAB1-5DFA-DF18-7794-4D85E92AAE9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277F3C-0304-EF94-C23E-ECB2ABFE66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9C9019-E8E5-BEB8-8357-20362ABCB5F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BE5037-CEF8-BE83-1888-72FC4EF36F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03BFC8-1B3B-42E7-D83A-6BBEB77AF6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8E6FD-2DEE-BBA2-6198-5C380A90123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C6574-F320-6DD2-21A5-376AE029095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1EAB98-8AB8-3B0A-DFA7-44533061D15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CE7EBA-3F30-8819-F618-9BDC8B79164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1872E3-20A1-3837-3D17-B24B0A0180E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D74AD4-0A6B-A32D-570A-6344B0B9E2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0F194A-F307-ED00-F8A5-D9D0CA6CDAC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9B07C1-D4B5-8885-2976-3C2AD03CDF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071E86-B148-088C-2C75-4E931F79421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064D76-FDA7-9F56-8EBA-2B8244CBA7D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BF15469-EC5D-7D7B-9E3E-A3ABA29C31B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430501-1AC5-8641-D0C0-274354A1EA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F7B7AA-5069-9FFC-CB83-65916CBFFB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0BF249-9D6A-4A9C-6F56-2700E7AD411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87E5F-C73D-3A6C-6CEE-42D930F4F2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EDCCC-3151-80E4-57E3-F29D0402F5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93BA1E-CA43-CF77-4A5C-EF940DEF74A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101F13-5A3E-DF20-D20E-30D83F36049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1E124-F834-2239-0832-735C5743E5C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B84770-906B-752F-3FD1-C1D4537A44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738058-7D24-A239-E292-89330B0E26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EA467B-E14E-F5BC-F0C5-ACFD389C4AD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75105C-8FD1-B344-DF15-0F12A980105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D4F4FA-B2E8-7789-B04E-A93DEB3DC9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6EDFB2-EAF1-6C97-CAFF-B319272D44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20380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AEA7-B822-1BFB-B80A-1E051F23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C1C4CF-731D-C5F0-0B2A-0AA5457D0C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3E30F6-441E-5446-8BDE-0E985B569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F38AD6-B596-990D-1A7D-72A317E33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8796B7-B7EA-8D9D-96D8-270740BEE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E7CDCC-CC3C-3B12-468E-6E764B33F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196157-8DCC-3813-D538-71DD207153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7D777-7C9E-EB9B-AA68-E8020A51BCC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1512E-8762-4393-12EA-4FE3704DC4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62579-020E-51A5-5BAF-4318A35DC5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3A107-892D-97B0-6B0F-37684F1A5A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B5B583-23A2-B8B1-7AC9-586C4B3DC12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3A41A-F2E4-3DB3-6245-00D761A3FB2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3FF47B-4EE4-ABEE-AFAD-0AB344AEC29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363851-61DB-7DAB-E60E-32DDA55511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C2C10-8B61-E881-E97F-415B452ACD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0119B8-EF3C-1FAD-90AC-60244D7389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19B6B-B36E-60D7-EAC3-58FEC2FC380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8EC5B9-D9D0-521A-416B-959FA6B568C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3A24D8-79D8-62E3-D28F-BB210EB77A1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4F545-7287-9B54-D72A-2C70B582203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C43F3-1F77-D3B7-4D2C-4325CC68AF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98AD20-0036-FADB-1440-3FB6D343316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4A2746-D83A-FC82-2707-DC3FB45AC7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264B96-E4DB-4F58-9545-22DF2CA5263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9F7476-0706-19DA-29B4-50EA4982E5E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5B0B3E-6065-2951-E5AC-0F9B7BC251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99D36C-8409-29D9-F7BF-92A80FF202A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E0E736-8A45-0BF5-2FF6-299D014B119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12CB4F-B05D-0F49-E00A-CF98AE74DA6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419038-C2DB-F4F6-F28B-96C5B7A40F3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DBBEC2-F13C-0B05-27B4-446F7DD8A9F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714FE7-F21E-7005-FCCF-491D88DF189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25F34D-4C2D-36EA-F8D8-253BB231AC0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AA528A-BAB4-44F2-5AA4-98224DF1B5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2B3B11-D11F-DDE8-0F4B-358872AFB26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9A54B-C500-79E0-7FA0-CC0C7CE727C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0422D3-7428-CE7D-5FC0-5D21337461E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CDF717-3B94-9A99-8D2D-0233B296E5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28BA1E-03B5-4C78-C680-0F027C6F251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4E71F6-285F-7139-6D4A-AB2F51947C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1FBB9F-A32F-5ADA-9D0B-5AED7921A4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924CE3-4D69-FE9A-79D7-E8E33CD505E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7C8D04-1761-36A8-AA84-70147A5FE7D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D40CCB-9931-3E1E-16C8-3232B464EAD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E63B40-8F0E-591F-FC91-C6A3D10FF4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E484DA-E3A5-E2FB-DA86-17B33F8447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7B51EB-FBAB-487B-3076-53B4CBD78B3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EF855F-3A20-7263-31EA-9DE9AA33E5D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0C233D-157F-BC7D-175A-32940F7DD0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EB2EBE-6CFF-FA2E-4B36-2BF4D7B684E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667D3C-176B-9894-DE03-61E09943FA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621D3-F952-5C26-257A-187DFAA1C3B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46FE04-EE99-0DF3-7D53-3D93055AF8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147695-52D6-F4FD-2A01-EFC2F8F33CE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F956A9-1A52-8356-E6D3-E199965C2C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32E300-BDED-C4F7-A9DC-C2F81BCBE83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C45B22-699B-FEF9-F39C-60B3DCEBF4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26F8D3-C739-5DF0-1DDF-313239AAAA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7CC6E0-A0DF-E605-002C-90A5E368E13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DC948-3F25-C9CF-2F73-89490EC020C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1EB11-76A0-CCE5-BFC6-25485C0174A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1C2ECD-40B1-88DE-2DBB-B8FEE69E74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35E57-C5E5-73B8-BD11-FAEFCDE898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FDFBFB-7CB4-F524-222F-0FBFEDDA65F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BAC4CC-53EF-5119-0B6D-848FF9AB043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9C9B9C-3E31-B600-FBE6-6AAE84FE5D2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7E75BB-2029-3250-20D8-873CA1E5B8E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53E11E-FD83-D2B3-96F9-1CF12115A78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580236-917B-C187-DDB8-F098D4D2F03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FF8F99-DF58-22E6-BB59-A8100AB7F7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29DFB1-050E-42C5-9EB5-8800C6D94C0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319121-16BB-A3D5-C4B8-D7B80CE11C2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D8B97-A6CF-C1F3-60EB-5B44AF8A9F8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4CCCF6-6556-FAF1-FCF3-59DA02C04C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58A0C-771B-A317-D7B2-1BC23A075F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F28D47-4F9F-0975-CC0D-0436FACC263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E45DD9-A848-2788-1756-7CDE7E9208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04ED28-8960-EDD6-910B-3E23754E536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DB01C6-5E94-AE7B-DC93-C0776F6083F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F64B6E-6275-2D9B-AFAF-0E15DECD96A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C39934-27A1-1B33-3BA4-B7549E7727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EBF3E-B583-A980-2C48-F131532E83B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F3182E-D7AE-A11F-DAFB-2468ABD4BD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D02D2A-0BE6-2DDD-2501-74B8859EB77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65185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EB5C-3B55-FA6E-F410-F9C5F30C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4E86B0-0DD3-D34D-CFE5-10C29A5ADA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126228-6350-85C6-76DB-CE571C757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76EA29-EEB5-FAC7-7CC6-9182833C4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F8D9CC-69F9-8E36-A296-164CF2D24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704904-CC43-80E3-858F-1F585DAAE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6137E-4595-1435-CB99-D6FF00FF5CF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4A677-EA53-589A-43EF-2243DDEFC2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AE187-28C2-639B-9214-8D08616DA2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76A05-0FAB-0DDA-AFB0-5763FD79747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7A31E-28DA-BAE9-481D-5DC5ACED9DA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5D198-D457-ED06-81D6-84EB2C6BFB3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6452D-45FB-2F12-9E97-8FDFE5915EC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F6941-BE53-9EAF-56DE-D7E426F6D5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EB74BA-71A7-EB7D-93E2-A8EF5A7C07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EA2D2C-D86A-247C-58C1-B259E4EE127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B7B157-8AEE-9B92-A012-A432CC4AC9A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CA2E57-31C4-196C-8B9A-B9A1A23639C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222C7-BAD5-AB83-2988-C382753AB7F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77BAE-124F-3A8D-C7A3-62B954A5A40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0C8039-7FCF-B54D-CD92-1E1F292AC44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59DA49-2D2B-0840-7750-1DE4D6357B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A02189-7FA0-C06A-374C-F84D3F18967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643197-E018-F4DA-3FA5-244EDF31F1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FC0892-8AD7-FCEC-FCB4-96D81D1CF06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9C8539-559D-C8BF-4839-5E90D27D5FE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B338F4-9C13-7D2A-3FEB-2FBAE4B8688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F879E-1D49-80F1-6017-AA1C2FA20F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DBFBD6-7A9C-C136-5D2E-AEE0DAB3FFB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EFF4F9-27B5-BAB2-DDDD-A480E647A5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55DD1C-920A-CFE7-A01D-E65720948F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28A124-4675-1105-FD84-541386B7108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4EB23E-4A90-7207-E26C-5273093D5F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AE60-B40A-DC8B-AE4F-FC2627FB85C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9651CB-3AD0-FCDB-649C-A05E7FB6949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E7E2D7-008B-0B82-A7DE-BFD0703BA0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C6A524-3533-E232-0563-4AAAE7D022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C0C4EA-8E8B-73BB-3E26-EB53FF52A6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5247B6-7A0A-A671-0345-ACAC880004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BD57F6-377E-0E39-9706-330B91D976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E9C1B8-EA86-4582-28D6-535A2B40F88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618CE4-F43F-1193-850B-06170597E6E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426930-E7BF-6288-4B77-E0F223949B9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295836-23E7-F239-9285-2D0BEC223B5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9D4AA-72EF-E667-95FB-6A205C8D8BA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037B8B-07DF-EF82-3269-4BEB1497D25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4EA853-E962-E870-EE35-1082A034FBF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DF76B1-66B7-42FA-B25F-9F638F54F7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D3632E-813A-DBAD-763E-0DAD76660C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B4757F-6AB8-AD0B-6C51-405FD779F1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373168-D3FA-EADD-1331-2FFB47146A8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33B166-0CAF-8619-4D54-5B4D251DC3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302EB-D9EB-A690-3584-92C230F7A70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6E118C-91A3-51D7-42F5-5BB1764B5F8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518897-40B2-172B-FDD8-A2F3A6D35D7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B370EC-0A71-14C5-9BBE-4FCF28AF5D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1D78D8-D134-DCFB-546E-4BBF287CA0E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CC9B2C-915F-8EAE-C1F1-8E27C6F5BC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A9B1B8-AAD9-C72B-BB3A-697C025C252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720A64-BF63-DBA2-EE44-99E2E1E1C92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82FB1C-3E59-FD3D-0701-DC3D2DFFC2C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24E3AB-B63B-6754-20F7-DD4DC08538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6E4D17-C677-792B-3457-92267A43A25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42A94D-208A-56FD-42C1-B2667B9648E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ED848D-2E1D-A9F5-7653-AE5957D509B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52DA27-116C-3172-8244-3720020DF3A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B283D2-EE74-2F5C-9268-5737143DDB9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F48C5A-94DD-5FB9-33C7-3C8931DC564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7D185B-8CD5-9377-4F14-5893478ACC0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EBE0E0-1BB2-B780-4C46-EA1C10E499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3B8A1D-22CA-C060-E0E3-383628E1322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9E2C68-DFEA-9437-E888-C411242360A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0F78A1-B395-315B-E03F-BBEF8456592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C1392A-6FF0-AC82-5EC8-91B0DA65436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BEDB1B-631E-1238-AA06-7BBA3E7482F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654B5-ED34-89C6-B05E-805DE58D326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3AC9FB-C808-3A01-8D51-A749D3B4B1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CD9FA-6CC9-BA2F-7112-E94FE4286D2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4B4E0A-842B-2787-FBDC-9B5E8E10EE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9BD5FE-C77E-2A9C-A3ED-C6851A6F180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EA1E55-8D49-ADDA-D5CD-6E8C4DF918B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267976-9CE0-1F4E-702B-F2ACBB8CFF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9A8020-D957-0AEE-19A5-DAB246B3759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911B04-F80C-878A-2556-DB087AC7C1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4FFD6E-FC55-372C-2618-EF138A257D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200565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C46D-1754-A005-74B2-DD86EEFB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18BB5-FB5D-5423-523C-26D42BC4F5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CB0E44-5217-23B4-CC8D-8EFC87873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1EB4A9-EA03-5929-108B-BD630903E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C09FFA-AEC6-A467-5003-E10425705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1CD205-7632-FF26-F7A5-10350D198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1B8100-2AF3-C2A6-B148-6D83C36A2A7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C89AC-74F6-BF4E-2111-E54A5F90C8E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70E72-8FB3-72BA-D061-8AFDB5DA2B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C20CA5-D8DF-3B9C-E6D7-092EEE71D9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0A9F0-CC95-BCCC-C5F3-3F862CF9169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D7F955-B600-279F-006C-98BAB5D578B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1D6EF1-0623-2A58-B754-724C12E92B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6F2DFC-DC5E-E3A9-051E-E202FECDBD5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B721F1-3EAD-34EA-5630-9D6ADF4543C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5E280-088D-71CD-F806-CC1591B425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46515-AA42-AA0C-98BB-50C8F657E6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33FFE9-FE9E-3061-3F2E-82EDF989A3C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0CA88-1455-BAB2-0235-46AEA177C68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7640F-810D-D686-112A-49C3DE006E8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15ABFE-1840-696D-BEE7-321727B393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9319D9-537A-F736-8311-48E5712447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C8DE8A-4F4D-9619-D664-973F584C505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6BAF-69C0-6E34-691D-F863D1D41AA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2DD9BB-C213-4020-F155-2609CDC29B7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F0D2DC-FA9E-DC2F-E58E-267BF5E567A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003A57-ADD4-CEA7-690E-1E72CEDAAA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0F35D8-515A-9D15-D716-F72C8333D06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71B147-9D2C-4FD0-3762-AFAE859CA83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DFBB71-EEE0-660C-49B4-3C521061BB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B7B3F-8A90-11A7-633D-1AE4C1D7B6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CE0696-6E54-BAF4-D92D-896D60DCAC0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934DB7-3EE2-3A44-89B9-1A584D2F83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6E5EF2-BE02-F373-A5C9-9D1B6E5CBD5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41F03F-482D-6EAE-9272-E1C5080C623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D8BCBC-A7CF-9041-6ED0-11A04F1FCBF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D3634D-1E0A-A422-4632-3F3414C7766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535B85-DDD6-404B-B2D7-9AC89A99B0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7F08DF-E874-057D-C8FE-D843EBF822B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2B99AC-18EE-24B3-F374-737FE3D199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8C71FE-6CDB-1BB4-FAD1-D0F35839D9A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E9B681-D3DC-943D-12F0-422C07F015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BC750E-B65F-8A3B-7188-C77F43E879D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972572-F0AE-3A53-3FA7-6B19E4ED09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371FD5-873F-BA6B-97B3-1CF0177F215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4FD9A2-1040-5F13-82D0-B7AF51972D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CEAE5A-0028-CE11-E9DB-D1155670C4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0ED5E5-0615-0795-B897-C3F6B2A15D6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D84149-5F9B-4766-8730-F855D96E35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AB85AC-EE2E-4C7A-F750-CB2D44FC93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B98A30-F9E1-B735-38BA-B93C66A3719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ED966-66AB-B8BF-0F6F-5EB56952463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43535-5B01-7A61-FA5C-26E01521B5F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1A2495-A018-D355-A851-C3D5A156C50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306E9F-204E-DED8-0446-DA5C59CF509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C90426-A645-9D21-F77C-E5EECA4BE63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022A10-6856-C226-9FF9-625D5B442B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01F042-6B2F-B091-D27F-F892516361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EC890B-C479-78A4-49C6-A4BB6446ABB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18272-0C73-B82F-AA83-6F060A44AE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A79D86-57C2-2EAE-2E08-D0BC1C4F36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E390F2-BCFE-F0EA-5F53-2FA33D7C6CF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90E5DB-2A64-9ECB-9329-D8C41D6E960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98E69E-5D54-BD3D-4498-4CA524ECA79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CF09B4-BE4C-8EAC-BAF1-39D7F11489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268F1F-0581-3BE1-DE34-64673FF57D6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3E8E01-73EA-1123-80FD-47A6FFA9F4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09FDAC-3C3E-6B58-A47E-34D1B36586B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228953-7802-DB04-1EC1-54EA5043411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498BF2-9D3B-E5BA-3078-E0B62E58CD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96325D-E068-B448-12D9-77C3F806B68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8685F4-3E5D-1CF9-D068-AE58EEDFD5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2D34EF-3CF0-DD32-EB0D-06DBCB4CED0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53D0CF-AC1A-B86A-5302-D7DF38BB800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37D61-5CC5-569D-1852-6D40ABEB936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C733D9-C27E-A306-846C-F0D86DED104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2E2F05-3FE0-7079-9FC2-2503E928BC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B689A9-FA8D-1F94-56A8-1D6D6850726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BBBB11-2F29-C9AA-15EE-0D8BC56EF99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9E7079-2626-D1F1-321F-32F6C72544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0C93CA-F278-13C5-F1BF-A84098F1A90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E20278-51D9-97FE-ED05-97300C27A7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20DBE14-FA7F-AE8E-AB78-CA8A9E41F81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87CDCA-35EA-3ADD-94A6-45690369B3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F5AF47-E8F0-B45A-DC23-358451AAE8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06201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02FE4-B537-EE77-9760-5BFEDA59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FAB989-E7AC-2FD0-4520-01BA2D3927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B121FE-7693-4697-2B67-19872796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B4E74F-F70B-0935-1FDC-49B4E641F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D575D5-17E6-3593-75DD-70B8C61E9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C6B37D-B114-CC85-974C-03403C5C3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1846E5-E512-95A0-81D6-9DB25026EC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B9182-DA2D-292E-600D-72AA2AD9CC9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E8215-0D50-EBAC-6C54-66502CB8943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6803C-066B-CF03-B201-B8C2B5EC06B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B9A8C-CC9B-D4F4-4B3A-FB5960B962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1C0FE-7921-3E09-6073-93B2663E8BE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1F68C0-8F07-73E4-8670-524783C4D4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B09525-3C20-1CE8-0954-73DC11C333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83CA99-C655-8DF1-48AD-FDD11CED8B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9F2EF-3228-3DE0-08A2-7C7DCBAAA7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2DE938-F9EC-4657-FCD0-5B594B43A95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318C0-2870-FB5E-467F-2ABF6F66D1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3FCCD2-B5C9-B742-F0C3-F31C62DB706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4A56F5-5CA9-DC34-1919-40E32101C6A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B8E815-D00B-1257-E4F7-5F65952189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8E0F04-9D39-46F6-03BA-87B710B6267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F93007-75A7-13EA-B266-F699A81FD42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03D4B-370E-EC52-591F-DDFB5E49563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F91C89-ED5F-09CD-B7A7-0B94A84093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9E5A2-C12E-015A-4146-022483F72FC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FF2B00-C705-491B-F5FD-701B4F9306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A390F0-A76F-E9C1-8686-59F22DE449C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A7C2E6-9B57-0289-3C57-79D12A6A5CD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A33F57-91D4-E84E-751E-3DC59DF8AC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9FD997-6F62-CAF1-CE9D-D3AF5915ED7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A7BECE-420E-66FE-E5D6-F74C0F8E7C3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9C3DE0-C939-596E-F80A-554C8788DFF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F795C7-6F8E-686B-313A-E21890AE4FA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74504C-BCA0-B775-8668-AD74C7A9C7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058759-0825-9F9D-890C-146B80C267B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360276-3DE6-4BAE-12F2-00A47D3309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7D4DE8-BBA0-08E6-8BC9-B15EB721E98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276C90-BFF6-1D17-4074-18113508D84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DEFCF6-4992-9325-D5AF-E5419A6C2D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843796-0092-D3D4-A968-10FE8691CE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BF5051-1201-6F78-34F2-CD747731C9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9F3C54-0D47-D036-788D-C222614EE6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DFA357-66B6-1F85-9072-204C33451D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339EE7-0549-EE44-8E9B-B5890C7A48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08E138-256D-9845-31F0-28A7C86094D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BC6E65-1249-C09F-D950-C82D26645E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447AF7-1203-A2C4-01BF-B83D6C88635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46F0FD-2548-86F0-2CBD-F322AFA6E3E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F4897F-A7F9-BC91-2A18-9BE92039AA3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083533-1325-EFB7-8975-3BF763567C4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664CAA-74F8-BB23-12A6-951130F1876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C976F5-C77B-FE2C-A262-DA4EE90DC41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C7985E-E3EA-F476-E5CF-3B4389E292C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45E20A-6D0B-2ACC-A07B-AA1F2BE04CF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71ACC1-1F38-0903-294E-2A8C3E315A6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535AF6-C777-C729-037D-900B82BE5C3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ABBFF-B251-9389-885A-30F7405EF85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C0D456-CC19-9652-7B74-94916748149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C219B-A339-ED4B-66A8-D94079D2C8D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9866BA-9BDD-02C7-B4D5-07B0198E56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81C380-8A2D-94BF-666D-341E8635E1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F78570-363F-8829-8EC7-5718642FB4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D89A06-00CC-0A60-1B88-C251AF0BDD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20DDD3-D2DC-4DB9-A568-6FE3FB5CBA6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A5BEB9-B812-9FA5-B3A0-8DA8D668B33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E89675-8D94-A8AC-B4B1-DD435296EB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4E87D7-35E2-84E1-D239-18A36882E1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532840-8347-F592-DCB7-E0ECF760AF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FFFD12-011E-17AE-F4C3-46ED1F83634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F3378E-4FAE-1160-27F4-AC26E33D7B0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A7E609-FE4D-64F3-4154-D33222E4DA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24C701-D66E-B85C-A0F6-6B4FFB82FD1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63AE4B-B35D-B5A8-1194-C9E2F6C38F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E097A-A90D-0C98-1990-8141CD1018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6B6916-EFCB-F1DF-50EE-525ECEF891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E4AB5B-3680-6093-8590-11E50908718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B8AC28-9536-0B0F-6B10-41869F9743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A50D97-1CFC-45F7-FFCF-BD32487F9B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038BCC-870E-CF55-44CC-7D0891EF586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D4FFF0-0657-966B-FD21-1E8E84BF05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AAA022-5916-69A9-A4E2-A1426DFB5BF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8FFEE47-C970-A188-74EF-1A31E4B2072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BE02FE-C351-DF05-9F79-A185AC4F58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467476-2993-0DB3-0CA7-1F526A8FF5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19704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F529-E818-D512-F0D1-D152C40C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FBCDBC-7228-4801-EC86-AFC5BDE4F9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13E16A-8E55-883B-D74B-D403EA12D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FCE6CA-C678-81EA-1959-1DA7ABB6A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A072BB-995F-10CE-3A45-5EC5F0D52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99E7E8-557F-C4A5-1B61-D5FCF0F2B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BE6F2F-7A22-FB72-3E1D-69203F027F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BF3E7-7000-C435-96E0-E08B4A8EBF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4286C-30A3-4E3D-C7F0-7A4C68873B5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0173A-7F67-3A3C-339A-830D5E0762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9D41A-869E-D2AE-2ADB-1B8690D0CAC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167C50-F720-2117-01CA-D30DC517892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FB30F9-6160-2D08-BDB4-B626867811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0A875C-9F7D-4A6C-73B3-1B4AD0583DD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D2043D-A391-2729-F355-C68EEDAC4D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061820-2306-DC9C-EBA6-1522D58AF5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79B62F-6B33-11F1-C414-8502435FEF4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8C746-DF19-2A72-B57A-274B63DA6F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F628B-357C-301D-D561-59A491B7696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C0A9C-408B-0E39-9EE8-E966E2B52F2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012D70-75C0-F02A-D19B-832E975563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A3020D-80F3-334B-290A-CA8088BAD43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3DF2E-65BA-C30A-FED8-00F34EBD102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AFAE4D-6300-FE14-7A3B-1F011FF3518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1584B9-5108-712C-3FF9-F8C7B3412F0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F98219-EB0A-5851-53E1-00BFDC14AD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0C99F0-55EE-5755-37C5-44195D61CC3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6798A1-D9E8-6478-A71D-F2ED9018F35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D413D7-47E2-835F-0A88-A48767B84E8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A102DC-83E3-CD08-55FC-3A8EAD93EC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3AC875-394C-E637-8AE6-EDEAA7CF2FB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25EADB-901C-57B4-548A-3183A3DBD0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543885-14E5-EDE0-5F7F-C9F50A8B61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B0B1BE-32EB-47EB-6B07-AEDD6DD76FB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696436-F5FB-6BF4-D5E0-CD20749763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F1B8AA-3337-C381-D827-69DC37C35A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E3A80F-4002-3A2D-12AE-CF2EFD77D49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6B0107-D279-51AA-3311-7CF1BB5A39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8E5AD3-4715-FA21-6A3E-CF73CA1448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ABFB88-C699-6AB0-A911-B3CBB4FF5BC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6F1D55-980B-42CF-8ED6-4EA2810D08C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1A2EC9-7190-2E22-679C-C2DAEA08073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64D0B1-F78B-EC06-F43F-5474B434A8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1D29C3-62DB-114E-CC46-AB73966BB6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9F2615-2396-8CBF-0289-F35A2F0E145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EAADA6-9998-4C7D-0FA3-B3C1913F176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C55287-8CA6-CEA9-8BCD-590FA01268A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21DCA2-01A9-E525-CBB5-8D790982F72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0FBA31-A84A-E250-A59F-269DD8034FE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0E822B-3BC1-2D76-2558-4E27E56BEE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ABD28-4567-6B9B-E244-BBAB38612A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F0C4C1-82CD-C997-BD85-0AACBD41BC7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7F2D4D-59E9-A0E7-9A08-F7D8342CC5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B37D9E-0A8C-D4D0-3CAD-F7BD9356351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C2BFA7-D208-12E6-CE0F-2DD6A0E723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5184D2-000D-A7EB-7490-A9B3F41994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BF0B55-E50E-F0BE-9524-801E935D444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F038F-FF95-93C6-5E20-AC6E29CA21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0212EC-ABC1-2DCE-A2D5-D5999DE910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A4D092-DC8A-AE5C-8720-95E1A5D62B1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7EA025-B2E6-72D0-7C39-BC098C0614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973AB2-F753-E9DE-CA64-6DC1240E09B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6083E9-0D4C-26E5-05A5-046022C805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5640A3-BAC4-DE92-859D-D67DD581D90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DD9301-873F-A4E4-F644-B8410A1B84F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819955-8594-AD57-BFBD-DBBC13A7457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066CEA-353B-B2FB-3CB5-4917EC1DC70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DDD5489-309C-40E6-13A2-61493200D9B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6FB6F4-2B96-5851-40A8-443587B4F0D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7607D3-5DE3-0108-3F5C-76738224C93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79DA3-B703-E870-B5CC-32B6A9DB53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3AF0BD-537D-E2E7-135E-AE5EE45577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274C5-2E98-76EB-E863-144BCCCF6E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DAECFE-348A-D748-0608-9602559AA29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426491-3676-57CE-DDC5-2A3CCE899E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B0E8AC-2816-E5A8-5E30-E5AEE6D831E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5887C1-6E4F-4F5D-6FA1-2E57D758BE2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90589D-8F8B-B5B4-7491-284AD9BE5AB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2EF0BD-8B56-7023-FA97-F51042DCD2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B753DD-C964-DF56-ACA8-1C20B735E9C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1B5D71-FB16-FC9F-41C1-913B01966B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439D1D-6E9D-D734-98EB-7C7E607E4B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26EED7-23E8-9D5F-8196-0B91C839B94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C5796-85CA-AEF9-DC8C-A624731D09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B7D567-1238-7AAC-F7DB-7E38408CA4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56173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5DE77-57DA-1D6A-8FD2-00CA6318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F4196-4C51-495F-878C-FD42D9BD2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CB7585-EFDE-9A7B-5B02-470ADD3A2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E8875F-7A08-7BFE-C734-F31100640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A39DE4-6C64-2F96-80DE-E6597D410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80C38F-7F65-1160-EBFC-0BAB99B21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D5BCBA-AB7B-D9AE-A883-3E63A457D1B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00AE0-6253-24BE-E264-195D6F8F95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652034-9109-3879-C3BC-93977A0186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0E77C-56FC-46EA-2AF0-D00FB2B43E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F4238-8029-9B1F-6199-00E0CBB01B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FE6EA-F208-C559-4FDA-07261D25429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1909C-D4A4-4AA8-291C-C3D6F2B0B5E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37B9C-2C57-5D13-A7A0-4C676127EB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FCB2E1-1CA0-3A70-CDCB-9DE36E17751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2F3257-8B44-80B2-92BA-B67E9FC4F9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38C4C4-890E-C5C2-BA68-67B5A16966B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960369-1FE0-D579-EF98-8C33C0910FE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7194D7-4C30-E76E-0915-4AC53BBD99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B71428-5DDF-5AAC-83C6-0861442E1AD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EBBFFA-68FB-5D4D-AEF0-577784004E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BDE7F8-D08E-AF82-7B32-049A118C41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B411B5-3217-CC82-5F60-07CC79DE31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3921A9-A47C-CDDE-C7B0-6A2F60AA17B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74E96A-D095-FFBB-DF82-B42DF1CCFA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C0F35-1684-D501-C882-FD76D1ECD88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E671B-0129-5935-958D-B7B45C9EAD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174007-251E-EE8A-5BE9-C5A092A3A1A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E8B1B5-1D90-31CD-8D82-5937D69C095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62D82A-5C02-7DAE-8AFC-F06EBA8F4AC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12276E-56BB-C34B-01F0-C393589FAC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39C171-75F1-02A8-F95B-382F1D16BF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71DC85-ED14-ABE3-B382-FE3EDB8337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F03493-2824-7A17-BF5E-992A9E9A8C4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6442D1-89E5-FCBA-8CA1-C35554A1A41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5AFE5F-239A-5BBD-0192-56B8BBC87DF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3EFB56-27AB-8468-AA96-615A4D4DA03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7E22DE-2860-0AD0-A789-CEB7634F11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74E86A-16C9-859E-4462-8F5C3D86C0B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CCC1C0-F1A7-D87E-0558-718CDA7F63D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FF1E1F-2366-C17F-8666-5306FC9B25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8773F7-463A-C1E6-7E7F-020A46D3F85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C3EB8A-593B-218F-E7ED-2C25E6510D0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539E95-9FE6-8CD6-463B-132AFAA67EE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1AD918-5D03-5789-54F2-F74CC80269F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2E9B49D-7A90-62F7-326A-7F52F851679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EF7F33-9CC1-66F4-46EE-C8D9BBFA256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165917-671F-773B-6CD3-07728833DB5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73FF7D-9796-0934-8F83-928F0580A69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4D6F57-A8AE-CE6C-57FF-2F0B6A51594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65732-0D7E-F5E4-DE89-33A3870ECFF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1A961E-26C4-1540-B5B8-07AAE465A94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D85939-7316-088B-6130-33B20910974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91A652-DF74-796B-F92E-F8CCA97832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2F854E-2D4A-98B7-E973-7632E9C723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EE0BBC-E28E-97F1-3CF7-7EF5734EB44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5747E-1654-C9D8-25B0-B7BA2A00C3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60881-B4A3-23CB-1E98-0D09800DB93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BAFE21-8058-4C38-CF25-7EAA0794CA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F78B2C-CB63-7511-015F-60A6F123B1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14A59A-A715-E5A3-E140-AA2A8948751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000C4-DD1C-8E36-220D-EF0D1CFAB39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D3068C-6B13-B79A-892F-23501773FCA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73A7D1-5F45-E089-88A4-D1DD08BA4D3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CEC402-C6F7-444C-62E4-D2008AB8B29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A04B9C-3037-0E8E-F4BA-5B24574E893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1F6F12-66DC-907B-D3E1-2E8618F90B1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DAD263-896B-3FC5-8529-9C8CE08C7CC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7E754-94BE-0FB5-97DE-E259F050C12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BF19A-7CE8-503E-6B33-7C3F0DE2CB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8D6FE2-9616-5282-72D1-ECB0D98F0E4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96014E-0D46-6DF8-A683-0720FD5BEB8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412221-0F24-3412-BD73-2C68F55A0E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9F04B8-8A83-C073-0FD9-2572793C7D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C42135-B5B7-07DE-FC96-39AE7E62583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FEB912-39C8-E4BB-E49C-6719C13DF43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180220-95ED-B8B2-79E2-CDB033284D9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87D9C8-A0FA-3A2F-6F51-FE8319CADC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C6635E-2DC7-FDE7-A69E-A9FC50265B8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38210-E0BC-9A16-1B5B-D58E1B1239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BDB209-9E51-00F2-3040-49CC7A8C27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EA5D6B-B2A3-AA62-2E18-F366ED80A8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423AE9-A7E1-3258-1D95-E1EA49DA84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6821F7-8A0B-0966-1077-E5393AEF789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508529-2039-A81A-F218-621136683A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4175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51F3-6EB5-CCD9-F31D-B48A94D6B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49AD8A-731E-45CF-6A9D-84E762F4B1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87817C-6B43-641E-6B53-B0C81E21C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724F2A-4E4B-7FB7-9B05-8F08EB74F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6576F8-CFA4-BEF7-D8E2-C2A2F6F7E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33E25A-E99C-3011-A42B-EC0644DBA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34546-3918-E23A-D8DB-430CAEBBFE4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FACE5-CE3B-57C0-60D1-265FA7AA9E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88B45-D7CD-78EC-8F62-FE438CF493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10C47-4D14-48C0-B5E7-27E263B020F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09B9D-10E5-9B90-E7E1-C5D6AC30B1D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D8636-0281-221C-5C1A-8211B095B3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B3E73-E6E0-2856-E262-31872FE6E1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75FCD-9B6E-5DB1-79B5-42CFAA0E09A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E40162-A490-DD96-16C9-E6E3879A64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46002-7F1D-DADB-1E89-BDDA52E8AC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1819A0-0178-6975-76FF-0C3D619AAF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E7495-8D87-BA95-31AA-F60A7B27744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27DFE-85B5-6562-FCB6-911409FC787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89D3AC-4CDE-A4A1-7038-2FD5D23275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860B52-6706-7BDE-9F3A-5F8541E3445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8D42A9-3E47-5C7E-4F1A-D509817F3A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1C2682-D4BB-06CE-FAF7-FFC7D1FE72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3FF30E-2B77-B51A-4284-19123FA124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6CF010-04B7-77E4-570C-A1105722E9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B225A-96FD-5900-B7F6-00E96A3623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6CD7FE-AA7D-7E3E-D07E-4836E0669D1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E1E0FA-D219-A605-F8A7-EFEB0095D4C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E723DB-3614-0C5B-CDF7-D51E812382D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3EEF47-9718-EF60-1284-98C21A8E0BF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9B66C4-906B-DE49-6DC5-D73D6FF5B0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369F3B-9898-890A-D04A-A0E3049B561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3A55FE-851E-642E-2617-9E37D8B8603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C9D7F2-8102-4C8C-B34F-A8011C3A261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B7ADFD-F175-D495-77AC-0843F945A7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BA87A-55F5-9329-2319-F6F4874E558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C43CC1-1620-BD96-8326-C7931CE42A6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C1C3F2-636C-FA98-D20B-9190CB2A971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A4DD5B-484B-825C-0135-408879C71B0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4BDF60-98CB-E729-E02E-E9B2D564F49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FE5D65-A0AA-5140-8F06-72F08EBC0B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CB09D8-1F60-5160-815B-689F11E712A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BC61C9-0F32-72A1-81A1-DA3AEA3249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49A7F8-8D1C-BEA3-121C-AAF54D69DA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AAC70C-352D-90CA-4833-7C4386DCB40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77D2B-43A2-3FE9-4B16-2AF9A9AD8AF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B43F3-F132-3DDA-78AD-91D4694DA89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ED1C7C-27B8-88F6-E1E6-706D2006662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485710-07B2-1ABF-25E2-0352BA588E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07DCFF-A9D3-D5E2-13AE-A333EAF25C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F6B0CA-A36A-9D35-48E5-1ACF0B6CA57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B3BF3E-EF19-B839-7238-C9205EE8DE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22D2AC-E501-B6B6-552E-390B85B59C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2639CA-4346-AA4E-EF70-CA4D40A5B9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C7D4E8-DAAE-299B-2042-ABC972442B9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188512-BC49-6126-DE9A-B2E66D45AE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3019FC-E5CC-0C1D-BBC8-FE9C18922E5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667E44-4094-91A7-772E-0CD92548173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6C7B94-8B5F-DE3C-33A4-F23A72006A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D3633D-3B8A-590B-6E51-BCB52F2C362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270DD8-ABDA-B61A-5E17-4A9680CFB30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7EAFC5-C157-780E-9848-EA5B69D947E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D30D6B-65C0-3CF4-84EC-E37D83B64C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F88DE-0BFF-4BED-5FAD-36860791DE8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574B63-CFB5-C35D-E7D0-362FEBB660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1EFEE-479F-BD8D-9ABC-3FB628535B2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33E87-D54C-5BC2-5F7D-E9FA2B9863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F8AF6F-125C-982A-D20A-6E4C7BE365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568DA0-CEA2-D60E-9396-60E3CB6A39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63CF1C-B72B-9F8B-6005-655A793D1DF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01CAE7-0A18-5523-C49F-EE723EBA9A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3D2D58-51F4-D262-44FD-F4222ABEE2C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ED85E9-B840-96BA-F2B0-2DE2ABAB30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7E5E8-0F53-D6C0-12F2-3F5B0779786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BA1A88-C545-C400-CA41-62A37DA5DA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B98906-D273-2776-747A-95F5E2193C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A8513B-168A-74AF-1732-A1BE9D089C0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2CDBF9-9710-02E3-5F58-0815A8CE26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A80BC3-8E36-80F9-1234-EBE162276E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3117F4-49F9-9B98-87C6-C87612F20FE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2CA6D5-5F2A-1DCA-F53B-88A2E18E28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8664CD-F23E-71FE-E595-6962B29745C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72603D6-BA12-50B9-D63C-429F251A85F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539B2D-7D44-6061-8561-D2495BA75A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79089C-86A0-7173-9826-375051D312C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425554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6B49D-535C-7BDA-4185-DFE05123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4CE84-7F9C-6620-3848-65AED2CE7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C8C30F-5CA7-1BFE-8635-21AC3107B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3430F2-CA19-A0A6-62D1-ABC07120E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DA5265-81CB-0D57-AAF6-3CC1172EB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EF2D74-279C-B60E-1B60-7B2DD7833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09E049-C5A1-BE41-628D-F638C848C1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3C52A-D047-6527-A739-B525B8E5FFC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6B276-5BB5-1BEA-5054-F19020A6A4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C728E6-0890-B32F-9CF6-858B7D036EE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B1E84-5176-C33A-9F85-6AFEE0A50D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CF04BE-2317-77D9-1CD1-0EDE895B40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3C981-6D58-407C-F604-230AE0C249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2A598B-0AD2-C287-9F2C-358CA32C7F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32880-2D11-DD87-00A2-42A60EBEA9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85196B-77C6-BF5B-8619-F3C23B782AA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706A32-00A0-FA9B-E21C-A374BC03F0B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CABB64-7BB5-C3F2-202A-630814BD865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33CE3B-C328-0CAE-D436-5005711AAE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86BEF-77C7-F94A-352A-890E6F379D9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2DDE7E-EADE-79B5-1DE8-3AD7400100D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DB78A-1FBF-1DE5-9513-A39F98AD57D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730981-D22F-315E-07CD-271BD85355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B1F5D0-8873-77AE-59E0-1F5CC6EC7E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CAE22F-9D85-0D2B-CF04-5EADF71DE5D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0A7599-6F72-1EE1-EC8E-A124E95989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580697-0191-92A6-7CE6-46BE2C442F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4B240F-AEEF-D758-2737-A147A692B88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CEFD01-66AD-947E-081F-72866CF8B1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2B30C7-344E-6446-F58E-E2D0D851AF3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BA9A0C-B56C-44D5-2C1A-A92036FC9D0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E95010-BCF8-B7FD-48A0-EF2971E39F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BC1295-90D6-9107-F29E-747EBE7E36F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536491-63F9-66AD-C578-6E67E3FB0F4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04CD34-FC0E-CC41-792B-D396E110F38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C5D71C-AFB5-62CD-349A-04C98171F10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E9A48F-D8F5-CA02-C730-1A0269C6DF5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4FFA58-65EE-DE38-6C3E-0CB46EAF06C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EA4299-33B1-E8B9-BD07-53C9AB40458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F6D9C7-C575-3AE7-B5FE-FFCBE1071EE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260ACC-CCA0-419D-3504-21C4798EA7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6C4A14-535A-F8DE-3DD2-D97CCE0232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9CDC79-D993-E7BE-601C-E59DC44B1B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F84615-8FD1-7CFA-FCDC-41B0C2D3767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CC6D0-0568-3D49-85E5-8218624F14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AB25D3-E545-804C-B01D-24A2CCC8CF5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0CC1A8-A17A-B673-7FCD-45E0E5EC0A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CE6E66-1E13-C2AA-504C-E9A9B057197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D7D17A-3B3A-80BB-FCE5-08E0478CCD8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5175FC-3F33-ABFF-EA81-2BEE97061E2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5A2AF1-A816-8629-4350-F1EC2672B74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A75DA3-626D-12B8-D8DF-962D4263AC2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DF4AA7-104F-EFBA-1965-CEAB1C13A4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23477D-6B00-5519-E23F-5665085B88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673C92-FB8C-3B04-BD58-1798CD221B9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852A80-708E-F4A7-4A7A-6E4FA03C4D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9FDEF-37FB-E580-D987-9F1643B88E9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25C3D7-7F17-E961-0703-97FD481BC24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576217-F7DB-52E7-EE2D-750CE9A5CE4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AFEB3E-E049-9E65-8EEF-786BBBE3134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56E85-9BF0-AC91-C78B-C322B35F14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09FD2D-5647-AB0E-B9B0-75E7E2C8A09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1A163F-67AC-6B50-FB37-E4A01826E2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2AE858-1035-C41F-2229-739FC0ECE6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D76EE8-CD24-8FC0-AB70-9D8CA6A0FBF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EA62EF-79DD-CE74-EB5F-A5D1B275C7D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8D1F9-1341-E12E-EBC7-8FA3794B68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39330A-05A9-C286-7DC4-B4560A1FCC3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30F9EF-41AF-76B0-CEBC-878D1A378D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BDB7FD-C451-C0A8-CB04-6F9AE43FB90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33140F-5496-2C19-FAD4-7530E91C39B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D9876F-9AA3-1367-B806-A4247AE3BFA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9CCCA5-5E32-F8F7-700D-FFD4972688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3186C9-BEA6-82C9-00DA-CF74FC051A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212DC49-B895-B368-5DF0-B3B3A79789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03061A-C8BD-C559-B2BF-8488CEA25E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13E1BE0-A62E-0945-1690-4B8211A49A0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EC1892A-1093-32D4-AA54-1C286B0F464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31B632-46E2-3A10-5058-9EA2DA3596E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690B77-269C-A5AA-B9A9-AEED7A5BFB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72185C-032D-6D26-453F-E7EDAE462F7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5C114D1-C1D0-4FED-5FE9-66B521C5A57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5C4AB1-E20C-CEA8-23C0-5EECBC5485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DE4589-4891-ACB0-CED3-6C67DEFEC78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4395A6D-B005-2A90-CBEA-BD77C15A94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28817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51F-DC6A-F03F-009C-A891A3B5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0B27CA-0479-9F3C-D293-1CDB357726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551125-C68C-49C9-0BE6-1FB89F45D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7D6D25-4D38-6F43-A53E-C6724AB0C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CC2FE3-B0AB-45E4-F61F-1BD71E005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7648CE-027B-DA98-8B6F-548753AE7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7FC680-B1BD-6D62-B220-24AE32A846B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7A323-FA51-D97C-46AD-17A5463F9F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75327-5C01-6E1D-728B-003A584FA2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0CDDA-F00E-B2C8-E1BC-370C6BA3EE0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D31C8-3056-A1AC-18B6-F9562FD60E5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77741-5BEC-5EC4-DD65-E65C0B1D69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7ABAAF-BC73-00B1-780F-F97AF522B0F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C090F9-3C8D-11BC-69F5-B01D9721BD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19611-7D36-AFB5-7B08-303F26A73F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35C2D1-54E8-BA53-7575-962875EA041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C1EB4-25E3-2F07-AE14-05BF6EC3FF0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56C745-3FF0-1777-696D-04B638037E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52599C-BA75-E1F1-4C69-2674EBAB43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44D8DF-1CC8-3E99-4BB4-14F15B88C60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A9EDF7-5409-5F9E-E765-63AA2443E71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451CC9-8681-26E5-A40B-97F465D73E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8544BD-5438-2A8A-4AAD-C3F563D0E4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8F3A5-2380-9700-B6B2-B8A5DF6A7D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64C51C-8D85-3E32-D6D8-7580FB63C76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FF71F-4031-1833-20A4-0FF558F41D8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C852B9-0956-4E6C-F0AD-AF4EC138D8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8C8710-3AF7-C2C9-D3E2-C25A55ABB66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90F21B-583A-2C93-81B7-98F68B22DB8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1F6584-EE69-EA8F-AD74-C5898AF90A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223F22-13EA-C537-A34D-2E658C7BC3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FE9AC9-F3C6-7B4A-D0EC-6877D78BFB4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0AE6E5-F11A-5AD4-799B-E2D791AB7A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E40166-9A6D-9B8D-61F3-3930939414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E20658-9D17-24E5-EB55-EF36BE979E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EB0EDC-AA47-1F5C-56CB-12F5FFB20C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66B502-1DAE-B488-5BB6-8EEF105F2EA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9DE9D7-CCB3-861A-1F37-8A36524E1D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C0D8AC-5C95-D6AE-E861-B632A770209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2404AF-1F7A-753C-350A-98077C19059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B45545-4D0B-73FB-D026-2F49E370651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96F3B1-ABD2-64EE-DB2A-A9503291304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156CDF-4950-9A11-C1CB-8459A02376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155DA8-C2B2-CE8E-F938-756DC461D7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85648B-9C88-054E-BD87-FBFC829339D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9EC0A7-7977-4739-437C-0330042E8C5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246C90-70C9-A312-DCD0-768695F33A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84E60A-D980-EA2B-F4EA-4431CBA982A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77C7DB-26F2-0DD5-420A-648723D99B2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253D27-0D40-0620-1E8D-7881C3C311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01AB2E-7A30-458B-DCDB-72C849E661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81E83-8FA7-B48C-4A69-7600B5F68CE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ED8B99-0B76-1BA6-C31C-C97339EA7B2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C20240-308B-A731-B7AA-973FF0CCE67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286447-9A68-E41A-3BCF-CB0917B51F7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C2214B-99C4-D9DB-21B8-831A8446F3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A747D4-92D2-438C-44F1-F4E61FFD92C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950D53B-899B-90EC-2FD9-907E098844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C4E4CB-6C82-440A-A5D9-BF820A8357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AE7D0D-7597-7957-BB84-EF2DF18A32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098957-55D4-9C97-0A83-5C968B1881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439FC-73C4-6A9A-C080-AA042FD2A4C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7440D-B918-4947-2A8E-0D479BC505B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1FC0DE-B52F-2A91-5709-ACB262E99F9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904B8F-C25E-9653-3FD0-FC68CC4215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F4C3D9-0578-2F39-B45C-FD216E861F5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39ABB1-5D68-0FF2-527B-88EBD3193D8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0023B9-F6C1-E5FC-5EFB-3D62E5C71B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FCA7DF5-E312-3CFD-EF0E-2EBC3860F57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9F41D-5933-C314-41A6-86E4420499E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C4A6B9-D0FB-CE22-4680-BCA15FA8EAD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62066F-E476-0A79-4CAD-00D5A2809D9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7C1718-42DD-70D0-D0D7-2F98F257822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B1C27F-35C5-D137-5708-2F025FEA7E8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147E0B-4FB4-E9C9-6CBF-C472DD55EEC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4EB84D-2345-3EFC-3D9E-7C481267569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F93CDE-50FC-69D2-F0D5-DF7AA459122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F1D546-1641-13D9-D795-91FD1242E6D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D097A16-5B70-42E6-7ACE-EBE663DF7C4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715CF7D-B479-24A5-ED02-0A9B1478A7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97B8360-7FF7-1494-E575-2A1C0048B7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2D3092-C6A7-51D0-4278-56AF98373B0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ACEAB2-B1E7-E028-BC55-97E43CD1545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3C11B09-9237-7211-1ECC-BF574E5EBF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F092CDA-1CF0-E0C8-DFFC-0DF44B8A29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139217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EF42-166A-C237-D7C1-6A9F86FF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A47018-4C86-BEDE-58A4-B6025BFB4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6FD7CE-F110-10AD-DF3A-C8738686B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4B901C-B4A9-58EE-B9B8-F2B437988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7BFC2D-0E54-97E1-84BB-B962BD8FE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3F33A1-864D-3FA5-E531-AFA6A79C1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859245-8780-4B2A-C421-B75A0EED9F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5A8BD-9592-0004-1ED3-EDCB03A1B0F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3B78D-917A-622F-4F90-9F3E6F80B1E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7B51B5-C8CA-4FE7-E889-A28ACB5B24E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756241-5AC4-87CB-2E23-DAB247F6ACF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C2ED6-1871-C268-D2FF-C4A3FC989D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DE7ED6-23D1-92A2-57C2-070F551FD8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640B98-8197-5BE4-D2E0-0D1A05C755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E36C7A-EA17-72D8-D326-66381D1E6D8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383765-9F83-552D-6A76-8C7CEDBF7A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7F176C-81A8-1C98-3E33-D9217A2749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E8065D-CC0F-0762-EBB1-10E968FD8F5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CE7C3E-B08B-4796-11F7-17B625C154C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9A5E7B-C015-65B7-A915-5EB3641294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F3B1C7-D2A6-8FF2-C44B-0430EF61C21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7D1A2-D7B3-E16E-0D04-C909EF0BD22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CBDBE6-3C12-7880-F28A-C969C626FA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7AD597-227C-F1AA-ABAE-6468F7A01B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D2CCB3-D1FE-C708-CFDD-2717F8DA329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D23000-8D05-06D6-59FC-DB4B8A66B4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E57AA3-2C29-31ED-6A31-1263DDC5B9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7FA180-288B-5A30-0EDA-C64A2344477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ABCA29-A94F-99DA-5866-E9B060C4E7E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82C68B-908A-6049-5273-3EC8FBAA54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9C73AA-C935-8D3C-17E8-D43B40B8979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B27639-7619-08B2-0555-14CB97E6C25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8E755-0AF6-CBDA-46C2-ABAAC393C6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6B27B9-39DE-A7AB-81FD-B43DC93115E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C9CAE2-8A71-3F7B-A79E-34A8280831B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FD542F-A7AC-FD0C-A3FC-A95EF7FD6C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1ED293-F3CD-9A2D-FC03-5A2A78ACEF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CA92C4-0D7F-1C83-D439-251CA8A665F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15EDD6-42D8-3B42-59C0-F8FB9B2353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4C51F6-7440-DBA6-9326-1ABBFF99C33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1F4628-0972-69FB-503C-DB2EF1E525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696C8F-9EA0-D40C-FD11-ED7FCA917A6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76185C-8988-40FD-E5ED-724568D61F7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D95D8E-D777-E102-4551-173BBC9C74A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F6B9DD-A36F-601F-F80F-974CF33FA1D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BD4174-E8CC-8BBE-01A3-06E40D72F63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543C13-C9BE-8149-173F-B402CD6A346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F204-C987-D0CE-21D8-EBFFD79BA68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61429C-FFB1-CCA6-1D50-722B65887D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335D29-F377-FE87-47CA-C4F2AB8578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157718-B48A-9A4C-3F25-338EDCC5BD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C866F2-A36B-CC23-FAF5-3ABD59A25E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168F5D4-DCF2-DE5A-7846-EC4D356A55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8185F1-EC47-E5A8-848E-02DF1736DA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B36567-1CF6-20B7-8AFA-242E6DF30BC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6ADBDE-FB10-AE0E-7059-EE260F1B10C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B3AC6D-9366-FF71-9994-8E719FA5AC4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88728-CBE9-57DE-0AD6-651215C35B9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236BDF-8A2F-9E71-F6E2-863F8263EB9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F7C3C5-9CD3-11DD-1E15-ED89143707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DCC8D5-0822-243F-9948-290BFFD2A5E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D64F99-F213-5AE9-BD39-65CF100738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B2814B-9175-F1B7-45C5-1AD194F178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1C8880-49FD-1B70-78F2-E67C22BA0C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B32DA17-0AC1-47AC-3B62-728740EDF9C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1A9736-9AD3-E4D9-42C7-9A6EEFA540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B11CCF-DD06-E1E4-D02F-7EBBCFCBAE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48D81E-6D94-9D63-D359-D72647EBAF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4C4B68-039D-6757-123D-FEC7F8B1E1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64F461-A533-49AF-B232-19F16F0016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692E51-79FD-6C03-FD7F-0961787470D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A2628DD-7283-0920-FA0D-C888A66AC0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60F296-F366-6357-26BB-CBE0ADACBCB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1AF16A-7BD5-FBB7-A268-5FEABE2D82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85454-ECE6-8B7F-86A9-15B6A1BDCA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28DC5-E8DE-B396-0AEF-6954BAE5A6A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26A3C1-A7F9-0CD3-4524-D49286C85EF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E3F401-7E13-C163-2D8F-72DD66666DC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E21A6E-75A2-1F64-3016-67D9FE42C7D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59A03-2A50-DFB4-AF79-D813B304A79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986D56-2583-71B1-E1AB-D59029213B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1454428-ABBC-4777-2C69-A7640A8198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9EDA92-A51F-F937-3A9F-3F3E7BB263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38DB10-33C4-4F6C-FCAE-0B2E3D13437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F1BF3BF-1570-04BB-60CD-D7F9EFA8E2F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33722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299E-5406-0967-AB76-35392FFD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BE9868-28D1-C318-3AFF-3ED20637E1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965FB0-BB93-9151-EC93-AD657CBDB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BCC242-F761-B233-6E82-92581490B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C541D0-1151-028B-ECC6-8E2F31C9B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8B267A-D156-9449-3ACF-6CEB50A50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EBB398-62A2-C5CC-859C-F3C65A0BAA6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BF08F-B0CD-7F5C-28BE-83FD1AD149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7AC80-44BD-940B-5C63-F2C341114F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AEC95F-01AA-4948-6FDC-92BB17451C2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27CBB0-3DB7-8798-01BD-348A082CDD6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BA470C-A474-0C1C-5955-0D74B89DF22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F5F34D-BF82-4FC2-6D4D-7FA282C2530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90CD9-EFF8-556E-C09A-1FB24830B4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199482-C702-09F9-C169-05A59AFAE54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F450FF-605B-A2E6-6B8C-30B9DF569D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42C9F5-6502-90A1-F395-0F80D7068B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6A2476-0701-B14D-14FE-A21ABA8944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B1E861-8E75-454C-7891-0AAE93659D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F0ABF9-4B06-C587-A550-C94EFAF10FB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A12606-0C0B-915E-B751-3A96D783404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716DA2-B8FF-F1D7-EA78-528FC684A6D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1429BC-50BA-8FFE-DA98-0BE58693B85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E3DB0C-D584-E76B-4AE4-4ED24136F3C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F6FC3F-6CEC-4AF4-E372-E8A57087548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AE6D8C-5631-4F8D-201B-2E75D59A68D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E55154-0299-AA66-E4D3-C24E520A9C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D569D8-5B3A-AFC9-77C4-CCE48CA2AB5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480C6D-7AF4-34E7-8478-FC12D81F444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F28C0F-226C-03CC-D8FF-7254F3211F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098550-0AA1-DFB2-449D-F526DAC01AF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0EEF4A-2578-0A88-BB89-01F0D40206C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F4A86A-6498-58BD-DE80-BE429EB85C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FCD566-58E9-05CE-5FF0-D6546BA692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FC75FB-F606-FDAF-C836-77C2995FA61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28F602-6579-45B5-523C-8DEE340AFD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0C0A98-E0C4-71D4-F1D1-DEB3DDF152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0E15E3-D2F8-6D8D-6C28-F6D64477B35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3CD7DD-9718-2B03-4CEB-2CAE0AA45D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753A4F-4CCB-7945-23CC-7D4E4006286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4B8DCC-0D16-3E30-0AF4-C607529E70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E1FCF8-D965-4252-C83F-0CBB4CC443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C7BF1-08D8-617D-17F0-494DEBB4395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29BF34-7D89-7989-4BCF-B9B76222D16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372E8-0281-9F51-A45E-6BDE1A48E8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063A4-011F-DBAF-1100-1E6024C61E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A49A09-316B-499F-5D58-019360B43B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90987D-3074-88E1-BAFA-99AE992229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DBF71B-1D7C-DF79-DDAA-853247A17F2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E97BE5-2657-27E8-1317-9F2C2018D63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158FFD-09F0-8C55-6654-0690EDEE5D8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132871-CD9D-0570-9012-C221CF83E3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C9EDF-2DC8-1BCA-365A-604E1E9347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B7CB3F-EFC7-9606-EFCF-66F983673FC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AF0514-AFAC-E16D-79B5-6E6249B050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D74237-63A5-E54B-5789-302BE50B29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BCDFA2-C230-04BE-24F3-970C981F4F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C5DD084-70F6-153F-9203-64CBA10048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1C6C16-ABEB-C87C-FE72-D61518B7492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5DC75FE-8408-A372-F1ED-975B09B107D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88EC55-BD73-CA2E-8EAD-46B7DBE613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7BB82F-AF43-ACDE-E174-06200665E0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7228B6-10FA-8F31-961A-7E9B9A1A1F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764F59-C229-0BC7-A25C-E891F48778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039FF5-1FA3-BF2E-7A2A-4BD163C6CF1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AFB536-84BB-A337-D351-AF3D6A1E59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13B5EE0-DFCF-C7A1-DFB1-CB9D172BED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EAEAF54-AC13-3702-5321-4829710B5C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B712C5-AE5D-F91C-4A7D-EE36EDC7095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3B5B3E-40EF-F514-5DFA-0486C7C795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32297F-D1CB-A368-F8EE-F946AD0FD96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DD9AC3-D0B6-529E-EE0A-68D56B6AF57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A144F7-458B-FC75-BF51-20D1D8F5CF6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0DA59A-7712-6157-3916-F2A9C0C73BB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48E448-2F0E-95DC-E796-7B93345D205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5B24C8-23DA-D6B1-8DE5-B36EE8F3AC5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F1478F-74DF-CEA9-3BEA-7D0D5ED0F2F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EDC0FA-F08F-7731-532A-44CE26BA66B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7EA3D1-3BA4-7102-B9D1-25CD2CAF35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B4D863A-D5F6-CBD6-52F7-DD922CBFB39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446D4EA-8D72-5ECE-ADCB-4B73DABAC6C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9D3123E-61EA-0A8E-FE60-4780D729128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B2675B7-F590-2384-4BA5-7F377C1A7C9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DFE896-F917-34C5-4AA8-B4C095D962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1A36D9C-AAB3-CC55-78BA-EEBC39E221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4437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FD02-E445-19E6-8E34-9A928211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075FF6-9CC6-A202-4156-533CACA002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A9E520-C439-BB5A-BA38-061EFF6BE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3ED0A0-1FAC-2D4E-240C-29E3FE8CB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7EE643-7906-BE30-231C-1F9C02508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BDF3D8-E8A1-63FE-F1C4-B97936A5D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5A775-A676-FCF1-F3E8-6CA9B6B93F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699D8-294F-801D-B4B8-C6E572C251B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36242-296A-6495-EE76-62DA0056D5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C6BA08-C85D-1221-131B-45685A39A4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30CEAA-1B41-55A0-38B3-C4D1A0C8DE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6E933D-E0E4-D005-7382-BB48E428CB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76CDBA-E955-208C-A9EC-A2935D7EF0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E8C8A1-64FF-1135-F147-D44F7B0499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E991B3-662B-96F0-2819-EEE0F2FD3A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5F394D-8E8D-DE63-2561-02B9ACBD7A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CE6496-BD26-51CC-39C7-15336369E20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0ABB06-575E-18B7-B3CA-7240BBA655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140617-CF84-401F-61DA-85DC0BE9CC1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B77EE0-B62C-3CEB-E253-2DFCE1033BE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9844EB-8B50-3F49-919D-24269B3EB7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C48851-DB48-6736-7DAD-222E47CAF8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879940-B1D4-3328-9D5C-7DE3BB7C854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70C338-9748-49C6-2EA9-97A6FA4EED9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463958-2FC9-150E-B36A-D9D7AEA287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F5C39-50AE-B682-E553-7254BA436E6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C2912C-CBCB-CF3A-05BF-3957348531A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B042FA-D287-F073-6369-0B9DDFCEC9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818EFC-0CCB-04D7-ED7E-39CD549FE21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63A7BC-5F74-75D4-E9D3-63B12F5B91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D9D7B4-CC41-9F2B-BC60-44E1D6B6B6E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48BC27-6F43-4EB4-3840-F7B33276EA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25753D-FFDC-C37D-6B94-D8B2C05A572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886162-358A-11BB-4E6E-5CB084B1A71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7A1216-CEAA-85B7-428E-B11EBC24E6F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59ADFF-DF19-E71E-596E-ADDD43AAD9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D25103-D434-A10E-6519-419836A492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B18125-D356-AC6F-FC40-0F4DC5B389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9993F-1A16-6710-0F41-490A4C0495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A15AFC-4FB0-E2C5-4213-84DD37F9625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B0A4D6-BE8B-096D-CF6A-CCB79B4666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1D90B3-BCF6-7572-2DB4-B39501D05F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73269B-B2FF-CC67-FD35-C2A641D6BC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CAFD40-E666-043C-A44A-5F65A10D272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07EC4E-22FF-40A9-1C1C-4909D748623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064187-009B-D95F-AC83-87B6A43031D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E930C9-C81F-81FB-B23D-7C6FA38B7DE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B318F3-B303-AFE2-1B3A-3F336D5C768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1F13F-9A95-5DE3-9087-F5194C7D21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254734-DA49-BF3F-3A30-35CBB6902F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722FA8-7D1B-5AD8-9F2A-21F3E5F0BF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606C92-A824-BF02-C5AA-D09EB0FDA10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3D6FCE-E3E2-5BD2-4B95-3397C2DBCF9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F8AC1C-20CA-C4AA-B29E-0FF5B8917D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7300F6-369D-BF6A-FFDA-F20D72523B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F9B432-AF7F-F554-E5DB-DDF3D3A5AD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F283B9-B3BB-AAC9-455B-D028247979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2F5F4B-CA13-E53B-6BCE-7A449A6B26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5DD4A-5111-4FDE-D899-2DCA54352E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ED86ED-906C-9B3D-200C-A0CB309A68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8D8BD9-3537-DEBF-08CA-9A0BFC6B34D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B1CD31B-7BC5-E4FD-7189-3A46449E1E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61EC91-48FA-BF90-112F-A3445D4CB6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00E7C6F-D4A3-6DE0-0EB3-C59B3A8174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5B7073-E575-83AE-9FA4-CC7DE717FC2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F7C27-3099-BCBB-8CDB-488ED902AB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19E793-764E-4BD0-2C99-C4F7A63F453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9F39D-BF99-B567-6642-C5C0673A0B5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B94DD-E4EF-A41B-5D76-2A986BEAB92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B68517-3693-72A9-C5D9-771841B9AE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1AB758-B303-5724-2318-86C21B00B6D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99C779-592E-BDAD-88A1-A8E7F74C7F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F18B0C-0D4A-E892-CDD0-2E953B480B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30BBA0-2347-F502-5A3E-013EF9E073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4EA7DE-AE94-C5B7-C99B-90F3A0BFCD3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7EFD0D-2B7E-E413-7C3F-8A28878E12B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56F69BF-07C7-C5F7-B1DE-B32F7FC77A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9791052-9BED-B706-7AC7-3834DD9114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9EEB059-2919-4065-4CC5-57EBF3075B6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5823F62-D7EA-09DB-5DA8-E46F93906B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8C8ABC-F950-5F8D-2EB0-79217B3F4E5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39E7BF1-D2A5-8610-926A-88CCA1F854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17C1AEF-0890-5520-AAD8-43A16E5AA60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1197010-24EF-2E16-7A21-3BEF42FC020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7DCC944-CCBE-671B-FD28-4B08B007D81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48659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00AD-56D1-26A8-CE9F-239155BF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23C9D6-32E1-AFC2-4F34-EE26B20091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7B7ACA-D109-4829-8647-B9D8098CE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815661-BFF4-5486-A73B-7E8AC6754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8D8FD6-0F95-10C2-DB2B-08D5E40A2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EAE93B-2372-1632-9796-67FC31BF9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2967D1-ECFA-B4F3-275F-15223252FB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F826E-EB76-9E85-E06B-49571E1DC5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AA8E2-CC46-8FD5-5198-6B6478528F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06230-7F8F-0EBC-1148-91427C95EF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9CCCE-F58A-438E-F000-07E26EBA69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60A5AA-51ED-56CD-2329-A05C1C7DC8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61E82-0708-DAE3-D3B0-B25D21059D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9E959-B524-E43F-3974-65FB9926448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DEE077-3862-CE83-6077-8405F59ECA9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8F66D9-AF3D-F67E-81F5-7D1952A916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EFA0EF-1B4A-E33D-DAE7-5E745943CA6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94759-9DAC-3D5D-D1F0-3C29AFCFC4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C542CA-E5DE-9C76-AEB2-783EB88520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CC70C4-00A5-FFBE-2D26-0FBF48A7826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E06B56-EAAF-C171-2A99-84F03FC2D4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6876C3-5AFB-52BA-F940-1655F76EFAD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DC4C0F-66EA-20C7-EF70-D7BE0360795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797DD2-2871-608A-C7DA-A270873175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9151C5-9333-0C74-BEA8-93EA17F891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70219-5F04-ACA4-85D4-4593E1F7492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610048-C2D2-D6FE-DAF3-EB856E43F5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1514A8-A5BC-FF25-0EF4-F5ADDFDA491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729AE9-6145-3A7C-A190-EB2F73C75BA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ADD289-627B-659B-ED78-79132AE24E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2FC98C-5454-A37F-3B1B-03B7F82AEBF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B0F843-8785-932B-9097-2B75B871CC9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DDD6AF-9938-DFEA-6822-56387580227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BD11ED-D045-4162-78AB-BD03F7318A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ED91CA-B69C-AF25-01B5-38301EAE71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FF999-9C5E-9A87-94E6-11495FCA195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1FE4DE-2A9F-B23B-7A19-2718E03929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58B32D-05C8-DE55-1B4D-C84B555C86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75B74-1D3C-4C9B-A879-95BEFC2DEF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6B8551-08D3-8CB2-F4AF-DB6D9D4BF68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8B5F0-9B14-0D77-E8CD-39CDDBD1A06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D5A61-31B5-95BB-02F3-987684C6FDC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C9F25D-88C0-E33F-6D39-9937D5F466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82D971-0BBC-CCCE-E5CD-1D49A513BBB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920DC4D-A7FA-A89C-A1DC-A7C55047986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9B4D5A-0F4F-6B96-DCEB-967F4B06FB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0094B6-4153-B7D5-8369-6ACF945D0D0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A5BE0F-1193-7F96-6127-DCC3820AFB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1DA65-7694-1F54-4193-FCE54217252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2873FF-3EF7-393C-093D-02949C2FA3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6D4A04-C926-1B41-B812-5068B6C16A1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186A92-8030-28F5-604B-28E0434BD1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B576BF-CBD9-1E29-E5C7-25FD14267D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10F167-CB6F-85B2-D6DA-47B5DDA36F8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123FAB-AAB6-E6AF-C759-58CB59BC39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81F870-251E-5F36-1F2C-39B524D5F92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AAF651-D63F-3667-853C-9D88372ACE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AA8D21-3566-CB14-9C1B-FA34760762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E8249B-8BF5-D3F5-B15B-D2E1371B40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5A4DE2-0F57-63B5-77CC-A24E4BFF2CE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54F7A3E-24DC-2AFB-CD0A-A6BC19F243F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4A8834-F1BA-20E1-0FA1-57DDD548F2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03BFE15-D9EE-93BF-CFA2-D58CC95BA38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E2C496-803C-AC12-6723-E3462607E5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5B02DAC-736B-4AF3-9FF7-580DEE6CC1F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5B087-833A-FDE8-51F4-5C732EB2A5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EACA26-3B57-9453-EAC1-D4F19B14885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BF1246-E8E4-CA49-C8E2-123A82CB114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038BA1-F21E-277A-0C5D-BFC36362321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E3B91A-F837-63DD-F182-0B3F1C7209C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9EE4DC-F2A1-4B97-0F57-552F9FA0FE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21B1B0-EAD6-D6DB-6DD1-31FFB38682B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201C25-064A-BAF0-3709-DBB99763F2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D1618B-2B4B-201B-B6DB-16A7C06446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3C63D9B-2337-66A5-DD23-FC7901CE3BA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E90E637-A403-9F24-D910-B1D435B7F6C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914CA4-081F-63CB-4FB4-E25F752C2D7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B9FB06-975A-B2BD-422B-0E19C155F2F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3EF8C8-AAC4-EA83-F61C-DF7C8A6D27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857E451-7453-4768-B483-3D98C0288F9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BBFE115-D62E-E6C8-6AB7-813249402FA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EA6F91B-D0BD-EE03-D758-9ED6C0D71D4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BBDCF40-B13A-6557-9789-933FB4FD77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E31835-6F69-DF3A-4FB1-4604DF6DC2B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AB1AB01-91E8-AF15-528E-76240E41DC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62766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A66F-4D9C-AF28-AB41-BE437387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1E48E-0D3D-5E2D-7D99-FAB275C304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Columns 4 and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149211-2E38-D136-C850-A9F05237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166F6C-5564-F2B0-5736-7D196707E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37D9C6-836C-D141-0A68-2A3797A82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74DBEE-088A-62F8-0420-79C67EAE9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3BA5F5-B17A-421C-580C-378281A72C9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9CC4C-F811-2A9D-BDC7-AD03DD3BEA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FC958-2457-47EB-8EEB-B77976DAC0C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BC203-E739-6529-B287-49644AD3EB2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069AD8-1E83-350F-E60F-8BD0850DE8D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6DDFB4-108F-F869-9C33-F50B6991AD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7D0EF6-1FE7-AFBB-F93A-F9B9E3364D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F2E20-A635-EE3A-10AF-05586200D94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02D156-303A-B0FC-B293-4FEDBFF0E98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C4E373-6BA3-8498-D022-151D611176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D301B5-71E9-2921-A4C3-706B16CC7E0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B46ED1-3F9C-C9F3-8F6E-2D7D367A24D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9DCA57-2315-F9BD-752A-DCE764D6ED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3538D7-CF86-CA27-3E43-4F5851708FB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E8D428-3EE0-1A79-73F6-CAFCC079C9D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016844-B9A7-656C-CE23-0548B6596AF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FDF4CE-D9C0-8558-C838-B856096149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64DCC5-34B7-EA26-5CBC-664FC374A5B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816A9D-4224-3226-B2EE-0282010C93F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87885E-E3A0-BDEA-B8F8-97CA283D9A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D8BC36-F62F-2422-6A37-1671E9B17C9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E98F12-358A-8727-C043-7AF4B9A7416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A717D4-490E-34B9-8F7C-84CDBBA58F6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FF9F4C-124F-F95C-493A-5E62D3EA4C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272931-B20A-E0A0-7666-751144848B5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CAC4E9-ED9C-273E-EC24-9A33F3D5748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5F59C7-9EDB-F403-002F-C903F6AA52F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2BA2B3-98E7-1C71-741E-9C66F5B471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562CB4-FAC3-EC87-9329-A79AB2711F4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F6320D-F1D1-A561-78A9-9C7E9A3FB44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2E92CC-0D35-FB99-0290-57A3352CBF8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EF4F21-C0A8-E789-D231-6A46CFEDE69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509B0-FC57-7DF4-7B8A-A0F48C0F547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230CF8-007A-C00C-5590-F8B9099F0C6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60291-405A-8035-5B1C-946419A2F93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DCBCB-837C-2165-D047-CEFFF0AD64D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DF1D8-9968-17B2-E658-84F1FDD0A1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996423-E00D-6669-D0D5-9FB6E52578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72F03A-E021-EEE7-D23A-F0B144AE02F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42EB6B-4F0E-D195-FBBC-B94BC02E486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6109BA-C4E4-BC78-47EA-E5D95794E2F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F487E53-E835-9DA3-38DB-5B1ACA8699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FE2AB7-F56D-EAF6-FE2B-498AAE554F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3746BE-276B-CE26-BC8D-75E05E0558F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1FF526B-9816-91A8-00EF-51B61C17F44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3C900E-88CC-CE3B-3505-0A23CE1B62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C0A5F4-DC59-3E22-F815-375E18961A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8E760BE-E8FC-790E-FB0A-74A7C987D18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7D1874-49E8-EA46-5B4E-B137F1532F9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411BFC-52B9-5B83-EA2D-E2D6E29A9C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46F444-8251-7F76-E803-397CC74BCA6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9B3CF9-C7DC-6305-FECB-C297EB6FF1A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0BED55-F2A9-9BB8-DADF-5A2A2E4885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851F48-161D-E098-C8A5-4D7801CC752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6DB7AD-5703-AE71-8D09-2A8079FD6E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6A536B-ADA7-237D-792C-8E14E3AD98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7ADE9D8-A7F4-2FDA-2E4D-9723B4664FE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B23FE10-E6A1-66B4-A5EA-F0C2EA0498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320CC48-3A38-0C99-9E6A-4C29E7554B3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FC673F-8686-2668-428F-CB2264CA079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3F8294-9D8C-7FAB-4C70-48E105BBEC0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530595-6665-E691-06D5-AAA23F4CABD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A082F6-A8EC-93F4-7ADD-F674908E63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8A3D3C-8289-DB03-4082-D9F094A306E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061D96-2CB4-1448-E846-C8506003F6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C8BADC-15BE-B284-5D54-B92AA73579E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54C635-635E-FE0E-8839-21F6369C78E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C8D079-BC4B-77EB-5D41-EB8EFDAD4D6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3FE73A-0E7C-F741-2928-E6B402A0B7F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F81DE55-A644-8855-185D-9C540A76F4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047CADA-B201-5C6F-D62A-0E82C7A4B3D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E8FE417-B105-5D8F-BD24-7114F5A0DD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BAEC4D3-7997-5B3B-5924-047AC087BB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543ACC7-3694-5746-2136-EBCD82473A1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F8AE7B-FB9E-8397-6F4D-1150F8CF1CD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0A4E715-17A4-41BF-7450-07E74E98692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F48A80F-2AA1-554D-CD02-300F23E729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C68EDB6-D2DF-DD38-7D37-F9C02D6F653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367660-607B-433B-47EA-C97AD50E755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20FBF-C713-47BB-B942-9E65FDE0BD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A3DFC-A522-3BA0-066B-D01ED174D4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862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E280-FA34-B9BB-7900-D8755942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746965-36B2-84DC-0516-E0320781DD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BC0A55-3864-3EF0-713A-F38C3015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21E431-BFCB-86EC-2823-D96862910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048C14-DF63-78DC-A65A-8D493CF02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1512C9-B77E-8403-626C-C24CBF810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B01078-943F-CAC9-ACE2-855AF3BEFFB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D051F-608F-51B9-2419-14EB2E7A74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2A617-E519-01FC-BC93-87A2BA8B03A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BD126E-46F8-A0FC-D851-2FC6D6EBFE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328A6-E07D-19A4-AC5E-84431DCE80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05ACC-CABC-8AE7-F301-4FD4F84DE5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4DC771-DD45-F7F1-5F98-3E2B64AB57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BD7A8A-5387-E28A-ADAD-5CF4EC6B04D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F9E09A-2DEF-AF80-2526-3104F4353E8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011ADA-8C00-9EF2-7C88-DD0F7CC34F7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9AD34C-220F-45C6-EA94-068DE39424E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E3BB05-8091-242F-AFAF-9E4E509BDA7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32D595-ECF8-3307-E7E4-7FD06834393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553A8D-FC6D-A87C-A2F1-FF57AF750F5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BB76BF-D32D-97F2-0A73-5C7FBB9DCA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73A0FF-3116-978B-6A6B-6E329326991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B9B8E0-5ECF-C748-7DCD-749F794390A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49169F-977B-8AAB-FB3F-3DFB42EF92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AAF185-B29E-44D0-AC2B-D90C500677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F60ED-C170-3F0B-B2EA-23C265901DA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92F850-91F5-DE00-F2F3-3B51602BB35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3FD985-7EAB-7361-5582-AA351AF31A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1B60F1-F05F-E815-924E-B7B59A6BAD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E11F63-C6D7-778C-48E1-8CC2FCCE84A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58CAFC-485B-532C-406F-48CA9830FA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EE1C2F-EABA-8D0D-6414-3DD4BCD36A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25C009-9D7B-0C09-10CE-EE54E56157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1CE69D-360F-CAE2-DEA9-6D1E6372823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EE641D-9B1C-C562-BAA5-8106E14828E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5C5A25-1995-3B10-1D74-20F7409967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7BB6A6-A8BB-B573-3616-7AE520019A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ACA7A2-F441-8754-8E5E-E423757458A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B50D9-9AAE-FCC3-9118-3086D2DC14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D2BCFB-3250-10A5-E952-C0966FE18F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A3329-DAA5-1699-4FCA-D0E58BF3084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2E7143-C966-A15B-2845-C354A119608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6FB7BB-8835-2CF5-2E0D-89941EAC9D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F07930-AA47-6D38-D306-CAECD24FC1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C9BA00-51E9-81D4-6F48-8E0253F343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47B832-1D34-20E9-D02C-21E299DC9B0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9E5DB9-D41A-E6F3-4129-6BAC2034546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328FC3-07F5-364E-4DC2-0C52DCAFF32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20C31-0CA7-E80C-2441-BD28FECD0B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5C85FE-DF30-27DA-3467-3D3291942C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D745C8-7ED0-F7B8-3F76-B92F2B97C3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FB882F-40A0-7395-CC94-E58177E245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2E7949-0E1B-19BB-0B96-39323997B21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021E3A-C94C-60C0-A5C6-658D4574D98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9A6AC3-DA92-94B9-C1DA-56316EA77A8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F927BD-AC39-DF5B-191B-6FE7C03D656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818C1F-7F53-9AE7-A113-C78AED60A5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3A8518-E30A-6820-D1DD-0D37C3758F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B5BB77-F2AC-2835-4F7A-00FEDD4D5C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10E159-EBD9-E326-5EB5-B3E45C5CC3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AF8231-5AE7-3128-8457-C2BC4087684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21B23D-7997-E486-514F-16EA9702A40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0E72E7-C7DC-59EB-429C-6580D3BE8C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19093E-9DEE-12EF-7727-6F7A9E0048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6C6DB4F-3345-D31A-F09A-DD77929FEB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5A3C4-673B-C720-52CF-E3E3130B869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8F9235-D345-B60C-5EBE-EA7A8E3825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42A864-4554-0BAC-9F2F-BA5531C0623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567FC1-47F2-08B2-E4A8-4C2386ADDDF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17F9CB-DCF8-2BD9-E074-C0F7BA8DFDB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1178FD-F7AC-01C6-5FF0-19CCF5E496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81F4D1-B289-D318-C674-B4464508401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D1761-4AE4-4C35-BCAA-603E9294E47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CC77B0-D069-60BF-CEDE-5EC0A0611A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D1840D-A8A6-8547-4346-84B4F68427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BC13EBE-D364-20BC-E67B-7D1BA7883D9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0DC9B84-692C-61A1-5FAB-83A90E54F5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717C881-D0FF-9A07-1B05-47EDBD5E520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1884CB2-7BCF-A655-5FB2-0A9813472E7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338E277-464D-0637-67F5-E1B6AD8606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E9A73F-E9E0-9EF8-E42C-5A16D491781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1779FF9-DC4E-7452-781D-A240D4BE741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DD28C0B-3B20-EE32-82F3-75CD0D610C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8BF8BC6-C2BA-43F9-1FC7-80F32203518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EF8794E-7487-0C6A-C5FC-8651C7FE3F0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933E5-C6D8-AE48-D210-648EEAF7F04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25789-ECA6-8514-89F7-236075053F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68163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A361-AD4A-BEBE-6120-F668910C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28777A-08CA-4122-90E0-8B778BF0D4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85FAEF-F627-E6D2-FBDE-FA8574F8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841F10-2CF5-DCA9-36B9-951EF21E2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175EED-6D3E-58A3-5EC9-F8A3D3EFB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D527E3-A493-AE34-ED01-5EA2C8EA4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0B4E67-4223-9F68-B876-C3724F188A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D4975-791E-048F-83C1-21E3AD7A230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42E18-6C37-3C8D-9C9A-16A97BA5BF2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7E8790-E059-D230-D851-8B582ABCD3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A21467-5B9E-E1CE-ADC8-EC21578F2C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632951-0782-7F14-BEB5-F4EAE91F8D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8354A3-3828-BBD5-5885-DF8B9CBED7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04ABC2-50CB-C853-0000-2403E6E2AA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ABE5CB-C182-8BB5-3B6C-CC5E98DD4D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0D8911-FC61-2CD1-4B09-00ECEBB68BA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BDFF05-385F-7326-AA55-DE55DCEE9E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0DBE5A-2AB1-4A57-8FBF-118B970ECE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3852BB-588B-89B1-F4D1-2503A70869D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BFEBC3-52F5-8392-9D86-46C5193366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4E68CC-D364-000E-9FD0-C3FEC91F890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6D4C90-9640-4A24-7250-7FA7F2719E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A2C77A-D5DC-BA83-BC8F-862EF218A3D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73840E-773F-B8B8-3AA2-2F4A738E21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7F14B-1264-9BDE-315A-59EB572246A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F04071-ED6D-172C-1D36-187D3919562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586E36-45D3-139C-D68C-20A84F1B95E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40DCC2-522E-D329-11C1-8838E5BB6D0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C16115-557E-AB0B-F469-10222F17F98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6D603-D448-1BB2-B467-5185E4BC586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71F031-92AC-04CA-E104-F21BDC314A7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2E5F33-FCB3-7CC4-40A5-FCA6C0418F2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4E2FB1-94A5-7DB0-BB94-8AC59FBAE10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C7B952-2B19-0060-0F96-F6AC871E192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A73143-9B4E-A35E-F1E4-27F08A29BE2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220F1C-EED8-826E-2C4B-115CEB99C01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37B3C8-1367-939C-CFF1-088A62BC886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CA896-C000-EFDD-72C5-0CECBF3D648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CD4E5A-8DFA-BE0B-FCE5-4A8C18AB68F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CB9759-6998-92E8-314F-01203DD176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BC0A6-E88F-1C6D-14B0-4B3E408146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2222CE-378A-5050-AFEB-8D153AB79F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189C41-DA16-1775-2E05-EAF478F222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FC9432-1600-F5B1-511E-C8DBA53E5F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D70052-A6C8-503C-F121-72F42C867AB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294D04-81E7-4F86-B4A0-1B416020D1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C83C90-AA49-D9B9-C64E-597364CAA4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3DF30-8AF9-5CE6-5F40-1A9D70F0BE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A34B61-95CD-A99B-B633-F36CCF405C0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57B435-759A-A05D-2912-E44DBC6F46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452FEE6-C74C-5044-BC2A-8DD04FF085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EDCD6F-21A1-F41F-AD08-E36D647CC7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6E68FF-8979-6FFE-C4BD-EAF92D76B8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480832-74A5-A4A1-D23E-F1CA759E96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9D0A6ED-99D2-469B-9F36-3C8B4FCFD8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070EBA-515E-4E1A-CEF5-DBA685FDBDD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3808FF-DA3A-0ADB-1BB4-26433A30A5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EE5DE4-4A9C-BD38-BA14-06F4E7509E6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FCB429-AA99-3CBE-904E-BEF6D21802D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3A667D-3E04-8E30-4F17-91ADD520A70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BD3A80E-BB50-3E69-E102-BB68DB863AF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CC89CA-6802-553A-BB89-7D7ECE38F0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8803EB-8134-7F38-FD6A-D5479DB47F6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E1F3C47-E330-C25F-9304-4B7E9AB4851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34FCF-ADB7-B7A4-262B-B163B03F640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9C732-321F-7AC7-530A-188BA042E69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1292C-EC87-9079-3B52-5AA78576C5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BF519E-9347-4CD7-F2B8-DFFE4301629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7D3896-E7FF-6E03-D005-BAAB3851783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85AFCA-EA9A-61C7-324D-AC0C218A3C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E9A028-8175-D48A-A332-23BBF3D3A17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4A9755-8CD6-0738-84A8-62C0A9FE85A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BB2440-F212-C2B7-1E45-38F6665814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CB7E7F-AA18-EF79-01DB-1F6693DA5E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15210D8-1FB8-5E8F-FA05-F134198C8A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45D5C5-E54A-7141-3A40-FF01867BDC9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74FCF9-E662-9392-CEB5-5C9F01D7620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275F02-A664-0A44-1E37-ABC851B712F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9DB82F7-E7E5-CDD0-97E3-EC8D5D4A1BA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9A677E-8E27-4F47-4C62-8FE85320737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94BB41-F2FA-90EE-4C96-1DE4830EEDD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E92BCB4-5398-C428-8E86-636EBDD55D9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E9D1AE8-0933-06B5-A006-5A53EAA5444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A710350-64E7-6C91-3151-5D493C69F5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2B239-91DB-11C0-CBAD-23736CAE62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4A071A-8257-2F81-82C9-8B746AA21D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C54BCE-EB0B-3A9D-9EE7-88DCB7E6B6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60528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817C-61D8-3B0A-7243-5C0F8B1E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FD94AC-F5AB-70A1-D3B1-5521ECEDC8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282317-13A0-3BF5-619B-87536315A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345126-8A10-A570-3372-CA369006B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104F40-2763-4C03-97D9-FA3EE350B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75161C-7E2A-6480-C891-B9F3FFE33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64AF03-78BC-B68B-EE11-BC9382C4E1B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9B8FC-4EF4-FA5A-AD9F-78BF859A947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96840-8372-CF6B-EA11-7C8B5A02E1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58F4C-9492-E3DE-6308-16075189DE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2B9B1C-EFFE-0E71-1F0B-3FAB7EE5AC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F9B6A-0A3C-D6A3-7BFA-1189DBECBB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5B672B-F881-5D11-0961-BD8EE9FD3B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641751-8FAE-8222-AA47-F9CA5CE386F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FEC641-781D-DE4B-AF6E-0540020D22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CC2F2B-220B-E026-3AF8-033F3F03CF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DCAA07-C57A-9A5F-7694-801F7C395E5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B2868D-4378-2B41-D95D-4CD02572E7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0DF598-4AA0-DDC0-C7D3-C78C372FC5E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35F55A-2373-23BC-15DE-6CA6583F0D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7A8088-1444-4D18-D13D-C05AF4EE5BE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530FA7-0DCB-A9EC-C268-531E2AD89E4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2F44AA-E1A7-0698-E37D-C1DF2941F3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2D8A37-61D7-9A22-31EF-1E1444BC956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8010B7-7B39-775A-D7A2-7B0B7BD3F5C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FDE010-7F55-2978-1965-FB5F0AFC76C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F82307-6994-B5BD-22B3-9730966003F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ECD219-FED6-930D-74F9-DEFCCAC3C9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1D5F7F-6684-4125-19BB-0589CFD9D34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5D4584-E143-CF25-BB10-AFF138C7CD4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E7C396-6C11-E0B7-9294-FE4D72758E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D8B6A0-2B1F-CA04-2DBE-0F4E04E88A2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24A44D-7CAB-3087-354A-DAC2642FAB0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55351C-17CF-BC14-6827-D686B7D9A8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97253-A8EF-1A35-5EBA-06ED463EDB5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F746C-72A7-0D45-A32D-6687B4AF34C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A573B2-93B3-BD23-011B-9C28FF5BB5E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E5B7D-0A51-054D-4637-CBEAE9B1D1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68DD50-8333-DFDC-295D-BDFA93AEC0B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6D629-094F-EE34-085C-5D4330877E6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3949B7-034D-F66D-D69D-63FF3AA594C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D624DA-89AB-2897-7575-CEDCBF4978C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2444353-80AD-7B96-73AD-F207A45BE56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2895E-B949-B768-75D7-AA26F6B83A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F0140C-EB64-4F54-9B23-D2C81E9330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DBF11-4851-F9B4-BD8C-E1EF468083C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469BD5-D200-1F45-5D1A-4BEB129CC5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605329-4A67-F0E6-C1C5-BECC734739E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04C0DD-503A-8B07-B587-060ED60F869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E2CC28-BCBD-2CA2-F767-B9AB4A82B23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3BAC89A-4E70-E650-9943-2122E449F9A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199D9C-3CFB-D384-024A-654488E8B3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5F5100-366F-4017-EB3B-05F5CBDC78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C7081B-EC34-D1D0-2069-4E289021B7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809FA0-C5B0-92F8-4795-C500845B06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F87B41-D1E9-5497-6362-D9EBD00DA00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BF9903-8F77-095B-1D5C-2B4366CA60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DB9916-CF91-7A10-1853-3D8118113DC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1F9ED6-CEAD-6BB5-AA25-2DFF439F9B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EC723A8-C960-41B7-AF07-784021D7189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D965DE-39F8-4C99-4FD0-6DE31A9F92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B1DFFF7-18C4-3C11-D89F-53ECD9E5B02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933C92-8A79-F430-967F-07C35D088DB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5EF955-A1E0-2250-2FDD-E34573BDF3F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02F927-8274-0C0D-72E4-405830DCD2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CEDF25-C677-DCAD-78FC-4F9ACFFEE60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8D076B-1AAB-165F-B452-F25590D7FC9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D2B65F-B73A-17BE-FC13-50BE602C13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B6986E-D93D-969B-0925-D8D20E3C67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F8F024-0114-BCFE-98D6-5C8064F381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6565F0-1821-2629-4CC2-B220DE9CC2A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F4FFA8-899E-A801-4EEC-C59A4A025C3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B5AF5A6-E2D6-8849-F5E5-305EBD860B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809B92-5030-2F3B-A8FC-3EA3469929B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050DC4E-6B55-799B-9E49-DBD0530E36E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31D564-A658-4125-B22E-DEBADFE15A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4DADAF-59D1-5903-D9A0-E4D242C3ED4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446E50B-3448-1880-A3E0-984E360F08C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3B3DECE-3B86-03ED-BF6D-A4FCE6F050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618E5C9-2B84-56FB-06C1-FBA6B26A2FA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E701A82-F995-BD9F-972D-188B269ECB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1F2A718-5E7A-3DEB-52DE-F4BE5DF7070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908578-7B04-E44D-A6C8-DA12D5AED9B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EFF2E-CCEE-25AA-E0E0-90CB17463C2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D5E73-A331-63BB-5CA8-AFB1C444E6E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582A3-4422-0F5B-10E9-E172708ED8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6844D5-D515-992B-EBA1-D8BBF923E4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54739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0D3F-BC1A-8DDF-D702-9618991A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26A73-03C2-4E2C-B088-9CD83DAF0A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[22 in 3] is three of 5689, which sums to 28. So, we must drop the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BA3B4E-2D46-0F59-6314-1598CCB8F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65AAEE-AA00-341C-BBE7-3AE8B71A1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2A73C5-E193-5061-7921-26EEE5D13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611832-D6D4-B40D-29F0-623B84CDF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8D5E53-97D3-0A77-8C23-0A105B48A0F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DC4A0-4CA8-1C9D-E324-6F02F639DC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E7AE1-2254-B039-FDA9-A4F72CE9AE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12D4DF-4631-16B7-6DA1-38B19CAB2E0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3662B2-6456-0AF8-2148-77970EB564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A45FCF-FF62-228F-27E6-510AA42D85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9D2758-84DC-8E35-6361-B72BA57DB26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48928-FEF9-300E-769A-38E6F667A71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8531D8-533D-28B2-B0BC-F935F64174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16B1CC-67C4-4E39-2165-4BE1364423A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DBDC9B-792F-781A-4752-DABF9B886E3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2A5C72-43B6-C94E-AF07-AF6EABF577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EE4AB4-CE49-0FDE-B5F0-B35575BF8C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8E7FDD-722E-91B0-D6F6-962E3BB6B91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8AD72A-BA8E-0CD1-6EB3-677F0A67B22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A6A42C-19C6-5FAE-85FD-8B6F498495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7F038A-3C63-55D2-C425-E20AC7194A7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95B38F-E282-F1ED-3883-1E85E343827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964D4B-E67C-971F-51DB-B3C51FA8CC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F6D312-DC12-00B4-DBEE-9579D43B5E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48003C-70AD-7E33-05BD-D46DB9FE95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AAA749-10E7-AC5B-171A-89EB753A00D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2FCFC4-EC6F-D945-2473-66921575E3E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699AF3-43D6-E1D5-10BD-3DB75667EC0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220813-7D74-2DDB-804E-2117AD8CABC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040B30-63E5-6583-2402-2E59EFB087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7FC2BA-06BA-821D-4DB5-CA7BBA14E86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4CF96-659C-EF6C-F933-177ABC56ED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0FA18-09AE-927E-3BBA-4A17EE08D5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2E94B2-290F-B485-5083-27BD957AA7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046D38-DAE8-F2AC-5937-20B48550394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9FD0F9-0773-3333-E139-57B486F234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362C11-961A-8AD0-D13E-47136FB0A9E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5C5967-AC19-A840-06C8-FE8C4A061B6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C436A0-F898-C528-A5BC-448090BA6E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0EB8B88-5156-0358-B949-199231568D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18819B-4FBC-0866-05B3-EF870C113F2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4223CB-431D-E3BF-28D6-3659363B965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93541-423C-8811-2ED7-2A23196221C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1341E3-762E-CA6C-7825-125C08482DB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649A02-3ADB-53E0-F57C-34AE3BB567B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958487-F7C2-9544-6036-5AECB6DE9EC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08CF88-D8A3-02F6-E1D0-125713DE25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700BBF-1153-3A28-843F-3C700CD24C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0380B3F-411C-27E9-7BFD-9C07E484C24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0AE0EF-0ECD-0685-F0ED-EC2DA7EAF9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EC6199-CFBB-6F43-8787-19CF89988B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CF7630-11D1-AD90-1796-89CF21BD92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799E80-D518-CFA8-D5F2-C98BCD721D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2BCB9C-E289-7CE2-ACBE-4BA2136275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CEF5642-56AE-EF2C-A5A1-96586A4F67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5A62DE-F9C6-CFAC-0587-E9A365A4B0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CED9E25-E712-58AC-352E-F321AC56F6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619515-2844-6481-4B89-88FBB281AA6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3379300-C122-9AF1-DF4A-0654A3C693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2153B8-9132-1109-F680-DC1EA7B5F25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4FD589-21B5-75C2-14F4-A1A03F22F8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DBC3AC-E24A-86C7-C2F8-E8D107FDC87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A68D06-CCC8-859B-08C4-73CDBD40C64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29C66C-97CB-CC59-CCB0-0E911BB471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FE456B-B091-21EC-03DB-E2F74C4F4C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521E45-B2EF-8B33-37E9-04B7AA28F3C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560A3B-4DC3-DDB1-5325-5B73C4DA3A0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59DB44-E300-99FB-CF19-AF4E58B3F0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7D5C26-DFD2-AA11-77C9-D55C0FA0212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5DEF6B-BECC-5740-12EC-2D9ADE94B2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771DBF1-BB94-A8F5-1B71-AD938EF00F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556659-C835-F306-EAB8-0D30F9468C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0BE2A8-0172-29BD-8B32-1C16CA206DA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9EFD5D5-07F3-6411-73E6-0D6D2E29CB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C7E631-3D8F-2B91-422B-E8FAE076887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8F85ACB-8D27-0A6A-8780-FF956605B9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B541F7F-20FB-1EB2-C08F-623245A103B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CA22BAD-B561-83D7-DA44-B45CEB2F81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BE27F9-5E50-EB5C-EB8B-380D0C7E2A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CC10F-C188-8800-0F8F-79BF43031DA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F9931D-D1AD-AFBF-F541-F374C177B91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49B95-4CBC-A530-91D4-61E53122DCE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AD9F5-FEA1-33B6-41C9-94E2A70CCB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CA01C6-8B8A-8B96-524D-6406F495135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4C912-F736-F833-A51D-2FBCDB9CC5E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024986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2472D-78A9-07E3-68EF-D449498C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4A95DC-B64E-E617-D6F6-B2155C8509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ED7C67-4F20-87D2-001E-0FA8907BD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4DF0AE-DBF0-3414-E523-591EC6D62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D182CE-B782-FF53-BA18-369A69C26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72B5EC-6440-62DD-612D-F5B608EBF7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96964-81D1-63D4-D6C3-D9EE7CB82B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82E88-B481-25B0-CE5D-3339AF975A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3F636-8B75-6369-CE12-C321A5A49BA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992188-926C-7EEA-B630-F6767B0B11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0D3D52-DB5D-D6E9-5640-1EFEAC3F101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68580-ABC6-82AA-CDBC-0CB3EB1CB1E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2B65D6-C5D0-4806-48FF-6D17C9E86F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1DADB8-BB1F-E053-052F-19CDEFFEBA6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C65635-7AE9-FAD9-F067-BB173F1468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01A7DC-3BEB-DB7A-F8AA-1DE189917C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AD51CA-2264-EB47-DA9D-E2DF9E72E59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BBD969-63B9-119C-922A-D24D6B1806B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16372A-7DBC-6083-CFC3-127F444A893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AB6F29-A480-6511-F0BF-C9C6AD0F53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EB481F-817C-8AD5-CEEE-A1D8EC68E8C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FFCB1B-4499-386A-16AE-8378E17737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671AFE-D6AF-FB3F-E56D-3F54F9990E3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4D600F-9442-CFC9-8B12-4AD230243E0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79CC33-A611-B198-28C9-24275637C18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274353-6265-D56F-76B0-5F46CCBBC9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BF7F35-8C5A-3236-4B13-E9194876A20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B85673-6FEB-92CA-1A94-1D025C4AD40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F2D028-34EF-1266-DFC6-B628BCD7A4C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C8AE11-0CE7-9424-EE7C-FED1B849FDD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8F3231-2550-771E-0A9A-2972AF989C2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EBAB9-51ED-B36C-7729-51D86F3074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F07AB3-3379-7CA7-F20D-90D8DBE83A8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6973A-3251-6D55-15B5-95A54A70CA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98D60F-50B5-8812-4C3C-4029B935C37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FFB694-B8A8-069F-9CBA-0CE3169318E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3305F4-A5AB-75F2-2307-26AF57C3A15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972117-296D-D2EB-D419-A03BF4D85CA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D879C3-53D6-4833-9E52-0A74AA584FA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4141EC-F92D-BEDC-9CD9-3332CF8C950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5B9BA6-393C-A4BB-4DFC-3E0AD00FA8F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77D31-D370-D3DA-6737-0977C3DC50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75964E-8C4B-342D-04BA-734153029F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46AC1A-DC45-59B7-32D4-C816CC5ACF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860000-8461-6329-3DB5-C3F52EC3713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0DA489-7F13-8814-731A-0D3B0E3A982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289AE5-4173-4E1D-81B4-DB9AD6C5A10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0AF05A-20F5-A4B5-60E9-F59818A2872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7D83F4-6F63-37B9-0B51-3669D9DCD88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642A1E-6F03-0178-3B70-7EEB118A16C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CFA1E6-E783-F883-E270-2C1E7772BF5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711BBE-EB7A-22EF-EB04-1BF20D6091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FB3000-B05A-CB20-E860-7FA86B55310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FA04CE-90F9-859C-7F14-DEA2635E905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A26A6E-2ED1-B91D-F67B-6570D5BD28D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68B792E-D35D-1551-1B00-AF08026C1E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CDE184-8703-79F4-1B05-C60D22D607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756ED12-AB0E-3299-B21C-17E624AE0A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414080-7766-224C-0E6A-C3FE65A50FE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4B0F15-D6A3-924B-9984-6B9D12DF8B3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A2B926-7B0F-6197-23F2-3DA9974D114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23629B-84C2-483A-E735-0E8FBB3E48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AD3C02-DAA9-C19A-A8EB-EDB458C0755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B2BC15-482A-F25E-30BF-D08708D01A1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769917-AA2E-1DC8-87B3-EAA3437986C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A572C5-6571-3613-03C5-AFD5D1038CF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62A2B5-23DB-9328-6EB8-D39BCFDA042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73EE4B-C49A-3C50-23B7-D34447DC69C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31172E-94D8-D858-F268-D591AF1962C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9D8655D-05F9-C1A4-6089-A90A8C74DE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C065911-5E52-F3D7-4EE9-BE7CF9017A3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FA3079-F5C3-AB89-6B2F-64381747FFB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CECB32E-23AF-CA60-5D6E-57DFF6C689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4841D9-F8CA-254A-7036-4C02E583CE3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2D6111-2175-E7DA-AA76-BCEDE566CC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C644F7-7E94-B43C-B665-40E4294C48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83F1637-FBD7-7B3A-E9AD-99FF687A988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3217CF3-B438-A004-BC86-9FE87AF5AD2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19835-D3B6-3700-89A6-0ED83D26BC5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A2D31-91BE-C2B5-D620-CFD63D33629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6807A-D02B-1A8A-52A4-D233B6F0D8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86504-5DC9-ABE2-9933-ACE263367BF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1A6C7F-B248-3AF0-1468-77BA70C0C4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F3050-B7B8-532F-2D50-D2389644325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F47E0D-7033-C9B0-120C-A7C3ADDB629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971B7-D72A-65ED-3628-14FC141195D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17C4B1-3AB9-6DF2-6154-316DC496F7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08117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1D4D-2C8C-24A7-2D1B-4FA8DACC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F0B196-682C-4D9B-23FB-E096E237E0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6C0325-7F23-6FD4-4639-CBA9CE5FE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C4D424-21E2-A5C9-8F4E-B577F64EB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D7CE29-C238-05C6-EDAB-99A054CE0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B9AA70-9A17-EC33-181A-8C6D034C59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64911C-E2FC-4484-A194-A633E495307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D891A-857D-557D-0F3A-C85E0D87957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20755-56CE-664D-30C9-C53FAF5F39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492A72-02CB-098C-F7E2-D291AFA0E31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6ED7D1-BD7B-420B-B693-0C1A7B881DD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B3A02D-DE71-2769-1270-6FDA3CFA252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CD913A-9DF6-7EC7-90C2-731C744257D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6F4C58-D9D9-2BC5-54DD-3ADF6C596A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E15B9B-E673-172D-68DA-69769917C2E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FDD65A-6434-0CD8-413F-8F4936BDDC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6EDC1D-2EA0-2723-5673-6174DAC143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8007A-6BC5-4CDC-4CB9-880C5F89B5F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54C1FD-5328-3828-45CC-799484F2E97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04D31D-DFC6-C9A0-2FC4-BBA9896779A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E1DB0E-910D-D896-7C3D-E48639F5C12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24A196-27C1-0D9D-F1A9-619D71153D0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5F636C-C8D9-BB2D-5431-E23AE759AB2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6137091-E78F-74C0-65EF-CB164B92BD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56B069-E8F5-5ECC-D195-06AB82CA386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FD1BDA-A348-EB81-5A17-BF0FA378053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DFFCC7-0BA8-A51E-A1A8-BACCB6FB4B7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614D24-CBBD-8AED-8210-8CB8783456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F4386-00D3-7BDD-AE5E-E18B139D286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F85CDE5-E5B5-2842-9A41-8B7B8434A1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889AC-7DAC-860B-1CAC-BE6B97F5275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7F9AB-1C63-74A4-0DDB-CDB938286A1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E7B230-08E0-9A4A-8635-3052F1BA6E3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87D1EC-B373-DEC2-6208-44F36D4D4B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CFFB99-6C27-450C-10B3-63737605BE6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5B34F83-3557-2296-96B7-CD6279EC72D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85AFFA-C399-C10D-C3E0-EBA82F76189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53FCF4-8BF4-3C4A-D57E-839AF6C312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EE90D-23EA-56DD-9FFF-F5A512C60A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30BE8D-BE4B-6078-8C1E-DF3968428B0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43F8C1-023C-6E3A-B3F1-31781D0B2BE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A12083-7ED7-AC7D-F1B8-D388DC7E0B6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7A8B56-5A97-F0D4-4B25-C9E4B229F33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0DDA1C-F366-DDF7-1DF5-3F4420B610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6CD081-62E8-1485-CAFA-6A8E199A22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A2EC89-3284-8B80-D45E-072152D114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510F19-D974-5433-DB80-5B32BD0AA21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384E3-7A52-52C2-42D0-3AF525A58CB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1869CD-EE91-6392-F581-9B8E7CD95DE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C78829-C469-1E4B-1148-59D4336C151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02E95C-CCB1-7EF2-0702-BB82946E87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94D5287-6108-32A1-7248-3869A8CE23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8CEA7E-58EA-1840-E58F-0B90C934999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CF70D0-F0AC-4D04-F9B9-46223E8E9C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7D23B1-978A-F440-59C0-C51DB5DDCEA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3934A-5D97-5085-1142-CD31070114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4B93EC-B2E5-1205-FEC2-CBD43FC4CC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E79206-3394-808C-AD76-374B32ABA1C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16AF76-70A1-06DF-9195-87F24580160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4603FE-C1C1-B4DA-EC89-61BE37674BE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60117D-03CC-ACA8-1D05-337BB233DB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78399F-12D0-CF8A-7DD3-A17AA6B4555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55B40A-9879-2B0B-8F23-C3635A09BAC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01EC86-227A-F3B9-CCB8-5358E107038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754D2B-2808-C902-1F5F-C0E0E030170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D781F0-FBF7-9661-A099-31F4994B19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7FA325F-E80D-1743-9A6A-CFCA8CBE09C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4A76D7-2C45-9741-ED0C-3D1321A848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45C45B8-C496-1101-70B7-4D6644B7AD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8BD756-02F6-DDA9-0A84-A2998AADB3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10DB5D6-3C88-D596-FFCC-25A7DA3563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6457A9-2DA6-216C-329E-ED381B1042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DD6D20-7C0C-8082-4F1F-5FAC8C99DA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93238D-18E9-0411-33E5-C53D515356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22C475E-D8FC-6DB4-F66D-A59527526A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A6BA0-FB1F-0B8D-AB8D-F7E2F4D4FC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DE7EB-8F82-F76D-72AD-F99223566CA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5B269-6385-1214-A1D2-5F44E4A9E36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C0B65-82CA-2DC2-1602-73A818593A5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68D496-3BB9-BCB3-BA97-988385EEDE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1A6CA-DD58-07D9-EB5E-C07060DA17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02F43-DD2F-2743-9D8A-0771E5504E3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63B9A0-EF4F-0738-5FF0-96A93FEF8B8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06587B-6688-9668-827D-69AE2232C5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A34C9-8B46-D73D-9B36-7ECF495294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14BA0B-A25C-60B9-F9A9-0330E00622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2C02B8-88AF-ED5B-FFF0-F948C66A828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506912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FD55-1816-3055-BCD6-AC93F0FB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F422A8-0E5B-13AC-1E63-F80E3A03FF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2D1A77-7DF3-3E70-C088-631637332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6D29A2-368F-E9E3-D96A-0E8AAE9DC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DFBCD8-29A6-6C9F-DA5A-91B7B636E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AE34CE-F2A3-2C66-D408-DB3EE1E4D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DA547E-09F5-CC2E-BC5B-2D520D4C98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76A20-CD79-193D-D139-F7BE0F6928A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269849-7926-426A-0A94-7B3F64458EF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C69CA-A82E-86F8-AA0B-AC3A2ABECD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FC1FAD-91E5-709E-009D-6A492545814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D4E3D2-6A5B-ECCE-6A08-BCF407D13F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CE33DB-EA86-9763-279C-D8A6C96EE68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1C3678-E026-3F0F-EB65-BD56EAF5255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4CB722-41A4-122B-B6A1-95B8E55579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61EA18-0D2A-0F26-14E2-883C13370F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A2C578-6B2C-C7C9-8C50-3FDE1E22F35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50D51B-B264-E4D4-96B3-4F6D7D6163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6C8838-B6D4-2A52-DF56-9F2BF9FCF7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A514CA-6A99-369D-C643-8C5F447C5C1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91D975-93AF-0560-0007-B131ABDA9C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C149E6-A20B-F9B0-BD38-FF427FAB8C3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DDDB57-7FE8-566C-7D37-389FA899F01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6E51F-7414-18BB-2670-8A581D0BCA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5A448E-77C2-7E3D-D40A-3D1F06AE875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5FF53A-6B6E-D465-649C-A0826B02E6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A1609-2B8E-79BF-098F-FBAC9E418B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533857-CB24-F895-939D-E506023240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A5BB54-BCBD-1409-1BC9-09E0A7F33AC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35364-35FA-1A81-0C00-FD2F796B8A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0E947E-B00B-E54B-AC8F-AA52FC2189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95F43B-5C31-4B64-7408-A6B2C051F1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5963A9-4958-30C1-3880-CA53AE1254E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F277A1-4927-97CB-0EE4-4B282C86691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5B399-ADA8-36B5-5AE4-A76216C88C5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81C5A4-EA8C-27A8-8A2D-E0DD981AE5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2F8C73F-5D93-1EC8-7972-D88A95CD4F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5F8DEF-1B41-EBE9-6EF6-8A9F7CF1C8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EA662C-4740-7506-5038-AC41E6ED179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F3E0D0-D751-DAE4-6E4E-63C58A04C76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82E989-28EB-85FE-92D0-F63F255343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93BBB36-2C5E-4ECA-2E3A-E7007397F2F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157353-ADDB-83ED-78E0-8482A073A73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4B63A4-235B-67A1-D785-967C4D5113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06C759-DFBD-0CAE-A41A-C90FA963B0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B8CBF4-07BB-27A1-E428-BB911E2A47B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0001FB-97BB-4CBB-9022-67E2C445AF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D4DE97-F04E-AE17-4E4F-001DFD2778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F398A7-11F2-19AC-0A4D-448B4C8505C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1374C0-E372-E80D-D862-0D73BA57C3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8703E83-CE71-5D95-6544-85F0A6DE7C1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F85E3-0963-74FF-4C75-33DD6B0DFB6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4F2902-BA4A-195F-4149-00A8B5E9A2A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2119AC-5BED-6C67-0803-3517E41C4D8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FE4CF4-CF7A-0124-41A9-E10A0C9DE53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8AFEA6-EF69-B173-7177-FE9CBC0C98E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7AFFD3-C1AA-5626-4AA8-51B57C21621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BE0301-7D04-BBDB-AEAA-5E17C505B56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CEB3B5-1900-D58F-842B-23796E3C7EA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0B9392-AE52-82F5-EEAA-B83AB3F210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C285BC-F06F-B6E3-8632-88181B94BA9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622AA16-770E-3CA0-87FF-94F3357CB1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8C3B5F-A8CC-1537-04C3-C9640A0D0AA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DD8525F-68EC-B973-D14B-9C45358F955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2BDDED-8B2A-324D-DBAD-D4B958C220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B937C5-33BC-E269-8039-2E3FDB9AF24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3A46698-7E2E-5509-D30E-8D82219DFB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6038A3-0D87-86EA-742D-D9CF8C861D5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437B34-2FDE-14BF-BD73-2B775ACB371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875B8CF-9636-6FA3-7975-510156DA405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8F0F86C-AE17-24F1-484C-7EE3B84E2E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75163-08E0-0E66-D077-CF49AE6AEDB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C863A5-F562-B222-7D4B-BE370D8A3A8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4A6F2-3EB1-A96E-CD47-3CD1A92B75D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F3D5B-2040-1A16-0091-6E1F2F8CA56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35B88-AC32-7EF5-4223-38C228C9AE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DF833-61B9-BD64-2E64-7194A97BBD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77DAB-91FC-B7FF-69F4-7E49C7F7823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F44425-4224-77A6-6953-E046FBFA6E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56E08-79D7-B8B8-FC9E-2D8C1FE46C4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9BB808-6EB3-0FF0-69EB-072A419C212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8DBCC1-3FE8-3FC9-E7D3-D59EBD8DB3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C32F92-9BDE-1601-2D83-2989FCAA9A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E1F66A-0E64-6B2A-3618-F3D1635AC2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1C0B24-6C44-ACCB-D10E-8DABD7D410B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DB9972-917D-D2E0-E033-B3217716FEB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97D53C-62F3-1606-B3C9-E558CB91B44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177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9959</TotalTime>
  <Words>5404</Words>
  <Application>Microsoft Macintosh PowerPoint</Application>
  <PresentationFormat>Widescreen</PresentationFormat>
  <Paragraphs>4884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401</cp:revision>
  <cp:lastPrinted>2025-12-02T00:08:17Z</cp:lastPrinted>
  <dcterms:created xsi:type="dcterms:W3CDTF">2024-03-19T02:13:08Z</dcterms:created>
  <dcterms:modified xsi:type="dcterms:W3CDTF">2026-03-09T22:40:12Z</dcterms:modified>
</cp:coreProperties>
</file>