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69" r:id="rId24"/>
    <p:sldId id="552" r:id="rId25"/>
    <p:sldId id="570" r:id="rId26"/>
    <p:sldId id="553" r:id="rId27"/>
    <p:sldId id="554" r:id="rId28"/>
    <p:sldId id="555" r:id="rId29"/>
    <p:sldId id="556" r:id="rId30"/>
    <p:sldId id="557" r:id="rId31"/>
    <p:sldId id="558" r:id="rId32"/>
    <p:sldId id="577" r:id="rId33"/>
    <p:sldId id="578" r:id="rId34"/>
    <p:sldId id="579" r:id="rId35"/>
    <p:sldId id="571" r:id="rId36"/>
    <p:sldId id="564" r:id="rId37"/>
    <p:sldId id="565" r:id="rId38"/>
    <p:sldId id="566" r:id="rId39"/>
    <p:sldId id="567" r:id="rId40"/>
    <p:sldId id="572" r:id="rId41"/>
    <p:sldId id="573" r:id="rId42"/>
    <p:sldId id="574" r:id="rId43"/>
    <p:sldId id="575" r:id="rId44"/>
    <p:sldId id="580" r:id="rId45"/>
    <p:sldId id="581" r:id="rId46"/>
    <p:sldId id="582" r:id="rId47"/>
    <p:sldId id="583" r:id="rId48"/>
    <p:sldId id="584" r:id="rId49"/>
    <p:sldId id="585" r:id="rId50"/>
    <p:sldId id="595" r:id="rId51"/>
    <p:sldId id="586" r:id="rId52"/>
    <p:sldId id="602" r:id="rId53"/>
    <p:sldId id="603" r:id="rId54"/>
    <p:sldId id="604" r:id="rId55"/>
    <p:sldId id="605" r:id="rId56"/>
    <p:sldId id="606" r:id="rId57"/>
    <p:sldId id="608" r:id="rId58"/>
    <p:sldId id="609" r:id="rId59"/>
    <p:sldId id="620" r:id="rId60"/>
    <p:sldId id="621" r:id="rId61"/>
    <p:sldId id="622" r:id="rId62"/>
    <p:sldId id="624" r:id="rId63"/>
    <p:sldId id="625" r:id="rId64"/>
    <p:sldId id="626" r:id="rId65"/>
    <p:sldId id="627" r:id="rId66"/>
    <p:sldId id="613" r:id="rId67"/>
    <p:sldId id="614" r:id="rId68"/>
    <p:sldId id="615" r:id="rId69"/>
    <p:sldId id="616" r:id="rId70"/>
    <p:sldId id="617" r:id="rId71"/>
    <p:sldId id="618" r:id="rId72"/>
    <p:sldId id="619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568"/>
  </p:normalViewPr>
  <p:slideViewPr>
    <p:cSldViewPr snapToGrid="0">
      <p:cViewPr varScale="1">
        <p:scale>
          <a:sx n="113" d="100"/>
          <a:sy n="113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8861-A87E-C292-C030-F7B5E72B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0D4CB-879B-6F48-2B08-2C372B1E1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D4616-646A-F372-A12E-948BF5A26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D833C-55E8-12D9-C02D-F30016AEB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44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4E2C-91C5-A708-A551-9C506BB6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8A1DC-C479-FA16-C0FB-4396C9631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D4E6E-71C6-7EE7-88F8-E9F63AFE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7FAA5-E63B-3784-9A7E-BC5DF98DC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29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DA97-7E4D-4D92-2C5D-877711DD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62699-A65B-E504-F2A1-EDECE8CA7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4DB81-9359-CF96-4F81-86DF032E6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B65B2-43CC-DDC6-13FE-3863677CD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96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AB3F-9D42-9DAC-1347-C10F9743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A8571-41D9-1986-3137-D985FA5EB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F62A3-837B-B999-EF9F-BD0AD1D60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D1E1B-6F2E-A193-ED4F-D1438C1F2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02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C8C47-76BA-8731-3E74-339BCA9D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1DA64-6312-7E74-978C-730976671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D7FED-6644-FEF7-4C4B-676DA22BF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CDFF6-8A20-C97D-D7BB-8BC7CCCC3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03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3E87-B85D-79CA-3FD8-564A4725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2A04F-B2CF-9D6B-69A1-242679DAD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DECF0-1E0C-E9A3-1C46-34277D87D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1668C-F3EE-7B9E-5870-E9E1AF648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44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E5FE-8397-CD65-45B5-E593A094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C6192-1F04-9B24-563F-C3670AFBB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ACCD0-A738-5BB1-707D-DA2857F41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36DE8-9249-3431-0885-0E603944B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0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E949-BFB4-0B8B-6C3E-A90D8412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3E3EA-3D00-191D-B6F9-57DA47A2C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537EC-81A1-AC3C-9018-08ACF224C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2A1F3-4CFE-9A19-B3D8-A87F91606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4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B160-F412-91A1-3502-7FF1306F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62D38-3580-A84B-ACF8-1E0C02DBC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64C9-20D5-5BB9-9EA7-9A8368D18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6B40F-8525-DE55-0A12-19155282C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33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0272-4CA9-ADD0-E05D-3AD9D2C61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D04A6-66DC-F5BA-2183-1694ACD6C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2BF70-F532-40C3-8042-6627F9D8F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DF2D0-5180-E73A-0AD7-0BAD63616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03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2F7C-08B6-C2CF-D52E-05776927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9ECF6-EED2-4F0A-CDEA-0E687B672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4E102-8A76-6482-FCED-A79C363DF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8DCE0-B43D-06CE-1BBD-498955923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94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F0B9-F996-140C-6AE8-F1B68239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9EB61-26E0-5FEE-6083-1C7589956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E7756-6B41-0682-B384-7A6F3ABE8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D6656-468F-1AC7-A224-4B0B75683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2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D9D15-F21A-5628-6550-8B5CC550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3C8D3-6669-1C8C-CD58-05ED33EEF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8AC3A-FB62-7EFD-9987-645666B6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A277C-B882-E5E6-C308-DA0B6614C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7206-D03F-615C-236E-173A8169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F8CF5-F38C-A509-1681-3BC6FD485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3B34C-E4AB-FC4D-68DB-4A8A50B63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1FE7A-82C3-05BB-139C-4621C3E33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7CA0-E605-0509-30A2-78911CE6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1EDC3-5F7C-E3A1-521F-70B7BA14C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B1AE1-8516-E9C1-0519-9E8CCC54E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1B193-C9FB-3F2C-D049-7CA7085FE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34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4B48-5904-0288-4556-7FBF8DC7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0F070-84BD-4F58-B584-0A2933CBB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75BAB-292C-A9E5-09A8-B304F0A0E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F6F95-38B5-4633-04B0-8017B4DAB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9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1A555-6DA1-F735-ADBE-F06A94D7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1CC5A-B308-4727-56CF-2D0316516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84B78-9C23-2D93-CEE0-46A764A4D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A4356-189F-C144-70F2-CA20DECF0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41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026A-F002-577D-6AD1-62D177D9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6B7B1-B0BC-182F-FD58-2E8695EE6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2F9BC-B421-C2A4-B71C-4CB2A47D5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709EB-22E7-1ED1-EC02-C09D24B36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30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58CA7-FCC1-EB5A-B15D-6AC22508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1ABB7-2CDE-B6F6-A990-9514C8C75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7BD40-AE90-0A44-2033-7159888A0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E6F28-5710-3AF1-7C85-8EBD9E2E4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308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B1A2-877E-CB16-EBFE-12FF285F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159A7-E059-336B-7C73-7865E6047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E6745-FC15-6CB2-9BB5-44D9A705B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F14F5-DA24-3FF8-E913-F7E25C566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34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5441-46DD-537A-BDA7-BE29EB92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D4994-3323-2D38-E2C0-B8AE0E392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C09D6-C339-CF5D-DA6F-974D93193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1F664-B882-3FF1-B05A-A2B6C9110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411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FE2E-3B8E-E03B-63E3-AEF739E6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7A8A8-2672-C4A5-51C8-6E77F33B9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09909-3B2C-9E16-227E-5C930A8FF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F133-7C22-877C-F489-2FD9BCEAB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04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F5FC-26B8-F7CD-8FE2-303F2A97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D3343-DDED-5ED8-881F-FC02E63AB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6AEFC-8763-8FC2-5AAE-CF8AB1CD0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1471C-B048-DC7D-F50E-C093DCCDF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77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293A-A33B-BCE0-8F7B-A681B469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AB36A-12F7-037A-3811-AA0B146DB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4BD6C-4FD3-E106-4167-D911E22F4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6FF6A-204E-4803-2D0A-99D45806B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20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7988-5EC9-7446-7456-B79EF3A7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21EFC-0D8E-5ABD-F474-1373E808F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78BAC-5FF2-899E-1267-572BEF89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9568-A8FD-8C44-88E0-5902F0586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039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F5F4-691F-AA99-61C9-D8C88CCB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99C16-5421-AC39-871D-71913F6FB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D0C01-DA04-6885-79E0-EC09F017C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375D4-34DD-ADD0-4F56-B9B32D3BA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97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BBFF4-83C7-BCC8-9A45-BEBD3164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E333C-F7F6-2D2C-A916-B2764603A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27757-2190-2FEC-128E-5BD55F6A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E6D4A-5343-765B-7939-AABDAA00F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783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78C5-F785-BD04-BBD8-2C0C1D03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1F43B-67C7-B2C7-E0FA-00137879F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7BF2E-4D2A-7CD7-77DF-73CB9EC1A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8B98-93A1-A514-5C65-B0FBE4600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112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8FEE8-4AAF-D7EF-DDE6-7467D7EA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785DB-326C-E8F8-290D-A499B0FCC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60E4A-A0E1-EBB1-9A03-C9FD76F9A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7B620-4308-3A57-BCAA-C12218C29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94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B8E50-A8A2-35EF-22F5-A17492F5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0DE53-6071-52F8-E017-8168D9E56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FB7C0-2B7A-A5EC-660B-3137D816D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DAC64-E8C5-59C4-7BE6-F12FFC7EC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736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82A54-C897-3928-CF26-86F1B3B5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476FD-1C1F-EB06-0AFE-BE38D709A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8A0CB-61A0-250C-04D0-24131932A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E608-2A4B-3E2D-AD1C-A66DA5D77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89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769A-45E2-2104-4FF3-CCF003BA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1258D-6DC1-E28F-9939-34BD14D7A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949AE-04CB-531E-8ED9-FC6A7C6CD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9CFFA-8820-FA59-1678-A07075EC2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88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7851-AD21-4F77-1E08-91A43A4C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227D2-DD02-A46A-2AE2-3A0444708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F9351-39DE-FA70-F05C-7316EAFB5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02378-365A-5DF0-37D3-5613AED11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339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9184-F79C-C70A-F700-A73EADDA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6CB81-F5C5-A9BB-1A62-4E9F8EAE7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B3E19-F158-8725-EA69-FA7FC1A25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80531-BF83-8730-EF3D-278989A47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99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F1E0-7F08-F4AA-FBD6-E2946DEE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66051-7D89-7F03-410A-AA4973AA3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0944E-884B-9EC6-5FBE-8AC454521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D1C0D-7107-A9A3-7918-4E5980829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481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445F-433A-7801-81A4-EC423A0D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E8A46-8D45-9F9E-BC08-02319F2F8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1DD7-64F5-B4C3-EEEC-4EE3F4AFF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7A5F-5ADD-B0DE-AB91-92C26CDBE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377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4393-E9FD-220E-EDBC-293EA161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9B2E4-F2B7-1C06-49EB-E2EAC4D30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4F075-4ABD-74E8-1495-ABA0C91CB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B6B2-8B84-738D-86EC-346BCF773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645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C4A8-0C04-65A7-3076-E7FA6297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C2F89-6E42-145E-2AB2-DF21437B8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7AFFF-6138-4576-089D-D117FEBA3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42836-A02F-5628-4AF1-4E93D56B8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787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17E0-FBAD-2802-7D58-066DA8A2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8B77C-ED4E-C228-EBA8-5BA14C9CC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C7B1E-4AC0-6AA2-9DBE-E069910C1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5196E-848B-BF6B-0F70-0AD2F27AB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163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E74C-DC5E-4556-46CE-29C9135C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EA715-8469-F9DE-78E9-DBB75ADE7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94C4E-CE32-1B02-C9A1-291A17839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8A31-0C95-5B77-E868-38E6FA9AF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601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8BD7B-D607-C38C-9A64-7EC9B806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AD9C6-8B7C-2E78-1602-BD3ABEBD0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FA228-4831-A7FC-F48B-35AF1EB5E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EDA2-2399-A3C1-B0DD-5D897B4F0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849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33A2-97C3-2CE1-A546-2357E934D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F7798-AFB9-5031-41E6-FCA0D9CB0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3B6F7-043A-A52D-CE67-F7B5EB4D7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3DBED-6EB1-1912-E035-924614A52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798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0B05-4BDC-23CD-3760-62E790BB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0957C-24DB-1FC5-6A13-3027A0549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AB3B9-D392-A760-E73E-974D7E03E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EA2A7-D2FC-EDA2-C4F7-A243D4ADB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451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C25F-0DFA-37B5-2319-874A2E80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7339E-74C0-B35E-B818-2A56A9BB5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4214B-D7AC-9137-FC07-B87794892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09808-41E1-0C68-23A0-C2127971C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856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C5C0-9147-192C-177A-5A314D13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2075B-6B2A-D070-7AF4-51D83B390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8B073-C071-0DBF-3C86-0AF637D4A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2216C-8A37-87F4-A488-A5F5448EB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451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B9A9-78BB-3564-E39A-BDBD73FF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ABE1A-B57E-5AFE-EA38-E475073D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4A150-1629-8F25-B64F-6D34FB420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40D5A-52E6-C778-7F47-4F4E23464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177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4194-8A6D-F4AB-92F0-2B9CD89E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65DF0-D96A-2D1C-55DE-646174AC2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E2724-403A-031B-E475-C1B302EAC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4B18-6A1E-948A-9FC0-EF21D6ABE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26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C04B-642D-8D2F-CD4F-74F76AFF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16CEC-91A3-C909-77FC-32600FAB1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8642F-AEEC-CA4D-C113-688D2FE56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21897-34F2-E1BC-E07B-0ED230DF6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95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7C3E-AD92-3983-6DD8-66EFACF8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31F5E-B6B5-EFB6-E7E6-1E010A671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0AE73-524E-0F9A-B41B-41031EEA4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E9C47-3C01-AA9D-A99A-30FCD55B1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532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D5ED-3305-963E-1888-0AB8FB6D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B7668-6471-E529-5F2A-04F83D1DE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22354-67AA-F28C-2A34-C9B916324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BBFE3-11D7-6FDD-3AAE-144036EB0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055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9C90-74E6-6A9D-A50D-7ED66B88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9EE65-A7C6-971E-B14C-BB42D98E3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C0898-D30A-4725-5E20-BB208D728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13FE0-BF04-2699-F300-8B297B87C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857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3DCF-F4A4-176C-F61A-6A24A684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AF884-E7EB-02AA-D9E7-E70A0BB73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A860F-B538-3DB0-15CD-E158333F9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E73E6-5F3A-CDF3-A296-B381B0703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552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56B1-6D04-A7DB-D55E-009DBF51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06AA3-C30B-4D67-1AA0-DAD11EEF6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08588-C2C2-A314-8813-4E85E9F9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1DCB-122D-B20E-038E-A9802F2DE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035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B2A0-8CD0-3A6D-B766-2BC91FDC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0B7C0-87D2-0114-B933-6A1C1B30B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F2D7E-2314-C5D1-A278-61445D9C5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DC869-EC6C-6673-D60A-DAAB30547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950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5810-BAC9-CE0E-F4B7-D7E4621E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F73BD-BB30-B9F2-5021-6C8CFD361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FCE95-7218-FE73-9E72-BD12E0264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50732-3D1F-47D5-CE38-34223D8A3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06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BAB46-192F-F723-B9E3-164C1B074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525AC-4760-36CA-9899-F61F02728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B5C7D-E61B-DF7A-33F9-279BDA0CE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D365B-9F79-F3D4-7D00-D715F1A79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586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1190-903D-D2EF-D5C6-8650CCEB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35B5A-D62A-B81E-C226-C018498C3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C1664-7264-B4F1-4BF3-BEA31FDB3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D7399-561D-AE72-A06F-BBD853FD3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419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15B92-542D-187C-D27B-6AD83F39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C365B-F204-3FE2-2CF9-0AC070EAB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EA306-F242-C593-58B0-06F59F347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B6D0C-21FB-1A9B-985E-39899F6D1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346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8FA6C-C7BC-043E-6302-C3D686F1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CBD17-4D0B-5774-5354-E86238160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84FC7-52CF-E1B2-4ED0-5149BCB42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20C3C-472B-F3B4-8D58-74CAD44F4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790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1795-B0A6-57A6-DE24-52031347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9C138-3B3B-D5BC-AC3D-BB052BA9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6ADD4-D775-540F-3077-D35B83A0A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6C96A-7D59-2156-170D-BA4A9C881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121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60D9-30E3-2F59-06E7-481C320A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2B4B9-6167-FA3F-E7EE-3BA93D701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FED-8C6E-FDF2-7B6C-C4A4588F5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E5D40-0538-3196-DD89-06D65775B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7543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E0E9-E589-52EE-512C-6FAFC34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9E5C1-108B-FE14-A26B-62EB59619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77ED1-8859-4904-6614-148236D6E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916DC-00ED-24CF-8367-564C628C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6277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1E11-6FC7-9F8E-51FB-7B5E4F3B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53F0F-EE1F-1F82-8512-35FA5CE4F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B2365-804D-FD2F-182D-2D0E9E09D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AB243-D36E-BAE7-FE1A-4A5D7F4BD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099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0538-0EC5-8F75-C48A-79636C61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B667D-DD0B-7D52-BBD0-EC079AB75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97F52-5F78-C510-4CD8-C7CB36144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C9B9C-C3AE-A52E-820B-C333275AC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2165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3C6E-E466-EEF9-C5BA-18753AED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255EB-3648-7917-D495-B3771E049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C2345-9744-3D1A-CC9F-AFDE5A011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7B5D-0C0B-56B1-84A3-9330D5471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6373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88E9-61F2-5419-7925-6931E2D2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7F40D-11F4-3F49-1542-56B89480C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97551-FDAB-35AD-3479-7BFBF6F2E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E0605-1E5A-AE45-0CA0-172B22DF9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74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A148-5F5C-C05C-0FCB-F4EDE0A3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D49C9-1E4A-C7AE-56C6-B8BD74A6C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7677B-A55D-8F50-40C0-F21A9FB3A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780CF-2C94-D119-9A9B-D27E82BCA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011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C15E-8B73-57CF-F910-1B482A22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F525A-8B2E-C2D3-8216-B5AE1E6B8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A2AB7-018A-9D3F-CC06-61EF5B64D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3A0FC-A0C1-3DA6-89A2-C54F860F2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278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4A73-4B1C-95CF-EBAB-F5D070EC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2AE03-87D8-B919-7758-092052982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AFAFA-7CBE-9993-FE47-E104AACC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49E9A-97BA-2499-967A-A6D7C3048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584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D5A3-2562-5C3F-0D4C-B16F67BB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E895C-D83A-028F-11A0-B66AC2DA4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37A1C-2BD2-9813-5F32-3FD2B587A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BADD7-88FC-D971-303D-881D5F039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7432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6A87-714F-0854-1395-A9852D684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5CA46-39ED-01CC-CAB1-8E281F1BB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B7DF9-D738-CBA1-656E-3D6BBD186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EB2C-C2C1-44C8-8386-53E8DB545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id with numbers and circles&#10;&#10;AI-generated content may be incorrect.">
            <a:extLst>
              <a:ext uri="{FF2B5EF4-FFF2-40B4-BE49-F238E27FC236}">
                <a16:creationId xmlns:a16="http://schemas.microsoft.com/office/drawing/2014/main" id="{F1A8FDDE-33A9-DB75-7606-8F08BCF98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2571"/>
            <a:ext cx="4543223" cy="528543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E305-9FEF-37E2-B030-D16F06FD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A5F73B-355B-4E9C-E5AE-C52648AAC5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Nine of the circles, one per block, are entirely within a block. Initialize them.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4F7A3C-2695-0B71-1103-CC72F9E7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BD7C3F-171C-A4DA-CEB0-84B0F78AC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2415BE-CC94-2742-86B9-F82AB7A1A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AB3999-3C09-612E-FC58-031667762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2BC8CE-A5DC-25EB-1606-4FA93D60072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8FF6E-9083-5FCF-6906-4C3ABC36D47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B648D-2084-5BA0-6339-C4C7E799BBB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7DB39-4338-3909-4A3D-2A8815821F9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E8DE3-69E6-C0A8-E1E7-A019D13933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0FE8E-CFC9-BED8-4978-008A2C98B19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5033D1-0B8E-46F0-8199-C021442168D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66704-774F-AB89-C5AD-35EDA38424E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432732-8C7A-15D0-E902-B8C76E36570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35AC0-FD52-6151-F4AA-1CAA950F5F8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7FBA5-3ECE-1CE5-C4B7-7261DC1BD12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CDD413-1B48-BDC0-E14A-D77F183507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43626-AA72-A88F-35DA-3B9684F2585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4C1A7-96D2-2EBC-62C9-A0D745B24B3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CF21BD-6DB0-CF84-398A-A5637CB0F4B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37E576-4E2E-5379-C309-27DBC4BD29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9B531B-01BF-DFAC-6644-A3B1A3C83A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7E8B7-1974-5DDB-D6B8-D60A87A0F5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C6572-B156-A987-0B45-6119656CD22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5A2416-70F9-B0CF-3FF0-FF05AB760F0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88158B-39A1-FEDB-2BFE-07C3A7E54B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3D465F-5570-95C8-8CE1-0360ED32E6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1086DD-E32E-A1D8-E08F-DF0CC5E5C21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0F3CCB-5272-5B46-0DE1-48B105A4E85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D530FA-C3AF-CD34-2C80-E28E844FEC5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2A0A2F-3205-6F14-37FC-FE85CAF3AF9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F67E5D-AB62-B2B1-00C4-F26233B7D77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A49ABD-F9D2-7B03-3F3F-9AF15E1AE9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D0A0F7-8EA6-9875-647A-7E8C461396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E28CD8-F455-F4EE-BD42-7D5B131BBB8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C01A82-A902-B4DF-F615-088E2128504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42BE4C-EB6D-432F-5F46-2526FA47C11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CC2714-F963-3716-66BA-359D605B800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8F89A-9412-4510-E933-ABDD704E971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DB02BD-94A4-E209-E679-98A7FB2C2AB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33FE84-5726-58CA-16E5-0D2273481F5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</p:spTree>
    <p:extLst>
      <p:ext uri="{BB962C8B-B14F-4D97-AF65-F5344CB8AC3E}">
        <p14:creationId xmlns:p14="http://schemas.microsoft.com/office/powerpoint/2010/main" val="120720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CB3D-3A25-2FF7-14CE-6AFD919A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FC533A-345F-EE0F-5DAC-1119E0CB40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remainder of the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49A169-7B07-7A5A-69BD-3A35538AB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7C3116-047D-2691-4F9F-888745878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5AD760-4837-F657-F0FC-90648E958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CA23B3-16E9-D06F-664C-299A814C2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5B7CC2-E909-3609-1407-B19E5D3D48E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849A7-C4AD-0625-ED29-BBBE0E2D32A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23C14-905F-2AEA-DA63-60BBB46401D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C9F80-DF76-DBE9-2A0D-0762A05E7A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8681E-8141-1958-474D-66026A7B809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A6E7A-6B96-09CA-B22D-03EF2059DB8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293EC-4EF5-A5EB-174D-9F7A47CF523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62960F-ED09-038F-93B5-8DE9FA13EB6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C2B43A-490A-B59D-FADC-57AB8A3230E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D72C9F-C678-FFF2-E57E-67D4D9C1141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D560F-E54D-19DB-48BE-9F0F093C5B1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F2FF8-5566-DDD5-6A74-15C2D0156A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4968A0-6601-D7E7-71D4-E7E2439930C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CEA99E-A71E-9B5C-6EEA-885B3749CCA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D3BA3B-CA29-4B5A-CD0E-52760A1678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FDBA01-6647-0C64-D80C-20E7305BA22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698590-7D59-2F2B-54EE-E557C21EC0B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872338-0611-C659-D3ED-463F04D7D4D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A4B124-9E27-9622-7F0F-9BC7D973504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83A920-2FD0-7128-CA95-32CDC9B51D7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8BB09A-9504-2386-4C95-B3817848702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1737B5-0ED9-4F2E-43BE-F29C72281C0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946B95-CBE8-5FB1-4D18-B5C86275E9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C2BE6B-840B-AC2A-97DC-DE650CF9983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A36D86-8559-5B08-4942-2A44DCCE13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2236D4-A15C-A796-663B-FA0AF52105A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E1B9A5-4D4B-1527-13A5-EE75C3CE1F5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9F32B6-D3AF-5EBE-3CD6-DF7A06FA88A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1E0965-0398-0EBE-E6A7-A5EFA0C595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0AF5A8-FC9B-A302-22A4-01485BF1B96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153815-7FEA-53A0-61A4-F68D480256F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D38DFB-1AB7-9CA4-B23B-DC917C91B37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22A144-90D0-9F0B-5684-4BE5012E8FC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952650-AE64-05E3-8335-B7C134233DB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EC2084-0A14-01E2-46B5-DA338E8DB5C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236E82-D8DE-CA52-D99B-E2B8C60FBC1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F3FA0F-7D54-E7D8-DE11-52DC0C27FD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CC34D-8776-0EB5-263D-E58E8EEF77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882B94-6766-7688-487B-40C8E8C9428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55861B-1908-5240-F33D-D9D8D49254D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D0AAC6-12FB-304A-5996-C59BCD32E7D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C005BC-3055-B472-8459-F90CC7DCD5B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289750-C9E8-FD7A-1119-2DE44863DC1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7BB20C-F9A2-3E87-B77A-373D454F84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85A17B-A099-D89A-660B-CAFC5467E1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334937-6BC9-C6C3-EB5A-5DAFD850032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C9DEFC-42A9-3A8E-11EE-1C3382B1176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337A8F-3A2F-8547-AB97-86EA55A94E1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8B85F5-DBC5-9D2F-941B-F25E046E2C6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83F126-795C-2158-6121-B0710D8494E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CA4ED3-4B00-8906-FD15-265532DD0FB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E4D2F2-3541-3475-4FD3-0ECD2E13ADF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C1F7B6-2C76-FBFF-4800-748B2A39512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D067D3-972D-8349-6FD6-04384E079E4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2B419F-C806-F275-7BAE-5889A8A8D18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45DEA0-6D76-A928-EDDF-932C76C2E5A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98E411-AE2C-1D7C-ABDB-FA3AB241A0F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22EE4C-DE54-FEC0-7FE8-1CF01049E0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440536-E57D-548F-7D89-D1CAADD75B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245CA5-C99B-F5D4-90F9-9866E37BD2B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2910A5-4E6C-BDAF-6960-3BFFC6113CB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59AD34-B50C-8426-AFB6-AB6E82CC7B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737D01-138A-1A7D-7847-723238AD50B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3250D6-E159-07BD-1CDB-D06D8836D1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7210A3-4A2C-D6C7-3E70-3AACE15B2E3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D3C3BE-56F6-1876-1883-BCD0589653C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E3F84D-7957-D4AD-E27D-48E962C9DDB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49D197-0581-6ABA-086B-244C5AD72A4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6A6D23-1CC1-F7C2-F7E5-60A536628B1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E258A2-EF17-4C55-DEAC-0C7DC5FCA09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530076-9D1F-B919-5BAD-1F2FE586089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929FE8-8D6C-D23F-914A-6CBAC317B76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2AD698-9556-C76B-8DBC-55B48960F0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0DE18F-C3E8-9712-4292-394AC765B6B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8C4022-FD6D-2ED4-93C5-63E97C47550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5173FB-530D-94B4-3545-7AF5B2F6CC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0A6550-05EB-2173-E30B-EEAA05E2F54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EF70DD-69FF-AA79-5A64-26521C3A662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817CC6-007C-EB7F-0A0A-4CFF26F47C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C15918-6F9E-836F-6681-C3FB0595669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659162-242F-66DD-C81A-C7E6F3D4BB8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</p:spTree>
    <p:extLst>
      <p:ext uri="{BB962C8B-B14F-4D97-AF65-F5344CB8AC3E}">
        <p14:creationId xmlns:p14="http://schemas.microsoft.com/office/powerpoint/2010/main" val="337175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6B565-D3AF-C8B8-3989-7E7538B8D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5E8EF8-E40E-19C8-BCE1-3197139743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note that the 1, 2, and 3 must be in the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E2890A-C1CA-3216-5F53-3E83E5B35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931675-01F6-01C3-0A58-3C8666101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6DC826-D300-7939-CDE6-798042277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42EB46-4BE1-5097-66C5-2D80B683A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758961-E0E3-C559-A64E-18EB2B6A305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94BD4-EB19-C0AB-AD19-445368C6F7E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2051C-F478-3822-E350-24044E15583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25C4F-8ACA-EFB3-51BF-C362FEE5291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278F1-5C12-F642-9B14-E77E2A91756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0105F-935E-727B-B361-23BBB6316DE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07887-E67B-1EB1-489A-537593340F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674E5A-ACED-2CDA-85CF-3F96CD8290C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518FF2-1472-0250-6F88-EFABE38B9E5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830772-D1BE-3BC5-F924-4AC714E8B6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B854F7-8518-2398-1399-76AED216FFF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A93CE5-BF44-8E9E-8AAB-144CDBED7E7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B248B2-C4A4-FAD1-E5DA-3FA03F025D3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4DF0A9-33CC-832C-ED51-C9356E9F440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5C1DA1-3D9C-674C-DBA9-6CE87A7D1C2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46529-B15B-B2D2-032C-04DA302DA59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6E9ED8-663F-4D3E-D620-6F247C21D63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87ABA4-3A04-D03C-0781-59C20ED207B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B138BE-2FDD-B98B-BDA2-35FBB0CEB6A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79046-8051-49FF-90CA-B6DCE28BD53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7D0E45-C82B-C28D-C53A-434528BF8C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65D9BE-7E48-548F-C848-D24A8B2128B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B2ED80-4A5B-102A-6237-8A3E1FC5F5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6DD416-9506-0B82-A6C1-7E64131D42F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6879EA-3FA6-04E3-E079-294B5C7002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DCD400-3963-D668-4A6B-2A8C3F59108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0A6554-0404-921E-0600-F9DE3F35FEA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448DC7-1E78-2B17-B9CB-6EFF6E3AD65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DD00AD-3368-5B92-FB2A-AE93D0A91CD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8B85F9-1FEE-BC9E-5F8F-34BC5C953B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C0827C-D026-FA1B-1367-296A94EAFC8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233B3F-0AA1-81D9-ACC2-1FA96E237D0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8007B6-AAFC-FBFF-8E2F-FB093D1BFE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0E8ACA-7A6B-2969-2EF6-7E7AF5A1DE0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057149-7861-0B05-A9BE-BEFFC7BA4D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FF4EA-83FB-4FE7-3E32-138B047632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8A1AE1-70D9-207F-BBFE-7A01695C92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B104B5-B2D7-5B6D-F0D5-11D6177D3B0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4A4E35-B120-6C58-E291-123306144D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5394D4-82A4-14AB-1A24-BF087FA1AF4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26886C-19E2-473A-1D3E-490BCE4E61F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8D6FCD-A0F1-D50F-9D68-4614F493EF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205AD3-BA4F-EDD7-CF53-D3107404569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EF5CE9-22E0-D4C7-7EE4-6F14A6AD29D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DCD83F-3800-714A-6CEA-4CF4382972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F4AA28-915A-BC32-3C48-0F81C3BCB13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972C42-B235-7DA1-BF52-2724A6DA5A1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C5CC74-CDD2-F8B0-7F91-338C3DD54AC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B20522-B67A-3B5B-9D10-A8A00549171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EDD606-6E12-C63E-8EB4-C795A9EF708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EE3AD5-1389-753E-B43C-2822B5E6B61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EF51BA-F70A-C6B0-1448-59D39C7796B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D741E5-7DFE-4C88-54F4-14A900D1171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0B2AB8-E0FD-4161-5752-EDF6FDC35F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8EE079-D439-0754-CEA4-12D46DC512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1573C-3084-AB28-F0ED-5C9F0CA089C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D07CB1-781A-4835-5FE5-3428F6AFA1E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6D4EED-BD6A-D36E-BF2D-6A58806F727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FD406F-08EA-0889-09E5-1B75AAB837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30D8B0-5ED5-DF80-11AA-35CD910103A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07DEAD-1652-CBB0-CE54-0E6DDD096D7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6FCBFC-A515-FFCB-4D6D-9445C2954ED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AF69B4-D633-E792-7611-B8D4A3730F6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4BF460-60B5-2BC4-28F2-6CDE927A20B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1B3368-BCB9-BDA3-D816-FBDFDD2B918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E25E8B-C30B-6BE9-5651-66AECFA2505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D01C8B-020F-D1C8-86CA-FE9983295E6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1B8E28-A095-680B-97EA-5618258E21B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9431C2-509C-49DA-4627-CD3008A8A7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CC3ABF-EA9B-0550-9215-370C91E83F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92FE6A-F3C5-672A-8939-89DA5ABB906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574BA9-AB50-42DC-5016-04A619190AC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F2F9B5-C659-0FEC-9CCF-3BD982A2C02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551005-E593-B0EE-827C-F878D3D1E28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85E55A-A874-2C1D-A4FD-BD026742B78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0F98AB-9301-60A6-4463-0E6F0DBA17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5CD3AF-8CC5-5ACD-AA3B-22F2FDF679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09BB33-D154-0E47-9E58-BF6DD402FBF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DE341B-7124-AF30-32AE-EB18C2FAFD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70E214-EDF1-F554-669A-93AE12EDF55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5BB5A0-9234-F6F6-8359-5ABB224789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109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2679-64D1-E065-5A68-AAD027D8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E9E2E1-B5B3-5A49-0340-07490A0ABA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313CE0-8789-F2C5-0AC0-F211A8D0D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E66F08-F81B-88EC-E3BD-CF8F2E255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FF844C-50E8-E208-2008-3CB86E579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D206D7-9B29-B62F-1B5C-08D5E1619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4DF2DC-EB66-7BC3-AC52-5C6C328EEDA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DF58B-5190-22AF-D56B-6F46C45738D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3C9AC-BE7F-ED44-0FED-C652E9DD5AD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411E3-09DE-EF28-7EAA-238457A3DE1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A50C2-276E-3769-2FD7-B3C14DD7B9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EC77B-B93B-A975-6841-358FD17A6BE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C44F0-A572-4B71-1169-1EEE1AC4579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BE6F90-6988-D7A0-9C8D-D2454F7FAFE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D33B37-7A52-4385-4536-7B8C1DCFA2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179566-8208-45A0-E0C6-FADDCF78122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41DBB-5E3C-C816-22AF-B33C5B7B7D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17644E-9C64-9EC1-0459-7EB25A3582F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98A20-B3E4-8694-5946-EFBFA00D640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F13B1-47BB-0E5D-2F90-334AEC2E9F6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6E3EBB-B813-2A7D-54E3-D3AB2F0106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5FFFB-9F3D-C88A-A65C-05F92B4CE5C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402362-AC7A-A9BD-1E9C-366B7674F4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1A8257-9421-27CD-E11F-66BDF94F776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1AF7CB-E2CA-2197-9735-BBCEBCF6C4B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D0F9C-CA31-EF44-6152-B36956C3295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1B9D4E-C6CA-E757-6402-5289F88610F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55C1A0-FCC0-A587-961E-981F584B985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951427-F6FE-F694-C557-CEEA22DF00D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37802-748F-0C1D-3FD4-08FBFFCF6BC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B327F-5153-2AEF-94F2-2BFBF9E63D5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0C951F-2D50-B946-0A48-B8BA82387C8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E1E471-6DC0-0F46-C8BD-82CF2289EE1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0F838E-9110-A8A4-F19D-E6708C40148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0F8F5D-AF4F-C4C6-F5C0-AE7EBFEB421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604E74-6720-1816-CC06-9F8CA5CEA75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BB4CB7-006A-D728-C8BE-0440FDA31E0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BE7F91-78B0-50AB-E4D5-E18956E7B5F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4BA88-ED1D-0988-A15D-00791017D33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B15DD8-C8EB-3018-758F-10F719BF976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917B55-4551-F7B9-0B03-E48A2221FB6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A35915-FCD0-1521-EFE6-FB67985422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45760A-269E-0558-CFAD-6075745847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77B178-D34C-F23E-F91A-2E47819380F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9ED7B0-3D4D-9C0C-2643-F634B95D67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7C373D-25E0-2CBE-34E0-B6F16F4C992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A77442-F467-8207-FF76-0433231CB79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FBA61D-38FA-091A-3A95-90945B6DA8A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C54AC9-0A13-A75B-B083-2FB7CCC2A9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0EB35A-6AE0-9B9D-E167-8E60B21DFA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F37C47-E5F8-D0FC-572E-4F759C04157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C741D4-062C-3C4E-5E4D-A8EF81A7656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AD9BBB-0B5A-70A8-436C-74E5AB05D98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70B10-7B4A-DEBD-2965-E4106088709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786798-1140-FF64-036F-4B292552EEB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277295-D18A-F922-1D5B-8F828305C5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460F6D-6A4F-3634-4176-BF01E25A1D7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E0922D-9475-9A67-6F6A-36247D422CD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1198D2-4895-6585-0295-B012B3F0102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CEED34-DC30-90B0-B3F5-74BD91A6927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C1E098-A145-CE99-56C9-D435BA0FCEF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43F3CE-4E64-1306-13D1-600AFEC0DBA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DFD760-09BA-A28F-D003-49943CEAF4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30F71B-3154-9BC4-0878-3F2FA4AC287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DAD3EB-6DCE-A02A-B62F-6ACD7C67C5A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456C3-7150-145F-E3A1-63760A743D5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B56445-E28B-6C7D-BE74-D0ED9AEA242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F8B01F-E782-6C6D-F373-A9C8E7C54FF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E1D95C-6E5F-BC91-D810-B931FCE18C8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3E3F47-7219-762D-3DA4-50B70D0803E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79038D-543B-E781-C455-0708256B0E1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59E2C9-330B-D4BF-38BD-AD2F44E6C3A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45649B-248A-6CEB-7C6B-CD6A5A89F62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31FC80-814F-8685-C4B4-A5B6670B084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2265DA-7137-6E31-FDEA-5A0DC7C5092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1951B8-B867-A379-293B-2369CBCE935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619BB8-3F0A-4A97-3AC0-4426100DA2B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25AEBD-3F86-76A7-ECC6-5D5E6C42285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8D51A5-C814-78CC-3EC3-8AF0EBAEE08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E7F489-4C84-202F-48ED-1EC8222AE8A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01DB04-5B14-66BC-2ED6-FD911EE3DEB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3FA2CD-F6F4-A0AB-A3F9-D51C37CE050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4DEF29-958B-C19D-2AF5-15AEA44432F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17FC2AA-ACA2-EF8E-4D98-6816DC8886F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E8106D-4BEB-19D1-968D-7FFC6A6AB86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80FBFF-A2D7-77D0-A03C-D4412CE8F14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DAF115-BB1F-6B14-79D9-3D1464DF5E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327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664CD-EA63-147F-A077-F5D9F50F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130F8F-B579-05A8-5974-4803D28E3B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9E3F5C-01B2-D589-DF8C-D7FF77D2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D0A2FB-0B16-5DA8-02D2-897E34CB3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71004D-093F-85BB-F0BB-7195A23D2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268FDF-4D84-8782-F108-19A453F08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E924AA-BB75-64D1-825C-743D4B1C79B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EB0AC-45CD-3CA6-7AD3-679DAB34661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8388F-20AB-7A94-51AF-22AC2EA9B98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AD6C9-5F64-82FD-5DA6-645D919C46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B5891-5BFE-F96B-5507-E4699CB759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617281-8EFD-A57B-F094-7377705AE56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8E199-54A0-9E25-663F-C4BDEE3F140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35F8F-77A6-0426-3B91-28836089FF0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206FF7-639A-8E88-77FE-40364A0FE98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0B66A-D113-BD56-CC8A-31EEF79799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99390-1DAA-82E7-DCE5-F75F24D6F6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DEC82-6145-744D-BF6B-2DB92F43D4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3E6D5E-051A-19E4-B146-40EC470351A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D4D8AE-6C63-5595-3887-766707B2122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F32A2-9C23-8AF8-4A74-11EDB8A45E4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599391-6E7D-50CD-F15C-9B0E66AC7FD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197BE3-129D-7AFF-81C4-084CD2E4244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48AEC-3096-4842-4A3B-70177145428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C73F80-EE1C-5AB1-8ACA-27A4041DB1B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514D5-E0B5-ECF6-C85D-D31EC15B05C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B2E8D0-F789-2A36-B766-BB92C5D5427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7B63D5-F3F4-1CBC-A258-1C6E2713B51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A19E3C-92C8-7E02-EB8E-F04AA9FB7B2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3DD406-32EB-762A-7C8C-B2983B0FBCD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F4152C-ED60-042C-021D-295B0032501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0B740F-3949-75F3-09FF-DF853211A6A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1594E7-72FE-BE60-0801-67720B06ED6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E50F65-5CB5-2CA7-DF14-5D4576957DF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3E26A6-3AD8-6195-6B1E-ABE72ACDBBF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DCA328-16E7-F807-0B16-CD44C8EB617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0493C5-91CF-7685-A81F-5573BF68C23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CEFD0B-9BD6-F73D-4CA8-BF9E6AD0C8C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8330D6-94A8-C849-1746-DA5E06E2DB2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B82CED-7E56-447B-B1A7-0CABECFB68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F6369F-EA45-B3DF-DD7F-67A7BD3DF8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C8F2B2-AF02-20EE-F817-78BD3655968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87533D-0758-770C-6FF5-104B101B402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505F81-4C04-0A1A-4402-61C3B534ABF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F0603D-4184-FFBD-F57E-9728CDAA321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1B9DE0-6CA2-556F-F576-65974769B16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A73F42-E244-534D-D697-5D2277C309C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081E9C-6BA2-1B6F-4EF2-04B8593D81F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6EFA12-B394-DBF9-0338-A732CD5258C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0A8C81-7D0D-6322-D9AF-BD550FD06BF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E53DC7-37CD-E60E-54EC-EF408E98C23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1E3987-A547-A546-EF28-19FE5FDBF5F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E08D72-0701-C4B4-AFD1-B8177FF30AB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338E49-B915-2245-AFFF-D8919EE51C6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1CAC8A-6B67-EC38-0078-C1E427E2692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020653-9332-7125-1EB7-FE490A38102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73734D-EDF6-90F8-EDA6-8517FD61413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28D1D0-44DD-A914-8B03-4936B088128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E88E7E-15BC-60CC-CF6C-67C8CF2DD5F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9B40FB-61FB-0912-19CD-0A1C61AD84F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E4E39D-8D70-5FDE-5310-8030E18C41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351EA4-9544-0134-FA52-AFC32C3E38F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B748EA-B30B-7EF1-217C-A746E7879A2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CFAFB2-4A40-9EA5-84A0-47D9AD944FB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5B16B5-BF42-B7CB-7AB7-ACD952CD047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BCE424-FA14-61FD-22EA-50A2E935810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6B7322-0AA2-48D6-2980-7E2AA18D6D6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DB5A7D-B729-34C7-7373-1BD7EF7A3AA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DD698E-66E9-E213-67FA-A083C07A703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903BB5-E5DC-4430-770B-DADF00438EF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CC3DB3-DC87-B5F9-249C-295A370D8B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7703FA4-7049-BD68-3522-DE2C0512308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A27D0A-5FF2-D7D2-7B08-AE5AE982F52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CD872C-3D59-1D4C-0853-ECFEB47207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362CAE-EBE7-6A6A-A204-08837D80613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40DD56-726F-8620-4FD9-D3F79084182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773851-7FE1-4E19-BD4A-191AA9FF6E9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FCB669-921D-0F38-953F-B985461476E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FF2CA1-2F82-2312-602E-BE8FFF98311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EA3386-D3C2-4943-49BD-E31CBF6E84F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AC1925-9398-0F4C-3649-DF1FADF0100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14D9D3-BFAA-334E-4342-DF2129D301A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AD5010-552F-8835-D812-D663ED62B4A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9B113B-430F-5585-EF8D-55AABB9936F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CC06485-E42F-A6B9-03FA-61AD6523CFC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F8A7C6-B0AA-0751-180A-310E3C04AE6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6EF89AE-BC24-D3AA-0176-7B33F0737D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121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3719-82B5-4982-5D60-D820B528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9B6A9-566C-BF4C-3AD9-499527FB6A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the 3 must be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C63A40-C14E-023E-B77F-C0747BDA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81405F-4E45-6DCC-1D23-C02F7AD72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C8276A-A601-F2F7-4204-5440865C5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171078-A28D-2D83-0585-71124BDCC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34C681-6885-98EB-0167-FAE92F1E109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22EA9-FF80-5992-2217-B88C19F12E6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5F27F-6179-1A9F-4688-B1D88D83ED2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62522B-DA6C-427A-E7B6-0F60FA4C8D4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D40DA-3F35-6A7C-450C-5CD72809F8F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6062F-0FC9-2907-052E-0BDA12546D7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487679-E076-A34A-C518-FAE6F59D2C5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F3FC3-2AB2-35EA-BEA3-16B15FE6C6F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553C0D-18E3-103B-AA2E-683EBABA11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AB56C8-8355-1E7B-30DB-CAFAA73FECA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76A69F-54E3-AA12-FF64-99E8A2398D0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3F7C81-F05F-0C6C-DAD9-05012EB780B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71751C-2069-D8AF-62A6-1A504A2327A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F75B8-AA4A-DF32-7DDE-6CC4FBF624F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16C2C-AD94-1471-7828-1335D08FD9F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AC581B-D6D9-4848-B6F7-BE65B2127F8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563996-5BEB-DD94-9023-99649578F0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7C921-C97E-24E7-C567-92339F6BFC3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7A0719-4934-AC5F-08C7-6F8DFF5F8FA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404E12-C279-AC32-6EBA-9CD16DFF264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777DD9-48F1-B750-B585-3F2350C8307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A920BC-4253-8BFA-7A2F-BF206413B61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CB7233-C45B-104A-BC65-2648EC0048D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7AA28A-D6FD-FB5A-D010-FC05612ADA3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88B12C-78FB-C3A9-C5AF-9AF0239EC20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495636-E4A5-79CF-C2C6-D663AA46B21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97F828-1D51-0AC5-CCAA-87ABDD4463E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5DAA6E-72FD-C1F4-C7DD-639E54EADC6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9FBFFC-8AE2-24C9-65CC-1748694A94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9C05A9-87F3-A9A9-6A5D-4DA88E7D708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AB21C5-C8E3-BABF-71AB-1EF098EA761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C9B7F5-DAD3-3D47-4C04-FE303282D9D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B32AE2-08F4-9DA3-D6AA-C3000EA2BA0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3119A6-6013-AFF3-8D53-A71C1CD27D5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38563D-6619-ED90-2B03-CFC73E6561B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7224DF-266F-F11C-D20F-B14E9773D6C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779D24-B614-18A7-5114-C1365746F91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00BEA4-B960-DCE6-1D65-AA54E5ED1AE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F66646-76D7-793D-1127-FD32C67E89C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6182BC-B809-FEBA-FF43-92BEAF4DCD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CBE993-255F-166C-9EEB-54189B66B8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907D3A-6913-A0ED-4AAD-E8229F0C4A4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DC09E3-4C17-6D28-2CF8-83B51256E93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058488-CD34-D701-550D-B118DCF4509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62979F-4BB9-F927-A3F8-43549BB859D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BBCF74-E3C0-BD68-F677-3EFC27D4BCA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283932-EFB4-CDF7-F4A6-A83906DCA46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24AA07-9DDF-8EC9-B9DC-406B765D54B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24AFE2-C3FC-90B1-DF01-80795B4282F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3920B-97D6-1BCF-3E6C-A8A6C64D6C0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FD8B11-9059-2073-961D-72A088247C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F6FDDA-50A5-3DD4-ABAF-71CDD21B70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721805-AABE-5AFE-B3F6-438B740CA33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324137-9C0F-81E0-A1BC-7FFA46C1CC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09A519-F877-3A65-D1A2-10B1004E943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224FED-C9FE-471F-04AF-4C8AC674661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0C1303-1517-7AAE-5F4B-DDA7857B490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80A2A4-F990-0E55-300B-E6CB687F64D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B5628E-86B4-FD23-F940-388DAE3F205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B370AE-8046-3C89-4ADD-4A4D4F5E845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57460C-0CBF-F5A9-D586-C3090780323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526084-BC39-40D0-2251-1DA90F62022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6C3908-234F-3395-455F-60EC4AADCB0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1AB4BD-DDA3-3FB9-B3AC-145215BE464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BEBD83-BE96-9563-0D50-A7A5D243BC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7B5DB1-70B2-132C-C0A4-70F03BFF2D6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BF5794-DF19-0CFA-4520-9B8B7AE810F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5C32BE-80C4-F10F-C38A-D8726153760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BDA331-23E1-AA28-2961-0F738C6C88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710F64-5FD7-A99C-BA77-8CEF85269F0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DFB2A9-B888-1A56-7672-275164CEF45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B95F93-A60A-C6C0-6BDA-315585CE8EA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E236DD-FDD7-AFE1-384F-74D953E9881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AD6265-0687-249D-616B-87B187A8F1B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C6599C-970C-0971-6C25-1C64BA8699B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04AA69-5501-D5E6-935B-030CEDAE0D2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158713-9A90-D760-9EBF-63A0951F135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2BE525-43F1-1CA4-D681-EA38B0FF3B7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1BA553-B958-8931-EB67-17B97950A32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94AE6F-963A-5FCC-11E2-5A4D9198002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0B19864-4B85-0039-074A-275EDD14589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7578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029A-AF62-519F-2673-A3F6B728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569D55-F017-A2CA-A1CF-E213FBD63D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6, the 2 must be in the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599190-7356-2B9E-1C92-4B6B925E1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5804FA-E741-068A-9533-0DA04CA55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4AE10D-2CBD-7D30-2402-C7128E319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1CF5B7-AFBB-5E12-7EAC-39EE5CD0D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C5F5BE-CA9F-A240-31B3-5F227AC4D9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AFB8E-7B4C-3191-14A3-810B3C810F9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5F4C4-4174-BA66-767E-3A77C7CE848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76E0A-0153-68A4-EEB2-3A9C97FDC1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4AD2F-801D-19EC-1366-A2AEDD97DB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BD663-BE9A-65BA-ACA3-0E2DF9D5D4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4E1ACB-78CC-303F-6631-5158007908D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377011-B670-5BEE-0B7C-002B76B4BF5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F56E5-CD36-2371-08ED-36449D9E613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AFAD9-9942-827B-AAAB-89EFBBBA55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AFB617-61F3-2B79-5F97-441F11F4289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70588-C61F-1F4A-A199-09AC9474653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FF2378-F79E-3EA7-F282-CA21818FF1B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07624-6DA1-D706-D36E-2E2896AC5A5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F205F5-4BCD-F629-773F-B9D4CC0BF3F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D93A5-D86B-2DF4-1495-D8972F0C02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1279BD-8699-BCCA-FE60-C07C10A567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E3F062-885B-4E9F-B31E-736A3AEB4B0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D4E83-E749-63FC-8F09-7F67738316F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2DF67B-97A4-70B5-1DB7-3F64977F078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A88C1B-DBB4-8BA7-199B-44D06FF22B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94F2E3-6D7E-2CCE-ABB8-0464B8757D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4298D6-DD1F-33B0-FFEC-3F7000E559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646AD0-B707-851B-3B30-8DF9CBE1F1D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21F8D7-74C7-013E-00EB-21886496945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3A9C60-849B-CED7-9E54-A743A637CB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D72D1F-52FF-2187-2343-2EC1F7C3561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1C6AF2-FE71-0F4B-0429-BEB13AB0811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EADEC0-3961-859C-D184-2BFD61DC75F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78D571-362D-FB00-3F3E-CC99F8AC9C5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7F18A6-D4BD-79D6-B548-CB28CB057CC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CB3736-8ABB-DE60-BFD1-8AEDE1CB2D3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E3552C-875F-2ED7-8175-0615C041A43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EE72CF-4124-8B45-42C0-636D1563DF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892B90-6F9D-D69D-E004-A688918053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0AD8FE-223D-BC6A-A121-E6E2DF1DF1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076512-75F8-0B4B-DFAE-49075261CF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806290-6C9C-C2BB-B3DE-605CDFC063E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E7070-E012-4490-6A6A-10D7E87E47F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0FA6D7-FA57-3E1F-EAC1-FA1B0C7A0CF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25D64F-26FF-5900-6C5E-4094B08E705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3CA9F4-1FED-EB33-3282-64A51C76C1F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AFDDE1-3050-7639-6168-9195BF212EB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2610DD-4A8E-1222-6A7F-DDEAC682F5B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1C4883-7034-FA9B-B3DA-B512E5B62A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743ADF-0F82-E834-FBA3-6B22B1B2406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F83E91-24D3-19E4-F6CE-DD2B51C145C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B8A966-F2B3-4439-41AF-8024911247F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B7C8D7-6C59-5915-A04B-A9C7BC679CB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0051A9-E227-A421-1051-9F751AB43D2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D22867-5A3F-6EE0-7041-14103AB4C7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52C51C-3E9B-6E3B-0977-1A6EB0E8BD0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B4DA70-B46B-69E1-C65F-ABEA26F116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B969A2-AB7E-6396-B655-DDC9B1F84D3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29FF74-B624-A613-B398-6F810B0D97D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698C82-DB52-917E-371F-AB3E15D0C2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3E7497-10C4-9794-0694-41129BC490E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145CB1-83F8-B376-8CE4-AFC71C3E9AF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4AF1A5-0203-45E6-E787-F6BD3B75343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FE4094-A8BF-3F59-900F-85B46C3FF70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00587B-50A8-64A9-CF3E-0D8F1485A5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B7A2EF-D20D-38FE-663E-EFC1AB1EA19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8C8535-3D06-98E2-8BDC-DC72CAA0574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5EBA84-9046-B298-FFA4-8DF118F161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8C7902-BE95-79DC-ADAC-EA2CE018D81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158022-6721-9A28-2C5A-3CB345F1150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3CEE62-B352-5EA2-5C7E-826E3A1A3C1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D58DE2-3001-C803-F34B-BA0349A46D8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9D26D5-2BD6-9CDD-98D2-3D8C1282B43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7FC4B7-AEBA-E93E-E186-84DC2E9A45D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50A8FA-0901-D3C3-D83E-EF6D34C6F48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48CB8ED-B65B-2467-2BDE-45EC02E4C5B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EA06B6-DE0E-82A7-90B0-FD0E2B6763D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0DDF8C2-C3C0-CFEE-40EB-A7EFA2CA66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33055B-C3E7-C324-13B8-C3C4D58D6C0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719069-B3D2-B34B-3F58-95183CA7CFC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B10A1D-DBF4-5782-6333-CE14BA4B03E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7C4901-1DE6-F0B5-4472-B5A5F7EA1B8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7D68098-5B85-2668-90C6-124B599A7EB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FC6A2A9-E633-4BAB-F11B-06CCEF180EC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F8D40F-A964-5551-0C78-897C2C59BD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9309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487B-524A-B9C4-9F8D-1AFA80D8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BAEF7C-E1C0-5D92-67DC-47A8B01BE7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there is only one possible location for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037C99-AB2E-1AD4-CDB3-C97FD272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41840A-6CDD-D1D0-67B3-03665AED5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B4D106-2B32-FFAC-2AFC-538120AC9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D99F41-9E53-1B22-D727-42BB88A9E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786D80-B2F3-1D8B-2730-B2D7C4E0B5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1932E-07E5-EA4B-FCDA-E124FE41847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8FCF1-F934-5944-82B1-508042368E8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C6EE6-510F-36FA-7D96-C1276A5F4B9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F69F0-409F-71B8-1C7B-4BAD4D7114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420E14-D6DE-9BB1-34E7-89A85628B6C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8CA01-57CD-6F68-4DDA-DDB1DA8D5E9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3EBA7-7A9B-C457-4821-E4720F8F694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E16E3E-2A13-6D42-8254-A7D76EAA6D3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B5D902-536D-7209-3D6E-59F03DA1C79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3FC7F-A29F-690C-E423-966EE17B164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5D80D-B9B8-6FC4-9340-9DD76CA6444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896A36-F104-F214-D693-0AAB5AAB7F6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60904D-55E5-5147-5407-B6300C81DD6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01990C-F31C-5B20-7484-93C3C301553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87840F-8DFD-2EFF-428B-C5FE36CD8C0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896F0-3BD6-9C8F-DBA5-227DCD9E45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7D7CC-7715-0DB6-7AB2-4656C210DB5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DF1453-1572-BA86-7616-C2152448BD3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75C632-B378-ED3D-48B0-150663E0CC8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AC87AB-360D-0B07-A4AB-F12DE20339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F5B8BD-976A-C4CE-7762-9B4624C83C8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1635B0-7C34-EB93-3662-56C120AC75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1CD8E7-168F-813A-4027-FE6C3A7E2FB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4949B8-D227-5369-7891-B490E4D445D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A5CCDF-86E5-670F-B2D9-4C806B3BB83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0D8564-B3FF-7FB6-AE7C-3439BA0159F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7FF99F-528E-B8D0-BABB-27865A0DB54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ACEF31-D345-8D61-0072-FDA04B6B436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2DD45B-A62D-1B1B-588D-0189A4994C1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0701A4-4B1E-EBEA-F978-DF0783BACF0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84B592-3079-6443-D95F-8E94ED4C143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EB18CE-45A9-54A8-B603-7CF619A4917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0ED9A4-5CFA-A221-5F27-89565ECD7DC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5412C9-9B62-DEE8-7836-622CE680B25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F7B3D1-3607-94E0-40FE-EC6F07A6772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FCA0C9-3EF8-96B1-F613-E6829832D42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204834-16B5-33CC-CFE8-CC3A7608EBE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BDFD36-786C-FB0B-3D8C-2C6EB28B9B9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AFC121-79AF-70CC-5F7F-903A558B1C2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184B3A-DA59-B47A-617F-FE93565A6F2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F3C0FC-417B-8885-EDE1-7AC277CED2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2913F5-40DC-391F-F5A0-0A0727232A9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29F33B-B00E-0F83-3143-32E52DE81BA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85EB7A-F490-B30C-6C68-DB93ADBCCE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757E0F-34A7-AF11-4CEA-5325DF09EEF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9787B3-8934-C2E4-37F7-217BBEDBCD5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CD2738-C743-237D-E9A9-E1CEF287BC9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55846E-C3F9-5033-B414-AF6773F05BD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11D9A1-BA9E-D2F3-F76E-07DAE82EB17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7704CF-63A8-5537-21CC-1CB46DA5DC1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9E3AB9-979C-A054-F4F8-E426F4AD823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E6891A-121E-62EF-60D0-2FACA064054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78B2C0-BA91-BCC7-7F6B-8F598DCAE3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D3E324-32A6-0A7B-2777-9FA66E775C1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8CEAFB-271B-0591-5B7E-EC72E32A13E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BB66D8-F4C8-8A1C-0AB2-7F05AAE2DD9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BFE7BF-7708-F4E8-1806-33E37F0C7E9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1E2719-7948-5751-B28A-6DE50DCE82F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04C979-A7EF-E181-8982-78B9ADA3065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DDD9A4-AB91-B41E-35CD-FED020C3B63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0FAA7C-005C-36BD-E29B-2F2EBDB97C2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554542-1280-6672-55B0-22AC72AFBE1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E4241C-D3E6-3796-4B74-D800A21BB26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E6379B-3961-6A8B-FEAC-10C1BA12FA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09EF34-459E-24CA-1A82-D2FA8D00A9E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B51732-F2C7-7434-5CB6-54995D2458E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A595D5-5F24-5805-BFD1-797C1C76835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6743DF-C3AD-3D6B-7E78-325E7779FE3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ECADDD-A922-BDE8-5D12-82CAFFF1CB4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6732B5-6EAE-9EE8-68C3-84CA1B4C88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2ED005-E019-3F7B-F721-32F105750F1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DE26ED-D174-81EA-73A5-918E6D737D2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890160-84FB-03E1-19CF-FA3B6E2DA7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D95898-8630-7E5C-0F9A-F823D25AFB7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245F50-982F-1FF4-979D-CC911AD7F28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968C5A-CDEA-675F-7A43-EB7CE723328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067AB87-B3A2-6F78-F66E-EB5ABEFF23C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7DC503-FAAF-5F89-8E46-83BC36CB233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F2F8CF0-206D-543B-7B09-6FB3377E659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018BF2-03A0-D389-7213-B8D9416B16F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3973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B237-0CF2-216F-677C-5055E497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1EF50A-A0BF-27DC-E065-1411022008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D60DF8-D6EB-6A4B-13F3-39188D5B1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34B282-F981-7637-09D8-45937162A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B6B9E3-6849-7B7C-6711-10F36243E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4341C4-C708-0597-B9D5-F5EFB99B1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D6AAB4-C1BD-1B44-808A-CBDC232A1EB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D8279-19BF-3BC2-C139-4EE5CFDFA6C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738E4-3F6D-5811-2140-8191F7CE541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C0DF4-FC58-1BCE-70C5-3FB24817119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162E1-2F17-1130-0D86-78BB7BE76D3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7184A-83D5-5EFE-C9ED-6ADF3884011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F926B7-C849-AB1B-6006-1977D67FACB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9C4D7-9B55-42D4-6371-81734D2B4C3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47E2C-B2EC-D75D-20DA-AB286663F07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2E8E88-A717-3C77-3733-ABF05A39236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502FF-2E7A-CC2B-08E3-98F0041F41B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886AE-6E03-7D19-9D44-4E47E713D5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542DD-E0DA-F422-CADB-10DE881218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3258F6-148C-FC68-9873-27308081752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275F57-1026-AFED-ED81-B1605DF4BBE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9C7784-598B-7BBC-C12D-344E77B5E8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E0E5FA-26C9-462D-C50C-D81D519A1AA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751C87-1606-7374-9D27-91A08452D1E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7BF896-E105-8E36-8B7D-28854D3ADE9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A01D2-4404-B451-CDE6-73850F35667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E5E9D2-0FC2-4215-745F-067E1E7112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004D0B-C0EB-50A7-5E89-5E9DF8B3CA9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3C787C-9F10-F9A0-5271-9F04E85970F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035F2C-374A-3ABC-B871-1C4A7705CDA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356F3A-72A2-7D67-0A29-FADFD6B3783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065258-1BCE-31BE-48B7-A7CB9EAEDEF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9B3E93-2226-41B6-3C6C-50DDB38F74D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4AF22A-C319-17D1-39F7-79569FF72A8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73FD28-237C-25E6-285F-6BF78436332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DAC5F7-37CF-24A9-EDBB-07014B14324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E8447A-9904-82C5-8AED-AC61949B840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CFB67B-AF34-AE0E-1FF0-43598D5C370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942790-E1BF-ECBB-4861-09AB05F45CE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B054F8-752E-4CD5-9E93-DA8BFA6AA9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13BE7E-16DC-2709-9E63-057C21F729E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8F558-1080-F537-CF35-8798186C393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7914B5-6FFA-2B74-4EF0-5CB5616447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3660B6-AC9D-1D58-F985-5FECA06924A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69997C-A468-76E7-177D-CE4A1441C81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ECE37B-C712-FA05-BB1D-9529DDAA96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1C4AF7-86D6-A921-E47E-7AB7D1A37B2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CB6F9C-0AD3-A2CD-2859-B44072617AC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F25D51-201A-BF58-B746-A7BDC3B0794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3B9AB6-92D6-6D03-54DC-F989D1BBA76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BC1B48-03AD-E20F-2851-80755A78A2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D6CA17-BD8B-BE2A-DE17-E9D18A61583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E44E82-612B-7D52-2E4C-91F26218EED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849E45-56AD-DCD1-7A16-C40D0E74F31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91F98C-E3A8-FD62-213B-FF679D20B64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E46867-FFDE-A17B-2248-1D88F24F98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6A6F70-BA92-02A2-CD7C-2E91EB53879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5E1EA9-EBA1-F403-6ECF-73376D9A8F5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751894-15A7-F86E-AD5C-BD7928F559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97ACB0-C25A-F0CA-B6AE-BF336DF9FE3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B01DE8-4034-F4DB-6C0C-524DE07220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D8CC75-4435-97DB-970F-ADC55A0A40E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6A7E9A-7975-0A1E-B968-0219DD41A1A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99A16B-625F-E41E-6AA3-A34D77FAF46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5D6CE0-FCB0-E939-22F8-245E15FC0E2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925F05-BAC7-5DE1-50A2-2DEAD104E70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169C17-F43A-EDCF-02E3-371C7F52928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59C3E0-C95A-F957-1B33-A2320535778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E6833B-56F0-8283-2561-F9679EF8E66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35E65A-88F7-7280-57CB-C1DB1606CF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15B0D6-6AD4-128C-64B5-546742D6758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7B86A7-A2EC-9FB1-EBCB-82E8EC7E05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CFBA86-EE91-E004-A4C1-12A2F5B5A3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2B5136-877E-51FF-7192-5EFE1B82392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AED10D-7E07-4F43-079B-1E82683CCC8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60497C-869A-7513-D6D3-DCB39EE4303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0C935C-5E20-39A1-ECEB-75065399164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1B40427-E159-E946-3D01-AC7E5B37A4D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947FBC-6B45-6150-11C5-4A0DC32B869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E925C1-9A09-D1F0-C945-1E9103EE767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69D516-1E88-37F1-C60D-520CEA78F1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CADA47-B366-EB2A-5BA5-E59252DF604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EDDE0-A9D1-E16A-A3EC-3AF68C04F44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FA5DEC-B528-3CBE-DE2E-575FF7698BD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1AE6F7-B96C-9E29-D1C8-783A3E9183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0784E2-D4C1-E4E2-AA27-C9CFF566F69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64CE97-AD0D-E94B-BB98-70A3519554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243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6CA5-CDC4-F334-8CBB-620CAD51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54CF08-3774-5ADD-20E4-F742E93462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Similarly, in Column 1, there is only one possible location for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CC0B51-F78A-FCA0-A853-18FECA37D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34740C-160F-C979-A523-6ADA40040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39DEFB-CEBE-74D1-F309-CF2196DAF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F7E1DF-D7B0-1027-973C-D85512633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E6B17-8F31-65B5-F352-4914AE84014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43EB0-745D-7D39-706E-4B8B7430077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B0E63-E887-7148-F2BF-4A23EF8ADC9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83C1C-7686-AA95-3504-D1A64A396B8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7360D-220C-2B4D-3E63-98878B29227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B7324-6A69-3979-E0A6-67A37C738E4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0150D-B451-1D41-2CA9-76F17D9543D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2D3300-90DB-0E93-B22D-6CF06B655A2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78DF8-40F8-EB5B-E139-7BB69483E0E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70A1D-9773-5729-17C5-27099D6C1B9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2A01F-AF90-D504-DFAE-E9BDAACA5A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C5AA2E-A90A-8C55-C1B8-9DE8DA699F5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0538C4-EC4D-8BD5-CAF2-5C93ABA8BC9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51FCBF-3B31-D144-93E9-28A12BC5949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C9F64-521F-73FC-720F-F869C26504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D66429-5310-89D0-9226-DB557C4EEBE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A36B72-8480-90B0-B89A-0B1F8C6A5F2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7BEC3-01E5-1781-8A21-57051661BA5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87B177-DF98-6C41-078B-E75F6BF4D91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16EA75-B833-2274-20F5-09242E605EB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91991B-FBAE-FA82-294E-4E1F286A05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D6067-DE42-4798-414A-8EB2E384CE3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C01462-0DEB-5112-4320-E2B1F1ECD5E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896A85-51AA-33F5-2C0D-D21F9B2ECB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1872C0-5534-2228-BAE4-ED4A292B049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EAA475-C5BA-D11B-9CFF-6A6D6EC9428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72E52D-D5F4-0672-0E28-6930E98354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8F7465-95DC-B7F6-7C1D-6E07A30B268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5DA170-BAE8-DC0C-E437-C4CA7D065A3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9D299F-4812-4D3F-BB27-5822ADB8402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D41B25-F8CA-35CA-FF8E-25B0A1EC6C3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DFAB16-5FB8-A3ED-3BE9-9685834BD13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581272-5152-C43E-4F0C-5A85241463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C83BAE-2AC7-4211-D578-74BD8313A62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DD8780-6115-9B09-189B-1F599830FC4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8DEB4C-0DFA-0720-95FA-4F8429ADFAA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BB620D-C9B5-1163-E6AD-1CB3933255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4B126C-E3C6-835D-8065-B3D3906FC3F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6B06CF-0D55-F911-B246-EF99D172F01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A852D1-71BC-F2C3-A096-DBBEA0C759C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278968-E34F-F611-9619-621C0653EC5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49FB8C-11F9-3F99-33CB-C7186D8C6C4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667736-2482-F467-00D9-77F4AEE56A4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207300-825A-BF08-C145-69E76B6D05A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EEBE7C-7D2D-FC54-F50B-759BAAEDE13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9C1AE3-0205-C557-E307-7A45F5CD0D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967BAD-A394-EC55-3EF6-14CC19253FE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1BFEBF-6C1F-DAD7-EEDD-3306E450A7F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6176D7-5FE7-D015-C409-DEA6E57D84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56C841-ED14-B7C1-8262-9F449904F1A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84A4B6-D5C8-4507-249B-D4BB8E04BF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0E843B-92B0-253E-46FE-5C8824B7FD9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47664B-5E7C-2AB8-8DBF-178B324D9B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88EAAD-6532-50AF-5EF0-80DDFF293B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831077-396D-0A02-42FD-D2453898267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65489B-47F6-AAC3-0685-2260497CEA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464994-401C-7295-3500-50FF38B57D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C0EAA6-8CCB-C438-45A9-BF784AB25FD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FA029F-FBA8-6A5C-BA06-2A3DA10A713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726230-2E81-314B-F5EE-E6B3EE71ADF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F3D0EB-23B8-6E9D-8E6D-966B40287F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07622EB-B102-46F7-5EC4-61D30998B95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E38DC4-C3BF-848C-1691-738C9EFB9D8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26F15F-CBA5-E3CE-7EB5-6BEECF03CD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BF62DA-83F6-73B1-BE3C-1921B80D1A7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EE94C9-547E-DD72-89A4-545283B4C43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46DB37-1BB1-7442-5B38-1C650823416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95A390-3E79-05EC-97BC-D44449B3A0C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A21049-C95D-58EA-7DFB-9BE17B32030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D6C326-680D-4302-E74E-A9044841108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DA84E3-4BFF-79F1-7078-03262ECF923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7EF84B-7539-73AF-780E-79C92C822AE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681F9F-C9B5-2C6D-9114-742263D7E73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3A3371-7EBB-4791-376B-A5352518600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9D0383-DE76-101F-A8FA-5CF943D51F9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F3EE06-D4C9-44CA-18F3-A1FF8EC2D6A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FAE990-5725-F483-AE3E-C74C17584D9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C9AEBE3-CFE3-4CCB-8343-745181D6962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3866AA-F243-8169-D97B-C7D8366C100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3A956F-6DBE-2081-E865-94A30B9F8B8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7E69BE-6D67-7C6B-BD9E-77ACF6191D6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377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4289-3267-D572-B44A-CBE03950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90981B-932C-7E50-BF5C-A7779C7AA7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9C3021-7C39-82F1-73CA-8616DC9A1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877AC9-FDEE-9E43-8B5F-9152ED108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D56F64-4816-8932-10B9-6E711D0C5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D58879-D860-4016-CBF5-F21FF77AF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E723C7-393D-B7F1-6BC0-6EE3E62FF5A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7128A-9E08-3FBD-B246-6DBD1F095EA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21D49-9232-43D9-E61D-124B068E05A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6361D-55B1-8CB1-24EA-FD4E6F91AB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47978-C49F-CFFC-FF3C-8F31133B886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14F4E-D941-B49D-3608-E9259AA7532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7595A-5C92-493D-94A6-8D2F60F7366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0B24E-A373-B09C-49A1-0C4B3C601CC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31072-BC92-B58C-9A98-8542C80F5E4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7E55BA-B823-FCCD-D195-F71C6D8E00A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BC4A4C-0F14-C9B0-3E8A-33F4DC426D2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CC056-A4DC-DFD5-8DE2-3189F763BE4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F6A4A-F70B-55BF-26E1-4F5CC2D2F82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D5062-3F86-0378-D95E-B0EA60CD8CB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624C31-7394-FDA7-7B83-472BD104D64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7F85D7-A033-B569-33F1-D84A7436872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91FC7-6831-3358-C055-3D640D233D9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2938AF-40F6-B371-5763-96B6D83598C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88985E-C3CB-C69F-806F-7012DDC1B26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1D83F7-A9AE-29C3-9B76-FD814C2133D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8EBE7-51C5-627D-7466-73C1E15AA0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3D949B-E272-77EA-0429-8B160814CF2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EA647C-F45C-2B38-360B-EB51176F70B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E40A6-D998-9D91-7F82-95016036C2E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CEF272-4E31-E671-29E5-F7A427EA0EB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30B83B-F4DB-5F51-7A86-569172CE38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B26132-BF8D-F66E-E790-B25B68FF9E8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6319A0-89B7-F106-52A6-DCC81ADE5F8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7BD329-7DBB-0A28-1B97-EAF6935EEDB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034B34-F763-1535-0779-9EE83633761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12852F-155A-6D3A-2275-B24D42E90FE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E4120F-6D75-CE9E-728D-6081C334BD1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51D014-A781-6F19-9C9E-BF69E77EA56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A6A498-A41A-5261-DFF4-D68B526ACAA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187B68-9B96-8544-6651-B58B7C093A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B49B91-93ED-8EBB-5E3E-726507A6809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CA492C-A42A-C77D-C48B-70EC091733D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D0E35E-1882-ACFC-CECE-4139657751D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DCA8F1-A33C-3506-4C9E-1F3FDAC5A3B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4C21D9-92BE-232D-92B5-7FEB2FA39C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A0E7D8-D88B-C829-06D4-5D42B0359A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6F0115-5F63-AD9C-2BA7-C17690E7247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9FD68F-556E-C80C-7C4E-09243334245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D4B7AD-770D-7DFD-E5F3-20BF755E99C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5EFC6D-164E-5041-3313-9E7536E5BAD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741609-934A-31B9-36A8-54EC6A163F6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773B98-82CE-FB68-CA55-FC3A23A640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CB68C4-612D-FB42-7C1F-3818FBDCE70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93AFD6-6A05-4CB1-AE80-CBFF91A8FA5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FDB518-D7A4-D217-9D02-48B56A4F74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34402A-1C36-8046-E9EB-2C67154B598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5F072A-FA1E-E042-4832-24BB5666A67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A688D1-1817-E498-B449-5ED051BDBC3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BA130E-72D1-6BD0-C8B4-EA73D39278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F75244-2F6E-C9A8-0FE8-FCE51A6A0E0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E72DA4-91AA-A95E-581D-A0180F9BA8A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23920B-8D47-57E8-483E-F21D64392B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4CC6AE-57EB-CD09-30C0-1CC228B0D25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F01E18-E9D5-08EF-3356-996184FD036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72A93F-C19A-F58E-1D44-6BF45DDB5C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5FA007-1BAF-BB16-28E1-21E0EFE073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82B26A-A238-A0A5-7918-6812AC72D7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5A8D57-8CB3-D075-1229-4BC6087FEC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281BFA-FF63-DCE9-FF9C-D818C0C6B8F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3986EC-A84C-265F-9D19-F494EA65A3B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8CE4D0-03BE-F725-4A22-6986DEBD179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0C2145-4394-F076-D765-366CE713CCB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07F814-1AA6-80A6-41DC-622DC2C4903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59B793-E9A3-CA73-5DA8-871700CA9F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B1A432-5386-AE25-1B45-86665A53D2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16A814-5598-5B9B-CAF5-8F2723AABA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DB18D1-6B65-AEE9-AF1C-3259BC5D395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49493D-4F02-C1D9-5871-A1EFBFBC02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5CCE56-3F34-E741-36C2-EFE8F4E07CC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0BF4F8-1BE8-ED16-6E43-C424D6D2758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F6C6C8-C8E0-92C0-4744-9F19B28ADCB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F147DF-CC4C-6ACF-EA0E-7EA9F5BD150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AD7320-3228-F3B9-2A0D-EAD23B9091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2F4906-0F31-633D-B21B-80949176B5C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837229-87D2-5BE7-FC20-E4ED2D170E1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7E87297-26B4-8227-BB23-4B0EB020223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97330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815B-46B1-0F38-D06C-BF5E78FA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C3AE82-8FF8-07EA-5E81-23E766DD19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4, the 1 and 6 must be in the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93851B-8AB5-8108-3ACE-9A83C29F4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126B1B-FD1C-8873-DF55-B419DD578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FB8CBD-430E-5AC6-D73C-A4B063C1D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A05C7B-FAD1-69F0-29D2-320290218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EF3D6F-3A18-F820-E126-E10E17AA46C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C2C8C-8A44-6B0D-CC4B-AB38244B3B9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92F99-425F-9B44-AF7D-EA888A27FD0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C8CB8-518E-47FE-DD9E-487E5BCDD6C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1EC97-A094-0E98-7CF8-A02E8D1BE9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3ABE1-3E2C-8201-5814-F5C56775B4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96DE9-9051-70CA-A40A-4F0FF331A7E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59D9C9-EA64-5F31-2475-95D84BC037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1EC923-B09F-A1FE-E6D2-9BBBE4DAA06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1D398-424A-7A4F-F518-01652FCD94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87529D-A078-3896-EF98-DF178F7E9D4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86DF3-53C3-7A71-1F6A-472E43A6556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E9413E-32BD-9D87-1A10-CCE58FF0FAA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841E7-C91F-AF68-48C0-F0330B6514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307C4D-A341-5550-99AF-2550194C01F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72363D-5C8D-E3C2-F1F0-2F4F8D4606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3F0915-C982-5ACC-96EF-177D7215F8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73915B-0A2B-801C-B3A8-19DD57AF56A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B1E509-5870-E3A9-7362-74D5345B686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C08534-C85A-2645-9FF4-65B8570EDAA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472E3-FC2B-665C-09A0-306DDBFC1E5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806486-1178-EF3E-6E99-AC92CA7C97C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54300D-A3CE-368F-958B-CC8B349896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0F270-AA4E-BCE4-F66B-0E2A223CAC6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C3A0A7-3555-B103-0CB8-DC56D399B42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008E21-6420-4FEF-3F0A-5A57A4927D7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E2FA13-D947-885E-E0EB-0CAC5AEC0E8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4D44C8-CECD-F93E-CBB5-8B6C6BC853A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F2FED6-E9BD-71E7-6883-F44CCE4DB1F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BA783D-12C7-F2FF-D682-BC3D13C506C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7E8AB0-EED0-9FCD-D449-54C2A93E45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02CACE-1C1E-F869-D74B-282A4BDD253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A0D0B0-D336-BE09-CD8E-8159D1235C4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FF3910-7513-9805-99BB-4C7786E4FD7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11CB07-8FC4-020C-6CEB-77D02A78474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678390-5223-0A7D-1D04-D4FD770E6AC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36BF8E-C7FC-4045-0912-6444916C5C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20C48C-3BDD-FD03-C7DD-2124114776E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8EFDE3-AB4B-57DE-509A-38A4B726B3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5B67A2-623C-3747-EA56-13128BAE3EF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6DE9F-F186-F862-C6A2-C5684B6BA2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F129D5-5592-3AAA-32D1-E194BF732CC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32FA3E-91D7-7F7D-82AD-CBCC186DAB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31202C-96FE-CA02-420D-A686D69E6F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FF2A1C-EF33-05D0-AF45-C2BD38DDBBD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09C954-1A77-9C34-AA20-533657EF7BB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5E7409-3A04-18EE-92FB-DB35F71E81B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E3637C-C800-54D7-616C-CD50CAEA37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16827F-47F1-CE40-E694-400BB1BC96D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5C14F2-43D3-9523-8943-4EAD6DC858D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EA5F40-EEED-330F-6D25-A62BBD8878E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E9B37E-B0C2-970C-9223-EA3ABFECDD3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8648FA-0D5F-CFD5-FA51-C7370680BD8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5F966C-5881-C19C-635D-F696F44238E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A7AA74-BB30-888C-26BD-FD4F711681C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CBD782-AF84-856E-67F1-1709D6D978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478F07-91C4-D4AC-78C7-273673B783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AFFC29-2E1E-30C6-3A57-10F88253700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035366-D771-5FCA-2F96-C1EB867EADB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E85D2B-372A-E7CD-6324-30263053B93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E8E00D-ECFD-73FB-81FA-5C3DACFCCEA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6982FE-EDB8-32BA-5758-C5B2EEDEAD1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E6ED30-03A9-3B02-9185-85B72B2C60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9DD1FF-2BF6-BD2B-8CAE-CD191EBAA17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135CE5-6C44-EDEC-9533-1C2DADE9F55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206F16-644A-7174-AD4B-80B6657E933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E1AE03-48CE-44CE-2D13-37E6F20109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A461D6-57C3-BAEB-080A-BFE2CA79B5E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178BA8-0BFA-0B94-A5D7-AE8C4B7D9AE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6CC803-8252-5490-426D-BB27A751174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F26284-D07D-5DF3-C7E2-60C0F737653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C2AAB5E-0B80-4DFB-4FC7-E4A99D5A663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EEDDB2-0DA2-5088-1F42-DCF7B4CC1B3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34859E-72D5-5F19-BCFE-118F324EDBC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7DDD50D-2F43-577C-1210-2118F0DB23B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68AC89-D9E4-7FC2-635E-EA66119E736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A9B629-C962-AAB5-1D37-AFF3F658C3A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82D7675-CA50-F549-F44C-61EB151BF4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F6D28C-1EBE-F4A7-8EF5-C972A1CC2A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304900-19A7-B3F4-5542-AFDCC55885E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B69E2F-3D5C-01DE-063B-1D67FEB551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1916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5597-79E0-0798-1848-DACF9169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371832-735B-ED31-A554-6692D230B7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FDC56C-50F3-75BB-2A89-D7AF21F3B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814F81-23DC-C468-0807-7A5187F9E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7691F2-1E1F-1D32-D206-64E57DDF5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A64D76-D609-D607-13A0-71A721C49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006AA3-2C7E-128F-4FE3-633DA5437F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2E140-1E1A-E024-E9FD-AA84A71EB34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A55A7-5A02-49E0-43D8-F06C4AC7878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23897-2A61-2199-273B-32092DF74A0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904830-938D-1758-29A3-16D0C5F095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9815D-A067-2973-F964-C0ECFCE85DB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FD3A1E-8878-CF53-3950-F7555435AB4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8CC13-B498-1950-6B96-57AA79DC8FC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72638-AB4A-5008-1A75-1E0BA95B53B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A0F261-A01A-BDB4-2258-4F323CCC5EA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2FFE5-047F-5A8A-8EB6-37CBA2B0024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C34225-926A-C602-ED0E-5D5F09577A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60C91-6B45-D20D-6C97-B8C517D0A2C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D56B9C-D585-BE29-DBEA-10EC260DEE1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AE694C-9A7A-ACB5-7CE6-24F8D6A8523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41771A-3896-F491-D7D8-DBE544E393A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1C0402-0F44-B077-ABCC-ECF905A2D4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5BE82A-B31E-9C66-B32B-48BCFF57D7C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F8F3CD-4214-07B5-7D97-FE12D83A07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32E162-FBF6-725E-64B2-C0D60B23B7E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B9743B-0B24-0726-3A04-1C3EBC2B9E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84DDBF-0F62-90D2-28F8-1A6E9901371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F9B745-A8D0-C71B-F23C-1AEC0BF924B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95731A-544A-9411-3DAA-098D2F61A25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B31303-E933-3BA2-6A4A-24232386BC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D63222-55A2-0F5F-DD6A-498AEF58E1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8F82BC-5304-C9D9-F40D-084501E25B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562150-5F8C-802D-94CB-500F3EF86F6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B8D597-7239-2BA9-5C6C-40656F31A05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CB54AD-E41B-5DBC-E2DB-982F98B0A7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3D3C44-A3E0-BBBC-5B7E-58128495A54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9D3F23-6A65-E4D0-9543-CC31812DE1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0F78B3-4FCA-43C3-260F-565456AB8E7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C58D3B-60B7-0C29-EC16-E962546C7E8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8A6BF1-E0FF-3187-7967-9CF1BE6E84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429FBD-4BD9-838F-6E1C-538F5AA63E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ACE115-8440-017A-7C2E-756E9ABD53A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F9D38-30E2-3F54-EE79-562446DEEF2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CC4E2B-8099-5601-32E6-FD3C1826125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B964E9-E232-DEAC-5965-822E66B8D2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E6D992-5D99-1FB3-BE4E-E5380C7D948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60BF41-4CBA-9778-D4DF-2F1DF329E6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07C238-C847-0885-2D1C-D8DB2ACEB3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2188E4-889D-4D77-2776-5701B60E780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2699B7-F6E3-167B-614E-A05FC1558B1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818C9F-AEA5-C85D-DB59-B3558D36116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D4170D-EE12-E2AC-D7C9-DB362296D01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7265BA-9D01-FA2F-C2D8-DD058765FD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C4C577-0272-A923-9581-47CAC83BA26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6D5877-B884-0729-C6DE-7D35AB5178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5A8CAF-01AF-08F0-6DB8-57826EB05D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B8BE28-A216-5C05-546E-EE76A64C471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3279C9-09E1-7681-4934-443BFB4FB6A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CAC3AE-48BD-6DE6-C1D0-0A83B252E6B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BD126B-C204-82BD-9EAA-06B43E88EC9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A28DAE-AE0F-63E8-02BD-180C7CCB73F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7EBAFA-0789-0386-4082-20B392A1FE2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62FAE8-120C-436B-0051-55A7BC202CF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784159-A7E5-D2FF-4B22-E9F4BDB4A3D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3BAF67-BD4B-1FA7-4A8F-9290C53836E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D13ABC-D7F1-D176-8CAA-4A955E71BEA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B98B1B-3C40-33A5-7609-8E556812C0A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10F68A-6E64-F5D8-0F41-2ECAC29D55E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DDB222-D1E9-9D50-7DB8-A6FBE4BF881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274157-1B13-6FB2-7F08-10F0F317B5E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3C2866-9258-9F2C-64A4-0466E437ABF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F4CFF3-F599-4675-C804-41DA822DA7C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BC7EFF-A677-1F59-CBC3-29C81B6B867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E3323D-51B3-0ADF-DF73-F2611DC0228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CBFF51-E671-6F9F-F9F3-CB644A6F69A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2FD679-F208-3B77-9CDC-AD95F5A548E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D0F3F8-3B59-8B00-2055-A0580A2130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7D5A8F-1243-C44B-705E-4413C7615E7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971746-1830-FCF0-F1B5-74A935BCDBA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5993E56-71D2-1A1E-442E-5913D468B58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92558B4-B830-06D1-7B39-D181F382625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577414C-191B-E16E-3525-AA6588F485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E244B7-55ED-40DC-53A8-B7DFB0373A1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2384EF-61ED-53E6-57F4-BF0C197729F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CEFD4BD-EEA4-215E-4DC4-64A5909F92D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5B10D4-1216-DB88-649F-14999686BA5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6458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91640-9E8C-0EA3-2E87-D19CBDAF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24A5C0-F8E2-2730-07CF-2AC19A75E3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the 6-circle, there is only one remaining cell that can be the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285A51-776E-4FB6-9AA3-EBB3525D2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F22293-A0FC-F38D-3BE0-5C6967580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1CFB0B-242C-2805-E088-F7C91D5F5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05AAAD-A0DC-B93F-DAA2-F88F76726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9FF31C-4691-C96B-C5D7-503734301B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8EF80-89E3-AFDF-9124-285573EF1E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887C8-3D61-63F1-8727-01B683AD8D2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02120-E9F6-86A5-D1F5-0426DC1B8FE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E1148-63B1-D65A-7110-1A603F96798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A4138-9B74-8D46-0C6D-2E4228E73AC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D77CF8-79DD-CB2D-1413-60974ECCD41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65E614-2E31-DE3A-87AF-F3FF3B42159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1A59C-E5BC-459D-4752-03FB3FB5AA5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6F8338-FD60-F3D8-9775-BABD5B1D52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28E86C-BE64-166C-D721-F6E3EF7F927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70B91-D824-AA86-2A5B-ED4B58D5CA8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BD1BF3-7BA2-34B4-5007-4855B15E639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5C1D2E-4BCF-5A3A-4AF0-98AF8170408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CCF2BB-BF1B-658B-FE8E-F3A3AEFE7AC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C8E92B-EAFE-FBAF-2266-6420AE1F4B4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EFEC6-4726-9D8E-9970-7B755FC918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98182-69CA-C5C5-FB2A-144E2B1142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B495B2-BBAD-960C-4DC2-77CF9B0D66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671CBF-987D-B2BC-C294-A6EEF8C4BC4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B9CCCF-C3CA-EE47-D93C-DD0B53D395F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C56E5B-5CB5-BA68-7BD3-6C5B0EAE19D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20EA1B-E6FA-C68C-63BF-7085440B21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2CEFE1-7388-340A-7382-73160E3183C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C5088C-78C7-095A-FE21-8C909086BD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930AC6-CFCB-581B-6714-CE6798EB3BE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BD7D03-79A1-C5BD-4DBB-8F57E38CBC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0345C9-0715-F05B-8CE8-2F646233502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4B995A-21B4-E3A5-B012-BFCAA3378D2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A4913F-020B-BB18-861C-B15F8C216D3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465063-9EA0-3029-6D81-786D7ACAFF4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C5B126-8A91-1794-425E-1225EAB8ABF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9FE76A-1E0C-C9D0-DAEC-D545F1796A3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501548-6799-FE58-21A2-7309C42E838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4B5BCB-9DC0-9E6B-08BE-2A898DB7B43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92B9E3-5E1B-4B95-7890-FB9405986F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C677A7-FF97-0B71-DDB7-2DD5E8418D5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0BA2A5-4C4E-0B47-9F6F-62226A84AB0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4AEAA3-C03C-E59F-D7CD-98525771E84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C89145-6767-8742-DAAD-A998B6AAC4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0F0FA2-A693-9CA1-3F50-F5ABCC68E7E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7D4CB0-BBDB-90D9-F6CD-65893053902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CC0559-E685-1782-CA31-6D06EE6A13B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EF4F55-D6B2-6C22-5ECD-3EDFBC6B3AE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D695AF-FFBB-6366-59C0-62C1A1F4F30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13D54E-8BE0-08AD-8664-6EEE564792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3041FC-C0EF-ED30-3767-A7E54F1DA9A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C92277-E35B-968A-76C9-B2913F95B0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443BA6-CCF2-8B54-6670-37E5E2D2A1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DF8D44-D768-6525-9F11-B37E9A6A25F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5C6021-1F46-E848-571C-75AC8BEA6F0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F59BA1-30C8-B578-EC64-407346E6616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DDAB38-A3C6-1559-DBEE-70BC019B27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377B71-C87F-D81F-919D-BFB379C711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48E4ED-09B5-F241-7111-5955323D6D6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CB4299-CE0B-08A0-C78C-4004F2B9E8D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C77400-5C90-3A4A-0046-4D0E734CB44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A5E8BE-BC40-872D-E457-26D6F190B7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CC0BA6-5BC1-5C11-2C39-05FB6CEA5F0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C83A4E-0974-128D-7355-BA87C9DD06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935B54-8491-F1FA-5F24-762A1A965B8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DFE2B8-23E3-73FA-6C79-C860E51D204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7A6213-6D00-653E-541E-B867C661563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AE5D82-0461-16D0-4252-F4ED62E224E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E923839-BB04-5AAC-80FF-3563AA2D195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EB72B5-A947-8BB2-514F-5BC3CE57C03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25928C-8D78-47BE-A4D0-E9E24E6D90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8FFEB5-821B-8A75-72F9-0BFCD91E2F6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88187C-A053-AB38-97FA-C605112212D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3CD18A-A4D9-4B0B-78D6-0A0632A42E7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E730A1-8821-57B9-72CE-7E30C91F51B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B1FD3E-0D2C-E1AA-3409-F2CB6D50FE5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673910-659D-EC20-0544-DC45B01DB85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1F08CE-4A35-93C7-BDF7-738840F7415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B792FE-ABAE-3672-2CD2-ECD530D8F6D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969E8C-7AED-8A43-0EC3-DBC4A9D0149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701A28-4890-C529-9DFA-0C95EC54921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30FFDF-4C33-D614-A3A3-AAC49F51B28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F58618-96AC-F6B1-47FA-640AB87D97E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E47E15-E52E-44EC-AA5B-4FEAA3A6E4E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90A183-EBA1-3583-5072-7EAE9FDC193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01277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E5A0-DDD9-7A77-8279-CF5632F7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CC4932-2445-DC77-D641-760CC9A5A3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ACC436-4764-EBB7-6649-3EE2DAC1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BC6C8C-89FF-DF34-F99A-064E1CF42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0765E1-EBB8-ACAB-03D5-C8ED82380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861D1F3-DC14-2DA0-6AB7-6FD3F8FE8C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2E8F4E-02A7-FBAE-8C3E-BB178655A30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0B310-3365-9F59-FC48-BEB51E2631F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6E821-E138-60C3-48BC-5901CC4F442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9502F-ED62-C5DB-42CB-73CFCB8BB9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DBDE5-EA25-923B-9C6D-08D74ED5518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2FEFD-E41C-4232-6D7D-5E16D19F5D8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CE421D-6EDA-9019-CDE7-03A6E9B39A4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28552-FAB1-6EA6-C1C6-EB6E329730B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205A24-090C-272D-7229-A69EDFA3220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F8694-8D80-DA78-CD8D-C1E1069420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94A73F-5455-F492-2B00-B15052C17B5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690E6-6F8E-CF2B-AA2E-ED682636306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DF608-BDF5-BF0B-F1EF-686D73CD0E6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741F88-0C69-BB2A-8318-FBDD11690F3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692B8C-123B-884C-A76B-2D476322179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DCC65-D88D-40C5-9376-50085FD7B20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C46BC-A98C-CE94-2F60-3617CD101F0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975B8-0211-8B89-832D-E1A1042D3A7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E65EEE-D638-A7B9-D666-03F3E385138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A3C7C5-C4F2-8EB4-964C-E15F42971A6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5A732C-C213-ECAA-B74D-DE040AC95B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C3A6CC-E84F-19EA-69E4-F8A8D08933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37ADC7-8864-D69E-F0BF-FE2C0BCF966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5D8C77-750E-509B-99DD-FD2DE57AD71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37BA57-C217-E72C-271C-26B86100E4E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D3AC4F-340F-16A2-E95F-1CB016AA59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ED3EDC-2C0D-904C-D7D2-C53BD8870A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276ABD-5E32-6BE8-90EE-064EC863EEA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487225-9D2E-A21A-E33E-01FBB650D5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FC353A-7CBF-4777-FB3A-BDE414521D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1A7915-7BEB-82A1-6E86-2E3772B2E50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30C482-3D09-C8C3-B80D-481BBDA33A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80F51C-92AE-F4F7-D224-9AF4521A95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101D54-3AAC-49A7-71FF-702C1507B27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CD41D8-ED86-AAF7-DB39-451BAAB4BC0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0BA346-1A17-14E5-B76D-DD0B8E4F55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79B000-C5C2-94CE-373B-C4537EC5884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48273A-CF97-C0FE-0FCD-C8A71E2A127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23ED12-A435-8C3B-6C6F-A4CACB1807E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815146-3939-4CA3-F9A0-45A349F07DA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8EE79D-B717-4410-9C18-99AE995B68D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FE28BF-ED2A-77CA-3607-F0BABA3550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217FBB-1F37-1661-C7AB-2AB58152B8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6B1580-7717-DA5D-045E-80B98FA02D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495469-D0EB-9093-84EF-A9D8203B1B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3BFF93-3419-2C0E-094A-C2306F49A4E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C702C8-E42E-BE84-B116-0A0D3AC2D83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2F3B79-1AD9-B264-9C9E-AD49D2C309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E13EA8-99D4-2186-9296-CC449EE7FEA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37CFFA-B35D-ADA6-1CB6-5BB7F4510EF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2471EB-2478-F5E3-B9D7-59094FECD1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DEA60A-E424-FFF0-2542-8B8A0C9BF29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923EDA-3EE9-7E82-55D3-57BBEF58D4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A54EA8-2AE4-70FF-A8E8-E835649FA77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30AD26-735C-D93D-D581-0BAF513B983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E1686E-D9A6-8749-555E-763837397C3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305DBE-9B7B-9242-BF10-2C5094FC610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5DF029-0098-D575-3419-E9B9F6E5DF1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AA3F5A-B438-536F-F553-D27500000F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47A90A-030A-6D75-DD57-75D24FAB40E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1944C2-B74D-C43D-7F03-07448A0B70E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888ED9-BBC7-4598-A46F-204BC2382C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335BB5-365A-782B-36BE-8026C79F426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230D80-A987-A3EB-740B-65BAF56B5C2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4B340D-54B4-6784-F368-2018CD1E2EA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5230B8-3FF2-1B46-667A-EF2E07D910F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4FF9C8-7BB5-744B-34C3-91CE6E29CE9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E711C5-3A3E-54BF-FECF-F0A69EC5779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824725-EABE-C894-6356-750A1FD36A4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F7E2AE-AF45-FE45-0843-FE555C3A23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035DC5-8E09-0958-4441-474EB5E7F79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C08604-3B73-9826-CB32-92B6043A003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17819B-92B7-5B52-8C32-AE1598596B3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3F37D4-CD0B-A877-F47E-C027DD1F8A5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A430F9-715B-E942-A74D-EF358827FB7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82807C-33F0-39A7-C15D-D10CD3E2C6F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1C0B9A2-C3C7-9BF8-A528-88C3768313C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D4BC96-CE70-B29C-4F38-5EFEB3844AD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269A158-38DB-5676-FA82-EDCAF3D7A36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83A641-F588-E5C9-2364-A87B7A4B06C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3217DB-FDBD-DD34-F63D-D4EB776F85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0317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2891-E249-AA9B-F612-6B305475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A9EDB9-D066-1B12-764F-31C9300B4D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only two remaining cells can be 7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EA03BC-44C3-B134-EF69-4C7C290BB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29C616-B514-8E9D-FBB0-15E4C9471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63F4B2-F24D-CD12-B5AB-5B15D4847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4B64D8-0B9D-7A2F-DF0B-30B9E642D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670188-D21A-DBE4-1B42-F763EC9C44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FD868-9317-28DD-1641-F7FA4CE0F12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1924F4-30FC-36D7-CD92-4A3700D637B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94220-4FA3-8AE4-3D87-DE116E0D0EB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19C35D-9F30-22AF-E3FB-3C63CD0FA9A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8907C-FC2F-35E2-2970-5D1E239B88D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D140F4-324F-3475-2748-DFD7DAD40CD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915186-C659-BB31-3962-6145B148DCF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801D6-6F3F-7BD3-492B-1CF3EB609A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044406-08AF-C8E1-1D6E-8B80D83CDA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16863-E3E2-A475-5C23-A2FBA1E28AB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1A359E-2677-73FA-1928-52AEEAF059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A4018D-AA67-EB09-8989-2CAF47B6B4D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2EA51F-0201-6986-1355-D08A8AC14C9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367457-FB0F-AF0D-37BE-ECFF621B58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952CB0-30CD-3DDF-207A-16B992B9D5F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D71EAC-3039-61E5-5C58-E28C0242C36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95D4E-688E-E5FA-5752-851ECE991EC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6E898A-4FA0-0859-0882-E244BA26EA7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F3CCA-F653-FA0F-838A-9D3FA0C4B36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712DF5-FA2B-200F-89CF-2D0E27AC3F6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42961-4498-AEAF-A4C8-814F160D1E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6EB134-17D7-0381-9FDB-C9BE583A0F8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C676A2-D62A-E1E0-ACA7-FD9C4ED9CCE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DF5EAF-A97A-FA6B-B79F-0F420227DEA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628FDE-D978-BD16-1DA2-95A71CB7C5F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46898D-89E4-AB01-9CD1-D6DE7C7225B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99F6F-DF81-36AF-8673-5F526703CD3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12C3AB-0374-2AFC-26BB-D167B6C1252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A88CBC-1A25-CC19-24D5-CEC1F0C66AA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35D71C-1CAE-2A4D-9C56-61F748225CA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19AD44-46E1-A1AC-FCED-C15F1C1A161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9207F9-B1ED-1991-C7D2-C3564BC2F6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20A7EB-B0F5-CBFA-D20E-30D7C4E9F3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1D36DC-D6E9-7022-882E-58C80AD9F53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F968DE-99DB-977B-CE7D-F29F660507E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F7BD34-9AE4-A009-345E-F128045AED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A4955A-36F7-A78E-E7C8-E3FAA10791A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B8B813-97E1-8754-9353-FD3F0ED3CAE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8A424C-41B9-5009-C068-C5CB192D370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5483C2-AC41-83B7-504F-0BF6B9B20D0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4B3388-82C6-571B-82FF-B8FCE11F967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296643-5E95-B5E3-51D6-6844DCD171D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237CDE-621B-C5C7-371B-62EA6B604D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1C94F1-085F-6719-15E2-14720ED9D5E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C45587-AE71-1F27-E744-AD03A7852A0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DC4D96-60F1-9048-9040-A10A48713FB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65C2AD-9795-B5A6-F573-920359BB202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0405C6-20F2-18A3-1827-3CE397CE08F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FAEEE9-2EF9-0FE6-056E-8FF30FAB285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1EC42A-178D-07CA-22D7-949A25384A8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26FA68-9E8F-F00F-759E-E1211CBAA22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D3ADBD-F501-30A7-702A-C3D73C33F8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DFE189-FB69-D7AB-90D1-F581D38BE91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2AC2BF-A477-0E76-580F-9D75CF85EEF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1FBE4A-F2D5-FA23-861C-0314C384BE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9D8F0A-0103-0B3C-B282-C6DDD147BF0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29B8E-5E9F-2D30-5915-33F46C40EE5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164DF5-848B-3A59-C0E5-EF66C39ABE6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F244F9-1A95-847E-690D-BD2280E7E2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852F39-0601-D87B-3C26-8DB1E206042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E884B0-7D9E-7246-00D7-25654FD10D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CE33F7-A1C4-9B0B-B58B-E66E0691C6B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189D76-9A13-F9BF-987E-0D42E1C77D5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C0BEF8-1C26-C8F2-C0B6-24E4123E88B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AB1F37-6840-2986-FAA6-7E48C58571B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7EC310-A560-B643-18F8-18359C29E37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5B6664-A27B-A375-3D5F-BBEA5CA0DF3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558F8C-1C84-EC5E-7785-DC1059D978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CCB0E7-227E-CF29-DF3B-7ED7C679DC2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5A60BB-965F-DC23-31DD-5CAE65643F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BDBEFE-E39A-92FC-C920-DF49C7BD75D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44327E-97E5-9AF5-2123-94D7A557FF0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E5A019-46FF-9F50-30C0-7A44AA76B39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D8DE16-F614-CD54-35B9-82BC311CBBE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EE06D3-2263-89B7-AF8E-EAD1050F939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A3D101-09BB-6D23-A614-FE0DE8CEF1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167B17-8846-9C90-A5C5-412B62B97A0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A2A8D1-3861-2D0E-060A-766328A06B2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713A74-52A6-726A-450F-D290D309C47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BE68DB-1E52-838A-36F0-1E9B27355A5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56636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9D42-8649-86FE-DD27-6D313869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7921E9-1519-D812-5D9A-4222F5A482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1304FC-0491-3236-1F09-461254961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C8BC00-B6DF-45FE-07DC-A1973A2B5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841003-7940-1DDC-7179-74FAC9E0A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347FDA-316F-D1CD-1EA1-25CF43E3E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69AF53-9AF8-814B-1F24-99C8C08256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2ACDC-8ACC-5F2C-D897-C57FBFFE3AE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3E287-E63F-7E2C-BAAF-ECD8DA0BFD3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3B842-BF18-FFE4-D578-4BF8B1E431A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E747A-7E70-D07C-EEEA-3510C8EE2C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676AC-4241-8B3A-2990-966E11AEF03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BD623-8A40-2089-37E3-1CD8572BE15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3234D-B2CC-0654-8B7B-E738B91D11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3F41FE-C190-3FB6-4817-F9596708B2B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B5FABF-0946-C016-A3AE-206AE996ACA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48A0B9-CCF3-96B6-63D4-F94DE88193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830F91-DE6A-2715-8AA0-6A5E1A66902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134C4E-89E4-C587-E3C8-14C8EDF7A5B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2B2CB7-B590-3ED4-6722-7772FB278D1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04EFB-77B4-7632-B4E5-6A2D50F12D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280645-DA8F-769D-0789-13B2A4E10FC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A4ABE-0A2D-8313-9BCC-1F42B2C5DF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71969E-EB7A-2711-4654-0D73C138317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EAFE85-AB2F-8563-48DA-6A92F728B6D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424B60-8E81-FF05-B648-C4CA38B70D5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214E9-594E-E4CC-3D21-63C39EB80E1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8D101-8F22-AD82-1EB9-A8326330770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7B8361-167E-ABEE-6E28-BF04502B26B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889071-F81D-C953-935A-628032CE57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0B389A-DB95-CE21-6644-E69373574C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C50E48-434A-9F5E-822D-EFFBCAC17A8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F5FAA-34B3-8547-875B-79966890EF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2FA324-4E01-71F3-4F85-C1B4CCC3ADE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A1C39F-82FF-64A1-4B6C-D4BFDAFDB5E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D96593-B484-359F-4947-5E227347969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B0EAB1-4AA2-E075-D51B-3A2EE8C4763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361CAC-9BC4-F410-26DE-05D34C7A801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C1C834-D36F-EC7A-986D-E321D092F3E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8D91B0-21DE-66B7-1993-77F9C3A2D8F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EA943-2EC6-C477-C9D6-FFFC41C46C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EDFEBC-EE31-C62F-26A0-FE2CC32CFF2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B89C93-3B81-6A2A-63D3-6F77A9C4A5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92FDB8-5F76-E542-C829-BA6CF6D19D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7B04FD-394A-A75D-26EA-4DBB4B5C185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CE2415-912D-36F8-D3BA-988D14E93F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37EFB0-FB2D-1AEF-7DCF-1F43FC02153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FEA535-AE26-9DDB-624E-98AB7B42172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83D121-E420-2D95-80A2-8CCE3520DB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2E00E0-5C93-0A34-7271-C960160880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9AA3EF-E270-543C-CA94-522FCE5156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F3BB7F-A5BF-EA64-5DE5-0AF155AFC3B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9CC506-E785-A21C-6268-2EAF30C84AA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89BEAF-8D69-BF57-C010-D14CEAF6D0A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3F0C97-39E7-0A41-1AE9-199DBC1091D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3F857E-81E0-F5B5-B8B1-35ED5127111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9F2E4B-62E7-A292-02D3-7E2BCD870D0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C57C01-6593-BA37-C66A-16FDC983988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5AE25A-31C9-6591-C3C7-7DD35669FE0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E9E8D5-0041-C619-D822-0CADB0897A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1AA598-5C90-9DC5-D03B-6214A4DC1F7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3785A2-2C7E-DB95-9353-C5939547D45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DBCE81-6B4E-E036-3BDF-1CCD04C93B5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F9C92E-B5F5-1CCF-AA53-A0026215851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1BD830-81A5-0141-0601-F3D820333F8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B46385-96E3-20C0-F440-056A4876F79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35D556-9D2C-8154-2038-3174D64870F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86F307-BEB5-A0E1-5A94-59C10A3BAFE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7AB4E9-AEF4-CAE6-4EA9-4E1FBD6AFD8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4FB37C-15C2-484A-D2E4-32560DA392B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2F5FCC-3BA7-BA3C-1361-41F899F182F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941256-84B1-6445-742B-8AA510AA83A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4F05C4-9415-72D9-7F6E-0419744F1AA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5CB55B-28BB-1FC4-8C2E-AA0FA639C06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3FF7B3-1EE3-C727-4A96-A7864433055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92461D-7478-E048-049C-DDE94CB592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5AD015-6CD4-09D0-7A9A-F08EF9E8044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0FE870-6CC9-05E6-46CA-59841AD125C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8FF1A2-6308-6EF1-B819-2BE086B068B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A4B4C46-DA9F-91E2-455E-F0F2C0EF2CA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B81BE0F-C3D4-40B9-9953-D2AB2EF7B8D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9C0481-0171-9C2C-B801-8FAA8142A68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480D8BF-5849-C2FD-50FB-345299A217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CAFD77-1B25-94EA-322D-6F0BFBD1066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DBE9DE-0226-5265-2924-BDF6BEF8DF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03403D-B2E0-088D-BCA5-83690B3D26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114567-153A-C3EC-2182-274045063F0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25237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BC4E-2D0F-3370-DBDE-82C60E28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C62630-BDAB-078D-78B4-1F6775D07B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005803-99C9-A7BB-F9A6-65FBB5DB5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B85C52-9AED-D10C-C8BC-C416A5197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5681D7-C4BC-53FA-FF70-80A257FC3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2CFD34-CDCD-D70F-9108-E2ED85BEB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FD7432-DCC7-71FF-0238-87F764EB57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B3F00-CAD6-D823-9E9C-BF24330CA3A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DFE13-9B2B-224E-521B-6B068F9800B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4B576-C7AC-C7D2-2DDE-761207F01E9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EB734-0F4D-661D-2329-6155F98934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783FD-F817-4D7A-50EA-18066DA900F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F0AD1-39FF-09DD-2444-E433AA3F765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8618D-9B75-0C71-F913-3C6EB625B98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E2012C-0CC8-D203-F9F8-0AFECE46B1D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0378F1-5EF0-A54C-65F2-6E18A15B3C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8DB48-413A-838F-91A6-20896EBCBFD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60F3C5-B42C-F7E4-D505-12749AF98A0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BDB0B-9DE3-80EA-8712-6A5629872C8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988717-5E63-B226-B149-C050AB8CC18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2C5039-D0F7-E800-1791-6357FF7137A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8F9109-E6E5-5BC4-5F82-DD03F00408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2FE2BF-F1BD-276B-9A12-D1E8C00B11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5045C-D09F-2676-09C9-C1563967C47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8EE531-7B22-32EE-556A-E396C345F65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3148E-6793-C49E-D94E-19F28CB5E8D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4AA481-188F-F68B-2128-435AB8C5C6F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8E2C0E-76D5-5DB6-0B5D-D846E7A16A4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DBC9DE-9658-5E08-6566-289B03A1247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8804D3-7581-56F7-0992-A5BBD9DBB9A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B3BD4D-994B-17F9-2226-D07085AB073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2F8644-C6B3-76BE-C7B0-55358A8CDA6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EC827-3D0F-FE0C-CDEE-5B02D17FDB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348ECB-F78B-D3E3-7977-797DD820913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C387A6-F33F-C156-9310-4FEAE0B84B1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BD5AA9-4BC9-F463-3B16-AFDB5A55706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87D2A9-9095-AE5F-4820-30E34FBB5D8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51C363-C1B8-8B0B-3D81-FCDA32CEF2F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FFB567-67B8-8130-21D7-F776F111AC3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33F3C7-27D5-D28E-C72B-73ACA9C5F4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5A5C0B-412F-1DA6-73CD-53EA9EFA99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5FEBE0-FF64-25E8-FB3B-99D22E391B4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E82B97-EA06-D734-A969-A37D9B6E81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D403BF-4DA9-0AC8-CC20-B8393C10BAA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64A3A9-48A3-B88D-39DF-E37B4F362B0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18361E-AD6D-B7C2-7FDC-D449D1C845F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B37E6E-B012-295B-CF93-9F6CF6EAA6A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674112-E2BD-3071-F361-AEF32C19A2F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97ABD5-F077-1C24-7AF6-B7DFF72E907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812795-59EC-FC74-428F-243B6F05034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798E01-A0D5-408B-3FBE-B16EFF8A9B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1AD50-D5E5-95B1-87E7-FE7855B3778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272CAB-7089-C8B8-6FB6-D78B251D72A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5A1834-6AAB-4702-F37A-74F5D4E4628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E6C522-ABA0-64E4-7FA1-D8E885AE152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829FF4-15E7-4AF9-1CB7-8A83A15CF99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583A38-7904-271C-D827-8E176E1BDDA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1F4395-FF8A-F639-4484-30D8A753BFB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92DFF9-9635-958B-C7FF-12E890016C9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F28E64-FAD6-8999-DAFE-C3EB1A48A07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D5A170-3432-82D7-7F79-D56E5D0DCBD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83AFC2-B3F4-3F50-C110-6F17E4E3ED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85B7A5-FB5A-27FE-E602-4E5ACA117E4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B42E80-F8EB-2D33-2946-1A6DF4BA2A3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6FAFCE-ABC3-93ED-F08B-770E32F8C8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811971-FEA8-2191-9B59-66BA34ECF5D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14CFD54-13D4-EDBA-2227-1B256B58D6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08359F-0A16-B583-A454-D208829B40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5FB9F3-A331-692F-6A7F-536D7EF7C9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472C01-77FE-F084-5607-F962A2B40AE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2AE9AD-E8DC-498D-B8E5-3ABA232F89B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A38F7E-9873-8B95-B467-3A40ED233A7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53B3CC-E0AB-4545-04F9-7A01B61242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7D5EC9-A228-D93B-4D7F-C9D5942E2C3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5E126C-0270-4DA6-A0FA-017652AF19E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4C730E-D590-16A4-4DA7-9976F8E58F5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D2CF8D-FE76-00A9-EBD3-FA99F90E5A4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4B2B95-780F-8C6F-63C7-608E4333583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F4A9EE-2E83-C346-F1E4-B4C4F6C0DEB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19682D1-7ECB-E68A-642F-FEABD13CCDC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69CE54-41D1-419D-AE5A-6BA473C3497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53FC30-B609-DF30-D279-340B2203E7B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E35C40-88AD-98CA-BA04-7026DB115B4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E4B9C7-9E6F-C512-C20D-01E8F634184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605B6A-9827-FEAA-41EF-0A93154D70D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6DB143-43F4-428B-B540-FA8F016671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D80FBB-E655-A1B5-E6AF-875D85372D5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50528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BD55-B701-D3F6-8DA8-8ED7E416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1C099F-2568-5230-59F9-78B0F849D7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2E697F-5AA0-7B18-DCCD-829E0ED89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133AB3-C855-48BF-CD0E-935FC4158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0B8F87-278B-3E1B-956D-76752D3E7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ED5284-92D3-5EF6-D203-5471838B1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535D64-6B48-2E8D-3B1F-0539573E20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42CEF-CD3B-BD7F-C1AB-9A18A102C94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687DB-9593-B475-1505-9743F274034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2C267-E991-5722-6EF0-9B6EE89585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BA56F-2A88-1079-676B-E5970BF9B5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A0F03-A89F-14E2-4D58-BC276603E7D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FAA0A5-6FCD-E7E6-722E-AA4B47FEEBC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04052-4395-29DA-E697-58E08BCB4B8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34D6A-A40F-DFE6-7899-CD25AE82C0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1B4EA9-1000-944C-EF6D-BB88CC82E0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6E23E-844D-8B7E-04E1-1D9DE761E52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A4ED5B-BA2C-90B0-7BDB-F3CCE3F5C17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12F383-AC01-7A8B-9EE3-1B598F12A43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536BD3-2170-3F2A-7C05-E627FDBE6AE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DBDDAD-F88F-04D7-C0CA-A83C0F3E3F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C293AE-EEA8-E0DD-C078-9DC93B12EF1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CF8C2-2166-78D9-81E1-C36E7FEC162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1304A-1F12-0D5A-188C-A001BC33FB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DFBDDC-0BD0-29D9-05B2-35F58E351BD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F1783B-8009-86CC-7EE2-4FA9B506AFE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BBB0DA-F759-14A2-229B-CC1D950415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9FD602-9DC5-9776-8E2A-85DD075AB1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51FA81-D739-7947-AC6A-D53415FCF2A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A8F4A2-38B5-6F45-65F0-B74277FDA4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85017D-87A5-0A12-47C3-4E2B7AC0124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679D45-6461-43A2-A17B-F1F4D9DA03F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4659F7-33AA-ED87-2B24-734961F08DE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5BA459-57CF-67AC-6711-FF7527E5EB9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DECD9E-3124-C8FE-A9D6-D88A21B056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3A9260-FA11-A53B-515C-F6492C12F85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2F5801-4C09-5319-312E-D2DBCB90413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EA226A-86D1-8BFB-31D1-FC671B419D4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9E9D94-62F4-4483-E4D2-55A1906C7F5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EEE4E5-6DDA-CD60-8F6A-D8D0F686168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825D0A-926E-DFA6-2C6F-4A4ED9F187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CEEF7B-B0F3-8AFF-BC66-FEE9F30DBAA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4806A8-192B-9ABB-43A5-A036DCA16C0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8C67BA-EA2C-847C-9C62-3C12C131305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77222-7828-FD6F-A164-3AFD767DDCE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17CD43-DB36-8F75-034D-C61527A528A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EC84FC-DE9F-880F-CAF8-D5144FE0DC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828510-D5DA-7202-405A-E70144A4D3E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E02205-2C2C-B0DA-0F58-9B148FCB03D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B4A37D-2712-C1A3-5E5B-49B0FBD17B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F4D9EB-11ED-3A61-DD81-DE063867DE5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C50820-FBFE-0FDD-5F44-FEF491857C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DC755-BC41-5484-E2DC-74093C008F0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E1C112-E937-9480-4338-AB7FAE9E339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A6DAF0-0042-7E79-B66D-E693CF02BC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815B6C-5122-5A43-06A8-7065F72D9D1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A0D5E0-B706-ED4E-23E8-7F0D14A60D5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6EE61B-7C98-077F-0541-D92598D9A2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EE2AD4-7EBF-6E94-D793-849B47E7FB9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D5817F-FBD5-6481-FECC-5ABA1C5C2F8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81244E-DFF8-6FF5-0E7D-18D82A6DBD9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29AD93-ED6B-3DBA-A325-2227314FD38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ADF714-CB77-5C38-7964-F9A9050D781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4FE282-68DB-308B-BFE2-DC3010EF70D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0D5D5A-37AC-BB90-DCF3-4A5A4C3C62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C4CB69-869F-4923-78C6-DA82C0D1E0F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DFA935-9CCD-CF42-6228-A6DF1708753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92E6DF-5B5B-3D15-1678-D74C21E40FA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364A2F-181E-40BF-3EC7-1D33ECB1820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54522F-24CB-2171-EE22-A0878A4090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21588B-2C56-ECAA-BEF4-8160B520375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D01775-5257-3143-C936-2CD70E1A803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DD2B4B-3C25-FD07-0A26-BD7C2C9C250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F81C7B-E78F-9E7D-42E7-9E0002E8317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A698DBE-8743-D9F9-45A1-B3A95A98E1F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D0CDAF-BDDA-386D-3576-EB8CEF5C3C2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CB8217-0A3D-3526-892E-A578696E614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3C2B51-D971-C47D-15B3-7B2F4E77266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32ADE5-CB9D-30A9-E231-73D39AD8D9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E276EA-E1D6-9854-466D-4EAF5CA6C4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A77584-E30C-10AF-851E-AA587AE4078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661834-3638-4103-7177-E1C74F55BC9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0B9A99-A57B-97C8-3735-614BF1DF6CD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180A14-6AAF-FF6A-C774-09739DAA235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CC756C-C81C-486E-EBDF-7AEE314710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3A1243-DDCB-F570-C320-38264A62074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568326-90E2-CB50-8FF7-C14393AB582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56419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2E90-BB37-B3B2-C4CE-CEA46DDD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45EE4C-9E5D-34F3-CECB-E98C0E9259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36FF5C-82F8-3E03-C9B2-5D11DAC74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AE148F-F660-F5C3-82AC-06DD7DA2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C8FDAD-7979-1B36-F1BA-81AF25155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F2D0A0-DC49-D26A-267D-03355231E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F9835-BD70-D2D9-8AA7-E85E642D182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373B7-D9A1-08A0-EF7D-1FC41E1456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3C0D6-7AE0-1805-A5F0-91ED4ABFB46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A1107-D6EB-63A5-A5F6-7D99FC078EC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7AFC8-64D8-9EC6-95E1-BD0E4036722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B88AA1-34B8-E370-3E4D-C4B07C70EDB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D5667A-FBA1-6681-89C9-8633762655C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273F7B-7177-08CC-7F74-47C410B75F4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E0FC6-B0AB-B98E-E2CB-4DE6F733D9D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24E573-6780-241E-51B7-59BD10CE224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118EA-34A7-599D-E0B6-29D5AAA0B84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4E39C4-F707-2099-C04D-C9EFF05B84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0BA767-6EC9-C764-D797-C0512D1A400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A94A8-996E-B891-1B23-E912722DB34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B52C2-11D0-55B3-1517-5DF52C74B45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66BB0-4E1D-AC8A-A005-2310BB028B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ABB17F-C713-324A-25AC-B507DD93513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E6774-BD72-01A0-4A4D-393A92C60CD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B453C5-48FF-6233-16A3-8EE49DDC29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A6F809-4774-7B5E-0868-81C82DC5A6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B879BB-021E-1F3B-35FE-13B13EAB9FF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273EBF-C066-902F-F719-1ADA5476CAC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C731FF-7D85-10FF-A590-7F666B9AE1D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6A2981-CEC5-227E-4B27-3C6C2C73BA9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C0E82F-1D88-487F-2DD4-B411149BEC4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9E31CF-040E-E155-74F4-CD325935CE8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727EFD-FC0C-BDE6-6534-BC504C9990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C23E7D-221B-A931-559B-3AF144F32F9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6CEC84-67CC-2F2E-0A6A-6553AFDDD6C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8D8623-205D-02FA-C55E-6A7C925296F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96C2E1-E987-3DF4-BE50-C279B841D6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E9AC6D-9B96-9303-6474-8801D5DD78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DB8091-6B35-D673-2EB6-9A2D2FC1A9C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840D87-77DA-C3A0-EBB0-8D8260F77E3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6ED3B2-96FD-C076-0D3C-5E6C0735B7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7914A0-2FAF-7F28-0ED9-1425918FF51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7FCD01-37A3-AC45-4FB5-5BF2FADA02B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ED452B-37D4-A8F4-149E-62410EEA3C6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F43544-FD52-D2C0-EA85-741F37FDFD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11B633-061B-F06B-EC8C-84C13313D62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ED3C72-8050-E396-7031-3175B2359E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D74FDF-64E6-1E95-E772-6869ADA8F56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533668-36AB-DDD6-6E35-1A8A13B6CAB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737D33-9164-BFCC-E08B-25E43B838EA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2204AB-1D74-48AD-3DF5-BA0E051BF5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01A3A4-202C-6A85-4CDF-6E166416D1A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5D8788-E3E7-DB4D-CEF1-97FC5D0933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4CD070-54FF-312E-CEFE-E3415916576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F00F9F-E980-D382-29A2-ACE03F37DE7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AD7A0D-6363-F267-CDAA-FE95A798B2B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912E92-B181-5F12-54F8-963ECD88FF8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5E4EBC-BDA1-9785-B8C6-B64FD74EC6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76DA8D-D49D-9A75-6E3A-5E707307535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954A8F-9F05-EFE1-A75A-D43BD46ADED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E9C262-C0F3-C6D9-3007-B953C714AC5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1E604D-DB8B-D4DC-D1E2-5EDF29B58CD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63F3E6-881B-015D-C548-0AF93803AB5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75A13E-8784-FEF8-E547-AA7A8532BB1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0FE810-1561-86D3-9417-18B696F5A0B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BACA44-B9FC-93FE-B9A1-EE6535EC019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E0886A-EEA1-E4E2-25E8-D382DC52BBC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BA17D5-B380-3A8A-F0A9-94B5DBA80BF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B2E1F4-FF87-3E1E-8A0E-C6EB3F605FA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2F4073-5C88-06FB-34B6-32BCEAFBA1B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662D67-ACDC-744D-5D59-DA4AC114D7B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5978FE-27FB-2CC2-B3D5-8AC46EE2B7D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43930F-62E8-6C1B-D176-4FAEADFD8E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86EBE6-D82C-E891-829B-50A8C6D9B8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5CCA3B-58F7-2E46-8392-27F18E890AB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0280AF-E091-B6B2-BA0A-90199DF02D7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E019D22-1564-42F8-9093-43677AE0DC6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00CDDC8-0AF5-89D0-CDF5-CA84882DF55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5909EC-25A0-803D-CA46-25BF4581155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5F1268-9825-632D-1626-D42158204CB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C73B3B-EB58-66D8-3AA5-8A48B501CC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1006C0-8F0D-2E78-F500-202380D758D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A902CB-91E6-99E8-8D24-96BDDE284EE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D7C6E1-6761-64C1-D7C6-02755A06BBD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264C65-17E0-DD1B-2C2A-A849F3DBD4F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20522C0-27F9-4385-433A-921A1E33C74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C67DB5-B4ED-385E-F526-7E64E2BC5B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45248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58D6-4C6D-F172-1C01-7BB31B59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D3C686-B989-DF32-4819-9C5227788D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C65293-1DC5-95B1-DDB3-6A4599995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C4ECBA-62D0-0FA6-CA73-45A55BB79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A199DB-CE90-BAA8-59B8-6114B9FE5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428705-5ACE-896B-C9A7-0BDC99968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F95A89-B111-5108-DFE0-918730D7784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89FAB-4E4C-5090-2241-B261B3D3C7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E59F50-84A3-46CB-C2EB-EB37C8DB563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2A0F1-1693-1362-7937-C8E23EE7A5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E4D8B5-79DD-0371-D0E4-EF2E97C914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AB608-5C1A-D04B-59C9-78E1BFF054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2E0A0-7A0F-DD55-DB5A-70F2DCDBD47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79904-6F49-B67E-2F52-CBD1C889E9F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B72159-EBCD-F3C7-8755-F57BC8F424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B63497-DF5D-65E4-550C-B4C29D52E8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941DC-5FE6-A1F0-5891-C4D42915C94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D6EFA2-8C67-7AF9-9C05-A870EEEADE2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64D8F1-10C6-CC1F-7109-99720456000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862024-42F2-2820-3C15-6B3CCADA44C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30DBE9-9D19-6FA5-94B9-2B9FE045675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BAC953-DEA2-791F-17A5-6A55A0E5836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62E212-6248-9CC2-A89F-A5EFC21C602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7DE803-B8F6-DB96-C0E4-52D7215261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126DE3-A6CE-CE84-FA49-2AEA3166CF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7737F3-8726-658A-BFA9-F326516F86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542E7C-1A21-EA55-3579-2C0F014052D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CA48BD-4871-90B3-D59F-FF532F5E18D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6268A3-E040-B1EF-F57C-3A223B89553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F0263-AFE6-9F24-8D9B-F407DF9D8B9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604F87-28F0-F1A9-F494-956AC9F94FC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7A99C0-6957-8C39-BBEC-689042AE234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0E805D-E1F2-B054-D8A4-A8394E60B1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0ED62F-F860-ECD7-D946-B6A20171D6E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DF06BE-9041-715B-A4FA-12F0C286AD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C63417-C74E-F0E3-9085-7BA1BEA29B5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F90C97-5898-CAC5-FCF8-5E05A3A420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A98951-3BB2-2B76-B927-2A405D4340C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2F8ECA-57F2-81A0-F673-78ABC1CF37A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5143A-146E-7B1F-73E1-363A5816404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97D8A5-C3E0-4DEB-697E-B3089D9B393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2732D0-CD00-98D8-CBF6-E607E1DD91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83DB16-E52F-B156-5559-5487970ED8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3CF85C-41B3-E616-87A3-1E0EF72362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FAD990-9AFB-3ADF-8201-309B1675401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E3FA61-AF73-4ED6-7FE2-FBAD567F517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E779EA-F683-B6E2-9EB3-87D1B4D4786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53651F-8699-8F40-8A26-92FA72F322B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6559C2-DB93-742E-E5A0-C46B534ACB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820C04-7D38-0262-F600-A9986F684BB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24FC78-1D09-02EF-0E11-11AB7DDE578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0BDD25-5FE8-15FA-1F1A-76A1EC121C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8941CF-B602-60E3-7E01-6BE88C87265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8237D8-D9EE-6978-0F1F-B7643B5EBBB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6A0C1E-535F-5138-E5F7-D90BD3999A3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9407AE-BD19-0428-3A90-CEFCCD48F86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F3B47C-3A56-A1C8-5C3A-1C64EACB52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9B504E-B5A9-ACFA-1934-4BB3F0AF862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101E49-4089-FAF0-A5C2-993EDC90561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3BE97B-D907-F0D0-D675-0996A3E7AF3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0D5FAA-23AC-EC42-209F-4FFE2D81E5D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D63B35-47F3-CC97-A27C-EBFD0E7A00B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12480A-0ACB-840E-C198-32A3D163A85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F28F82-2163-7D0E-FB5B-A1BDE14EB6B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D4A33C-6F83-F333-5889-530FD46E5A7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2ED28A8-3621-4F49-A1B5-BAA30655429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D72B43-BBB2-4E14-CA06-C8D3A5F697D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32D0AA-0191-306B-DEAD-9EE0DAFD847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17BF31-A592-53BA-F2CD-131C3AC155A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486C8B-0935-90D0-945E-3E7AC94D7B4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BADD47-F3FE-96D5-DD7A-355FA58EF79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D9D70E-B212-DE85-78AF-40E1F1BB29C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7DA98B-F452-C727-4A2F-795F97E6CA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941C80-0FAE-DB2A-019C-95FF86493F9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3F09720-FB1C-232D-54CF-FA3E33F8E09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9FA246B-BEDB-7F04-4EE6-DE7F6813629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AFA4AD7-99EF-DFA2-C557-441EA001C68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04FA377-3853-B6C6-1F84-BD7DCB428F9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4EE9E0-EB0E-810B-5A8B-B1BA8738F2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9F27292-D6EE-CD03-5A26-067A399C46D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975E3F-E224-F0B4-F6AA-CBDD9722629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AEC47D-11EC-DDDF-4649-0CF90E29C66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D6B71A-7A01-0891-CFA5-8B21314625C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5777ACB-0A12-237A-BF8A-76F157D578B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71ED07-9C49-A709-A995-712BD42C28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25270C-3780-A14D-39A2-3EB58B93FC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1A693-1F94-CC8F-0973-F4286D32B2C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75469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4C0A-6513-5D6A-00A1-C17B72B4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F3CAEF-735E-D96E-F435-95CD1A9E74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66748F-4112-6D97-73C4-0373626B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FF8464-962E-381C-DD07-A7F5635BC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091762-95B9-38C7-51C3-3B6A47484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1B95B1-83B7-2EC0-0F62-465114AAC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53DD62-6786-C3EA-F945-F9B1C5FADF2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D37D7-3539-2441-D7CF-E39B781E8B6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EAA30-A7C7-CC28-68E4-7390C52D513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99740-ACB6-33F6-593B-10207FE1A17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F714F-291B-319B-1BD8-170B8EFA562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1CF51-D230-05CF-1C2A-871C97AEEAD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953E2-09E1-FEC5-89B9-475711A91A5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75C65D-5149-D6A0-09A3-BF20E6E96D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9E58AB-95C7-B4F8-B52E-B1E83DF2FB9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0607F-A326-4A3C-9674-B70C4A30E05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19917-0503-B060-F85D-860A2B5E822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3B4C7-6478-2F67-8D40-DD5EE45B00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095C62-D0BB-C526-0247-776BA929E1D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B684DE-905E-0240-EE73-EB513762384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20B6CD-C487-924C-317F-1CDC156B18A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188B3D-9CFB-3630-AB4F-8ABD514C18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E0A5D-D085-7EE0-3667-20125979037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A079C9-4D64-0B76-C5A5-82F02E7645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5381D3-5758-2621-D013-69085FAF30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5B5253-267A-B5D3-87D2-544715FA041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2AAE64-CF77-9330-8CB8-53485D1F33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2C7676-2E6E-4199-1F2B-9C2411BBF64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5A8066-BAE9-A605-EA35-7845F0E486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4A8F1D-285C-DF4F-9581-BA8944EBEBF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5F2FC2-CE2D-A168-400A-F17863B4FE6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049E8B-8FFB-00A0-7524-A8E0073E248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893BEB-154A-DB9F-24C7-6DFBC64A080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692D1C-F15B-14C9-3C31-5DE4326C0F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A96EDB-2152-F863-C9AA-44B8CD22161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788BB5-1B59-2600-12CC-6C353B86F16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5FB288-B553-9FE3-1A0D-80A6F48281C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400FB2-F7C9-190E-4C6C-DB5947EAC1E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44B857-8B8C-E110-D96D-9088ACC63E6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ACE202-CFE3-EA9B-B598-52023EB429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946DFF-0CE8-0C9B-93C2-510AA397F94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C0C7EC-5211-D692-2564-C0E487BB4E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93D969-4083-5706-C81B-860EF2A3D0B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9F4E10-9224-E6F0-E784-335D2DD6E3F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8EF3E-FD8C-5714-7F72-2D4EE6909EA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056B17-34AF-6958-6168-CB6C5A760C7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F0D8BB-EE15-5BCE-9E81-72117203612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1E59D9-B252-349E-A024-B83C35659CD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FA016B-6D29-4883-5A31-44BA597A4BB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B407C7-167A-F86C-FCB2-7D3277E344F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4885F8-C825-F98C-BA73-CED58459717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3D31A0-F267-4511-8E7A-128F232111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9C54CF-B7D3-0CAF-2FFD-4651492353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AFDDFA-07A2-12E0-C242-D7C826D4DF9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6B1043-7261-4508-C875-1ADF053610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54A616-E6E1-9FD1-5B8B-190DE2975E9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76A160-DE17-7021-FDD5-8A3446EA0DE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83689B-845F-0EA7-B6D7-66456B3CC33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15A78-AE0D-9459-B754-043ADA50632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9E7A1C-D648-BC7A-D6D3-9C6F581A25B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D941D6-E25D-E7DA-A2E0-C2D68E3F88C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91C3AF-DE82-D360-53CD-67E53CC6219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FAB522-01A6-EEC2-2ED0-41C8C56DBB0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F902E8-35F2-BF59-6C33-6AFC8ABE5BB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CE4B8E-DC6F-89EF-FB96-0E513E4C4D0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B2AFC7-29DB-51A5-FB0D-88A1888FC1B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DA4987-68CA-9E86-959F-2759D44DFB3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CAE2AB-8EBE-F757-9097-4CBEE177532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8C4480-69BB-D847-0D07-498A3CD91EE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4474A6-AA67-E162-AE75-B2834D686EE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EEF391-200E-21C2-47DF-7B41A80A379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9AAB7A-E5EC-87B6-FB54-A01543A8F84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5D041-0ECF-8545-6664-E398027D8A8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74E44C-CAAA-BA05-593C-0652786D03E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31CAB42-0B2F-B62B-7D8F-546AE2EAA90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B47085-256A-823F-BBBA-6C67DED73AE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B3FF2F-9979-494C-87FC-43B47B9D251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E1B1D7-4BA6-0BA1-1306-3EB9D256DC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EA9ADE-A113-D879-146E-7D75BED545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445227-DB97-D6D0-7F8F-8C42BB9E10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2A3C99-C6B0-1D0B-9B7B-925F4D609E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37DFF5-0FC4-2C0F-BBCF-0BE16C6F69D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8D0787-292F-BA01-C3A7-2D9A0DF65C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4DD05E-F7EA-ED0B-8EAD-D6D5B0DA3CE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A7966E7-9EC9-68FE-9D8D-E42ED4F0B62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1B8A6C-3724-46B7-9F51-0B141E7D41B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C94E8-C847-40C1-E758-20B52821AD0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44379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A68A-E009-8094-1A87-980F1A1AF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E87C44-D67A-65BE-427A-DBBA286060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3 is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E00EDD-B255-805F-DA29-2B87C6F9E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FA2A85-5919-325A-C39B-EC8086E97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858C15-E00F-D336-6CCD-61F1DEFDC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5AB88D-A375-DA69-D56E-679874AC4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8602F3-E8B7-E7EE-F413-84747BF088B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6CE9E-C604-55B7-2C87-3A8D63EDE8F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643B0-E172-613E-7036-3B5021B7D50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CDE35-F4EC-4BD4-ABF7-C9590F9803A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DBB97-8DCA-2656-6A1E-89C359F368F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D55406-7D6C-EE85-7967-6786C0246CC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F2601-6AE9-F90F-21A8-FCD470B1D2C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FC7E6-8343-0984-D5F9-34114223C76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F06237-0D35-0F35-D5E6-7C12D1E7C19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831E33-D1BA-6CAB-4079-F1D458F91E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B94D6-77B1-C6CD-FB9E-D0362A7EEF7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A72C2-D471-C9D5-30AC-CCF3CA5278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BE4CCB-90EA-D134-E001-679C20B4B37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13E8E-587C-A0B3-D839-E73648AE3CC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3AFDBA-F2FE-B9EA-9DF8-5B803E46439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5DF8DB-0418-A83E-96EE-C979597A231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9ADC1-B4D7-A896-CBF4-F5C90C3ED9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646CDE-5A9A-6776-E836-CBE08A42719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07A49C-E17A-10F7-4CED-4630B1B1082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651B2C-CC4A-D821-15C7-F97295BF623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CD819F-A912-1114-EFF7-0E973BE286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6B95D7-24DC-EDB0-DD37-2B6DEC48ED9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990A85-8562-D9E7-5582-EB0462E723F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AE60A9-5BA3-5B9F-CF04-AAF49F2F69E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34506F-EE9A-34E8-DD4C-6A10D106F82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484831-F6F8-B6CA-64D9-4FABE694467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7E89F-8058-8111-AE75-F6796D509E0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195EE1-0C30-5F2A-6126-AC80B8B219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4733E8-2980-85B8-2B5A-FBC811856B1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4E2BB1-A7D0-4883-5CC6-DA3469AB376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FE387C-C936-5037-A722-25B1E2BC637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E97BAF-BE79-4CE0-514C-D4D0EB7DF39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72A8AA-466C-7AA8-C853-F3F8B1CC575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C7E3B2-B288-FD99-4E9F-0F4FF33E1A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B035BF-21B6-AE14-D53F-1EF82204A8B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8A766B-221D-D39C-0AF4-8A422FC8798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47D626-1CFC-65A3-DF8A-40400A24460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8A1573-3F8C-E186-2604-FF157416637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D3156F-D851-E072-94C5-752BDA910A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B1E268-4F96-701E-8870-391BB194B47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B8C6D8-1B9D-AEE0-B589-26BCB29FF28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52C016-B6F1-2453-467B-13CEC081E43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65B097-EF79-EF9E-76EF-295ABEE98B6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8B76F0-DCA6-FCDF-BAB4-A8710B78028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A95B41-6B37-21E6-4501-41F6DC3556D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8AC266-4A8F-9B04-06A8-9857E9964E8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21701E-7EC9-2589-FD1B-9452A44EC33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3BDA5E-2BD2-35E0-D1A0-43424061CD7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D39E20-1D3B-BD8A-125E-182B8E8BB25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8F0FB0-93BD-2D59-1FCA-2CFEE74729A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73E35F-6FD4-3982-DF7C-0BA200D816B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E59353-3A38-05A5-2E9C-8BE864E6FCD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093310-4078-6640-4684-4FBEE390FA0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C19382-F69C-5DA2-8181-D6488A05BA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ABE2BF-B14E-B021-F257-61A4CC2852D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0C97EB-D102-F0BC-7DE9-E9CEE9A008A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6D74E5-CDA5-6AD9-18A8-E9B6610EB99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5BCDA2-B8BF-794C-BAD0-B2A64A7FAF7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19346A-8C99-6FF3-F37F-3579B0FE884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208B87-E836-7B34-166D-625B24D0270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523FB3-783F-2CC2-7994-9F96AFDDCCB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128269-8EB2-EE45-06ED-9FC9E9BF506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A910C63-E457-B17B-B638-EB009347BBA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119F25-7B01-B2A8-8E52-0CFFE2B1538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144224-9284-8B35-B897-87CF6DA8644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A1B655-C3CE-8E3C-3736-CD8F877439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D0069CD-DAC4-3955-C19A-88D1EDC8EE9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FC9353-9FBA-A762-D324-B604F245D46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926DEB-52F9-86D1-F7E2-50579C68C12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C6D2FC-27F3-124C-1342-0DC90C7D249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62948A-B6EE-2809-CD7D-F46BE57C4D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0E5786-3455-A355-F4A6-DC25EDA74D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EEB37C-40D9-AB0B-80A0-4235C6A44E8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173304-17FD-8C3A-A80B-0F323D07C4C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C85F49-79E8-D77B-A017-CE551F47625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8113EF-958C-3738-9188-51B4801F263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A4F10C-148E-1345-5BAE-B946968522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2B47BE7-8BBF-E926-4A3B-65A715801A6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D8A271C-3D85-DAE7-9378-629BD469D4A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C7D46A-B2AD-5B86-93D3-423AEC74102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8C9B6A-E0C0-BC84-82E2-7C1D0A4795A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28246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A294-1DBE-7ED9-C5A1-CFFB14C7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90B8AC-2F21-A58D-F843-BDABA3ED25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9 is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4313CA-2DA4-E3A1-E25F-B99DA1D99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0F3B6F-7DB4-F237-4253-19D2CF1A5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48332A-A3BD-73D2-BD7D-CFD090561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E48E5B-ECCC-4ADF-8CD2-F6D958611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2C3497-7AC1-07D2-AD6B-02992B27979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16176-1A18-DA7F-A96C-EBF80EC2C5A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15178-51F7-9F98-A010-6D4CCF9B381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61446-1E45-1CE8-EF2F-CA4E2C6A9D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9861E-54B7-399D-5196-FCB0A5C4F74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A3165-CCDA-0680-0F59-2DDA7176500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321A93-5080-9747-6375-E3DE5CDEF14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1C0FE-58A2-7FC5-9406-5E9D87987E2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FD47F1-8338-AE1A-4F05-29FF2B4E9D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9D9FF-8317-78D1-633A-95D30E55DE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D6C23-B7E9-9843-E1E3-1CE4539C9DB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F8F99F-DCD7-4532-F27B-EF01D38250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B03D2C-2E4D-9E40-F1AD-AEDE5D6FF00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B053F6-A99E-EE5D-48F6-C6E2D5D49E8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AA6AC6-C7AF-B4F5-BEF8-E81B946037C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90372-714E-6B8D-66F4-955B62D53EA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B0E4C6-8592-184A-6EA6-CD2D868284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3B552-ECD0-4E75-22C0-897B652DF1E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9D6039-76E8-DE8B-EE8F-EEF9382E842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6EB67-EED4-3A1C-B5F6-6A7CF50583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F1748F-8C03-4453-640D-126C51D2887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A2AC90-DB3D-990B-7B53-0DBCFD7C8BA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0479DA-55EC-6C57-2B98-9CE220499F0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0634F9-D5DA-D67A-4A31-A905527E603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A95788-A128-A56C-874B-AB6620E4B2C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73FE96-18AA-AF5F-71DE-D878E8FFBCD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62D7B-329F-5C02-5D35-F6D4529119A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7D1F2E-4B35-D68E-4038-4068A12250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18393C-13FC-2371-BDF3-865D0FE7A95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4856E4-622D-EF7D-0895-588B42DADC5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C5C7B5-8582-188A-CFC7-29B053D9037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18F59A-A512-510D-2118-92F33056877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D78685-7F70-C05E-22C4-CB4A9BD850B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505634-0405-960C-2F8F-1C1075B51F1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3FC568-7C71-D94B-6A6E-C8B8A52726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5A70FA-3A13-5273-550D-A1A9662AF69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51E5C5-EE54-98C5-1D6C-08F32E86AAA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8CF0BC-CF58-9F96-ECAD-F11988BAAA4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9B3684-3D2D-9D56-08C5-D287E23582D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668201-3AD6-06EC-47CD-F950E0722E1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2D408D-8D5D-FEF8-1DAF-8001FE14310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27F6E3-5455-B738-6BD9-48E48E29820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2D013B-7215-6AFA-41FD-05F8A3A00B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552550-9C65-E6AE-A1A2-D84E3537193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449B23-8931-3F6B-7F7D-5AD35972734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7F258F-3ADF-321C-D233-F96D8F1175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A00D9D-38D3-BDE2-9F56-4D61993E3E1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13C521-0AAA-DB42-B01D-6BDF733DFA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36666C-A9B5-165D-AD12-C8FC5141A9A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8166F0-606F-104C-554F-090C92A1B30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95F6E8-05AB-DD64-65D2-B76702FC003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65091A-A39F-979D-32F5-A444CAF6A40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F07AA3-9E93-3624-223C-5FFFECC59F3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7D5050-2289-7028-73D0-9F2E0339FC2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546915-82EE-BA29-45A8-4ACB4D8A65D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026A7F-5684-5967-ED93-0EE24C5C9F2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8EEEC0-D97B-A488-D0C6-1D3B0E1BA7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50A07B-D743-E2D6-839C-F90A1B11BEA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162F4A-C960-DD05-73F2-1B5CCDDF24E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711550-9884-B528-C391-8B30BA449BA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B90294-2B24-8AE9-BFF0-630C988BFDF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9F0AC8-2525-13DA-D667-20C82592F16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E8C8C7-34F3-B0B1-2041-90CAB2E298F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3622A9-CDC1-EF98-300E-F2FC2A46DE9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4A067E-7A97-0E08-FA4D-B1F69D4216B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CF850C-B2C3-F657-0848-5B3B65FA2AB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AD3FB9-E4EC-6B21-5B0E-6A66423629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0450B46-4456-F9C0-3D39-C841047FEAF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1D2731-7F23-A15F-AC21-3FB2ED153A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D46C10-68FC-71E5-96CC-A8D9263F456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1CC4C45-7E25-DFAF-D9BC-DE76A17A03A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584825D-0961-E8B0-31BB-AB7D681D5B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6D4498-51E4-C45E-A7FF-623A8AC0045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DEC6FC-AF90-04D7-10D4-FFAF2AB8E29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C51B7F-CCFC-07C2-E91F-479BA3C503A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F8A1F8-8724-39D4-6A8D-DF771D0B156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83E915-0DBB-5A88-CFFB-4A5DFC76BC4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FEF3EBD-DB6F-6870-1D82-AB782F49F99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8CFCFA9-38F6-20E9-BABD-04DF4D0B102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19D4A8-5854-0984-6E2E-05A97660877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C9C79D-3BB1-FDFB-AE5E-F6E54713E70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9516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CEC8-A408-9E5C-5CFA-C156F4BB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385DF5-9CFE-2E4F-C042-5A1D37A69C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46AB6A-4C57-FD3F-6B30-725B00904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BF2EF9-CD43-6D72-CEF2-192AE6567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CD8EBB-A2DC-F3A7-4073-39CD513EC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45C374-958C-6C39-3DB2-2B10198A2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8242D7-DDD2-D2F2-67BB-28B9A8B0E4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AB1D1-D3C3-35D4-6904-572400121F0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B61EE-5D67-4F45-D0D8-08BC3A00A3D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C418D-5ACD-5D5A-0D5C-45F6BB0BCE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3A622-6FBE-CCE1-190F-8DE29D2B278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DF0D92-07F5-5F87-629A-8D38AB856E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2B52B-21BF-EA7F-F36D-569E44AFC34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DA2CF9-B3A6-BE6A-FAD0-8156ABC7BD3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E5935C-9AF2-592E-F9AA-0DD8CAC4461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C00EF7-C131-8F22-33A5-38C14F5B099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415E7-A9D7-C63F-1DBE-A0BA247FB97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E0855-768B-3F2B-65B5-E29166E494D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E542CA-5434-2FDD-27D5-4A31955FD9E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301387-FA51-A669-34A6-5A2381ED3F7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A6093-F328-96B7-269C-738C0C67002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0F93C-488B-3DF5-BDDD-B1822CDDFAC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99C42F-D273-60E1-D9D7-E89CE4AFBC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1766B0-00CF-2FD7-9AB9-ADB2645D924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AFD1E-EB8E-E4F7-6BCA-25291C8EEE2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424B65-E376-736E-1D98-7BD3590A957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22F5C3-B483-C943-2CE3-4990ABAAF9D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419294-460B-DC78-DE7E-3BF20FF7183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12B1DF-20FB-4598-6B7A-19F95457A33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1D1DA-7A94-284C-A0AC-67D9EEA2CE9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F3BA19-405F-977D-0E26-3524A63F23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A4C570-D810-ED47-E168-6EE8F80B2DB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47AD62-E35C-547B-C68B-12137074606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4F503A-A009-3DB2-C5CB-8114A90EC0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3F22A9-A9A9-1D62-AD2B-2998CEA6287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2CB6C9-AA8C-3AF9-7037-F494C5AFF36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49D0D1-CE09-AFC8-87A9-DF48EB06473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D62334-F364-1329-5FF0-2D6DAB76CBB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8276E6-45B5-B874-CF55-C2AB130406E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418B05-CE2B-0387-0636-289418C627B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161D58-CE5A-5E56-5B12-C0BB583897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9840BC-99B3-4A62-3BC9-F46FBCA4FD6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015FD6-4F97-2323-BC15-9CA786C161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E3651-D3F4-6F6C-A4E0-6D17AB554C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3ACD5C-57E0-598A-1D9E-8F906901EF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2C48C-6AE7-4E6A-BCAB-BDA2B59B62F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3FB086-4A38-0048-77C0-F2C25B383C9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A65562-00C5-065B-3257-C435A3A606F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DA55C7-835B-86E9-607F-40651478365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24C970-275F-370C-A0D1-B7E62751E32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8B9F1E-9F81-B1EB-D368-94A1DDB4805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DD7409-7D6C-A7B0-F047-41BCB780D43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1CC5BA-1EEC-B015-E01B-A106DD26160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6676C2-E38D-46B4-482E-43A2840AD3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64FC3A-2E7B-7AC3-BBF4-2DF4694CB58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9FAFBA-A8FB-1015-4153-01C95D71A73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763720-C6AB-D14E-C199-342EA3EA1F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8CAAF2-48C4-BD99-F120-A495F9A0A99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2682A7-7043-6E77-4408-EEF804C2840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A150C4-F751-AF38-BED4-68B0DB636FE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D5C151-98D7-A531-2D7B-6617606B282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447531-6548-CFC4-A0C3-161B733E87D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0646068-2EA4-1E9D-82F0-C136C08ED8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5E090F-9F5F-0A58-62B7-2075080497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12B8D2-7A3E-0A93-48C7-7CE7845F126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4A8B4A-028B-E9E9-E160-406464A7A74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AB9F57-F9AB-6AB4-44CD-32FE3292D0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774FFF-663D-1695-8EBE-386FB39C56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7E00DE-AB03-AD1C-D618-D77EE2F70FE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D69F8A-3BEF-4BA3-2AAF-72FC1A64F41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14C5AA-09E2-3493-D0F9-13B9383E74F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6FFF5FF-52D5-CF6A-7741-652BC41FA50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BBFADB-D307-514B-95E2-41DE6CB21A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2D0AB5-C85F-280A-5C29-ED939D41E33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1E992F-6E19-5C40-EAFF-BD74E664E2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02919E-46C0-C1FE-99F7-DCA3FAE92FF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3BDB32-B33D-95EB-A4E1-C99EF79AE6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B7344E-B604-9B87-6285-08F817D40E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8D8FBA-E66F-DB18-056A-F701C769241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F3B163-0886-7B56-1162-D5ACE45C32F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D6F1B5-EBD6-847D-351A-EA21FEBEF84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826DF9-9173-B8BF-3C0F-66E524DF52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AF4B50-4D61-DFDC-FDD2-806FC13FDA8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75234CB-7858-4769-507F-7955D11EDFF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BE547-EE1F-3EC3-1658-ECB1DA5533D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49D9AA-DBD9-F751-7E65-71395081045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C264E2-0B59-1B24-A8DE-A5CBF5A2647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99719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456E-D8DC-7CBF-2E5F-6F42C98E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FFB86F-6A34-BC72-CAF9-B78501D7D7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B94289-89C0-6CD4-5A5E-F605671E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F4B266-A6F2-297F-3E69-35FE7307E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084FA8-BC3C-3BD2-CB9F-06C108532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8DDE6E-A327-AA23-53D9-DD3F21965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9BDCCF-66B5-48CE-EB98-71EB7C182B7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0C418-EC34-BA1E-C26E-0D344FA4830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FE445-AA6A-C412-FC1C-DAE4CEB6270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ACC4F-9D05-F750-0EAD-F991B3503FA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A8EEE-4132-3C53-95A4-C6434279040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747E1-BFC6-4D5E-0092-C386670319A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E9DF8-0421-6509-8974-4627E3E0860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B3E25E-E704-D5F4-68EE-F746327EFC7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58B31-DB21-295B-8B7F-806CB75C2D0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12901-7BBF-4C77-271E-867CF74914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DB4953-855D-351A-266F-AA914642526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8B06BD-6905-6608-BE30-C37AE667C2E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F86DAA-682D-9AF9-3C34-59C08AC26BE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60E03C-5B84-E006-6404-4DE182E083F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2E6E9-7F7C-E360-58EA-D194815F85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D2154-60D0-1CAD-63A0-9ED27CA1170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8EB45-A112-84EF-0C11-23207BCFDE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1385DA-B9E6-0ACB-758D-303277151E2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F957D3-4DBB-A315-0CEA-53150216BC8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63FC3-7F08-91AC-9A05-67A46D14017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16FF62-A0C1-A2E0-2F3B-4DBD60ECC6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210247-DF38-2594-9648-7C6F8DC341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045C7D-D1F8-25DA-085B-38C0596DF0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5D11AD-389C-A1B8-9F50-59FB7E2547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00FAE6-D017-8405-09D1-8D83C02112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F25826-1AB2-0011-7424-E8D5D36E8AD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5CD65A-05C0-694A-5D4D-AC6F0C70269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668A66-CF06-13E1-E206-5DC8111186B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03A079-5361-553D-AD44-FE862CC311C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C959EF-C427-1171-8A8B-26E8F0FD742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1597DA-E55A-5B8A-E2A7-824AD03E45C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D6D7A7-5D74-1FBA-07E8-1131DC57424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69455E-2527-B3CD-8555-4C26C222809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970509-A00D-E6D1-E63B-ADF732B71B8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CB2876-CD0F-B151-DF39-0E38B896EA3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154F77-3469-FA22-66DE-0432BA4D9BD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2B32C-F9B5-24E2-FEAB-5591996A857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4F1B8C-FFCC-4D56-DA6A-93CCD92B986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A49865-1806-7575-B7FF-FE87259B5A0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4DE97B-05EE-E63E-2166-7C846AC64CC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70F2C3-590D-86EE-15E2-5B23DF29D5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41E9C9-5338-5710-553F-0DCB02D0C7D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9FA8EB-D30D-D27D-9D5D-D128FDF2CF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AB5B01-2829-1DCF-5B84-1E98B40A3B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B2A01A-2F0E-7354-A557-978221C8745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B552D2-3924-2699-8F4B-C4CE097809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525220-220C-45CB-BA03-3BD262E4F8E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B29E08-DB4B-049F-FCDD-C6A7EEC29EE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1D6649-5D7F-10C8-00FE-29ADAD78CB2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9E030C-E261-FB24-F931-7524B7B22AE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5C76DD-08B2-42C7-7C2D-305014258BA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8CFA2C-AC7A-835F-45B9-94D971F8AD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87CE0C-BD99-DF44-ABE7-C4F2FD8A4D6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F02E46-F0F6-AB47-9B87-336E94407E9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3AE965-7BFB-BB4C-2616-A4B5C92C0CC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106C9D-EC94-64C6-FB03-10BC528DEA9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61E913-8ADD-3049-C3B1-DA255838CAA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5AEB29-C60B-9C8B-2279-376246A2109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41DB1D-858B-3B47-E238-1090D85AD8D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EE4F0E-3442-6B2D-BEB3-88DD5EFD47E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9809B8D-DB9C-51C3-4B18-B4359698DAE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4D0A66-00BD-58B5-4179-BA61413C71A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ADF0951-B44A-06FC-E411-16D0983A55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B30A0B4-6D1D-6BE7-D1B8-CD633DD7F1A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BC4E9A-7622-8E6E-18AB-7245F95750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AB006F7-258A-F62F-DC60-664FA750214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3A1A2EF-4F00-6EC8-FB4E-1A318664A7C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8001AB-F1DC-B4CC-718E-518DA45ADBC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8FDFDC-331D-94C5-02C4-70BF7AB4BC0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4090A86-A5A8-430A-39EC-CB1E8D1A98D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C892890-2B74-A41B-11B1-2F5FB34BB4A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A39160-639D-3AF9-4F21-E61BB7E7C6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42273E-3CC1-0D5C-E436-BA0353D08BF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1118E9-A26B-551E-E4C3-198C8BAE848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B9CA47-3714-4715-4E71-423EC98462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03BC54-F879-1083-41B9-0332B31921D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15239E3-4507-92EF-5C08-0D5464A571C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7633C68-C465-BB9F-86F5-FBF71034CF4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387722-6D72-3644-90CF-60FE1D6B13A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089050-3F1A-5484-BF40-4B0C6E91A2C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148AD4-03DB-A6C9-1994-1AFFA893A3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69824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F9EA-17BE-6053-6660-C7D87F48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638122-3C1D-C993-04D4-6965A62E5F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2, 7, and 8 must be in the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80CC3E-90C0-2707-E663-ACD3B9CD1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5DB493-9EE5-10BA-96BE-D913E91B3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6D713E-94F6-D305-FA99-DFAAF5767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1558EF-1EB8-DBB6-F147-A66BFAED3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B0BF42-B16C-24DA-A2D7-859EB2D2864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25919-AFD5-1D80-DF95-68856BF8999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11FC4-1962-CC77-B129-6645DDB3CA1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DAAA6-6443-5F3E-21E2-CAA4BA1C5CB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7BD2D-91D7-0F81-4802-1190FFB6A68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D7309-D17C-FA17-B5FE-962EC47BB4D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A7F3B-D82E-DD82-B6BC-C98804BB0E0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711B-5B26-7942-BD1C-CE74BC1309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F0016-7EAB-551F-C9D8-506337FCF75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5F8F2-3613-1E7C-64E0-A98DFACAF4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3DDAF4-F862-BCC6-8C58-BD4DDC78FF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82607-288C-463A-4965-9D4524610F4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1BA20-EFAA-2409-49F8-D652C7B3E7F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32A387-F536-642D-202E-EF796F9E8F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8B7719-B92C-FA7B-8A37-ADA0F94DD8D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9C441F-8B7E-8AD5-C352-2DB1428DD5B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47997F-85A1-717E-6303-89D13A02D74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8D4676-324C-3BC6-98EE-EB08820A6F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7A8947-E308-B96B-B98F-9276FA1D5D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EF50A0-5071-15FE-8407-B0D573021E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D84751-5992-5EE1-0A31-9F7646C5E45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04A7CB-171F-AB73-7670-A11D737A060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94B56A-BA54-D3C9-B557-E575BE2D00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4A96A2-C276-767E-3F0B-1F915FF1BA7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4394BD-B7D0-541F-9A08-363BB39F8FA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C02CD0-FA3B-DBF5-9AC9-30BC93CAB9B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3C8B18-39B5-36EE-8C6A-07AC63B8E4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536139-26E6-85C6-AD61-80A45F9A64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C95B6E-E032-404F-951B-76F48D8C024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C40922-5128-3E44-C148-95245B399FA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EE2BA4-2836-86DE-1743-A4207C1C513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3D0B1F-0814-8DA5-CD3A-D2BDA9822BF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075B23-F479-65CC-BA3F-9E1D70EB3F0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56554C-A0B9-CD51-6117-2B96C8A76F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6849B3-9B43-4101-D368-DB123488C20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289940-DC9A-5537-7E85-74404176345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570387-F850-F441-3223-3D21CD1DED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9A9321-9F60-5C66-4D03-6860969D2C5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218CEE-0224-6FA9-1A16-DBB95909DB1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C085D3-AC4F-8887-0994-9366AEAAF9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DDF234-7F99-13DA-E0E3-065D11F62B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17A79A-B602-6908-4CD7-DC37F68648E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B06DDD-0B63-BD18-F870-757B38EC05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0AC1F6-0030-F4FC-65B1-D0E25D5B4F1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A29D07-84E6-4F7C-9BE3-99EE336476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D4F9E2-7B01-894E-208E-D57D2A5426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45196-5F4E-75E0-B2FA-6729BD851D3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E2298E-4181-A116-4711-70C8396358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591B4C-E8BC-B220-55B9-78B00A750A8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D9F9BD-1F88-E4AF-9C8B-CC7CA868D14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29D60D-E8E9-030E-4F6B-7846EEE1A56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646389-80B2-0ABF-47F4-E5DA445D6DF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3CCDE0-47C7-FACF-2ED3-7689458F1DE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E07C6C-4E6F-8058-164D-A1045B948C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04E0DC-C3CD-BFB5-DBE6-EF8A138F45E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9D6B37-CC66-9449-DDC8-673429434A6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4D0C6C-FDEC-E11E-96AE-E190F2910C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8FCEEC-7330-440C-E329-DD5F665705C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F92966-CC07-B594-CE26-670084DAE2F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EB80EC-254F-DE9C-62A2-676E7D67F1F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8FCABA-C896-662B-5A6B-68EA6435D54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081D22-5635-76AA-DDB7-829B754B4AC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5CE391-DBE0-86A2-64FB-9CA2E850C3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3EAC3A-40AD-CC90-673E-D7AC9756518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CDFE12C-D39B-F147-45DE-FCFA2EFA8B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E4D5D3-0BC1-2199-1F28-8AF9A4A00B1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900712-C9FD-E710-F3EA-13653FD4623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CDDC64-8465-DAA5-E801-53C13C20A72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12F7B05-20D6-F5CE-20CC-4D0AD4672A3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349419-1335-C72E-4E68-568B3B0F35B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BD99F8-1B4C-026C-4850-947CDE8B3F4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FBAE01-3B81-C37A-5D56-D43D8BF0F37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EF3C0C-37F3-5A01-718C-279D5C554A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2422E3-1CB9-5E89-45E5-A11C2BA751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D175DF-D207-33BB-1299-C00D48C3C39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2D6A5DE-C9A3-138F-98F3-E01F033D913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EEFB43-EE68-246E-9946-DC2EFC069B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F86F63-DCE1-625D-C254-FF129E07D3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70A33B-BAE4-2B37-11D6-45CA20D2EF0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FDE2F8-9985-4C0F-1147-FD56A1B7F1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1481F2-D55A-304A-11C1-8D22C9D5254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970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94BE8-35DA-AD35-777A-585684F5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0C961C-1513-284F-F23C-AE5F78A0B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73EE77-A759-98AC-BED9-DFA676816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67F470-801D-47E1-AD98-EE0E7FB2E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11297F-6905-BF56-78F1-B004EB643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25B911-F08E-9BC8-D3DD-B8BF974F2D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0EB618-34B4-78B4-1449-245B483308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54D13-2F62-1D77-DA56-87B6EB121FE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EAC7F-7691-B65D-59AF-8217ECAA376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71071-4B1E-52BD-DCC4-646184AFA0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BABF6-EA0F-01C4-5242-F2D2A25BD5E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636D7-E1C8-427F-3BB9-D87748F08E4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2859D-3E8B-FBC9-6FA5-28E6D26E8CC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27223F-7FCA-6E10-0A32-064D309E562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8E6E94-ACC9-56EC-E40D-29EB7BE404A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CF856-28B6-FA53-E4EB-C1577FFC915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E4B13-92BF-2A4B-15C8-2154D86FB64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9962B1-D575-0897-2BDD-D822F7C31F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E91662-F6C1-E20C-3292-149AEEA3657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A1664-A3BC-0325-9A46-3148687A6D7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F19BFF-68FF-4AE5-6F6C-014BC9E0E89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F2047C-1DF7-2AC2-75F4-F1CC0F684F8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3580C2-5282-0530-1F98-0278F93C4C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41A9FE-283E-10D6-3516-750F7980A01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C4270A-015B-3CE2-E756-F6A5A23BB0A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12291F-B907-6F95-F40D-0BDC8EDA68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51136A-BAF4-225C-C1A3-0658DB58F6F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E6FE2D-2F22-88A2-6ABE-AB1B713974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3B7915-B78B-C449-7CA1-B4BD7618FB9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CE1217-5A7B-A269-86FF-15DB920B76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89F33A-761C-C428-D70F-012289D2685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61879A-8616-FEB8-A302-33F9BBCFE09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95F1B2-0388-B822-36FE-3F22F83D460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5C0E2E-A159-A926-888C-C218665C423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EBABB4-E43F-54AD-F3EB-9CDEC3DDFBD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23B4CF-2511-3E7B-D574-D8B1304AF10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FC6985-87F4-E81C-C236-36DB199713D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7AFD0A-67F9-87DA-8728-EA21443268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E7B0E9-4C2E-711A-E712-9C6A27DC3DE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A90C08-8523-FEE3-2587-1B95EA6AFD5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759998-E983-1159-4D2C-04217DCFE57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57F9F1-D6DE-EB84-869E-22E5CF9BCB0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CC1FF2-602B-5986-077A-D7BF6EDE607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EC0A7F-5F5B-143D-E136-F35C085A3AA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4BA467-3B57-BB31-6F1C-0F013D645D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FDC420-526F-FBDE-1D8A-41B956ED1AE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335CF5-DB68-64A5-EE02-5D6E09C021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199B7E-AEE5-060E-B4D9-45DBEF372AA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11C311-085F-DEBE-F96D-D915E9D26D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29976D-4AB1-54A5-95C1-6ED273DFC59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A5D2AF-4CDA-C06C-D5C8-B66EBCE565F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A301F2-109B-512A-414B-2EB7B5F8BEA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AC8CC9-1D9A-72A0-8D23-F7C48050669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D04739-4456-8D97-2D90-8B56DEC7055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2C9498-C135-3FBA-0CFD-9ACF82589AB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C500BA-483C-9453-A477-143C7338A33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016EF7-FF34-BBC4-6403-1B54B6114B9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F61A5C-3D7E-A32D-60F2-1A6A8A2BBC7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91A49C-9B22-4653-7E09-BF2B1FD0613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36E7D4-62B9-EDDC-24BC-ECAF7171B96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99A469-7EC3-6690-1FC0-604B11EF3A7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6BEAD2-2E82-0642-17B9-6C8618077A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51516D-C27E-2DBC-04B2-41AEC13A8A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8D8928-DA3C-BF4F-5FC1-9FC3E1573B6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4A28ED-2F90-279A-6E98-DC8462E6BF3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4B7AF4A-30D8-6C82-A7F5-783127F25CF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60BCE4-17BD-3067-5E13-C488BD97CAE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7BB941-A841-EFA5-60EF-0C95CEC7A84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777B24B-FC09-21CC-B8FD-8DC51676B38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A1BD48-8CAD-D9EA-BFA8-77D7B11844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E35B1F-55BB-C168-97ED-E1E27F8E6D6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E8B9C9-E797-5EE9-1640-97A5DA8C218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4B6712-71FC-06C7-EB7D-9586FFC6262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2F4B5D-2E5C-565B-40E1-12C75D65FE6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A40BC71-5350-7CB7-8AEE-B6FB9DDD65B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FCEC20-B0DF-257C-FF44-C483E7FD36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318929-40FF-35A9-DB37-49FD1FE9548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CCBFC3-200C-E68A-192E-28E0701F1AD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7BB4A6-05E5-CE5F-7CCC-07B46102B03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D46A98-CD38-DE00-0E07-F5D50793D3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92EBDE-FE65-7184-C8CF-28D1B8BAF12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20874CA-0590-AE31-D31E-34F1593B2ED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BC3555-FD6F-3D63-F0B1-4BC20FA9B4D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E71B1-6A57-0BA2-94CB-67340AFFC89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9D369C-D7ED-324B-CB0A-819F9F82C8A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EF6947-7EEF-57D8-9CE0-194FB7FE24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E25D52-6DC6-87A0-0199-83787A96640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3871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41D3-7899-F10E-793B-C4F25457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9C422E-C1F7-650B-1ECD-FB363C2E4C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EF256E-25C9-E003-CFD7-188170903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5530B2-642D-F90B-7B71-96540AD62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C451BE-14CC-2B20-057E-C213F6535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432987-C6A1-34E1-446D-17089E509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9820E6-8C33-E2A5-2129-3D189B02405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F6AC9-0888-5F85-C11C-E62CCA02CF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5193A-15A2-53D4-251B-3D1594184C9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13716D-6B74-428D-5357-CC5EE9CF4B4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3D8128-4C4F-976E-F82D-747DFBE3C0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F5A8C-2859-15F7-C693-CC54027FAF5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61546-B6A8-EB19-C89E-10982320842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5AA1C-29A9-96B0-3A9A-1BBF6B97994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1D4B4F-01D5-9A4E-D9E2-E496A551094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9F6C2-7024-6471-7258-4DBDCC1FFC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CCCA4-8EE9-F336-D2BF-3C1C5634289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137E1A-7610-CD69-6EAC-42BDD83E35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E276F5-62F9-BB21-EBFB-CFD45995294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12939-FA52-65B8-FE32-079EE0885A0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190882-4EF8-9DE9-FFA0-20C40A42B9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FCC6EF-819D-A7F1-E888-2F3F027FA67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752E2-EC37-38A4-DBFE-97B684ED4C1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FD4B3-4E23-FE1D-08CE-913F4FEFB3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E9523E-970E-BC02-6CB2-D17C9A28848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064E15-B376-3E91-4229-17305F9E5A4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E9A41-9613-576F-B75A-88C4776AA0A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786642-9530-AB49-D709-65B19E83E70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CD7DB1-A8DD-CD23-7676-686C45802E3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CDC6DC-E75C-94AE-1472-CB50EED05B9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2AD1F2-7ADC-1FCD-8A2E-ECA3477F499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F9E5C-49CB-B8FD-7E2A-39B0983366A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53C57B-8227-00D0-2927-CBF985BAF43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40C8DB-4192-031D-59AC-A847A85B168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6F82AE-01E7-DE12-FA6D-CF248023B01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FE326C-5631-3505-0023-81B8C40D74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FDF45D-6AB9-1CE1-1800-F3B4F5C9999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476778-F181-4687-E83B-389DED17965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3C33BE-528B-2736-F4D8-825493671C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A2B808-5435-C767-4F0A-812D4749C07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195D1B-6B28-B3FC-01D2-E32CE3A0615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1D5F29-70A1-D941-6D0B-EC63569BC44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D6E045-BA91-7B48-C808-E78EE986F62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122B6A-BCB0-DF31-A327-C6005521691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109587-1FD2-B3D2-BE79-D2331C02548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103A10-B923-D134-E423-FC582B5BE96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2B0522-AE98-FCE3-35AD-110E2C28953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8B1D35-57D1-0301-05EE-9BD2557072F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786F86-6952-EBEA-035C-8319705FDD3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401FCE-A18D-4354-1565-59172438F4F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903643-B07D-1309-B6FD-8148D3996C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453618-1B62-1ADE-F7F0-5EFA9C71E5D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C71A53-DA1E-7715-1D5B-18523A3ECE5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34C7D5-FE0C-4AE2-32BF-38E8518DC92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F4E457-AB62-06DC-4415-F8A7486244A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D221B7-E623-0D7A-6A36-2E84011BBF5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AEA218-8B87-DEE8-0425-2BD7E0FAC44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3D9F46-FD4B-953B-8330-F3B66C2E29D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3E3B46-AA80-3761-D9B2-ECA630A710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5D1E90-2210-CC5C-AFE5-5E9B249F858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E684F0-3509-0405-FE43-D621787BECA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E1AA72-0089-0B4B-DFC7-B0C16FC5684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1DC413-AF4A-60FE-86EF-2B9B6745836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1504B4-D959-F83D-3D35-F68D7CB8752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F464F7-CF98-242B-8006-877DA726317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EFECF7-A0F8-22D6-07EE-E85D2F97E9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323AD8-C97D-8BFA-760D-231EDF4E26C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295A7C-6A79-9EE7-C8FC-065CFABD51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471CE5-CC72-7F15-26DE-202CD981CFB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0F2511-1B73-0BE1-A7A7-171DAFF3903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83358E-1C26-905E-DDA1-1D1DCB8FE84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6F17F8-1352-A07E-F462-D264DCD07F4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1435CEF-FED0-91D2-C1E1-D8927464E11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3DD575-91F1-B36A-0BBC-F5F88D7C545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F3F37E-218A-A10B-1543-EC4E856983F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75ECA8-0DA4-B7B2-DB14-0DD1FEF297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4E1FFD-8F30-25EA-1E96-9E77804B1D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D2F3D8-CA15-ACDF-95BD-D5E3F768E08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FD1D972-F7D6-C80E-EF34-933F4001684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7FEEC8-4971-BB26-87BA-877F3772396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5799F9-3C3E-13C9-4BCA-0E59B0E65A2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45C078-EEA3-EFA3-3D9A-BFE9D516DD7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83D8EF-6F39-B7CB-A59B-D4C2F6BF31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85AEE2-48D3-EDA9-C996-AA9C4C70D02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E6CC6F-00EE-20F5-3D5D-62464D5C7B1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F9F572-39F5-5C67-2EFD-5A3906BA0A1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042C1A-B74B-D83B-D6C9-14F9813984B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64214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8718-F003-2B2C-D56E-E5014483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08D631-6396-2775-95C3-48335E8188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BA4C5A-F895-0335-2713-0621D2426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256779-1ADD-0D77-67EC-593536E8F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C43AAA-6F38-1926-3DAB-2CB2D3FF9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086053-DE7D-8DE8-56E0-C7715A1F8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FBDD16-5BB0-2C6F-054A-D3DCD3F0B7C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F17AE-E352-8002-D752-CB50BD38682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65E33-D880-1D71-AF20-D3A34006F8C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118F8E-6156-B6F6-18E1-03DD60F14C1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84D30-B000-6E70-5B0F-31BBBCF3AA2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D10632-233F-8720-0A82-F8A6EB8B5AF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7B3D9-4FE2-445E-B341-9FEE98D42E3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788DFA-C14C-3FFF-91F6-444E4388E00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A3F841-3AFF-DB2E-D910-44428A7DBA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61BAF3-0AD0-A0D9-21B4-414CBD5CA29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12A3ED-036E-0627-810F-72375CC34AF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F0B48-D9DB-0934-B159-2A325C209DE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88242-EEBF-3E50-0D62-37D86241CC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34AB7C-DD42-CE1B-175A-DAB7E30130B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B7B34D-FDAB-D798-6EEB-A293E6FA3D8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DAA9DF-60D3-305C-9F91-AB6C132B0F5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BBEAAE-2B58-8C98-8DE8-78727040C8B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34E1F2-613F-038E-F6D7-73DCCC982D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452D6B-0551-09C5-8190-143DA8957E9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1CF9C1-9A0A-C9CE-7DE6-DD56CD2716F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52AC99-B3B2-6582-1B95-2736A4E3644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977BBE-F2E6-C9AF-AC7D-36158427C74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12407C-567A-0F7B-FB33-E39DDBF4BB0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32AF25-1B9D-4838-1E8E-E3C4E8B3C87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8AC740-FA24-A993-D5F5-D9F833DB6F0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DE5A06-A300-FE11-A0B5-F2BACFE5AB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5D8F36-3194-B654-D8A3-B82F1BE8A92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472D76-9EDB-4C79-CE11-8D0B5C71922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F34E6E-0F0F-A379-E3CF-BF0A5E736AB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5CB069-0F78-DB35-13F1-7EF52B17DE7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72EAE6-82E8-2560-2C4F-392C6213A1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240F9D-B4A4-DEA1-E23E-35D3F0E2C5B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7EC470-7BE9-736D-FFB3-5B54FA85C6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BACC1E-41B0-A361-E034-B0C9BCC9FD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F5A656-65D2-666C-3F34-83381DFCB5F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DC34E9-7208-0CC9-51DA-66639E2238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1238B4-E614-E280-F1DD-868733BC068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97C024-0697-D9CC-0091-6148CBD959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E686EA-4B82-A14E-942D-27FE568A71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8D13A6-1FB9-C02F-B710-EC87842A339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688890-B073-8735-AF2E-7826C0B0FB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E05F71-6825-25FA-A59A-3EF38509C2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2A34A-E13E-A27A-498B-721FFD6165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6C501D-5582-5882-7A9C-8C7CEFF672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AB2EFC-5DB2-26BB-B147-1C9E417FB8E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93E3AA-BAB7-80FF-4EE3-20F02A94B71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8BD7A2-B540-9D52-2D9D-BAA62DCCC38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51ABC3-6DB1-8943-2C7E-910AD3F7A0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7CB14D-2427-ED75-59E6-D4619AAE969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589DFB-B49F-C11A-837A-D6DC662CA2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0D66C4-6A7E-035E-BFF3-D09B90E8EBC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514179-5373-7461-D8D6-A145C4116FF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1102D9-9359-6920-A8CD-AB065287677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8019A2-C59B-6BAC-AA24-9D3912E898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2FFF0C-9EAB-4593-92C7-56E62C044DE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8A8464-9FA9-5297-F4AD-11CA5A07E16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0E85F5-AE8F-0320-7E32-F91E3BC4D47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133FB5-54DE-6CAF-CF80-D1F2D7AAFE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D31D7A-F770-5D35-FD2F-533BA33848C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9A9DF8-7B03-0069-7E2C-0B35F33DF22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5798D88-6B1D-54AA-E438-FA682310A2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A120695-044F-FE43-6C09-4EF62EF26E3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283D30-B333-7889-481F-36592BE1909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2DB7E7-4126-4295-2073-E364A3D8FED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DC0D65E-3201-1002-3D96-8E2F285F45B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60FFE3-310E-52B4-E9EF-BFE8CC7751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DAC890-D7DD-229F-6153-F5F3D2B1C0D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D0C2C8-10F7-240F-45AF-67C26644DEA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21E0EE-FC88-B282-2D13-AECC5E2035F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C28B5C-5296-DF38-B1B6-15702A95E1A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EE1A5F2-728C-0F23-3709-F4A81B845A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3769ED5-0C30-CA0E-8516-122B6FDCB6A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328AEE-FF6E-9855-85D6-D88F5959931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154A60-0ECB-F0B6-0D3B-DE5528D6DB0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BD494B-4AFB-7D34-6A0A-3A5F6EE09F1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A9617F-841C-D134-C952-4D53520D24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9373502-8D99-285A-0720-9AB621526A2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05668-5C14-97F0-3D60-03500A4E11E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541B22-A51C-9B9A-F8AB-92EFBFF0CD8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06C76C-4617-3B06-5CF1-8EF61B3A710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73B4EE-5585-F61B-454E-D079B594602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78918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47F1-26D4-FA2B-3BF4-E68A1F39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06F98-F0D6-395F-CBC5-7282C60F20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DE5B4B-B54E-5132-FB88-67E0A8E7D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593053-94ED-B894-D488-A3A471BEB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B11F82-ED9E-49D9-9F3A-E3D5BF1C9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868DD4-D493-036D-EF46-3426183D5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A95343-38A4-F8B8-4DDB-072C3C71F7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AED81A-3E53-C9F3-3DB6-60AAD1D94FB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1D92A-B3D9-EC1F-1B75-DC7536E6427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BAAAAB-58FB-2096-D572-5F531F00B56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31A439-B4AD-CE03-997F-BC2E4A84D1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FEF1BD-102A-600E-15D3-A22299BF1E8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6DF75-2020-F478-E58C-099E03DB39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385DAD-7662-855A-B3EB-EA791FE29C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B2D820-5F84-FF99-6382-826022C3C29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F754A2-00E1-4636-5CFA-711ECB13971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F3AAD-062B-3AFB-6A68-72DDAC3C118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C97A0C-D24E-D4B9-E2CE-57B7C377D60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267AC6-F745-17BC-9D7B-7B8F36FAA0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728BC1-FFD2-CFF0-120F-038B88BEEB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BDD24-A0AC-A530-E66C-0623EA2F2D8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C5AD6E-1970-976D-37AD-F13B0EC1E70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7D5A89-5977-661B-526B-4E38FAB60F4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46A9E4-C818-1B0C-CEC7-A9DC824354C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3E5236-4DB2-020B-66FB-8F08C1EF49D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442DE4-A40E-D5C0-924D-90506432BA0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478181-784B-7931-4342-336D805619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3F3386-9353-F7EA-FB19-F609DF7DD6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990E37-72BA-719B-B21B-40F09A6D9DA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DCA713-A49A-9E11-0E0C-1AC59A4E76D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F9D15D-3178-BA45-506E-21B4CAF1A1F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3D1400-37DB-E35B-2C30-2B3D14659C2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E92058-4FE9-72A5-6989-BDABE9D69E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2E08B4-B45A-8695-82DE-840E226A346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70437B-BF1D-42AA-CD92-5AA6DD06357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9A4CB5-73E8-F300-98F9-B8D8D5F1A89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CF44F4-5B5D-5DE0-B4B0-43D54CC801E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EA2DB8-AD32-BA96-484E-44E84D370DF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7CD8BF-781A-CF91-C139-EC6D2DF4CE1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F93679-69D9-99A9-23A4-327C25CBFAD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1C2D53-330F-FF89-1F02-AAE28DAECC1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532678-D855-3C30-F9C0-0F5645C99D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8B8E3C-7EFF-F841-A9C8-C62E9164DC9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3A0620-153F-738B-73BE-0049BBF092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C7EDBC-E9F5-AE58-BF0A-BD099F14579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282F48-11C1-CC11-9268-1569DF4FF3E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AC23B6-4ED0-AEAF-933C-FFEA14C4247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77F2FF-7EE1-BF16-F1BC-F6C4D7E962C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512F98-B7FA-D07D-11C8-90F24AD93AD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5A3DF1-DCA1-AAE3-37E8-5D7F5C0EB19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60C541-C6DD-8AE6-280B-ED20868C74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F538FE-B2D9-B0A2-8F50-DB16BE014B3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2B0B67-3822-E23A-4610-109AF33B2A9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E46103-902A-E670-5D11-8D2FC3646B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B7F96A-2221-BA8F-079C-C0C501244C5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E52963-ED8B-44F9-47AF-457B35C33A2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E3B49F-768D-1B5C-4776-29BFE2FAEA8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8644B7-9593-C64A-E404-7E5DD2DCB96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26DA58-4124-0211-6540-D30CB46500B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AA8A95-4DA3-7E87-9D4F-B0BD723D7F9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7AA868-A48E-13F0-9C40-606527BB424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0C7267-D8DD-3A03-47CB-B8F27E3A218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D8F8E6-4183-EEB5-5277-FAFEEBB673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B12C9F-938E-5338-4562-DAFE993FE38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74D791-B8BB-D37F-8D78-375ED95BBA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A2ABB0-DA88-6778-28A4-8B2C0758F6C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6C7749-ADB6-F711-ECB4-140607D20EB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2EB9D8-6B95-815F-ACB3-61892CD6E4E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E63680-FE51-6C85-D08B-8352D9E088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087DC7-9F8E-ACBC-C0DA-3954481CA30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995199C-AD75-E65B-4884-DBD460174FF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BDC253-EB61-5346-C7C4-2557F36032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D8B55B-A527-F6B3-4433-CD95EC924B3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CC54EB-FB86-11A3-0622-D728053A77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1E4CAFF-5965-23A5-55FE-BA1D529BE6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469C6DE-228C-DEDF-AD9F-99B46670618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8FE68B-60DB-E373-CA79-0A3BE933251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46CB04-D4FD-C615-978F-499B9E41127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D80CD4-1502-C291-A76F-24B765EF645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D2A5EF-E4BA-2962-22F7-790658C8BB0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314A45-8C23-3CEF-5D45-213673318E6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BE759C-9FA9-245E-2D16-F233F972E04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DC19F-4AD8-38B8-B064-038F9B811CA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326B82E-257E-DA37-A800-5760762526B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6230B1-B4F1-9477-12B6-40D9AD1394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46F5E6-FD42-9487-826E-812A229FD26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AD07BB-7C06-CE67-8FF4-286763F157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14209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3735-1303-AF60-F4EB-1D445944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EB0EA0-76CA-88B0-4CBF-1EF0F21DA6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184CB7-DE33-2F85-9768-158ED1D0F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C25B51-A72F-B534-9CFB-59683FA9A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4F798C-B515-A20B-63EC-DE712A0F2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B1328E-020D-1F71-7EFB-BA8AF70C0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43C9F7-7F4D-5C9E-843C-468EDA2024C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DF9A7-77D0-A95A-8E6A-8E05FCBB881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93C60-36EB-B5A0-75A6-B8CA2D4134E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A1614-493E-BFF2-B7E4-D7D36BB7919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521EAC-A8B6-59FD-5CF6-8347C9024D7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D41CFD-F2BE-DF42-4191-A6AC933ABD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2ED1B-5654-7656-9DB5-61916AEFC3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DB159-A929-398A-4658-42AF6756C91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045A9-1947-5EAC-4D13-1A74CFDB1BA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24200A-6311-5D38-158D-4AAED1066E3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AA4B46-5717-C7AB-0F62-45AC54F1F7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2D3EC5-2D16-771C-0ED3-9D05B43929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A48D5E-D646-2C4C-06E8-45E8E824D57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2C4BFD-4202-863D-4DB0-7EC7C6BF144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E1E45D-F3EC-ADA2-8C4E-FFD28FA267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F044C0-A8FD-786B-32D8-30BF65AA3AA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53B48C-9D90-4D0D-9956-283257B9F9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0686F8-1503-D5C7-5CD0-5291968FE4A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B6E850-7BFE-E43B-13ED-8AD54C27921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945111-ED82-2398-1589-DF65184B9B2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3BE69D-0F05-36B8-5BF6-6DB22199876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CAA284-BFB9-C7EC-6B75-22A3A35F6A4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BB1668-8739-98D6-926A-5C0774F8E7F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396A72-DA12-582F-859F-88273E3CC6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3B2DB6-6109-8225-2CEB-F6ACB58CBA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4F7A2C-2985-F250-05D3-3D43095BE51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56BB31-597F-A748-8629-CEC59F60C7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F4C0EB-4937-7725-972F-596C11F2FF3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1A1881-FAC2-6AF1-1935-C516315F1A4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E4F7E0-9117-E22E-D0DB-AE23B385513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5B9E0B-3935-27B4-F280-43B637E9386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127EE4-CBDC-278C-A137-E0C7FD6F8F5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E9DA22-3EA4-A7E4-D313-4C89941347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E471-1A06-6116-725C-174AEA15DD2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CB778-F99B-1E05-F41F-4E9FD946825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B85D45-6AE2-6746-E3D1-8396C65727B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22F3AD-44C9-639C-F8CF-F640C25381D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C622D2-62E6-F46A-4768-62A02CAB600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91EE2C-0D64-E258-0E41-9B59CA51B20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38F4EA-308C-0374-D549-0B226EE90D0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A0C32B-61D8-A0B4-5830-3BC5D31B073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DCACB1-CA76-8EBF-8691-9F2463490D0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7652A9-DFC3-13DD-0FFC-8EBF1F11430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743627-2B19-B448-3AB0-2ED3D4C1C57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BEC062-19A4-3CCD-C115-D433EB2BE0C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12F2DA-FC25-BBDF-13C2-EDE57E68BEC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B5CD43-8C52-618B-FDFB-564F6BA9175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D1640A-DCE2-A848-864D-DF76F1F1892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B275E6-9735-22C0-7F5A-5B3C3B6C4B6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73B1EB-5C25-C3E2-0D3F-BC46843127C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95B109-7521-3A93-E5C2-5065C47F5D1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1040D7-B999-E19A-6F95-25C6AB96167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B26B83-84A1-24B9-38E9-C97396555FF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F2D704-268E-9436-8D45-4A9013F9FE4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7BA5B2-7BDC-7B43-4FC2-A73190E9814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1C1DC5-CEC1-F787-B5CC-E794F57B3D3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47B6A29-F812-0B18-E320-9720358D77F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77DA20-8CF3-0173-FD8D-347AEF5438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17D4E3-C014-8770-8F46-776A2808FBC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D45A0F-50CE-DAF9-EE3D-4F904F50D20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24F1E33-E586-8A19-C089-7EBF28DC10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A45E8E-F744-C8E9-EA3F-D606CAEB1D0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F83CB2F-550F-F0ED-CFD5-19CE8492539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1150B7-0EFC-FE57-97E6-345B9E92D58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031B07-2ADE-1E16-7413-B9FC4E806B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C08101-F81C-2A88-CF6C-92FC1B7825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2D5634-48B0-05AD-A551-16CFAD69FA8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5B05AC7-2706-AD17-B2D7-F3A23C69FE8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33C066-04A2-D738-B38E-DA8119887F4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7C15A2-86E1-76EC-FC0B-6BFEBFFF037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587C5F-F31D-797F-7C68-D1A6C28CAF4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9188C-7655-79C3-6E6E-1DFCB18AAC2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D814A9-1B56-C5C2-5CBC-AF005B200CD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4199B-8045-A157-0FD4-301A5E6C722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7EEA6-A2A3-4E72-B58F-2B59AC1E1BD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A25A9-5F29-75DC-E988-009D8659DD8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A09D0E-E768-C56C-D5B7-6849098D636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A540DB-7534-55A3-3657-59904EE9F6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193F9A-B865-80E6-2A8D-349F5E283AD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BC5172-3DB3-749E-F1C7-7D0CBA01A3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FFFD08-8BE5-F30B-78C4-C5BA995D039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8458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18C8-AC3A-7CF7-939F-09A328F4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25CCB7-8754-C691-12E1-E49F94EDBE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A7E696-73AD-B674-8106-197E38902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0BA124-6D46-78A0-5783-DA908267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EE06F3-EB20-3B91-6153-F314C37A1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B7396A-EE02-7F9D-35EE-C3A75BA27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5FAACD-79BF-3E31-B114-95E30A78F6B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FE53B-6E94-82EA-EA33-D187A304A3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06F73-6676-9D59-5BF5-7B218C9661B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603E1-0DC4-6B1E-5E61-F9BA4A9AA76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35C58-DF98-5036-0AF1-1694706FCD8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4A0C6-4D8C-692B-1619-0A296D6845A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6828BA-E6FB-FD1C-2FCC-E19F244627F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1B3358-4983-C712-AC97-6DFB7E5AD83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6ED66-5E70-F56C-9A73-10C2D5C462F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130D12-6708-CE9A-9CF1-F82E14CAB32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723D91-97DB-D775-27D7-6BCCF7A4B4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A866A6-C71E-8BF3-9301-9045D9D834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745315-EDEF-E512-2586-62931F19D7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97D59C-F253-87CA-03F8-835FCDA52CC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E8CDFB-0804-95FE-B3EF-6FFE0B2C89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E02CF8-50CC-6ADF-6551-ED8A4FCA45C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6C22DB-A258-ED63-544C-0C80AE01C7D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37BA53-0102-E9FA-0C80-09B572C5232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449798-EDCA-8DC8-B2FD-5A63A547DEE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7FA73B-0660-EA77-D9FF-6D7D3E53D2C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9EAE58-24AD-0379-A35D-B1EAE1C37B1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A56DD9-A841-0EB8-3C61-D819DFF52B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F656D1-9775-C571-EC41-29BCCF43F31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B05797-97AC-F40E-5B47-397A11BFE60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086553-48AF-4A94-647A-0C47AB90A5C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AECEF2-A742-3813-076C-709043F9BA9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A51FCB-49E1-12D8-3F50-C1D9895674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B22124-D622-F392-3F10-63CDD3DBD93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FF16CD-9A17-C9D3-5B26-48970A326AC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40987C-119A-DEA7-7088-CD41AB41BD4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B71D62-BB48-2B0E-B1B5-7D9CC76C574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BAE6F-653F-1BC4-A354-C37A48F1ABC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A9EC2-9795-E145-12E9-F15D74D97A2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C38355-8347-24E0-95BA-E776844E968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84A8E8-AED7-91ED-B759-C4FF6D6B5D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178A00-4D5C-66AD-681A-E8E968EB61B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6C9DB8-601F-B8B6-96AE-CF518FBC7B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46234F-6EB0-3CB7-8534-34A8EC5D61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5F7908-F0A0-32B9-FB18-C009530338F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9AC4B4-4961-8C18-D270-DB8F9241997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F1455B-7CE0-540A-7E87-4F4FAE2742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58AEB2-E572-4D22-C4D1-6A4B5999EDA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9B2D0A-F890-D447-2A85-33B01A23E7A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655929-4A20-20B8-7ED8-93F71D68CE6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B4AD32-E0B5-F6B9-CE20-0F67BA550DF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F12C70-E206-B520-76C4-66D360D3D3B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AD7CC2-A533-C148-7DEA-7EADBE86D16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2FDEBBD-B504-7106-2C93-568C2D3E147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31DA06-E3DF-D881-BE26-C2748E1F3A0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E05A7E-D575-4393-F087-9F198104D22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7A0264-00AA-5E9E-149D-BFDC31A9B4E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4F9633-AEE0-417D-AC44-13A52FE14A7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C68BC2-AE3F-76A3-4B2C-5AF1A271F62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709639-43EF-1CF1-F110-5A9AFFD3E0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06E556-6FE2-BBF5-397E-642BB361499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F9216A-B8B9-94EF-A114-D89127549F2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28C089-5326-A792-5BBE-2FF38D6233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55880C-AF3A-78A2-9D23-54CCA08F887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279479-0787-B910-C95B-D6B201E46E9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1076C16-57DE-E9CE-BEDB-25091AB859F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4276C0C-1C8C-083C-C1EA-32D7BDD9D10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A8494D-6ECF-D955-36B5-C51D357124E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10796BD-9344-3CD2-DAE5-3042169468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C71B06-5B7A-D298-DB76-EEEDEB11865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83523E-737F-2C6B-2FBD-FE74E6FD47E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644201-295C-3D5D-8ECD-047B0F5BB4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E07338-3090-D974-008D-4C43CC63CFC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B397E1-7038-7245-6D96-8E06C51C5CD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BA0ED0-896C-ED8D-1757-F20418B5FA1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265D55-7A65-0DCC-954D-36578AB9C7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8BE422-6666-0A80-1F3F-FF23A1E3D04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853F93-E711-379E-8DE2-EB4919363B7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B37C7F-DF14-23F5-18A5-5D3D881C82F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BD7E4D-8890-A266-4F97-DEBB66B6A1C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8D2F61-12CF-FAC0-49E3-B736A2B6CBD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D15126-8F1D-F432-A8E0-26AE75F1BE5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A30FC4-D5C2-93CD-0787-7861358EB45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A3B55F-50FD-4174-C622-DA77293A21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070FB-9592-AC15-B978-8CCB9530097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F8FC1-CCFE-247C-4059-00018074E5A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D5D2A2-6085-DBCC-AF6A-25535A2FEDA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0408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790D-4033-8F51-B292-D55D960E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F62925-09BA-413F-C61D-A28372E06A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6 is in the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1B761E-0610-1519-5D21-F8FB100B9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764B98-09BD-EF4C-7EAD-F6FD95AEA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01F4CC-BE13-607B-4FD8-15F6DC615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09EA55-F688-FF0F-5A5D-A5DF3B4B7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1B12D-6C2B-50CF-41AF-6137DF7BB4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E83E5-1C6A-F3D0-740D-C4D11B4BD96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D1A51-5F12-BCED-EF48-5BF28719C30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0A926-3514-3B51-8DF8-27F4B5AAADF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6F558-DC48-A044-F7BE-F06FD85A80B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9E88E-BD5A-7C10-C482-CC88D8C7134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A9067-29CF-598B-4031-7298C263FFE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6944CD-B048-31ED-79A0-7960F8B4C4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78846F-3897-14AA-B603-FF825444FA6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3E264A-3F06-076F-98A3-56B6498FFA5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2565C5-3771-C8B5-81D0-0481FFB5F70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1AC743-29D8-9EEE-69EB-2F8F9DDB6B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86547-7E36-4055-08C5-3F3C8EBCA52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6D6CDB-9C25-CF03-A878-04C65828F85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22BC9F-2D92-5C12-D76E-17D71D36046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140FE8-FCCF-9E04-8693-3EFB8F68335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EA0B8B-EA78-A38A-45FC-4C9255A86C5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C8D58F-B1A8-AE80-5A2A-3023A9D25D5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2FA1E4-ABB8-4710-1AD5-6B7423C7690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711CED-FECD-7435-D2D2-62EE0107EAD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12747-1CA2-0222-B633-151CCFB02FF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D09653-C10D-B38B-6DD8-59DB0627664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CC9156-02C8-50B1-FABC-41E5AF620C7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3BDF47-9459-AA71-3F23-042023C7AC2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92345C-19B7-436B-75E7-83C78B3BF0D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0BB0DC-97D3-FAA7-7F05-40BC6E9BEA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83E0B6-2A57-BBBC-FF4A-7C3A32C309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082555-1FAA-6335-2F8D-EEB72123AA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F9EAAD-1360-3AC9-D0D4-79169D2E191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AD6EDE-9B26-F17A-877D-D431BB3DFB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1EBAFA-ECDF-471F-1BDA-A95A466412D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2071F5-4E7D-6180-895B-CD927290096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9F3F6D-5BFE-A536-E642-93FFDFD4437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58190E-2D16-A470-CD87-3774619A75F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05A2D-CE33-6E57-D535-B8B36C6B9E3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92BF9D-D7AB-DEEA-EAD6-42255D0CD7D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53F29-86FB-04CB-8D99-6AD6FA0063F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B2B8EC-2FD6-4A23-4182-3B212ABDDDE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A12A29-9066-DA09-B202-A114D6F1C55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8B3A68-9539-DFB8-9DB7-88790480258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55CC30-0EA0-F6DE-73E0-99F50DCE67B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B7F04A-A5C3-90D7-23D1-E34341A5D09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446CD7-9DB0-79BB-7673-464D3DAE21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8922E6-02FB-6E37-34A9-59376ECB19F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5A8066-9980-15CF-FA7F-EFA22529001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52C08A-3614-4B7C-D2A6-9B0AFF1A42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A3F2ED-FAB6-2538-809A-72F5279758D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CE3C11-BF49-EF55-9490-025F1C404E2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D1414D-1228-4949-0EDA-A5355FB873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5708AF-B52C-ACE8-09AF-FD697071808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EBD633-32D1-AE0E-A692-33561928718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AF9CF1-DE76-E790-2537-0F4F4393C4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3CCAD4-F740-9178-387D-03064CDB8CE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8EEFD4-37D9-E8CE-3706-B0BACAD4A64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7B9C6A-7E8E-68DA-3031-8729397D048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752A7C-ABA2-F354-3FBC-AD266BFBABD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B32A32-DD54-ABA0-3115-503BCDFD2F1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E375117-EFD2-0CA2-46CB-37FB9DAB96D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D544B80-3545-1A6C-5AB0-C214CE0888C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6B0741-2AE6-E398-D5E8-302E20BDDA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72E35A-0F84-7F1A-3C04-9BAE554B57B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863DF1-834D-3C9D-73A1-A334259595D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2EE495-BC4F-EDBC-7E0A-9BD42C2EBE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B7C00D-D87B-4268-6488-EB30D63E4B9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8CD8162-1FE8-D55A-88B6-CF51C5BBF8C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137CBE-D139-16D6-78F7-FA2E199B10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878F1C-DFB0-6A68-DB7E-4DFE3FAEBF3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F5BA50-A18A-F4BC-D20F-F16CC218C52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2E0676-35E2-F6C4-CCB0-15D1D4E8F7A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C4EB4B-61D5-0DAD-C341-C3333A65C6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C5C8C4-AF9F-D728-34A5-0AEB6D341C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8679F-AEAD-192A-C562-D0389381E0E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F2583-334C-62D5-CE3A-E106212E9C8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DBF75F-6A0B-32F1-1794-1BA3449E870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BB7103-D6EC-163B-A1AE-1A38201C177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593F92-E2E8-87B2-860C-4185064C3DD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B6889-68C8-8354-AAFE-1DD14B26193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622276-FC68-7692-A810-BC355D506D0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527196-07BC-0607-CD64-F38DBA59522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7BC8D6-86C9-BC00-8EBF-B7D91CF70DD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7EE6979-D78A-0CE5-6C15-F32DAB22CF2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170109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C4A2-5025-E820-B728-BC114EAB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64E1C-6F24-931C-A09A-551AE64099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on the 8-circle.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46DE09-56FB-DEEB-19D4-8E5479C7D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F43220-9845-3211-ABF8-7DA4027F1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CEB1AD-E6E6-D518-36FE-9C327B34A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DF2EE9-C544-E387-D3F0-6842EF89F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CA7BA1-CCA4-6292-54BC-432C4086C11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06918-5C6D-4CF1-37D8-725827669F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3F09D-D538-C952-7D79-3AE836C50B8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5DF6F6-647F-A5CB-59AC-92B020EBE00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018A8-3FF3-4EC5-B9E9-7F391090484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1BF90-A419-F07F-7D27-C5C00655921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8A1E84-8EE9-2595-DCBB-EFC152F3663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E7A8ED-6FB1-380A-FC5B-B2835F2232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FEABC2-1A9A-CC1E-6E24-D8B3DAB7097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7EAA19-6D08-6A24-6808-2941B79FAB7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10EE4-9BDF-85A4-45BE-8B17E28575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F7683F-D557-DB9C-0EF3-CE5CC344456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BB4810-5138-2ADF-0C87-9B16ED7741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08D4D5-7731-6F2A-5107-0279257569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C878C7-D117-E7BF-CDB8-6519BC7D7DA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A4236F-8FDE-38D6-ACAD-13EB42B2A3E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6DC2D-A70A-D35E-FCA9-D3386C57778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633D2F-D54E-3546-4104-7F67EC9725C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2353B5-4E1A-0168-666A-CEA5136C96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A021CA-886A-0599-C512-21DC3B3BC0B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3017D5-C5B6-6BB8-A7FE-79EA94A5681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6B434D-26F4-FBD4-B695-6AF37B97BB5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D43A35-3378-ED9B-39A4-582E836BE94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23EDE4-E1D2-968A-B2D9-C553E410D4A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111D5D-0D16-2C4B-2133-6C9DA39FAD8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8F3556-ECC6-B562-422E-DD4CF8B7F8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B58AE8-90C8-F1FE-6DA4-8FF15C6C7D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C2BD5B-E025-BF65-A032-C4AFDB7F3E4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79D15E-BC8F-9264-E210-AC9828FB916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0FBDD7-3CA0-DC8E-BC57-22F62F3888D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6C9E4B-9A65-16DC-2C5F-8CC2EF79990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6A310-11AD-C234-A329-9B71D712707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D7B71C-5103-8D26-E94C-F613CD1AECA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8B4300-9284-6292-5291-45181B6D503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B1D43C-B69E-B568-1CC6-FD2ACBFCE78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B7540C-437E-FEA1-5BA8-5EA9F9E3BB0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2FA4D6-06D6-3C67-80A5-2C6D9DB997C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02FFFC-BE3E-B2DC-7C96-055BDDB67E2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12A15-F200-E9CF-9613-B2965275148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5BCECF-BEEF-027E-D6E2-B4A9B55C2D2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FECC24-4A5E-489B-8EC8-3CCA8422395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EF03E1-83EC-4E27-223E-0547A147CF9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DD8BFB-BDE5-94D4-6331-C6140DE0D54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F208DA-EEF9-8BC5-7BDA-7FB22EE8B8D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060A78-7FE6-0B35-C05C-2F70D471C5D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4924E2-9139-23A3-335A-71B4B2421F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70FB72-CAD8-CCD6-2C4F-8D0945513A8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EA2147-CA15-3CE3-4C21-75BD66547A6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405A3D-3EBC-A502-6565-A308B628054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582597-A10B-B42E-BCEE-C521BDE7123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A54AA0-6293-5E67-0889-3BC754D68E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74DEE9-2FB6-DFCA-534B-197FFFD70B5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6946EF-8D26-38C7-C2B5-5EE5E9EC441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DC82DA-7C74-6A97-011D-EF4C8DDB8FF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0E5B5A-F6F7-F2B0-5C73-8483F79E4D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970D0E-02EC-29B5-2D3C-EF79A735A4F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B5A5F5-65E4-AD0C-329E-009AC23BBB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8AB1F7F-59A1-A348-FB79-56918B8933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21BEAD-C6B7-5A5A-7048-FAB7E74E24D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69F928-E08E-6BF9-06AB-8F3D3A05114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9F7D2B-D832-9E13-AD3A-B5599A6D715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80D90B-3D0D-9AA2-0591-B61F876364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B73C01-4479-ABDE-80D6-0C58CAE85A5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5D43365-59E8-5E7F-55B7-685B7AC4CB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82F256-8796-E06F-6A03-5826BFC440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5F5016-7FE7-87E4-8F6F-874A5003E26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495547-A90C-E617-F2DA-6BBC202669F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BCA473-A1A7-F91C-4EB6-50F5C3E13E0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1208FD-B170-F7E2-FD38-DEBA8554913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72332F-05CD-CF69-7AF5-6A5FFA41B48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319C8-EBE6-1BDE-8886-1C9896FE01F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A4D971-F906-33EE-026B-9F72DB3422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F6B952-E165-0224-27A5-32975EFEB4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75B0DA-1564-1015-D975-CECBA793184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C977F2-BE0D-DEF2-781D-D47A4662BCB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51BBD7-9583-3FA7-F28F-78C91FFD25C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AC5D40B-B804-2BD4-D1FC-74570F1E43E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A46C1C4-96C1-3C1A-484F-96190924A3B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6845B13-ABBF-188C-DC6A-1364E4831AF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954D92C-1AF1-C033-7C76-BBBBD7BD62B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B3ECEB1-4C38-79CC-36A9-554221B40D4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946317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B10B-393F-B7F9-A79E-BFB7C09F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02867B-6E9B-6645-DD44-5D31566A9A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1C6EC1-629E-E092-3F1A-C6039988E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D12ACE-CED8-4132-855A-EC5B7BAC7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A3C82E-5EDD-AAA9-2F3B-B132CF2F7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67C9DD-30B2-B336-5D2E-E60CEFD88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C807B9-606D-510E-198A-B6EFD930A8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5AE-1127-A70D-0F8B-B3B8A98DC20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1654B-4E1A-587F-D994-0DC2DE6CDA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E183E-4DAB-4630-8D0B-FC5E3F67F34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F0210-9AB9-A739-0E3C-D7F221A9D7B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206616-EC77-2900-F586-1E0E443BEE7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0CC38-4EED-3F1E-6087-9E2A0FC9B20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53F45D-E151-32D0-BBE3-7135D101B1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2F5928-35E1-3AB4-A9F2-A8FD89A067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14C666-1926-7332-1529-6638F88427A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559C02-113F-1032-5950-061021A0F97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601594-CF9E-B10C-12D5-104B900889E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74CC77-537A-B645-DBC5-3A823AEECC1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AEB9AC-954D-5CCD-6094-8F3211E294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98781C-02C9-7C80-4729-57AC3EDA2DF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9BA4DF-74A0-8D0F-A0BE-E3F646EB6F1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6186FE-4DA1-4B22-BE84-A7304F30C15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30B0C4-0001-2A7B-9A47-ED4835F18BF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5A3569-47EE-E933-5E18-A74CF4F769F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C07DE7-179D-DEDA-80B2-B5742EAD2C1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147E92-FA5F-E2D8-034C-6C65AB2780E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00007F-E4C9-FD2A-BFB7-1D38B32E2C2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4184C6-B2AD-B6B6-5759-240657E2FFD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2A1FBB-27CB-5313-C889-C8A0FDABCB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2EBAF-A00B-4EBF-2A94-31D2C95271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30EFB6-C1B3-B7A3-AD83-1E3AB16873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2DC051-6DB7-BDE4-221F-28BB7A558C2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7F7A43-4B88-2FA2-C67D-40FB229F047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6C91F4-3E4B-EC80-B210-9D8835C527A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EEAC22-246D-8469-09CA-BC7142CB695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F8D512-1694-23E7-78E6-2EF450377D7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63037A-4BDE-C8DB-5F80-E852F2C6BAD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B49BAF-95A3-C355-1F1F-E3826420314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47335E-CACD-38A9-2AFC-FAA47FEA734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743AAA-F263-156B-CBDA-5FA2C296391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9D3F48-6855-AFFA-76F4-8D75DDF9D02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75B89C-1CE4-E366-6C47-C3B01793549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6336AF-3AC8-D42E-60E3-D0D9B309E5A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F8CD7A-808E-5A3F-5CE4-0E4B45C820E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2A5AD6-6238-DA39-7FF3-4993C91FF0D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2A6E30-E004-67D7-DFC8-114FB7DCBEE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3CCE1D-CD37-BFC5-2A08-FF2268CB504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ED3AE8-26A0-1BFF-58C7-F32F0F4106B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F2A079-4E22-19BE-9689-41E60866C2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74DAF4-BC22-C86E-8086-5BB04D4F026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7984A4-D087-BD94-9A83-14FBF2E9CA3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978885-F1D5-890C-CA87-632000483F5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B3B150-8B2D-7176-96F7-05C807D3EF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608F95-036F-E4BA-AA9E-66A8E930A44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199874-4EAB-410B-0455-38619267C0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C8749D-C81D-364E-881B-F1E3E21B5FF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DD2FBF-0356-2D65-CECD-F28F5E6882F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A78C1C-5112-66F3-027F-A7DAEF898A1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969FCF-E8EA-31CE-3AD6-91D7C4D0A7B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916029-6DE5-5111-5F97-9B42F05155B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EC829E-F462-89C4-EC64-5ADDB58E97E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CBDEF4-53E0-135A-7B49-3267DF8DB61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522DB3-C4FF-4D14-A808-DD19CCACD2A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C6BFAE-57F2-B3F6-C432-196064FCA7C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D16EF-5B18-4031-D5EB-4025EF17C74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5EBF56-3DCA-2B06-0DF1-8B6426BDE6A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9E646B-62DC-7911-2C90-5593E053F74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839BF6-8DD7-1169-C8A2-9635021CED0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9BDED5C-BD94-94B3-DFD8-C50D638785D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757BEE-1E0A-4509-32F9-92C9B35EF2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68ED82-A4A1-F707-4042-48D66209722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190E4F-0B00-4ED0-796B-87F1AD054A2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70FDE8-4EB1-BD4B-1BD7-67920DA9A5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EA0C91-5BE6-D96A-AF0F-933F2D49A0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39D582-742B-CB41-F04C-DFDA35463A3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8FCB02-50B5-E7BC-1A98-CE9332D7560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B1D155-1CDD-86BD-1707-D149CB69F90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493DAC-2129-538B-29D4-DC277EE7EC7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D51BAC-7BBE-396A-73D1-E688B48B852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E6F249-0756-78D8-C84F-60E87251A4C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BB0910-8AD1-A7F4-C2C7-D432CC02FC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55579F0-CDE3-2BB2-3811-AE8F7E17452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D1FEE35-81BE-E653-BE2E-C8646FAA081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53EBA1-CC4D-8B96-4174-8AAEAAB717A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B24FA1-9FB6-C7B1-A1D7-1F3CAD0F941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236F8C6-E62F-D48A-492C-72756ACB5A2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994752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2832-964D-8F82-E86A-4B4D82527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4EABFE-0D16-B83A-C513-1D8B1446C6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8E039D-C745-B0B9-F97A-951FDB9B1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CA3D03-7B18-E3BF-188B-050BD1E09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CEBF60-14DA-D604-6B91-2B79A257F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7781DF-922A-82E2-58DA-BDFF5EE2E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AE9500-3F89-5406-9945-702EB37C53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8C481-FAFB-7BD6-8A7A-3B2806952F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EF5CF-0307-39EB-A4E1-FBBF88366F2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3E2C5-6F05-27EA-0848-019F9CF662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535B1-B61E-A34F-DE56-66EC03DC89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3103-B622-7BE8-D824-1F0FB0351AB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B3B10E-4A54-F5FE-0824-A5B080C7565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2D1AE-A29F-C5DD-2D7C-4A1DE37B351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0ED43-79F9-DDD0-BAD1-6CBE5E99552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9DDFEC-FF6A-5B06-7A14-C3214C77292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3655CB-91EA-4959-B7D8-F675C21073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F30FAD-428E-B73B-3603-023E4B1DC90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E4DADA-D8F4-126E-D835-4F201BACCB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EFB4B1-0304-78E9-BB20-1A9F4531DCA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115F02-E88A-4B14-192B-4C90A5BB77A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E04F6-CDDD-EF6B-22CA-4AFA0955E65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99D155-1C56-C19C-5184-633B1E669E8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CFEAEF-DA0A-1BB5-110E-98506F760C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3BF24B-52D2-6320-5699-08EC1691159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9E3C0F-6290-CC05-5401-6CC08B500F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CF8504-67E8-9B13-1473-B956AB434D5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1B6B3F-AAA1-808B-DB84-BE298A7050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AB5450-CA97-A75E-EB5B-19F064B3032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0BDAA4-7E4C-2F51-B135-99C49DDAB53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4BA0B0-7454-2029-5B0C-553A2D8AD27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98E916-4986-494D-227F-FB0AFA97B52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19F3DD-0DFC-5ECC-48ED-0064661D867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2ADFB4-4062-E1F5-D03D-E3E409AC17D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2CFE7F-F5DA-D6EB-6243-353FA2C57FE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96B8FA-0BA0-52E4-E5E6-EDFE09A11FB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C9ACC2-81F6-9B8D-AE86-F9F150203E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E6D597-8574-D5CD-25D6-D63C69E4C57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429567-2E0A-440F-83FD-1831E19A863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FD51A1-B10A-6627-0401-4F72F89235F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F48415-290D-1E1F-F61E-60CBAD639A7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050C04-90F1-9AF7-85E8-785D52FA02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573F5E-14CA-D053-3D4D-7BAC189697F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19EAF6-E4A7-2BEF-ACB1-69C41A15316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76577E-87A9-84FC-0441-F5865F6A00A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FB4C54-4C02-B65A-B80A-ACE93DE585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EE6434-169A-EFA5-21C2-93C5454B8FD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4FC182-4DF2-AB88-B206-14835E341A6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B35730-5A86-9688-A9ED-09C865C3835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F2C870-44AC-71A3-B689-0C5B45003DC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3F5D84-FEF0-4458-E9F4-2CED92238DF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BE0BD2-DAAC-3F55-F020-93FAFC2FCFB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82C4B6-65B3-AD63-6372-BD76BB23CA0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E5AE88-0740-178A-7715-49F0F81D630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248A6A-DA0B-C58A-BEAF-11A3233A5B0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E97E07-A6FD-CA46-F774-2F259266EE8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1C30D9-DCAB-7691-7F2C-5DA3F3CB081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06C485-2017-AEF6-115C-22F1A3A9B20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516193-C3DC-7C92-7218-49CB1ABBA8C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F62DA5-CED1-568E-2DC6-CE5FFD42234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D0876B-6D21-7EFB-36A4-5D9FAA02DFD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171573-E65B-5F14-A7CF-FC0548C809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5E6582-3469-4A41-B98E-3A72E60E93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30D40B5-8FB7-5CB5-C44B-B9415A519C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2517F7-64FD-1DD7-656A-D1D3AED96ED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36837B-A7F5-3546-E864-33A2B3DBB4E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A6965D-D85F-B9E4-CF95-E2C8F0064B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FFA80D-12DD-A7E6-4073-A2DBA916F6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19CA267-0DD1-ACB0-6AB1-D8905A8A3BE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682E6-20F0-47CD-CF9F-6FCE21D248C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20F212-66BE-A6CF-5A9F-6E161AA218A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CA3AE4-318F-BDF4-7A0B-62C422022B3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A01407-1D76-F71C-78B8-D7998B704D0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BA067A-E4B0-E545-EEB8-C48F33C34CE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D5E76-C9B3-156E-E453-E9DA4DF8C82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05CB60-6C16-0351-40A2-7C66447382B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946006-B94E-6B6F-F2F8-61F56C9E8B5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151DD8-A27F-C4E1-A937-089303EBB81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AB4C52-27A9-54F8-C36B-AEE9CB38DA2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8205EB-E856-120F-1ABE-54288F48A8B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AF1C5F-EB13-F412-393C-BD430B2928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D387B4-9D3C-604D-16C0-48E721EC241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00E641C-272B-447D-7259-7CF79C6DEDE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A1761BF-6292-B043-182E-8BA33ADAFA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E483207-791E-23A6-CC72-44E265888FD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9FBF3D0-A39F-49F8-4017-F248CAA1A5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7B9A6AD-A958-7AE1-8DE7-1D360B2EFA0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546050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F75C-CB0C-14DB-3544-D0502DCB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3A940-9424-33BA-8728-2C6DCFA375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64E6BF-FF69-CA72-BCA9-7761C5AA7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61B7F8-B765-B5FA-14B4-CAEA420C8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9305FC-D778-590D-2B73-D053EA51A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CAEF193-4F50-981C-9027-A8D3222F7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018D9A-8698-313A-EC22-4F8D7D1861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D9FBF-3EDD-A390-7D98-AC1EAA29668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DB75F-9373-1957-9D0B-819C4D7195D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636E3-FFEA-E114-0C73-0DC1957FDB9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EB71B-6C73-0F56-CB45-5B6571027E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ABCE6-FB60-21C1-6EE7-D6673E8220E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86C0-EAAA-B302-67C2-BAE2A3E86EC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FDBB53-D733-F635-06D9-0A503EA888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FA5E15-F9ED-8EC7-0F42-7BE07C75FC4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00A0B6-9206-6DB6-F8A1-BCFC5C730C2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D07B82-4B68-3E52-952B-855B57ECDE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72D645-73C9-FDD0-3425-3F484EA35A5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4B5EC7-1819-80D4-865A-9C2A843704A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9C1ADD-9499-605C-1ECE-70BC0DA1BFB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89706B-FBF0-08E3-3342-F887B31CA1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ADDDA1-5D30-5E53-7657-AB23A67150C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023CC-D072-7CCD-CDB3-2AF3C7F4AC4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E5AEFB-FD11-6268-0F7F-8EC2DB95EDD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FCE469-DD79-3AA5-DFA2-294AD559EF1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7F418E-198E-A11E-A057-6A339AF8CDB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CF4127-C0B6-92F5-00F3-4FCE148AEBE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4F8D9B-6D40-6FBA-1156-F5E5FA59E8D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B5A0F8-6E40-78D2-46D2-AD7C0CF6B26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C04A1B-9984-428F-56F5-90CD07489E4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BB3753-DB3C-0678-1E40-C2B92BA188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214762-12DA-5F9D-058F-FE7F3A30117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EB06CA-97BA-64CA-4D03-933E4A55CD1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5DE919-9427-4675-3946-009908B547B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4504F3-979D-9DC1-2A5A-61605A4D20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62FAF8-F58E-907A-F547-EFB1089C913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114B6E-5EBB-6100-75F5-65BA124C65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B412CE-E826-6332-54E3-3AEF0B00358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FC3148-5EEC-95CA-023B-04B8441271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139111-AC48-46B0-8A9F-BBFBAC6362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54FAA0-80EE-D66F-5705-E599E3AA740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902F7B-E2AD-407C-5799-2B9B7B8CE56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305226-45E8-CBDA-DA76-A41FFDC0F63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B51C3B-F149-1F24-7608-D621A277B0F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1F77E2-F8AE-C670-5D09-80CAB6F1902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744B7D-7C50-E8E6-5B4F-C83869963B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265D61-CF58-A316-6849-0B7182E7815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6BF479-1BC5-015B-9695-14CB24D4AEE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9F0CFF-9F30-AE23-5553-48BFE65D8D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B61BF8-241E-61B8-A2FB-0E9A9B8ED5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363C94-FA00-4123-554B-DF802A3B258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CFC69E-14A4-8298-089E-8EB809D3FBC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45E399-0507-B0CF-94F4-836FDCEE625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9CB584-E648-1612-F13E-F0400C70A66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4B83DA-9A86-227D-BB53-04A0A41F696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CCDF40-BFE3-F794-9BAE-ACEA516528E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08F80D8-FC89-FD3A-F56B-D5FD3D95451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587576-FAF0-FBFE-B818-51FFD00A922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A10AE19-3385-2D85-442D-C4423101144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393FEB-52B2-0BF8-1A1F-FCD8CAC930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B572AA-AF11-2489-8C49-DA5C92E40AE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CE3D147-C437-F121-E4A8-D65DFF343DB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833D73-50B3-68BC-6576-56C180B6225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3D72430-9666-B58E-6061-EF04864B2B7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E18572-BD9A-CC96-DFE6-9E69366581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CCCA0B-4493-F5D7-522C-D83EE83C07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44899E-311E-0354-389A-102F9C2F42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F65142-70DA-0A1A-1741-C2E74F74FE7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02A7DD-49A6-00B1-1763-DB0592E2BB2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3CFBFF-8EEC-D211-F6B5-7700A716A5E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3D091F-EBAF-F27F-38DF-339FD5AA5C7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75D0A0-2646-4A25-0C77-E8F3A72BE3D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AED976-92DB-281B-4F09-BD76840A753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044885-609C-8E6E-C190-E8E904C1EAE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00F5FA-A926-8250-0EC4-E592E92F31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E6C63D-DE94-BF63-A8CA-5AE7F21576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01725-6877-A7CC-B1EF-97CA0F0CE5E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D57E85-DFBB-0C6C-1D49-3C7512EDDD8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363616-2237-9159-0086-76BD25E47D0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AE5837-34EC-AB6D-B0D4-6493ABDD7A8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FD0C13-F454-772C-8138-718290A5F5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B568A4-1F5C-C6EE-838C-3565268D1FE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6610799-1466-0DFF-0473-649A117FCDD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86C8408-F5FB-EAE7-0B9D-56C7833C807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FCC220A-550D-8B36-525A-05062542A2D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1135C39-19B3-12D4-F704-655BCBDF0A0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9FA4043-6151-6863-676F-659324A6F7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006134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6671-8042-B7FA-F564-D3E299EB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56CE26-14C8-3CB9-B137-D433CAE1C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must be a 1 on the 1346-circle, and there is only one possibility left.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1BDA3B-3D2E-B7F2-ECD4-7EE5472FC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93AD39-678D-F8BC-F9B9-4C988112D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25901E-23FA-183B-0663-C0C9F28AC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BA241D-2761-CC31-E9F4-170287C6E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51D3A-BF4C-EA11-0144-47ECD604B4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1D75A-EE58-3BAC-45EF-E551C5054B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A7E47-BAC8-BE17-B353-C158E728B69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965D0-5468-E24C-E828-99D7073DC0D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CDBD2-9504-B6E7-536E-B0FBB190413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5CD41-876D-18EF-57F2-A3E7D9F9DF0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D78BD8-6E68-FC93-425E-DBB7F63EDEB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6EB014-88A6-F010-E8E9-7A1D851220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DC3EB9-D7E0-0AFE-27CF-43C2FCABFBF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DD89CE-E775-8E03-63F6-B626F252E82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B93FEC-2098-3972-85D5-E7BACEB1F2B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FC35F4-4F08-B5EB-CC42-4D1F84EBD34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8BBA14-B7E1-CA88-57AE-B042984736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B2A0FB-EB05-3418-C14B-41B66563CE7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0B5ECE-619A-A710-FD3C-3912A1E5F75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3F50A2-48D0-2EBC-B950-25EA9C596CD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1FB058-C02D-CA21-CAF7-D41155D40A0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E8DCC5-3AAE-6224-F151-CD399F9FA34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692A5F-121B-C91E-026E-73CCCF151A5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DC9EC1-176F-6A9B-8E93-EF1B387DD8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D5017F-0872-3CF7-8610-E7A652AFD5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9A2F73-0A43-39BB-B28B-B7AD0EE7346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5BEF1D-72EA-8219-FDD7-969613569B6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F7C6F0-BB7C-307A-E154-8CC157F07FD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69935F-83F6-6835-3EDC-BD901F43ABE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DFCBBE-69CB-11D8-0B1B-D06DF3A66F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A01BFA-24EA-8F79-D021-D221217C360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1CDCFB-D1DA-0A6B-5C81-903386A112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585B39-FA5B-68D6-565C-2B422A52D61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A9EFB8-184E-A2CD-2BDE-DBF48A28364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AB539C-ED52-3182-1402-8629E99DF8F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BB7072-E1C4-165D-01DF-ABE976A599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65EE94-FCA1-EB5C-9BC8-D318EEABDCF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2D3849-C1D2-CA31-6A1B-869E4A2A0E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5D3035-00A5-CCEF-C774-B2D9217B51B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2DE431-EBD5-D8CE-74E5-2EB14516270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2C65A6-E817-EB23-CC74-627B8C1E8B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5DE13F-F52A-BBB3-8135-74779F2B2F9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D75FDE-6A41-397F-066A-63D64661FA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14ADAA-7268-4017-7DF9-D4A4EAE3A76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B78900C-6B92-3AF0-51AF-9B2E5E18E4D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CE11C8-626B-1715-5468-D8CDC186A47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926834-FFCB-F1F5-009C-C57BB87685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4582A7-3B29-D175-2F39-449ECA6273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902464-A2B5-3E7B-9A73-438DAF53668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06A59E-39B8-07B8-92C2-F63DAFF6AB8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1DB9CA-1E61-6B9B-388E-9F54C5D3E87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161DA3-BC3F-2EB7-09DF-B822845FDB5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AF2C27-5D73-D48C-B884-19D30AE7F37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C2D042-F75A-5034-44C8-5B061C12863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77BD3F-3FB2-3622-5070-D0E664CED4A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BC4675-E707-6A03-CB10-8EBF4246057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BA6611-8880-21C8-5888-6E1EA0225A3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A10C3E3-1C16-D318-FE85-EA6BF2C7E70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2DDF69-6CB7-FC54-A28C-15421077D1A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8E9B57-EB4F-E653-C1F3-3995BD4A08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DE97A5F-722C-85AC-0044-C2D45DEFD15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F9F01E-6E8E-013C-65BE-739D62DFF5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6BA6C9-E307-38CC-9433-13DC84F17F7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021D6D-7697-AE2D-D186-2FE96D2B6A3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D30857-5692-04C7-9A19-D9E3320433B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74E731-CDDE-309C-A014-B1D0EBEE874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707B27-6AA1-1A37-0919-E689530AFD0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DCD56B-B2E1-A13C-D1AD-9F9A9702C0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F2B832-0AFA-172C-EA76-2FB5272BF8E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ADFCC8-312B-1E1D-E2A8-24AFA677B0B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DA3710-5138-52AC-8C01-8C972ACAAF6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3DDFF-40E4-F1F7-2CA7-A2758CFD32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2597A-CBD5-8431-D985-6D60619351A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36C5DB-CFF8-41BF-8B53-7885EC10FE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6BAAEB-1FDB-594F-EB35-55287412A6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518C3E-F957-94B6-2C6E-3280A5A88B0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1E1462-541D-C17B-4AA9-29959F76B46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8444422-1B3C-4B93-B837-09B29B12BD9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8268F7-21B7-8924-5776-CEFFC30CB2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05C9FE-96B2-F652-2D9F-A745BD5269B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376389-5582-55E7-2156-EC84B7C2208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593EC12-79A0-6978-27F6-3223D6C3ECB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420458-EB2D-323F-88F9-EE77940580D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388527E-DD53-23A2-0EB9-26EAD029202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F71881-F649-EA56-99D1-CBE5F1FEEC9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226772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9CD8E-CFAE-41C7-1C7E-0E307E57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B61F14-FEBA-8C82-CAE6-FDBECC9A5F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F1EF6E-2DBF-D5CC-C9CA-94A74784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A2A220-AB4B-9D42-4346-526F06153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7747DC-09D1-BFDD-106E-0279E818F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68C508-18D1-E3C8-A181-27F8A90B9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6320A3-1B4F-8396-845D-48FBF1CDFEE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02CBA-D6BB-9345-8153-B60EF916892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D8106-0BC4-4901-924C-D37A0BC7B0C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1AC2A-1848-EF77-BF8A-CA82AB5E4B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E9DA3-1D8E-A059-1456-07255731A03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7E5E8-89E3-911C-A775-5F1141FF2A0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53856-AA61-ABB9-440E-7B6125713D4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88C31C-B415-AF6B-0164-447A586AB2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E0D8C9-D2EC-6256-CD85-D8B5C056BA8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166873-91D8-1A89-91B2-F029451D8E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485CAB-94CC-C3DE-0832-DFF2CE08056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0B9C2-15E7-42BE-0BA4-15AC5790665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105647-1698-19BC-09CB-D2591E0BD8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B16280-0F1D-97BE-3880-EF1454EB815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84872E-841A-C293-0CD8-AF4E2C91D9A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4862CB-7222-68F7-048D-93A7F50CC3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FF04E7-65A1-5866-EDB6-9752D2252B5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1DC596-2F84-2331-27EB-3CE5A0EE0AD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F3514-2944-E4DA-7496-125896E86CE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E79CB6-6FB4-72D3-0743-9D482907F2C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E291AB-F487-28DC-D598-4EF3F1E5DD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1AFB21-2D82-547C-D458-1AD5396A390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F3E073-9D01-53D0-7C2F-42740E922CD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81C6F4-A872-2DB5-AFCA-952BBB5C502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52E521-921A-7AEA-BD17-2A129E877AE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8FCC56-3178-2B59-EB33-BA2DDC42ABA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705D61-E81A-4AD3-696F-38F0037C929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122C6C-BA18-1CCF-DEC4-2AB9A7F126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953B12-D383-EEBF-4151-F088D3CFD8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051F19-7EC6-1DA3-847A-025BE644EB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CCC8A3-F55A-C6DA-0330-15ECD4514C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3E8FE5-3808-40D3-3897-299E205A05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524736-AE04-9AF7-5446-951394B4DC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10A1A4-EC0F-6620-DA60-29A75779957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DA30DD-EE7B-FB88-A96D-3C9C53C8842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ABDB27-9C26-3E47-2722-3332AEE433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49FE2A-9BA0-E9FE-DCBF-0F794A5BEFB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176D8C-CECD-C7DC-B15C-B8A90F634D0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653D0B-817D-0F76-ADD2-4BAE645EEE6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3B150C-C668-CC97-4E92-7F3870582F8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F7B52E-F1EF-B38F-36DE-8619EB6D60F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54F534-9456-C165-49DB-627B6918F63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D89A6C-FB41-F720-1AF1-3BD925B35C0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C0A477-3C4A-BACF-452F-F1DD26324B0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8D6E5B-69EB-FA2C-F7D4-A90AFB956A5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79E395-7B6B-EE15-03B6-6D5DAE51599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5B1393-A182-E63D-DEE0-824D7B03D90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B62C26-F2B4-0898-BD34-6354179C66E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638A2A-153E-2EF2-8260-96745D396C0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0535AA-3724-C67F-34E2-FE83DEF1606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B0DB98E-A040-AC90-3D75-7D0FD3A70AA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036609-C6C5-E844-A9F4-E9CAF63E7D1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D16AC7-3F15-A958-F201-4A7632CD7C6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83218B1-7A6B-8E0D-EF14-386CA306003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D56105-51C9-CA71-95DE-8290F0B935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A2140C-D41E-85A2-4B72-C9359587C65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6D9B43-0C5F-17A4-6E35-F83BAFCB02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C250B5-2E65-533D-2859-F05DCA7692E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F1D086-33BD-C116-F108-EBECD5AFA98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F7F2D6-FA5F-EAC2-407C-F2DEF3955A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7A9727-10AC-E127-952B-0A1AEA73327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C8BA08-E43C-CCF3-5B92-4B6261AD935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BC8D14-3AE8-7B4B-3D9F-F14FEED3200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97053C-7879-1B19-C3B9-F026C659DC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0B636B-58DE-B6E5-920E-D64070CE5FA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768696-671F-5091-379F-0B39148D8B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E0D60E-7D38-A716-5209-5DED6DF3436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EAA46-6436-88CE-769B-C719A554678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EA9FF-88E6-75D0-A912-AE82DDF02D1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A2527E-20EC-008B-C8B5-73CBBB2FFA4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78F23B-65F7-CAB4-C11F-073DA52AEC1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1253BC-82EF-254D-97F9-B6AED48020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405DD8-FCE7-3EE5-8613-D382D122C12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451411-A571-4903-476B-B4432B4C7B4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52AC04-1C8B-27C7-924F-BCB2CCDE2B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E171C7-2120-C811-7EF9-CDF6AEDE853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EB0140-C3F4-977E-A5F8-249F1AF5DD7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8E4059-529D-FC5D-9CFC-4D0881132D3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0B69FE8-CCA2-430E-DDBB-B7E8E2C2DDC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B164326-90DF-1488-0B27-341FF8C149A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B0557DA-B503-58A2-317F-F9CD4276F92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017762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37770-9816-8F0E-9E91-288D2C15D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D4D973-8206-6BBE-BF82-77DB985D91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must be a 6 on the 1346-circle, and there is only one possibility left.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2A46D0-7F6A-E5BF-568A-F1605C073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8E5B6E-D1D5-883B-5497-56E37F1D5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71D983-04EC-FBEA-692B-9395C4A77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8CF061-4240-31E4-7583-8A0E27E8B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5E3B24-E61F-4459-C3E1-B70F704EFCC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D7E46-511D-46BC-3F05-2224566A3A1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2AC47-BE1C-EAE8-ECA6-6E958EE3F58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AA58F-EC84-5A93-AE2F-AE8F20BD509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D8C5F-52D4-9B70-68F8-AF4EBAB9550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537BD-E79D-2D4B-97DB-BCEDA206D5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908BF-DE34-141D-5A5A-17E1965078F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E9570C-6CAB-2124-4306-2B296EF341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75498-2578-2E91-3847-B1842AFEAFC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20464A-2163-73E6-34C5-9395DF8A996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03E45F-6D20-5300-6FF3-8B2403C27BA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D199E4-248A-E143-0155-8A7707FE762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4CDC0D-2AAA-C18E-0FBC-80EB84B5AE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7D318E-513D-C7B6-2A16-F6BC7B34E1E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207341-B7B9-DF86-3545-C4F67304A38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28B142-ECBA-89FC-CB76-D654D75D48A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57F639-4141-3AF1-5842-C7CE0C1DD09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A7D34C-F794-8ACD-A5F9-81B063243C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0EDB19-E5C9-87A3-A8A9-50CA473BA0A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09FDB7-2795-E6EF-9889-B21E76E7653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D0D9C1-A791-9330-8A79-1CF9ACF28E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A6622D-8946-7C48-E352-5ECF7B0E489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B1786B-1EED-FD2B-1F96-D2EB3C5BB43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68279A-186D-3955-25B7-9A2D93D2A82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B9A178-07AD-E3D4-1224-09DAB739243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7879F8-FB45-302B-ED86-2B550F60AF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0677AD-ED8B-680A-F3E0-BE95200EE3A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19B57C-5538-9509-8E4C-36835F9645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36B634-2E3D-0D30-3DC0-76578A94AEA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BFE4A8-A5E4-B3E9-CBF0-11578023590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A5C063-ECC0-526C-5B41-8C11D504EE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4385D1-0988-8AE5-5F11-8426483E3F5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3F8021-7AE2-D32B-352D-9D76B88B21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B15F5B-5332-6D83-72E8-4798CB6D8D9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69C608-67A1-F5CD-8274-DA211DA583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A9F5DF-7C6B-3B57-FDCD-7EC32AD5040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39E103-9014-8174-FE35-948166182B6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00C40D-0863-B97A-88C0-4D586D7EF43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39707B-425B-CD07-58D7-6047BDF6C5D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AE64B6-5959-DF79-8A86-BA67BF18B31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379395-FAB2-7C44-E36E-CDF77FFCAE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EAF101-B2E5-D98A-D3F8-515152BEA3B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6D9DEA-2AE7-DE32-0E2E-B9222AB5385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7DE11F-AD4F-9E2A-A322-F6C1BBD86F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0C47A1-7E22-B804-B4B1-90521E399B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E327C3-2680-1927-1DB1-2FA725955B0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21CCFE-8BE9-DC98-2502-BD0587CAFBC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241E21-863B-FFF3-E383-637F9A2089D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A475F7-B1ED-E47D-3DC6-DF4C66FFA7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8060E3-B67D-1522-9C25-B4DD9D2C546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5AA1BE-2D50-490F-2316-FF394A83B21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A83C1A9-5305-6028-6A77-2A068DC290C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82EA83-D3D3-9CB2-FA8F-D42D845410A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9CA9A2-1D79-F538-91FF-F892BBC357F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5A46E5-607F-216E-A7BC-BF75A5FF9E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FAAEBD-62AD-9FCE-5D19-74709DE6FF7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83BBAB-B70C-44C4-2BB1-45CE93AAA8B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EB9A2D-EFD0-4185-B8FB-A52E2C06123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DED62C-E810-29C5-345A-0C0C50E2CD9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77BEB1-9B6E-17B8-E2CA-9346E72FA29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141DF3-3451-738E-3F6A-96103160BC9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D4F99A-68FE-76A4-5445-5CE207BD5E9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7E686E-3408-0124-8A86-DBD6793649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A10AA7-6973-5FAD-5898-E9CF0248A2B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C77A39-27A5-D7C9-2AD3-FF7B41952CC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CEEB25-F1F8-1101-0711-1443C73DAEC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7F1070-C486-4997-BDEF-758E8FEF7D7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9EB0BD-177F-B420-85CE-9AA68C0E504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97F792-50B1-109F-1C4A-76BCE84DBD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BD2D80-3DE8-01C8-9003-6D590A64904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E7F9E4-D69F-D71E-62A2-C37F6C39528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8D9899-393D-0AEC-427A-530C755386F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D42B27-98DE-A7EA-7222-759321A7BCE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373364-7E88-85C4-6A12-77A46DCF70E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8EA1B3-E916-A9D8-0895-014B50A0218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BA9071-888D-83C0-80A3-57CFCFF31E8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0073FF-9D09-1B82-5458-7A3DB3192B7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83311D-B69E-61D5-74D5-58FE60A528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7ACA50-3007-3370-980B-E32C2C9CBE5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451EA9-A7D7-7EDF-3DEA-0CCE20A44E9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0322A80-74F4-D083-A0E2-209DEEE0520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062388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2CC7-E85E-F020-EEA2-4AB4C3BC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F2A70A-EEC4-D65C-CF6F-CC265B5B33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CFF417-386D-3052-D072-2294F4878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60134F-0537-0B8F-A9C7-987A37ABF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30EA94-B047-D375-B5E1-948B1062A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F55741-B7BA-A954-2E68-16CD72607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8B7377-E10E-C9DB-7099-4FB65C2549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D6E5E-ABB6-866E-A6EE-8563B4BA162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BE442-C804-3EC1-201E-441AF0BBB20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DEAD5-E035-6759-F64C-9C066A6C5AD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1B45A-5190-6EF9-AE8D-55F54AC98D1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95FC4-3418-699E-9B87-F4256C126D7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BEFA6-3A2E-80B4-F989-15E6845449F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16769F-5118-96D6-7BBF-05EECD57F3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D0725-04B4-F625-63C7-E888ED06065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3DB212-FEEB-F6F7-2ACF-18B8C51C487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72B030-4D08-2D93-520A-DAF27C7BAA0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9993F3-EE05-CA86-2A2D-776456D344E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5C66D7-3966-843A-AC88-D704312A719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CE3086-A7B7-3ACF-F8D0-2B96E6414C8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5E73D1-75BB-CB17-09FE-04A15363C6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026961-4B94-DA75-95F8-1B76FE720E2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7C0B1-4F13-E9D9-0EDC-E2072BB3282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D94E5-4529-994C-317B-7BF41AFE35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24A2CD-6E34-8768-ACC5-0585700E24D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E9F8AE-821A-605E-8160-82CDE1DF11F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DF2E22-C5CA-AF84-DE11-9CE919F56DD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D36848-1CB0-987B-105A-751EB953186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272E1D-7DB1-7E23-46EB-6F7DEC666E8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25B39B-A5AF-C003-1F39-3D30D4E3E0A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97B9D2-401D-AD59-252D-B2D3B519782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99AFB1-9B6B-ACB7-34AD-48A77F53955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DEFB50-81E4-B8D0-28A6-0127EDD90E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E51F77-101E-9C73-1FC2-C4314091D23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60F5F2-711A-2DDA-FBD9-2171715DC5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01C3DE-C82B-8DE6-A22F-75AC8EFD453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3F3860-6789-E92B-4CFC-5BBAABB7E91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9EFC6E-9834-B69B-B7C0-D806E31F16F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4CFD8F-998D-A1CE-0E0C-F62D5613E16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3BC65D-7BB3-8E03-2D40-46B932E7848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CE43D3-EECD-489E-15DC-D3863A35BF4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953510-E9C6-D2FD-7E1E-A4E876E7CAB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8E8DC2-2B4D-6968-6A41-71D99B20C40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D6FD29-68A3-9DCC-A587-BBC1ED90145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8EBCFD-D36E-0479-D78C-A188834AFBC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FB0299-434C-A238-1DBD-FC84A48C88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2F1A6C-692F-8FAB-F01F-C595B505161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E3E26B-2592-9F25-E32A-91DE5214EF7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256809-8B2D-2AB0-DDAB-8D4FB6D95CA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013D03-446E-9F97-C082-17EF8CEDBC7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543F0A-A279-CB9D-13AA-37EB9A514D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5E952D-EEB9-67DC-5D7A-5128DE0271A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D274F5-6A01-2005-C3B3-A9EF14A35B8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A000540-A0BE-CBF3-71E6-8901797D23C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6F49DFE-F508-3971-ACD7-C823CA82DEE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5DFEE7-9C57-C3F5-CB46-F0F62B8163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DDBB2C-D00E-106C-4279-20CFB6F77FC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3395BE-D8C4-0CC9-5DB1-DD3B64EA6C1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3F5C75-9AD4-7247-C9E8-D45DCD8B2C2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D9F59E-F6E3-B2D8-9053-D5841408667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88FDB17-BEF2-ABDB-209C-8EC96EB0230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325CF2-EA04-AE64-4559-BB3C3114E8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A12C8E-91EE-30C3-475D-A68F657070C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DC5D8E-C8DD-9713-9C89-FE0C4781CB2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EF1EBB-5209-960D-ACA8-CC7B7346EE9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1B2970-BA30-3747-238B-0AF5E2D1955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E974ED-9D7E-42C5-3FE2-8C8783975E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454973D-D9EF-47F4-5D2C-AF8AAD7EC5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24EDFC-5015-1092-5943-2BCA22607A2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2D67B8-1045-C8F5-F951-6178CFFC54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49E29-8022-5C08-3498-8BE6050E0D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CBC607-E900-0D0C-89D1-AA0654F9504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8E69E0-2EE2-1726-20FF-ED98E886E5F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2CB643-C1E8-3BF5-9888-4C3D163AE3C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8A3CB-567F-DEBA-1440-729B625C028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E1037C-53F5-B56D-BBF2-EE2B86F14E7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C131F9-8BE9-C8E3-9094-42F941DD7B0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21124F-B6EE-D0CD-A0A8-9E6A69778D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AD7A24-145D-D66F-B3CF-279E3F7829B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279330-8CEF-19E2-56BE-52D4D6AB1DF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7662A-5A74-955D-E523-2E662AB7300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C4B2C3-A6F9-F07F-1797-A74FD6CDDE9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F3902A-573C-69A8-65F6-E74D1A8A77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B5BFAC-B9BB-D704-56D1-461D5B092E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1DD179-BF3E-BE3E-E106-43A4C72BB49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53CD8C-F1E9-25FD-6DCF-BBED6D54F1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C9DA00-4AC3-0965-98A4-CA3E2B0C128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32223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9F2DD-402B-A941-43F7-CD093756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801655-0046-FF7C-939E-53174EB013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this cell is on the 1346-circle, it must contain 1, 3, 4, or 6. 4 is the only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6FBB4DB-FC39-6945-223C-964AB60A5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6CE129-840F-5F66-B4FF-3F07FAAE0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CF396F-2A00-9708-5E88-5D0BB45F6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9C962E-8CCD-D7EE-41CD-3C4F702FC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66A7AB-290D-CEF8-F4B9-EE7C1B49299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C8A9D3-6DF0-1B00-0BDF-4FE7CD93660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49ED4-697E-1C7F-C097-82332C1D4F8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60240-8046-0581-978F-B234FC1A4FC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23615F-441C-6BCC-BE8A-CF02AB7B930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84D0E-D487-602C-71B1-9AC9440EF96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08DFF-7AE2-FED1-089A-002E3D0F8FB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67AAB1-EF4C-9A60-38A8-8A136F34780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E178A7-E3CA-34DC-CBAE-4325B5ACF1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1C597-4F49-F821-CF4A-2B86C1D7693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483D35-3126-D9C2-D745-5A2734367D5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AF50D3-4C34-431F-9F84-A7BE39C993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10E2BA-0AC6-1142-9267-C05400207A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B3D2C-4236-4867-2530-F4D9AEA66B0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5F6071-4020-6B5E-5E3D-DE8EE12A35E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878892-E19C-B0A8-89CE-6CF653DD47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FD3619-2BE3-73F0-BCF1-96858E61FBB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9C6857-D796-E98B-FD77-D0F41D2FD33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717502-03E6-A821-0157-C0D5AAA2992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5A9FDB-8797-9832-6E48-31001CD5A7B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C8D2EF-3302-6E63-5418-A4EEA71B564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F0AB8C-BD13-E356-65E3-09B492FDB0C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DEFCF8-3488-4FCC-F12E-07C17FE4200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B7E1C9-6FE4-7629-E1F6-1C4686379D8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C786E2-EDDD-D147-AEC9-528ADB8427A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41E7D7-DC0D-C22A-3F90-BEC9A702CD1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947FAA-4AE5-790A-E62D-AF120FCA99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0168C6-58DA-7ED3-4007-4C9DDBDD2B6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6235F3-C75C-7164-2DBB-8A1DF5335B4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7F8B49-7705-76BA-861E-A56145AA985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068603-18BD-0DAC-6DF6-4ABB9A8834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57A04-B8DB-3ABF-952A-A7B7B5733F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E8BD0E-9F30-E2A1-A413-F9EC803A635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6A81FD-971A-0821-12DF-901C681579F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37E451-94A6-693F-4A76-2DF662CDE2E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01DD61-AE67-5FBF-79EE-0E47D53670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35054C-6F4D-3F2F-B91E-85C408C761D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BE54E7-C841-7458-2048-B384FFAF0E2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F6187C-CC69-3072-B71B-32CFF4C683B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5BC143-A01C-3756-6356-BA148B6BCD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D550A7-0AF8-2238-CDE0-D785A9FEC7D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ED3B73-D74F-7930-FF3E-59AB9AFD1BE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BCE044-2922-6EC4-FFC1-587EF939902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711543-41F5-442D-1B5B-0E866C7A48F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1C3E1F-E1E7-C6C9-00D5-B33EA870985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53B3C7-7AF7-D1BF-9A3B-1E8A61DC6CE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209BBC-F78B-20DC-616E-EC606D3EB78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BA6BE9-82A4-4A53-A30F-C49C0392072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3FB33D-FE23-CA67-5F7F-D1487553B5D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B5D2B05-AD3F-0A2D-E330-376E843CA5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867E4D-E37B-B7E6-9ED3-F5FED9D11B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D20657-E02E-5789-4D87-82A6E5D61E6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1B8E6F-01CA-477B-B553-4124F77254A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BE2302-16E3-4542-C36B-CEE27CD5535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6DC2A8-C037-919A-FF7E-455E2887071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7550DC-F31E-A65F-1661-A93DBEC15B8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7E831C-7D4C-BF11-F21C-C828A9759F8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600150-96D1-D3A1-A0FC-E10D2968CF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F51D93-D116-8096-5B9C-D2A1931DBB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FF6569-1921-D1E3-8A50-93752ABE26D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1A818C-C167-5267-FD33-AE2467075EE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63FC3AB-780F-3ECF-7F1B-389A2A96C5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5E4247-F6B3-CFED-3B1B-1805FA7489E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D8F079-8DA2-26E5-BB23-F65CB10C61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96CF2B-0E67-554F-3011-A49D1FBBA9A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700A47-E85B-F88F-F6F8-A1F894E23B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9E698F-91E1-DD3F-A800-E5F03C6E2D8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2C48C-4873-F72B-68A4-0393C6C6957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E1F371-76FC-F0FB-E772-DBD0A6E008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1F5383-A6D1-DF46-07CE-3E30E1D0607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2F8D1B-2550-E6A2-6410-F605CE38FF3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B946AD-387F-F159-F27E-53DB0C8226F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48B6F5-645D-A441-819C-D77848ABA55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27679A-B2EA-967D-6868-A70FB40FD02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47D51A-1767-EF0B-E4FD-937FDAA3920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8EA390-A757-7FA0-31C2-7D5B42A4BE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C61E25-81DC-0380-95A7-0D9D72E24E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0F3497-E519-1258-35D2-E7ED6A4A5D5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32D2F6-210C-9C51-D585-523F5268A7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B7E313-3EFA-3820-6FC2-9BEF652BEC7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51564-2E65-590E-9942-77DFE50125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07333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61AF5-95BA-CC2A-3B43-5896C751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0E5696-3E48-DEE0-2682-D7D3709317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7D4402-F279-9E80-5543-8736BC2D6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F60295-F8B1-42D8-3D8A-E11F0C43A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ACF56F-2983-B2D7-811B-B83E06A48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861BE8-489E-B56D-8AEF-9124870BAB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0F5A5D-12EC-F5EC-DAC3-AA6F7842416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FB4D9-1574-389E-3305-75631117619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207D04-5ECA-3A67-1E31-3EC84DC6FE2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574E1-0CCB-6AC6-5E20-D372D8A2CB7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5A797-A1BF-0BBC-C452-3FB99EE2CFA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18157-66AC-7580-C899-C4610100BA3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383CA-6B63-75E2-8220-803CE35389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3B688-6AA1-0007-DF76-AF2AD78B59F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357699-D842-14C4-31A2-67B47996E0C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4B64DD-05B8-49B0-C8FD-2D1E8312CC7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F8069-4108-BEAA-102A-F99AE1E05E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8CAFA2-210A-AD9D-08DF-94F9C98A6A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5BD611-9F94-E068-297A-08371C319D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D7CCA4-58BF-AF1C-A0D4-6AD02B01F49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6E12A6-A434-9ACE-CAE6-E13552E19D6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A5B721-3E57-7B2E-E588-BACB3B88D43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C40E9A-5455-FC0B-BBF4-BDBFE054429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9212AB-992C-10D8-3F4F-4D66DEE6C0E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DACE5A-FD94-28DA-B2C7-3862A3DA506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394B55-84F6-8B61-67CA-4C450BDDC71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27775D-3CF3-9C26-D5E7-9102246512B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8F17DD-C9B0-FB7A-965D-A038FFCC6CC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F35CBD-7343-1C80-E70B-C784772F3F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704A13-BE45-A71F-3A9A-10D3B92C71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E55361-93F0-31EB-A821-3807EE01EC7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853D4E-CE65-F775-2B5F-F16EF2FA4C3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4C5C2C-8370-C40E-A3B1-FFB7D9AD2D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0EADC6-95BC-0C7D-2B18-093C5A32D1F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AEE55B-F4DE-75C8-01BA-D64CD8D8A1B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A63891-DA63-04DC-07B7-69D26DB5A74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34B5AD-ACB2-935D-B27B-A8DC2A2D62A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4CE6CD-1A40-C995-BD18-C86BC55C9F9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928C7D-A81F-21B8-B163-2294B183238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B281B6-FC17-88C8-FD15-2EC58AD544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8525B3-018A-6822-8885-7ED13AF189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3843FB-31DF-810B-2F62-CAC2742CE2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5E1432-B6B5-C739-E686-6B91F30C091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F74527-EB1C-EF36-1351-4F9FE13FE9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D9C5F3-6C2E-282D-99EE-81124805E0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25B67E-3AFB-31ED-E0A1-7B29DCA9337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41E61F-29A7-A029-63FA-74473437A44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D0FA54-17FC-9B65-7B7E-1AFD4854B6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809BE5-2A9A-1A87-1182-ED435BC7736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0FDE27-D954-A2EC-6740-A442A78BCC6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46FFAD-8681-587C-2379-06151E1A23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4D244B2-FC7D-D0D9-BD55-6AFE3D5F226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F5C22A-F651-2408-16EF-6AF4C2331A5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A5ED68-2C35-FF8B-480B-6157B04893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C2D742-AA2A-C91A-46CC-15235E7D875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486513-D864-CB1C-C13B-9E22DCD7F0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8BF580-CA0D-21D7-E5BE-E5637C909BC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C20540-8CE4-AA48-EE54-248C92B690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C9AC003-E4EC-E978-00AC-319557FC5C8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D70DAC9-DEF9-9448-6F6E-72CC4DDA14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7C9184-2543-7554-D304-A4BD2E5519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E88DEB-1DAA-75B3-82BD-47D30B23419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AEE2AD-E183-060A-E0D0-959F896399B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BB58B2-D828-D2EC-188C-14316E35EF2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424256-6AFD-BBD0-A01D-B6C953A2E2C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E85214-E3CE-F052-C090-C39EE31BB13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303B8-C5EE-8CB7-AFD6-58309CCC87F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2C98CF-EDB6-A803-52C1-19BAF5F6CD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632F1D-7A79-7414-B8FE-FE87FBCB29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8A26E-8B46-CB06-2ACC-6476BA2241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F20396-4CE5-EDE5-5047-4E9981F902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E7A0EF-D32D-AF9A-312D-4F4A1A4EAC0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DA27C6-8F69-B56D-56B0-12F2287D27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498A2-13EE-DE4A-9A2F-3FC2C1F6BAF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F45DBA-C150-8207-F148-7BC5CFA1DC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C803DE-1C86-BA85-8F54-4256E3FBCFC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46D76C-5903-22BA-EB34-13BCC29C813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269FCA-80A1-E3BB-DD5C-166F41B3D01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075EBE-B0CC-FC65-5334-37A3104CB4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AEA86-654D-2737-F4CE-91F8937BD3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D0ED38-5A01-E770-EBC5-C7FF1F58A0F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ED36B9-A470-AF8D-14D9-0D859CB894F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785A7E-F6A9-756C-B4EE-D5056ACCDF8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25A32B1-BC6B-6425-145D-39E91980FD0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900753-A29C-1A25-C622-AB3039E129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DBB524-47B1-0D58-AA73-100CAAE308A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629C6D6-B4BD-BDE8-ADDB-0D0ED793CBA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026886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29CB-154F-7088-7B06-692DC50E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C3E927-A87E-8D50-B633-5F1407D339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3FA4D3-760C-FF06-A07D-5258D3FB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057785-F523-0B93-0B2C-02E219BB7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21ED39-7490-F14F-0B24-913E06D9B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6E2E87-B0F7-EBD6-FB20-02F39AD1F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4672FC-9373-D8C3-DE08-5DF5E3F913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1212C-D016-C892-108F-A85736B8326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A725D-2FDE-2951-9092-E975EF8BCF1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C896D-C783-877F-B9B3-ACD07F315AB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A93A7-F24C-72C7-8DBB-76CDEEE9B6A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F328E-44A8-5DC0-495F-5B2F665A797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B9BA8-718B-DBC4-0B8F-0C5A1BF4979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E7809-0E2C-6958-739B-4182667219A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8F489D-A9D3-F9BF-F2A4-DC23CBE2C8C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FE3A7-51A1-6F0A-E677-295533A3DC7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C732DE-950C-B218-A671-FC8D8742E7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6D624-E3EA-DE71-A91D-9460BA24FB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FAE197-0B4E-3BF0-69D5-45DC393E95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E929E5-2B05-A14F-7567-86BA2B5D67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C7C989-2B64-F22B-AD95-A16579D6060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D2D36F-E89C-B9B1-1E78-880240F40A9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841B3E-C3E5-05A0-7797-696166F2A2F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3E9B30-0BCD-A2B2-45E2-9D51F7CAD13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6635FB-3ADE-7108-454F-C05345DB59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F3937D-B418-A0A6-15F2-A8652833FFB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C5E2B7-D074-AB04-2379-D82870F8B8D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BCB990-47EA-5C97-BC27-96BA963ABDA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4E2E04-1B44-DBDF-A86C-B9D66FBD6A3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BF14AA-58C6-CC1C-3432-A5EB4C86A5C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B91B59-705B-472D-9B2A-6D586B27427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D047BA-0D44-B546-5C2D-2287FC934DA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699CD9-C4BD-FCCA-653E-DC6A60A0151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2F4170-22F9-F69E-BC65-4EFA90CCDD3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A953C4-00E6-FACC-2452-A1905EE84D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39F7C5-B3A3-E5F1-4A05-30DB59CF353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D3EDE5-09DF-3A06-0340-13FC1E5BD4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CBB093-7145-ECC8-927A-9011AE0AFBB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C14BBC-0D40-9CCA-FD7A-3199B7DF489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19472E-8403-360F-5FDC-D24F7F2AE53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D74AC9-B7D4-110D-8147-D135BD3BEE9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477BC9-4E18-DD36-FFB3-30D4A4739E8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2785C9-E7AE-EB3A-E571-870172235D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62FD1D-6E1C-EB44-A902-367BC29D41A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BAF9B5-1C99-F1D0-C027-9FC4A6AF13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40E72FD-500B-F3AC-CCD7-B9460FAA9DC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FD4C78-0DCA-1409-9219-D7C7A0E5CE0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33CCB9-821E-A8DB-C339-E8019A89485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619AFC8-848A-FD4D-DD28-5BF461A0323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966255A-CB11-C81F-5DA4-2E960B7374C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600744E-4A0A-C541-DDFF-14CD8554AC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69B348-9F8C-B6AF-BB21-E69CFF577D1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ED7173-C646-76AC-90CB-42359C2C1FA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AD25D0-6DC4-394D-7D79-0530A3496F6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2EF752-D84A-1BC0-2BAE-891C9F202AE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D505D8-2F14-F48E-AC2B-370A7AFC2E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E989F9-AD79-0002-2C47-4FAAE4C7D76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D5E843-B275-6E1B-F716-9F6F7BF63BC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A5AF59-A82D-5F36-ABD6-5CA9D607713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CCA599-1EE3-1F3B-C4DE-D1AD2B0A4C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B675ED-4DC9-67FB-07EC-BF0AD245CF6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188F6D-4FC8-D0A1-D28A-0D719D92EB1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6F6868-0C94-85C3-1D93-1DCCF61EFDB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38B536-D2B1-BEE4-7C10-81B5F45592F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C39AD2-39B4-3B9B-3D69-93D47CE5CA2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310F96-3DB0-3E6C-D3A2-2C597FD3622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540A88-6AB3-BDDC-6FEC-A4FB2A2799F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B6E83D-7551-786E-ADE5-90E8ECBA902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DE41DD-D9EE-9F2F-1D64-808F090DED9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C5F7B7-F96F-077C-C7F2-32F73E40BED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56EE7-459D-F1D6-053B-F503F3909F7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028DA-13BB-1EB7-BDDB-122EEC62ACC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9C8408-80AF-8280-6C73-67735263CE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2ED3B9-D4BE-61C0-4BC3-87B368B09DC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465702-1D44-DA0F-519C-EA2BD97ABA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3D0139-A269-D05C-7EAA-6415D525E5C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8CCD0A-3DAF-EC6B-9215-E6F7C6C49F0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CA483-5C34-3424-4EE5-734AD40E9F3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4417A0-DC1C-F584-1A6E-6CE46C1D785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DE108D-9E79-53C3-A48E-424CB7A348F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B12C41-46C7-C70B-F3D3-5A6BD655540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4605FA-9A9B-5899-5051-11FDFD1A78D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2DFF87A-AB1F-97F5-D7EA-EB031D7E69A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E724F4-A1CB-78AB-653D-A2ECDB3A2C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A7D782-AF90-092B-C6A1-0BA8442892B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CFA6E4-0092-8203-89ED-8B46EFFAE0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1C5899-297C-9910-C4DA-444B6188F21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35080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EB5E-145C-7A81-291D-6BB523A1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C0F3F0-EE69-9D6E-E6F2-A811001037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 (Note 123/123/126/236 quartet in Row 1.)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3C5994-15DD-2F11-E195-55526E255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F183BC-D806-A5D6-0613-608F3FF10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40D2A3-B284-2FBB-1164-D4BA19867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D7F7C9-E894-9EE7-B4A6-42915987F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71EEA4-0C7F-8252-6935-CF71498D2AD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728C3-7B8F-95E8-9A91-24D6F76B67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A1ACC-F9C8-C24A-2218-90A90E84CC9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2DC87-87A9-5F58-7BEC-ED274F35D36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8A518-07A5-E244-A69E-F697C20D31A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03E87-B7CB-8ED6-2C3C-CABA8E9EA3F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05F21B-5D16-A663-2F07-B872D073987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9AF4F3-287A-64DC-3DEA-07AB7C7023B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C0942A-4C61-33AD-E73F-D9F6E48E589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750E94-E83F-15BB-D758-F728C6BACF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AEDD5B-CA21-E467-752B-D42D5EDB54C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E34FDD-4BE0-D487-7B12-24EC9A6853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CADF0-1FEC-8035-9125-334A0826693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6B1E0C-4EBD-5E8E-DA1F-DE904B35B37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1C6F8-BD16-FCF8-3A0E-1442DA78BB4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9E651F-62AC-2FA1-40CC-8F4F1046149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930DA3-C131-8B3C-63F6-EE5A4D67A2A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AAFBEE-EFBB-4B90-8213-94A6F400D7B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E3EB4E-1EBA-F20A-B4D1-55A459A33C0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D9FC55-1A61-CEF9-296D-C908E4FC70C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B02AFC-6D8F-DD02-C984-DAFDE45833F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460011-C8B2-696F-A280-C9EC0393BB1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C90B1-2D5E-CEB8-28A6-EFFAE34807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2C72E0-00CC-379A-C9A4-BA118DD22EF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E15AAC-24EA-B078-AB13-D6C45660110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93C8D5-56A9-8759-FEE6-8FC32AC5721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6F58A0-4EAB-1B8A-EC80-4058A2696B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FAA8BF-81AE-CC07-EB2F-85F57268855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716FEB-351F-D14A-2A85-9B0D6E5552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659226-175E-26FE-3CF2-6849D3B839D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FBC654-1CB4-2E66-E9F9-FDBF0A1A4BF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C63FAA-8783-0007-6287-4B3AC3F2CDC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29AB82-C175-83FA-F657-025F189E61E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2769F8-8317-5E33-A453-B0969F1A578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956CE6-1920-FC58-A569-02984AC5B64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59FF34-C755-033E-DD57-156381E961F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BC76E-C272-F024-7801-48BD557BA4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E38FA2A-A4A7-032B-0F27-57DBDBD8604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93108C-C987-6688-4935-1C759E6FF70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5AA09-4A96-A087-739D-81B2E082683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3A89E7-E23B-6DFB-E80F-BC466686DE4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49FA89C-8A30-74B6-3B37-42B8C51D254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46F1E9-ACD2-4B07-9BC8-6F123309DB7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44E871-BEA5-3B09-6D71-A1E57A3C189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173036-6365-3AEC-87F6-688EB09B0A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A9E9F3-A36B-BA7E-B950-AB92546C37C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1617C8-F09C-F806-159D-3C1135A1B1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777A20-23B7-9DE2-6BE2-2E0BE288499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09EB5B-5154-DD1D-5745-6AA0313E3B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C18EE1-CDE0-CCCC-6078-ABC97CC5D82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961FA-9B89-F6E8-FAD3-97E0386AE23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DB0C78-3D4D-2739-6B25-EFA76C35482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C0A48D-0C64-B2D9-7842-EFA194DF31E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DE12F38-779B-9636-14A9-87862F518E5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FF4E12-D542-73E3-3646-7C1AFE4E74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0DB62-C5B5-B7F7-0C9E-713C4A2769F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CF5ECC-E0AE-C84D-333E-BF3DCE86851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90E96-6513-C793-55B8-809EF0641E2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C60A00-A8C5-BF50-348D-8C8FD6B5D50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40E842-7CF5-5E79-64B2-660F23CB5AE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010B46-FA3D-22FE-ECE8-1E6630C02D1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CC3C35-46F1-64EB-1628-59BF44F0070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8AE5D1-B49C-E3A4-4C71-783CDD02C6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05C38A-F3FF-66DB-C938-F5EC465A1F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7398E6-D545-D8BC-F7C5-F2FC962F92A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295896-2988-7E1C-C794-CB25AA4796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353A65-C9F8-4832-E68E-A9B01F0A46C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8D788F-6B97-CBE9-86B5-A28E38B4192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90BDA-655A-6003-4593-950CA28D86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51275-E997-3D31-AC44-502FF0A38B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85C5F-0821-E4F9-8F19-E286943111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4B82E9-FAB3-5660-62B2-4667A5BC329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B3EA9F-C2B9-AD78-F39A-B6C19DACCB1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6215AE6-F254-ACB1-E410-B7FD181CE91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9F2743F-CF4D-8E28-2E70-D31615A12E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C46A30-2201-1C6F-3920-F85AEF01984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9E12D9E-E963-8ADC-8E11-AB13B49D8F0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7408EF-4785-81E5-38E1-3ABED62248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690206-9E20-D66E-9779-128F9515F83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A9C779-A72C-85FF-EE14-BBFB4B2A77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2FDB50-197D-7A8E-8520-55A5DCE084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641106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7BC2-967D-9BFF-7B98-D7744A01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DDED88-E68D-6078-6B2F-890F9CBF86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last 5 in Row 2.)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BE08BB-5009-B549-DB15-CDD37D9DF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92D476-BA6C-95A2-95A2-7A80901FE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9F44D4-6102-97D7-18D4-ACEA7A7E6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8A1120-9E36-EF4B-9B08-EBE7E7E84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4E0FAB-ECE5-1FD8-A258-EEFB83D5F1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5EF91-0621-AD4D-F3F0-0C83C8761C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E0F3A-65C9-6F4E-D260-580AC2EA7B6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46B16-4217-82E2-DDA3-61DB06CFE1F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07545-079F-A78F-FB35-2DE18300F55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26CA7-28DD-8618-DA88-39101B25CCA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C9264-536C-1BBF-E4E0-B8FB3B4382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7EC58-4372-F25C-57B5-7BD0BD49837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CCDD7F-E029-F500-66B5-F724266423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525FCE-4693-B8DF-A332-2EEBD282EDE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45838-0D19-35AD-53B0-6D639E80DB9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BD2B77-5D1F-6496-5324-3412A80E58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8AB247-B1DC-5F69-F87E-7FBEFB2479D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6E0ED6-75D2-1B91-BAF3-14BC8ADE32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AA899D-F8CB-0272-B301-6F138BD0040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8E8AB0-7CA7-F213-D596-4DBFA67C0CF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A949CB-A6C6-CA2D-0271-8FC41AF81B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B74E3B-9749-E80A-FA16-2DC25D58EBA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DFC45D-40DD-0C5E-B7B9-AA71D3ED54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C9974F-E2A2-414E-0008-C0C11FB5B28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79B390-00A6-0C36-7B7B-B9495153622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BADC29-BF5E-F97A-8FAE-CBBF61736F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66C621-860B-4020-4688-1B9F44678B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BC8436-28C2-EA7C-58D1-0224406815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00B3E6-AC21-25F1-36CC-A7B30481567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ABD912-D8F1-849C-C7C3-55C3E6795F1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EBC9A5-071E-1D97-677C-E8A531CE6FB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879E71-407A-04FD-57B0-41C0601C337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39CBD2-0F04-A0A5-C690-FB2E582AC94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7D0F1C-3C4B-8470-AB0B-1426DB5D273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AF6E3F-2FBE-E64B-C5AC-C1933014C51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E0D6FA-32B8-541A-751C-E920428C033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F5AD4A-984F-62C5-1CCF-C1DDC819612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88FD4F-28FC-F6FD-C475-A927EEFC8FA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99C94D6-0D09-32F9-34FA-E70D99601CC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F9827E-E947-9F97-6AFA-C0F9B23EB3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ABD77D8-5DD7-6440-BEBA-7B0F149D1A2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494F3B-3048-1D63-3190-AD7C10BCD1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D32BEE-6435-1361-1A5C-DB4BC6DFC4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F44BCF-AB2C-6A09-EF99-4BAAAAC6EF0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D4C297-9D55-A086-FF1F-3A4BA832136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FDE52C-F7FC-3C18-9CEF-E13F77D3EB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9C3E1D-E6B6-95CA-82DC-97F2E69F165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6F1A85-C007-304E-1F77-27577CF4295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61030E-0E4E-4503-295F-539D3359FD9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839531-D04F-1B0C-E0E5-953AABCC312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4D50AEA-E02B-9D43-54F7-2F949D76093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DF81AF-41BC-0C71-63B7-A52548F5B3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FAB2D-A583-EAB7-2E95-35A1B461D1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E39A74-3EE9-6ABD-7ED8-0C5F95CA65F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3DFEF5-F4E5-AE03-7107-55150DC3249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A64839-3625-0B73-59BB-E65B25BE13D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8167C-87B0-3574-57B0-C352AD725E4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C2E840-349E-DC67-801E-C8132B7F0A2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BCA99B-45BE-01CB-D26F-2CADD4AFF08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6AE017-C7DF-10B3-8513-1296B433D07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223CC8-591D-3948-E6F0-3906ADA7E54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DF322D-F96A-E2AA-81C7-975EF4CB29A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0D779D-6A3F-1C1A-8405-582727B3C6C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0E1A6A-BF47-F347-9420-1B267492855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3902D6-0DB6-9483-FB2D-4D39C3626A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7CCF49-C43D-0125-F59E-5E56AF97025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822B42-7DA5-3FD3-C347-3E06ED88AC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86F1BC-9589-276F-8F20-365AE030BA2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049D8A-C153-8E6D-0FED-AD70D51D132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00751-CA6A-A844-2431-7F6FB0FB663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A0811B-E6DC-2B76-E30A-74E14756BEE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9C07E-22AF-44C1-352B-5FB59FA6284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42CB21-0795-0BEC-2E0F-5D8A1389AD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58B687-2D9D-95B2-E4E5-F8EE501876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3CC7C2-2A56-A01F-3BAF-8A0BD39409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99605F-9776-423F-C7D1-FA4B33F2ACF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C6C3D26-9EA5-E989-7E07-D312BF24E2B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B12442-ACEE-C455-97ED-EED7D437DB7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6CCAE1-0971-5522-B896-BB026722C0A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77E7D3-DF74-0B7B-3B94-48329BF0858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2B2781-D2DD-FE6E-A960-6355A909A0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0249E5-5906-076E-2F7B-BDF12E31094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E4273-3FDA-8ED7-E973-26BB6446111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7238A1-CBC0-E185-230D-DED0BF745E1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30F4A7-9328-0D63-64ED-186DF44B521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699920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3738D-0A41-E43D-63ED-95E8E9CB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9CF751-052B-E4E0-2663-A2A78CB0DC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0DE22F-6259-D4ED-41CB-9A536E51A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AD8145-0AEA-CA73-7805-7E2263F4B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251693-22EF-B2C9-2EE4-BB9EF42E5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42C2C5-A165-C04B-D844-C8187A172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9B9FB6-E3AE-5506-EEBD-914A29CBDE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DDC11-E2F5-6761-C311-DC4143AA55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0BA8B-1FD0-F413-A105-0CF5ECAE60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1F361-DCB2-247D-00A5-A9D5C799D3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215EA3-1A0B-4B3D-FF97-AE615887BBE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C17317-2180-92A5-E075-CE6E5B05AAC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38783-0B10-8015-15DC-09E9ADECF0A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2C47DB-581B-5410-B11D-1139E5BE97B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257FB1-9B75-7357-B474-6C4EBB477F4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17E845-EBD8-CD50-11F1-489F8CFF79D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A8F3A6-7048-72BC-5C6E-56BDFA9935D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8792D9-0250-850E-1497-FD20ABC945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C8EE1C-E340-6458-8A87-BE1CD7E8377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0E7320-D637-094D-D062-6B21D5C176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351BE9-99CE-82F2-A289-4DEB91C10F7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0FB9F-9394-131D-F084-19382A86B9E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C7172E-F93A-B290-A4C6-18F041CCE8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8CE5DB-A750-9DA8-DFD4-1E3976EB7C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12722E-47A4-7997-F980-78936C8811A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B45B6-D34F-768D-CDF9-53241202E55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E87D05-F591-3499-CA49-67567B7285E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73C548-6853-A1B8-A7CA-F2D0306CE74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22F1CE-3545-E78A-B8A7-349805EB78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AC1F47-E28E-2CD9-9212-778E314BD3B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C99D3A-CC1F-E599-075D-0BD458E3E8A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10F29A-4626-AB39-B9E9-AD4986550FA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6F8B28-BFF1-714D-EAFB-03207CBEEB1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BD517F-D1DA-CE53-B9AA-4313B91F064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52B3FC-FEFE-81ED-56E0-EBD8151BE4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4422C1-AB4A-F231-907A-DE220563E8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5D9B51-F9F0-0679-0F57-0A33DACF0F2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045980-D936-F10E-AF77-BE8033395E4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B063040-41EF-031A-02AA-76795C28225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E5AC59-F5A2-B777-B302-3A8392C1B70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AF2BAD-9B8B-38A8-C0E1-4FC2B3E2EC4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60CEF5-AF3A-379E-BBBB-A1AD018D3DE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79B50F6-1A18-AE56-1DA0-21AB7A9DB6D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ABF1BC-F30F-D6E4-2AE3-15B00BDA04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4CA7FE-17B7-5C15-53AF-6C7579CF8B4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D1B18D-835F-FEF0-6A2D-C94297ED6B3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EF664D8-E2DD-2E0C-8F09-8EC94FE23ED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9D42D7-A737-4669-5044-420C32DAEFE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61C962-8CC8-0492-073F-CE2D8F2375B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C372AD-E6AF-2DB4-8CBC-8D36125296D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CA8C931-18C4-54B5-9D70-AA29774798C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7ACE7B-325C-2459-258C-3C15A8BCD4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8DFA4-FD3B-58D5-7819-BE57DC9A80A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EAA1D1-8EDF-9A03-E97A-5AB3482F62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0F10FD-58FA-E107-FCAC-33D1C076F58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62E084-8443-E866-8F25-E19340FA08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E02FCA-05C4-A9DC-6AC2-F19AAF2712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7CB11-FC26-BE76-0862-A1771A81DF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1E61C-87AA-56E1-80C4-A275A64B446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3274E6-D693-148A-6353-DBD09DFDA87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3EE2DD-DB8B-A6E0-577D-569490D3994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FA4490-96C8-BB76-F3F5-2BB9CC77584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1E7899-EF81-9868-6E91-3E82C594210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4AB1DE4-F450-2229-EED6-F7C5605A845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F15995-C2FF-0C0D-5A22-920FD6E05D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B76311-88E1-BC1B-6B9C-95F4E2A152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18AD44-ED9A-ECE0-E306-B529B4A1FB0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8D4857-A43D-4237-A187-D75A544243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EE8125-131E-3A23-FA6F-8F3BDA05239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22FA5E-5C97-85B0-D6FB-E3F490A2BF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D0D4E-0984-45E9-FB12-BD3B2716E81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01154F-E533-FFD2-4B91-D732B53B5A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A86DCC-5AD8-D9F2-DFC3-D8F8FB67EF7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C6846A-E4B1-C993-302F-3DC08868019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8A274B-BBEE-F901-58C4-381C7BF512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FFB728B-A638-DC8C-C1DF-1E9CD1D38FF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B082B3C-F55F-AD1F-EA7C-7811ECB1324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19C106-E740-315E-26F6-9C066A04DB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413E81-A0C3-B752-F346-9F6D059A737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475ACB-ED4E-F03A-64C1-92E2062FEDD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8C0858-8354-6EB6-682D-95291AD57AA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3F3FF6-B749-5CA7-441C-AEFBD1063DF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6F69E0-0E13-72D0-4FB4-7FF548C6A03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2255F5-B305-05A2-4CD6-D28955B871A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E48ADA-ADF7-9E08-5BCD-646CE638084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76FAD7-0D45-32FA-CDEA-2099B979E5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9A142A-DC13-69F9-0A45-70CC1856FC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907816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52E0-4A87-9651-E0AD-FE9DEE29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9F263C-A9D3-2BD5-B39C-07AC6E957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8 is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4B59C9-0DB0-5B45-EFD6-6A3540E7A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ACB91F-B285-7799-608C-5496F0F10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62528B-9021-193A-2112-5DAB42C3C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35D4D6-9B04-9C54-F6D9-9F550EB9F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1CE94F-52A5-3439-C295-2BBF282CFF1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8BBD7-982E-917F-FEB5-68F101C67F4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E7727-3964-5615-52CF-43D252F550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5C382-154D-661B-BC0C-D081C54B0A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ACD35-1FD6-743B-522B-FF0655E3403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58C70-D293-830C-4FF8-F5BC72F02E8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30A838-DC85-CFD0-610D-5F116902697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797401-BF69-7C27-B5FC-6945F2AADBF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73C1C-2909-80E5-FD91-8945C92B3A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874262-88FE-594C-4CD9-113A3E0D660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A79561-0DE6-3CBE-2136-8C51891DB3F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8CFCDD-2BB3-497C-F64F-0EEA6815964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3FD37E-8E4E-CC74-B250-0EA02E937D1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2C6AEB-050E-0F45-6F00-07CBE527F1E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BA98A0-FE6E-B44E-323B-ECF4FD3CA1B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58D476-A25B-2026-F2EA-B938E67D9B9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478842-A40F-93DA-D790-4BBDB879AB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E87427-196C-9E19-C085-D9D7002D891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8AB364-1702-6870-0B0C-F78D8F1632F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49C677-6E1B-E10A-47E9-FB5BD6136A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64F28C-9B88-89AC-1F5C-CAD135A39A5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8D453B-92E8-454B-3300-61B31FFCE92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D9A051-9FD2-9598-EB79-AFEBD45964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200C00-D8F3-D8AF-7E35-8827C62FAFC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CFE30A-C66E-04D5-9718-761CFF88A96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2F83F1-43CB-E305-2E89-6E89741D5A9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61B407-E7D1-2A3F-584E-3D66EC2E257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77144D-8EBB-82CC-D180-6A47D52F632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26E1B2-73BA-F1EC-71F2-2727A4B4CF5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2BA20F-5C33-0581-1027-2DCD849615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5EDEBDE-43B1-89D9-376A-A5F16B48EF5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F07DB4-8A54-5A56-E0E1-AEEACA5B8E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5CF9C0-9BD8-4948-072F-5CFE3F89477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E74F025-79D2-1B4B-ADEF-D369B7BD0D4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E7113BB-0E5A-2668-7169-E06C03CA69C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37A864-D56C-D041-D458-C229A53D6D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D932FD-E9DC-4578-1BD9-0447F6625DB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4B3D12-22C2-9027-B6D1-E4BB51972B6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091FF5-D16D-FCB6-A12F-3B01AF0086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03C768-4A54-102B-47ED-30352602BA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1A6537-F051-8C8A-E789-9356560624F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37AD8D-E739-BCE8-A364-72F9A91BEA2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600B5C-4EFF-2F50-842B-83869B838D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32798B-6AD2-3340-6888-38B99DEDC0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CE3619-7FBC-E584-6414-67727BF0CE0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7E28C6-C155-33F0-B8D9-01BF6DC94EA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002CD-90EF-0D71-F571-67D6856E70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3DB64F-CFD6-1038-548E-57A47982E5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4F7D25-0A98-1D82-54C0-E9DEC06CEEE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F3D7BA-79A1-1259-5BA4-DA3481CC217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DA9378-02DC-8EE6-9EEF-4024274FA8A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4F4850-23D6-DB9F-CE82-1E53A81E307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11EE4E-98EA-74B6-18F5-0FF6A78E776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2B59E5-AA41-BFE5-35D7-8D0C834248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B951CD-EDED-5C68-E4A5-5177A6FA28A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E1A48A-1915-3C22-1871-B54B335AE0C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EB61F2-2817-62C0-87DE-22988B87B3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5D6DDF-7052-8227-1F15-F36485E4E94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29B594-1DD2-644E-2BC8-795FDEDFF5D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77D08F-2385-DD9D-2736-5DBDD89C650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B01DA5-D047-F536-C2F5-CC418FA8197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7E353D-06DA-C308-69F3-A82A73BB2CC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D9756F-1F1B-F5DB-4AD6-724C2C0EA1F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8C4496-9C7B-E462-B073-1141B957324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543B58-F0E9-BE0E-7ABF-20ACA78130A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C273DB-6E8D-D181-015B-291E2220BFE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A62C6-6984-9338-58B6-48A4731A0C3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EF71B2-73C3-0D1F-9B13-8BA03FA567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D4CB3E-AD69-A988-BB5B-DF4E8A3C368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3C7D33-7E2A-860A-00B9-3965E9A068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1B4AE9-0F0F-80FE-1B32-EFDAAE3D5CC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9F088DE-83EE-8B41-DC24-4FDA7213570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B9DDCD8-16A6-05F2-6879-A3BC87C1744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7E3343-FBDA-C973-7B8C-CC909774B80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2784EE-D904-D1E5-074F-048B813963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6F02B5-2B24-94F7-E36A-B2E00D0452D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E4D775-2841-00CB-8069-660D2A49FA7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81834B-3091-3A1D-ADEF-8FA1AA6ACD0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3C86E3-5194-47CE-6301-12640AE75B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CD91D-225D-6C14-6CE5-EC12EC0410A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13DED9-9664-4434-0865-87026A583B1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29608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AC42-60D2-757C-3E0D-1D1B255A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49EE08-68FD-890C-D363-8677F7DA51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4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4751F0-6965-9102-9924-00D98F60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3C6AD9-A444-06F6-A873-D8A16D3D2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2C7812-D6EE-7A20-7493-14C52C3B3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D2161C-DA1A-517E-8237-D67E41A20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A084BB-000F-C4BD-32E7-0B8613952A3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8844DD-486C-5EA0-CF91-0A02119F73F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1391A-DA1E-C34D-C487-3A9F2684FD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6687E-E7A7-722D-EB07-DA8BFF814C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40BC0-CBBD-5283-768A-1F69E423324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3F48A3-8870-3A57-9AAF-EF1A256266D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57DE2-81D1-EAD1-FF79-813274DD697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AD13EB-1069-6FAA-8575-94F9E3A498B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D1586E-0693-DC08-4C74-731DEDCFAA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455065-4A20-0BC7-F6DB-B9DB7EA2FD4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26376D-A4D8-E144-E1FE-97B41B2E787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2D2F78-42A6-5431-CBDA-591245E65F9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1E6D36-8DD7-E33A-3CB1-314FFC26A2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1ABD97-0BBF-6BB8-D8B3-DD1FC637BC0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652185-8776-94BF-0A8E-5D41A1BB1FF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0C9AF4-AA92-7540-1FFD-793CE117650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5DF8D-9DDC-DA6F-9721-139AB8EAA5B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1E6B8E-FC32-8E1C-FF43-5501F653B0A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C18D9D-C149-B808-D34D-15B373436E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5622B5-DAE9-57C7-FDE0-2E320DB3805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2D7E44-03B4-6E8A-16C5-74C59181D7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5C4CEA-63AD-9C26-8822-C26A032A07F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A8735A-2BB6-47FA-EFBB-B699B5504DC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F408C9-5E0B-31CC-6595-012E2DCB60F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C0B034-A067-B946-B5B7-F2F33197630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FBE2A2-ECCB-3A20-B6D0-FE22167730E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7AD14A-A4A5-A648-7B78-A48A5387F6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033B36-1B33-01A6-A036-B2DEDB9D1F0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55289D-57F8-38DA-9504-DCB4914D7C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04E390-A58D-5F12-4D2A-4D0FBA42DC6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D9A3E2-1DA1-2356-78FF-ED3DF57FE13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585B02B-F24D-6DF1-8F97-3D4698B6F30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C8DE79-47DA-BFAA-378A-F736842554D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700C1C-ACC7-5AC2-FCE4-E24F3B81EC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3FF188-7BC3-C4B9-FA79-C8BD2973DA8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98FA4F-89A9-CDCC-6D4D-D028DC4A843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C84764-7005-9EF1-DB11-742097F07C5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23EFDE-831D-CAFB-E834-13D10B36889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CE08FB-997B-FE93-3AA4-A0E05B861A3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B6D0832-DAE1-B033-F579-2EF93CD47A5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6303A8-54BE-7F39-B323-5880FCD8D8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C9A739-D2ED-7783-C8E5-DA5CB70EB6A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E023A6-EA7B-E08D-6D28-DBA7C49F54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0C1082-A795-A83C-3862-473D51511DB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9876BC-4899-62B9-492F-1B2C715AF38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6A2F82-1405-4D49-7611-3F9B9A2429A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C03E20-17F9-D1CC-1174-71D91015CD9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26920D-060D-C2D8-7BE8-116F3B393B4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6D81F2-EF46-0155-A452-05FD1AC939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BEE101-C19D-7E5F-94FE-7C54BFCC6E1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796B7-E750-0B95-5E67-639E1413C9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01FB52-6374-3610-10AC-3449F3BA345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7EC72A-C875-1167-5184-A5B7BD52EA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347E5E-438A-EE5C-2D5D-EF3E3D7FF4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A4E48E-74EB-4D39-2FF8-3F35318DA1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6F8316-A5CE-3307-5DFD-569AB392730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D8DB0C-EFE0-4288-065C-C216DDA04BF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DB38B9-DDC4-66A8-02A7-ABB5D7CB02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5DC71E-8466-2ED1-8CF7-3FBDE00EA6C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B8F5CF-DC79-E969-B769-1C00A1E9C4C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539E26-DB95-DFE2-90BC-363D9A7336A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CF8149-58C5-467F-664E-EA465B0A3DD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ECDF50-2FD6-7CF8-141C-337A70F0E30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8256F-3E00-2CDA-11BD-7417D7A9D9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AB5438-2309-8A7C-F545-2214848DF2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9A12B0-FF28-BE3E-67F7-1BECF30B006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130820-70BF-D99D-8B37-B9A4AC36537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BB3DCA-E812-1297-53A4-B7144003F4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A6495D-6958-20E8-FF08-42185D80AFE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0D2694-29C0-3566-EB74-73D2C518743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42EC168-A988-7481-62F0-C36394C8500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A13B623-6E81-A706-2017-192A0948F01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C4394-B412-5346-9111-AC612284A4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B25F18-F7BB-CDBD-89E1-EB5FF427A5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6CFC4F-8B3E-34A2-8123-2AC84329FB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617348-762D-712F-4CAF-A28365C6FA9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4E6B2A-D373-B86F-3A77-0DAC7ECA1B0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AA791A-38FC-EA4D-8531-80C3C3C39B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1A0E82-8853-AE5A-1C4B-7D0C5437A6D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1EC7BC-6497-6585-C3EC-DDA15554C09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997C2A-2B01-1DE6-E496-710DBB0BC9C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014295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81A8-B9E0-2689-1DA1-579949B8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158F17-2D74-65A7-FFB7-AD8A91B6BB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33571E-AD88-B0ED-F381-6108425EB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84D933-BF38-121B-47FA-90371C7AB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9B04C8-5F49-5070-8496-53BFE1EB8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F10E25-9C07-CC75-0AB2-6EEC52D7D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F59B05-E76B-416B-D6A4-50589F6687F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3E450-1D31-377B-4473-EB5A9544F0F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25E6D-0D0F-7CB6-4A62-4B3157A4374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F2856-8A68-588C-A4BB-67AB1794D02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D7DAB-1432-4097-694C-2363A2D5384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2EC38-E025-405B-5C40-79FC774917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4B262-BCAC-9A4C-10B3-01EDBD3ADC0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87F37-14A5-D28C-46F8-629DB11FB54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30EAD6-EED9-8E43-10A9-DF1E87FB696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EF6393-92BE-DBF8-5E90-638064371D9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0E79A0-28D7-344E-97F3-459D2C78586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7B794E-F0DA-CAEB-BC98-72FFE1957BF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63BE2-2C14-C471-208F-294EC5CE018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FF1E41-5828-23CF-422A-A7D57E6792C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5FF3CE-5760-08DA-4794-C567BB0D695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6FF123-A4C3-B13D-F6B1-E2FC1A80A6B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882CF6-3A1A-EAD9-4B23-4BB1D7CDE44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7344CF-11C4-4BD9-1EE4-24D2F71F02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701ADF-8980-BEC0-ED07-54C774091BB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EC4E75-6688-DFD0-421C-84A51D84A00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76EB80-F537-C113-014E-54BE4FFF85F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4A3BB7-93BC-0137-0ECF-9A42A9A6BFA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E2A1A5-81CD-F28B-84C0-92939F2FEB9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1C4D83-69F3-A9A1-302E-E9BF70BCC92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C15033-9D86-38F5-DB60-1A7C7655E79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26498D-14E9-C649-BA0D-6354DD3F756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399C4E-0DC3-5EA3-4CB9-D72ED2B8BF8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DEB87C-AF9A-3506-2B94-6C804C52FA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435A8C-5982-CC92-780D-3E776B23AAF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44E875-AD15-4042-793A-B82C6BE96BB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61F97C-034E-E4E0-E5C7-40E2934EFC6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23A7E01-FC5D-9555-6E4A-255F981DBFA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B20ABE-A3F3-B1B7-960B-F6A1C6FF66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7DF150-A5C7-C3C7-D58F-58E08B6DFD7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8BD71E-6F09-0E20-DAED-0EBDD16FA6F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B6A333-2A5E-D6FA-F45E-110D6A5957F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4AE38B-C92D-F99F-B546-446F85CEC92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47D653-D46C-503E-AEF0-48A5B7CB10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5D3275-CFA0-7B0B-BE50-54152827A9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8850C4D-4A8A-6707-32EF-121A652602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2106CF-E483-9394-1BB3-19B9F0F1CC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2C1483-5763-59AF-0D68-4B4A92E45A1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D670123-9CA0-3A60-CCF8-E99AEB2F9C4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B7524F-8FDF-C527-B18E-8DD76C3D16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AAB835-092A-A123-7FEF-150F91E4157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9096D5-9CC3-17EE-DC50-59422B7B26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75DC96-1FEC-7974-6D93-9A1A21D67B6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769C12-6018-668C-1302-4922D0C01D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63FAA4-D8F7-AC5E-9265-6304A1239C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B01AB2-9F7C-3AFD-13FB-17DAB72DF4C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FBBDCC-DEFC-CD64-C1F1-B2BBC10BFC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481DF0-54EC-415F-1A89-18D5D1BE9E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41A1F3-65CF-75EC-9AC2-60988A5D794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392A5A-0251-C015-F602-86A3A2ACEAF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6DA3C6-4012-E1D9-F8D2-D614483A8D0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E7C9BA-05EB-F7FA-F63C-320CF12F38D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698150-A6A6-A828-059B-7F4C332EF22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B6D742-15EC-1320-3C89-6AB59A2EF1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CAC434-1E4D-B6A0-AC5D-AC6A0F7DA1C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DC8D0F-59B9-E636-4EED-93F958C317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45251B-1DAC-E839-3331-D277D2AC247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D5DD0B-0582-269F-6B4B-29FAA448CC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FA1041-4C6F-BB0C-B3CF-87BA3427B0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A18F7-5E44-306D-6513-A799034FE4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4905D-7ECC-6B31-597C-61B39421053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13751-319C-A763-67A0-FCD79CA102C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4C6965-E65B-1157-641B-75A6788E777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8945AC-9514-C0B3-27BE-C5DE9891B11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9CE19E7-37B8-29BC-912C-69506296FFC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9E6824-4054-DEF1-F84A-6570D6AF213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B776C3-4055-B6A3-D363-78D49B045A9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05EF396-2691-7DE9-D295-39B260C48B0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B1B9D0-4F55-A769-29A0-DB8BB661525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838AA3-186B-8A63-086C-3EC5086B145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191A1B-F1F4-3DC0-5606-EEEF70B707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52BCF5-D957-4A78-BBC4-9A6ED2C2DE6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9971CE-41AD-5404-BC3D-2D8E01B08EE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7A394F-3CD4-A01D-6F7D-03C188D8791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A6B7A6-E268-B55A-2C31-71C2C9BA530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F9633E-7FEE-9973-84D5-EB7E83D3B58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39E56B-FA80-A0A5-9315-5AE8955093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04104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2A02C-A8AE-1028-DB98-20719BCF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67A8D6-E9CE-E695-82FF-C0BE917F13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the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84D0E8-F630-9CDD-3F31-8AD04007B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A7361F-A957-6688-4AA9-D44B82954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337B91-7CD6-4E17-AEDA-B758E80EF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B95DCE-7C7C-306D-9EF5-BE60C7C36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E806E3-FE31-0097-0432-4E40BBD4A8D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4E85E-0B84-4FA0-0E7B-53FAAD7D40B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3FB83-47B3-1A17-D1B2-F36963F1207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5EAA3-BC26-EDFD-6DA1-AD86C187394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9815D-412F-64A0-54C5-3B297E71EC0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D1A04-80EA-E03E-F781-7D729F16C1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D7C56E-1DD5-6151-13FF-9F69FAAC3E9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2FBCEB-FE18-2F8F-89E2-102B23A5C42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0DBA2-9594-F009-8660-12EA8B2AE2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6ED9E3-9FC8-B0DA-E608-6E8D343EEEA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336135-9134-619D-8A9B-86C3C104011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9EB49A-C9D2-B746-7A96-058BD3BE629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8EE1E8-3F33-2F7F-26A5-33D4C3DBC76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5C3DBF-056C-D2BE-D032-E8ECEEC486E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4EDA96-4E06-F304-D26E-A65DD450680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ACDF54-77F8-BBF2-A463-959599A259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161921-9F41-1FAC-7503-017B893283D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0DA3C3-D9E6-9E26-6F9C-33DDCB9D189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0774FB-8AA9-24D9-B796-3639F84BD04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26199C-C682-712A-0B3C-1017DA4BAD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847E71-536C-76A9-FDD0-B9DEAD9061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884700-8D2A-4006-5A06-450605AFED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DE055E-B4C4-37FB-246C-A60DA391E2E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A8CA2E-6328-D222-A3AA-12B40305BBF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F988A3-1A08-BAAB-351A-276F2DECD4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2FF5C6-506B-8211-B721-17985C2723C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27AD35-814B-3CBA-67DE-557F5535BE8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59F83C-4548-60B9-12C7-FCEDE497A57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ABC33BC-2BD1-DD19-14D4-9A042DDED78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C680AA-8627-4150-26BF-73EC519D2A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0E5583-584E-A946-E921-0BC4F7E307A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CF6F21-A5E2-F876-912B-CF402457268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B597F2-0FCA-15B3-C8A1-79B8F9EEB35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B1B71D-1C80-496A-C037-ED977668CAC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F13E71-6C76-95A1-3547-1D06ED7E82A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02DD9A-0316-8C08-6A7A-5493F8906EC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7B781D9-C61D-C3AE-DFE6-ED0B6E2E3F1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ACE5F8-D2B4-F2CD-BB64-5BB2E30974A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CCAAD0-7881-A992-4AEF-CA84C0ACC63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CD086E-99F2-932E-ACCC-454F7AD054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55CF8F-34A2-D962-6765-1949DF62712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CB0C64-E23D-F4EF-9300-08DD76D9D2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5BAF84D-D40E-183A-F5E2-FCB1EA81C6E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42AA1E-C278-58A4-660D-32A24F4728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29333-C574-A981-99B1-AAC2A0888DD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227C6E-F7D5-0D3D-CFDA-4E236E2E3C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D3E866-428B-AFD3-32D6-BC89E7A6C3E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178852-292F-4748-B4D1-0D31FD9527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DB884F-09FF-DD5B-90CF-B435A3088CA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E1EBE-654B-D481-B456-193EC79D4F5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B6EE95-706C-9E89-DA28-B2790D4394F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825A5D-3840-EDF8-9EB1-664B862D87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EB7AD0-FCAF-609F-625E-25CD0600D75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9ECFFF-FDAB-9217-7285-9BB13BDE5D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67B3E2-AC2A-4EFC-749C-1A01B5D9EEA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A088DBA-924E-9105-4CCB-665B7841CDF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786E2E-74B2-1BFC-B302-A3ABAD8C5F2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7B7EA-A645-2A80-1BF3-4999CFE180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899E6E-A77F-709A-1FCA-417B64154C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B3D486-8292-F874-D9A5-78C31FD7963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52E80F-661B-2141-7D53-648848264F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2A3814-9A31-69A2-3D56-F38E6EC24E0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7A7E0-CCF6-89FA-6BC1-0A6B8361043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42D13-6DC6-D512-0534-A58AB183C16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4CA7F-444D-5824-F129-85F98D28A68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DC995-ED67-CE4F-A6CA-7D0A50F2ACF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89F4CA-F754-2B12-0FA9-D13A518613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8F5ACE2-2D63-F1C5-5B5F-62588F3FDD7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CE98E0-44EE-836D-8D3D-2BB3A24AA90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601E4B8-577E-B065-C412-3382DB488A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A84054-7CA0-5EE4-1393-6A1E1C9985B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BE5273-4AAF-AE30-518C-61699B25F16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978DAC-49D8-4752-6628-D4AEFAA148F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ED35B9-CA31-0B19-DDD9-ED9E72A206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3AEDBF-353B-61C0-44B6-766193133CA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E41EB9-1454-4B3B-C4A3-2ADF34A0BFC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DA6571-753D-FDF8-2100-3F20923DCA9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7D23B8-6EF8-AFE5-ED38-DB9947408A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D319F4-72E5-02FA-AE4F-C852A711DB2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321B8C-EC85-7657-16C2-D55AAA10673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F5FFE-3FA2-FA4D-052F-7AB6AA7498E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567767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C870-D961-026E-CC14-A89569DD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01B36-2497-EC42-D915-8EDBD96828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E9204A-712A-CE02-2448-8E109735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888E95-3AA3-BEC4-DC07-DB7D1305D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BE437C-F375-5551-494C-DCC076AA6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F8186E-1B7E-DDB8-8B0C-1BEEF536A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6D99A9-8EA7-6F5E-1E08-99E5AAA746A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CEC02-E772-6375-D76D-A680014F30B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47EA4-B8E5-5C58-A24C-EF476FE2100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0053D-BA01-2EF8-4B03-F5FE09316AF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03690-0B48-F467-9250-B5A9A8B61A3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34D8EE-5D00-BF0E-C0E3-107BBBECE7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332FC8-B3B7-2200-312F-99028F0D414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DFF8E0-A6A7-6923-12C5-8764A33845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A9518A-1A8A-BAD9-1C6E-E0457273DCB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13BC52-8737-4A52-8D3C-0E705BA33C9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23D7C4-A19E-730F-A5D8-2B9F4D55E54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2ED642-1351-FC22-4D97-454DC5F08F0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934538-43EC-0B16-6614-AE2D2B32A3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214C13-DA0C-0745-8FC3-185D9C604C1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0B28D4-44FD-2328-FC46-262D2F7AB06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818C03-6613-E5D1-A6E8-1E98D162E86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F7033B-E7FD-8C89-4526-DA9B3D59CE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5E4AA3-E8E4-2687-DCF8-6DDE70CEA81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FDBFCA-5B4E-259D-2C16-57E9758FA1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64C83C-EE32-E5C6-27D8-2535723A38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D25C96-7F28-286C-3904-32EA10E5E4D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E098FC-E536-453B-0901-FD07B62B86D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C18665-EA5D-6A8E-0F3C-91B27B9F7B5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3102BB-6490-823E-3684-E2BF0B73E6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451848-A5DA-C8CB-3016-13114565CD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773E6E-1876-BED6-A171-B0012BD27C9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9219D5-F062-9080-FF3B-99E07CB8BC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49FE18-9AC8-2079-7D02-7754A5EBE54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B2C92D-45FD-50FE-E7C1-DAD5889B06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4974B8D-F177-90E9-CA95-B7932CB3B6C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2232D4-52C0-BD1F-681E-9EBA2DE0CE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EA51BD-B9D8-BA82-819E-F4930AEDB1E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1B4C2B-558F-210E-29F6-6390CB59BA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1F9400-C899-5441-C2FC-87714FA5378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1C4101-5C63-1172-DAF6-F6B18D31666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F036F6E-E828-9FAD-DE7E-F2815DB6CFC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FD8B1F-1486-DBC5-E763-0EA8B1CBC40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E2FE94-413D-2C8B-F329-85C87E659F0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32A969C-9D40-6861-0718-B5631334556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50DBD3-C46E-D2F8-9D43-C79DB1FFCE3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7282C1-E0C3-5F31-8E78-6CFF3138AA3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0CB1E5-7AEF-81DA-5229-F352B8F44D4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83166EF-604C-F23F-232E-3DFAB5020E2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5EA9EF-1DCB-5E31-0A25-2EDD04CF5E0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F56E6-20F7-A3A4-9155-4B9B17AC158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D0075-61DD-B6FB-84CD-2703CCC3092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9CF058-94A5-01FD-B033-149C6D92E5A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EE12D9-B9CF-0039-09DD-6E3B5C1D68F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173E3E-FA85-589B-42B5-30A018154A5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B74ED-F85B-1C9C-43F6-37F1417E416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40942-6BEB-DC93-8A5B-01FF2DF3E84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1C4A8D-EF50-989D-7CBA-EE364096C6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292BD4-7B9A-D431-26F5-F54CA69AFC9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50821-D7E0-51E3-F6A5-27C79C649ED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7355AA-C75A-7E34-62D2-C06E3AE3643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3BDAF3-09F8-E1E4-4986-A21D3831EE2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BB16BE-6C6F-82D9-38D8-14A4B07AEB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27DBC3-6980-182E-EDDA-91BA20519C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392F32-8CC4-4FA2-1972-280F35D0D4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3B630-1BEB-C67E-B3F2-F66521B1FB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659348-4882-2FB1-5F43-E6ABD0C36C3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2315E3-BA32-B0F2-C0A2-1460B83984E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17A7B-EF1F-DA09-10D6-9657FA46FD7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470FD-DA4A-7436-4A14-0D5CCC4BD4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A0D268-202B-F631-3137-885A2404B64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ABF88-4129-522E-DFCC-D0BDE334079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E451CC-5B2B-8F9F-358B-B68D938268B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824972-430B-3ED3-E9D4-B0796AAF242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81CC0-54B8-A145-9CA4-51AA050F96E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481C790-0A60-8477-715F-C571CDD2807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7DD8355-CCC1-6515-1659-974E2C23F8A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6448A1-BD1C-CC0C-F4C3-8CC8CA2C75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CB5811-55A0-32C7-9024-873445AF95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74A839-B7F4-2AD1-8C22-893B2EBB49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65F620-4B48-F00B-E867-DBF229AB564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561761-CD07-0FBF-6A64-2EFC266F60E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071601-23A3-29B5-143E-112660E3B9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F81256-B2E3-9796-7E9B-4D058008618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156690-E4FD-CB92-4E7F-4D691E2E38F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026B32-6EEF-9932-2532-0848587B9DC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17117-DB5C-2345-FD86-F4FA5DDEE1F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86169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620B-3457-BEBB-5DC2-611D32D6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FE44D1-20B7-47A9-7E45-FCA2F7FF5E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1CF4CE-EC75-E138-1FFF-CEE762935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06BFC1-0438-3250-BC16-EBD4374BB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929C33-8634-2AD5-1083-5BF373BEC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64BEEC-77AE-C668-4D51-0E3E8AA77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A8C65A-D469-56DD-B4D3-CED289397AC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A5BC8-EE63-F6BD-E615-FD77C74BFBF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15225-316C-45B4-9913-6CF3A8EBB03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A03B3B-60C8-8162-1398-D75C9A9D839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7537-4383-D06C-D600-C97766C50CC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479FF-93A5-96A2-97C6-E58BD237DA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0C3F56-8271-8A74-6430-D9900076018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194DAA-8166-1D87-9199-A9B6B0422F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68C2E6-5CB9-7CC9-C1D3-5EF5EC210D2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07BF93-226C-F76D-1A3C-25A996CD5F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D2C289-34A9-6514-B719-95C977639C1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A52303-5FD0-5704-73F7-7F5FABE9CAE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8C832F-B8CC-047A-6A73-63A2812DC65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3B70E-A972-F16E-7E0B-2DBA4267616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E60205-BD93-DE6C-0CC1-529A8BBDDD2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610BD7-DF12-6844-7492-05E7DE68D7A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B4B278-8B3E-760B-373B-41D3832693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F89CB2-47C6-7419-B918-2C050EC1CBF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DBDA04-B336-F351-1713-D94F5D4C5BB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2C498C-6282-0A97-549F-14CE4D009E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CE5DF7-2100-864E-1D95-5C9617CD07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B23B8F-F79A-C021-C2E2-FAD5F4FCB45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76004A-22AB-5001-EDFA-9D129213F79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CB3FFB-2590-C999-A185-7E6ECA01B47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11AF6A-CDCB-2475-5C0E-58EB1D45A1B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9E7741-2046-DD7F-9423-7DC873DD45E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BC5BFF-09CE-08D8-87C5-30FFAC231E3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F8332E-C658-2F8B-082F-16B35D9AEBC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4C996A-9F62-8E82-E02C-A36B50CB588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BABC9A-919F-B754-1B28-13DD940A69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A3E533-F4F3-A51C-79B0-C2922594509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115A17-9C3C-5D60-E539-1ECB2356AAD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96A3FE-BE15-4590-F47E-43373DCED2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9276A1-C8D0-B03E-0B40-41FBCBA2072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B39C455-9F13-32EB-34E7-733FF59AB8E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FE70C4-0DFA-3BC9-4C2C-455378964F1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5C0E596-F09E-4167-BFA3-1CDF2DE95F6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E1D485-FBAC-E36C-E646-FDB5845D89D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24C916-D384-41D0-5AAD-9E072D08810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155DBD-AA3B-E9E0-FC35-14908923899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7ACC40F-E112-C8DF-9C6C-716704D4793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EB213A0-F19E-4CD7-9DD4-7C453F1380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53CDAE-20BD-4F43-D993-EC08B14784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D769E6-36BA-9EA0-1F4E-62D3E26958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07C28E-16BB-7BC0-6E22-1A93E10DC06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AC9AF9-D045-5395-B37F-DFDD516FBE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075BAB-E616-7999-94A5-81361781C38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2AF01C-8390-FEF7-7E9C-A8D00A9E35C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8044B5-7265-96F3-F6A3-52F470AC208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DF4B95-3CA5-D771-A16D-57943AA9601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1967C5-F24B-7240-1382-F46F87B29E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B5D55E-11EA-5452-88E3-06A258B6A7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ADC33F-B1A7-FF4A-4A3C-1B1FBA2DF29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356748-9BA4-AE1B-197B-37F27FB2EE9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35B021-4B19-CC56-6811-720ABF4FCB1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DB6725-B01C-FCD1-1B25-6D373D7AB7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E32CA2-46A6-B881-37CB-014BF01A6BF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2D0E40-A8A3-901A-45A5-2DA2833CB1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53074A-78AB-4D6D-338C-14375AC2B12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201BDFA-30C3-86B3-8FD7-7188F7EDD4D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F1934-146A-915A-060E-CD1EEE41BF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57A3B3-1038-1E95-26DE-3CDB129DD32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3E2FE-08EB-1E24-6A34-702AB1DEE07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70A98-05AA-05D8-DF95-D4C3B9F293F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6609CA-29F2-F001-1C7F-81484FB71D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48B4A53-5DB3-3622-66F3-162F5FE02F2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C5D930-0788-BEE4-5AAB-C30C209E7D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F22503-B95C-382B-D74F-A43B960058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7CAC34C-FAC3-9337-AE6B-E1A30A00A8A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DE7154-32FD-E2CC-CF8D-CCBFC6C8602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285171-DD09-A8C9-1E78-9BB4C857899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480FFF-F69F-AC9A-A85E-3D6905D54F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5494A0-9CA6-629B-029D-4D4DF75165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9FA483-93E4-5C1C-927A-1C582DDDDA0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F5AC64-E043-27C9-CBAD-5B3D248BECD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53F9E2-C641-DB90-3268-0B19A22C1CF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909183-40D4-8771-2E7F-BADC926FC66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E1E711-6778-98C3-A3F8-F9BBBD2A93F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A6F78-54AF-E7EB-17CD-0411BB8524C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C29A8-AD8F-D58F-5691-7AF80D5FE9B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CFF913-8D45-157B-2D2A-9AF49755A2D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203236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4252-1B48-7C79-FD08-99339841B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B3C08E-CFFA-2EFF-2705-3537F9DAD1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4EBAB8-26E5-9774-EE17-F0F34F116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AED22D-1881-6A2C-F49E-F733C016F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8095F7-3862-8CCB-D808-5D61B53BE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517B1D-D97D-A22D-E4D5-A426492EA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4775E7-3B60-016A-22DB-6F2207AA9BF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C13E3-392A-7FEB-04A2-6072526CADE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2C598C-7036-C047-7268-BC7BA47F792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84D22-A316-3EB1-A8AF-A4E1F671B09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B36B0-F45B-6B83-9B5E-91CDCAE5805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43247C-B62B-484C-D96C-170AEAA2FE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1CC823-DC80-7640-FC99-B21F8400A7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FEC329-3C0B-E7EE-3F4E-A6B24A8F5F9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515900-CBB9-5608-BC7B-F5F4E3628B8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97C4D2-51BC-80DF-9095-F2C975626C3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99E56A-F3B2-EA31-AC6A-804C1DA31AF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DEA67-0E90-1043-0E40-D455CA3A8C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00EBC9-B1F5-AC10-672D-68480FDDAE5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DCC023-4669-6073-E320-5148F6BD314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ADC639-8A1C-F8A9-287A-4DDE063096E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64E595-B1D0-0F47-2608-1F8FBD53A09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F1A606-0E14-C538-0625-A42EDC8E86B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93FA0F-EC45-8939-4E17-E6E1774BCF1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0559A7-708A-932D-8E58-76DCDE4AE74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5CA440-2E3E-4817-506D-54F5833DD43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AD5E88-1572-30E7-E6F0-593E906170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D08A83-DD1C-AE31-EA68-0FAB8D8C8F4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56D62F-79CA-FBDE-DF16-37C88D1D42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B61D3E-CF14-ED04-7659-7CA13DF705F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CBB790-79F2-42D6-6E16-FEA8C63BF7E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E68782-AC78-C77A-3213-9359EB02BB7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FF4019-8687-E90B-9696-0443A454621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20EE97-009A-24B5-685E-23F0FFEF142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976BE8F-1EDB-FE05-D50D-F2368CA5FD5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A1803A-E475-634A-677C-6BC3FDE75CD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777155-B014-602B-1BA2-4D9AB486294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DF8141-D0F0-B196-70BE-5BA30E834D8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348489-07E4-47B3-16DC-1F689D72780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E53454-AAB8-72D0-36D9-121E10329CD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429F83-5368-1474-0636-A0207CA7E97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8B8C0B-D273-A9B9-7465-E8CEC6AE89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F1B14D6-2C0F-0501-9805-ED5A97F968F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4724DF-009A-0856-6BC6-60FEC7AF8AF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9CE9D9-D421-C709-A4F8-1EE1689566C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6A374F-F80A-AFFA-6B31-9E4F32F7C9A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1D33E8-E60F-B9DF-B4A5-BAC07086EC7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C467325-945F-52A6-9258-4DA9D27A974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F2546A-AB1C-95DF-0F61-E57E9CC014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DB7DD4-FF84-77C0-22E1-F1F1A2FC676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C28DDD-2A26-DA72-B223-65BE246D50C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63D66A-EA67-0028-6EC3-8EC249D0DC9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6AFB16-E98A-59BE-0648-9E06169CF3C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76FB8A-E7B5-9374-E685-CAE67484A6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568F5-DDC0-3DCA-B5F9-3A6E39A4830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761595-1335-8462-8179-96D93046628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85F3DD-8A54-19B6-0EAF-6436E9DC8D2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992D0E-BCEE-F162-C739-B90AC42DD03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BB5D53-3F70-C643-BB60-FD302DDB3AB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2C1316-505C-0C3F-6852-4ED78AF2509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04B1B5-E4E7-F44C-24A7-72FB7ED544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7B8599-D475-EF3C-5A20-54BF39A355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FDD66A-0A9D-9AB3-6611-1728F66F47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3F9E1C-A1E6-0B9A-9DDB-FA6EC0F72A5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7D117F-11FF-AA32-D1C7-E3B2642150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4375A1-4CF0-9344-618C-4C7BA7E8AD3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02C91-CB9F-CFB3-38BB-61C6EEB3681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1DD9C5-FCA7-D392-C482-0BA743B9260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D6665C-EF1D-90BE-5543-F2509726A00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55B1FC-5325-6397-D0C7-F3F7D0B689F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31B4AF-F497-ACEE-215E-C2213438C6B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068BFDA-B994-3D4B-10B4-7B82437AF9E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A7ABE8-6FCE-7BB9-A6F2-3F27187DD61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9B2F0A5-0735-8ED5-3709-F4037D79171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5D257E7-3649-5825-73A6-0C0FD653356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068D1B-4C73-92AF-DCC7-ED87143EE40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D2AB71-15A5-AAA9-55D3-6741139E1D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4E2D39-93CD-EDF2-5BE7-EB54C27F502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D8F478-7CC8-5099-71FC-93E0E21481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9798B-23D2-48B8-0DCD-0080BDA2AB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E143CB-C870-F766-74E1-89A3ED9D31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6CF7CA-2F6B-8BB2-A15C-9ACD9A25335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E2EC06-CBE6-C2E3-46FC-41D4D33FC07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95BF49-3645-64EA-C652-7635EE661C2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9C83B-200F-B046-56B4-4C12EB6FBBA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C63EA-F287-9F5A-BAD0-66FB25EFA3F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3A8D5D-FBE7-974D-2D72-35EE746235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819291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8974-B65A-D278-4880-9FB0CB12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B69B6-1852-7374-9904-555D483E26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pattern of binary alternatives.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5BA0A2-6B3C-DA82-C4CF-F579B58E1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C075DC-FA5A-3617-B6B9-338F2E98B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1A83A2-58AE-F3BA-0DC0-601A7A535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1C377A-5A3B-682B-31AA-C3833CCDD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E8950-A09C-FD53-561B-3740BC97FE1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7DA9F-7478-BA5D-CA3D-27FE6DAF750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BC506-C338-5C91-104F-68C969CFB4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DFFC4E-BEE4-FEB7-3858-E204D03214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906C7-1638-FDC1-E185-8BFCEF8B4F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E74E0-BBB2-980A-8A64-E7A0EDE5D65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C9856A-F942-45FB-15DB-A2B66C6FD68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86340C-C152-2153-3A3D-5FCAF622C3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6C79EE-2070-2E6F-0F8F-9BFE0E895D3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B3C724-3CFB-C6FB-1D63-8220A50E4E7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D1AC54-DEDA-824A-DAE9-5D9A878C3B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BC0045-E478-0411-C8C8-C63E6D2EE46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154FBB-B8B5-DA93-807B-2749C526661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10CFEF-C999-55E6-A9E6-1DDDAF57432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F1B2EE-71A7-2656-CEAC-FC360B1EF9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55BF82-B3C5-0E2D-3AE2-D970F3B840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617DF5-88B4-A719-C1B9-9CE9F9131D7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547CA4-C84F-A4D8-0988-B55086EF18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6D6CE4-F81F-0EFA-3CD2-104209EE911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B24BCE-4D93-D104-4579-DAD25D23F2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9A85B2-A1D4-DCB8-2D08-7961500BB6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DCCFEA-0BEE-5EB4-5C9E-11FB7FB8F69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105C81-3C5B-951A-5A76-113487C0E5B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10472B-F3D2-843A-27B0-E1874CB712C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E8B152-D554-6044-D864-D2333675A50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C21A1A-5F39-5D9F-007F-1D18F16D55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95A85E-5610-7AA1-5A1F-AC3CEC10754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59604A-9602-70F3-B24E-C65F4513C13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1D5699-C5C7-C1B3-CD41-203C1653702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B7307A-6798-E605-A9CB-6BEBD93D121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D0D16A-C576-D7C8-8BE5-85D2685B190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0E99598-598E-E8DA-EEAE-6F54A930A05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32B208-88B1-BFB6-5CEF-0AA06E2C9DB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97D387-84E3-21CD-1B3E-475D06AB7D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1B236A2-C1A2-C8AF-F1D6-6CFD6A7EDB1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E89A53-391E-8F78-40C8-0A99D796D3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D84A79-161C-E55C-C52F-50AFF2EE08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070EDD-38F8-9705-FCAF-872BAF8BE4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2F7218-F512-B185-10CD-7D92BB85556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154A25-F524-F3B3-D2A7-E96B8C638D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0F7018F-D597-BFF7-1E6C-188CF7DC6D8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0D6E14-0F3F-47B8-8C67-2AB76160A4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28E712-FAFE-D397-2001-67F1DF2B803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5D9B67-1A92-E635-B06D-375A4D86B4D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430052-AEE2-9CF9-A728-CFBF55E44F1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940E7D-6CF8-4D0E-F51F-C87C14E336C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CDA83C-49ED-5A12-F205-636C5095B48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96BA98-1B21-2B22-61DF-87A97019AA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49A6B-F3C3-1A3A-3E43-FAFD0D266D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F09F7D-8027-9D97-6AFA-CFD7A023184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0AC03E-88FF-9C4A-F952-8B109B028B6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39A268-C5D0-74A9-435B-A5AEBD73F3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844EEA-4C64-A030-C2AB-808074BC478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6BFB961-D911-2554-511C-5EA853F87C3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C3DB2D-E271-B4AE-5EC6-40176B22D27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4781DD-B3DD-24EE-7D99-6A9AEAE813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A7A472-7EEB-1D28-8609-0652A6584DC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4C4B05-3F4C-CB1F-7B2A-54EDAF68AF8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744876-BF5D-68FF-5B70-3C4D141528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1BFEF2-EBDF-96E6-B0F1-E845FD9F1A7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4695CC-00D7-8975-1C5B-E75B0C6A87F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F3390-698B-C0E8-1A0D-2E63994BE2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479133-8368-016C-8B2D-2CF94B25D1C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AB9DE1-1AF3-7651-D2DC-1B407C8C288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B84BCC-1D90-8D1B-C2B7-DF0C97F6AEC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41CA621-12FB-477F-F0AC-849FDCC9D9D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47ADDF-0174-A7A3-BA77-DD2AB5EFEA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90C958-E150-9620-215B-F7CC886C429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A61C9EE-0D5B-DB6C-6F49-6C1870E755D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8404B5-B3D2-4584-D475-67860D05C1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C24B18-6AD3-4AE1-771F-943484EF19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06FB44-99EB-0F21-809C-6DD05DF57DB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A30D5F-0C0B-7DE7-6C34-D62B891AA3C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A4BD36-B805-E546-D188-3B69170315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7DF5CD-512E-3D47-5C64-6130C28B7E2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24918F-B531-5912-60EA-139CD9BDB5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FCE6BA-C258-FAC6-728D-E8A02BA1389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ED2E47-3D82-DA15-80E5-2367E62E6D9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6E136D-3BC0-148C-20C3-93B1600B517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F6592-5E9B-681E-2557-6ECD7A120B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DE6D39-4C37-AB33-E36C-D7E464EC72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9545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2758-2BCE-1230-C512-4508395F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57B686-D75A-D74C-9611-86EC6B79BD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pattern can be extended into the upper left block, with two possible places for assigning the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7022E9-7F4D-0935-ED26-056D2A97A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A67F52-AE4A-0466-99F2-F5C45B74E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19A121-B94B-3992-12B8-2AFFA125C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32D50D-0A8D-70B4-0D63-74C5350A5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65B3AC-0781-9F0B-DEB2-44A3455024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B6849-7512-AAE7-043B-01D744ED800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85ADFA-CD75-AA1B-E4DD-C2C75D812AF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43A44-EE55-EBB4-ABC4-617C257DD3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C5055D-1BFC-D679-26C0-55CC7350934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04998E-BD80-60C7-47D3-BD85CD82490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CFFD2A-AD4E-F1EC-AC9A-CADB70864C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341C5-A43D-A2A0-831C-7F15301C65E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89AC86-B775-B17D-7A91-8A8700D37F1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DB9333-BD4E-50C9-70F8-8DD8A0907D2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95BAF4-C266-9861-7194-92E106173E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DDA92D-8C3D-3F98-0D40-6A5404133F8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8341CE-0B99-47C3-3DD2-3CBE06191AD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410883-F71F-B904-6E51-CBA152C0DD2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E6DE32-7C57-A3DC-A0EB-750744B74B2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FD6181-091B-ABEA-5174-1BB23449D8F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0E4725-3051-803F-AF23-ED5A823DE1C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FB4C9-8F65-4B72-84F4-B5B11133903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78|8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BFEAF3-EB39-B4DE-51C2-18FAA0C0311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87|7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AF1497-4AF0-6404-C6E7-343B7591282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6|7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D9F78D-AFCE-DE3C-F4AE-799D6C19F5E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87|6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665771-2E98-E5A2-753B-D39FC883ABC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98|8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E423B4-474A-2925-4610-D5E03786741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79|9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265C2F-C873-C34F-5422-C8D87DBFAFE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DEB82F-494A-1491-DFE5-4D4189E6A9D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0E6EB-DE48-CDEC-73DB-2C875533968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556D19-79E8-91A3-5C24-BD93C63AE37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FB6608-226E-5A4C-08FE-E143C79C652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5BB360-B9FE-1ABC-9E81-DFD9089CDF9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0A3ADC-ACBC-AD0D-8AE6-974ED6D39E4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F62375-41FD-06F8-D217-13BCAF7088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F3D2CB-5717-71BC-DB0C-311A2B54851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89|9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946B49-E5E8-BF89-FEB9-8C6BD7BCDD0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97|7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264C4D-1211-3081-4CB7-F3C66D798F4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E2D1FE-B164-B5CE-86BD-08307E6DE97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64882C-22E5-42F6-5EDB-2521917C91E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45B89F2-64C6-B7C1-2D02-4B26FB63301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142B2F-0C5F-E404-6C73-AE8C807C88E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60F3C6-5259-1331-719F-62772DADC8D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450A9A-95A7-C52D-888C-F63DC6793F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43A7806-ECDA-0D37-31B0-4E81E05FD40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A3F556C-28D7-198E-EE1F-A920966DD9B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59CBD7-0798-E22B-7A3B-9E4550C79DE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C277C3-356A-032A-7EA9-657A7EFD19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6D0701-784E-1E69-852B-0917C1B12D7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D7DE38-A296-E3FF-EE8E-52B2F53B9F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390A42-5A76-B545-03BF-E604E454DF1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244F5D-9CEC-991F-4C4E-C2D34823E64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265330-B74B-A4BC-ACF8-158EDFCC1B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B9EA73-0BCE-259B-9A0B-149569357F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704C63-43B0-293E-171D-E830028DD54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2ECC53-1603-1B6E-547C-DA06A54A3B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F37A70-517F-9A51-BED7-E5269535F64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F73B18-0CE8-165F-189A-192ECBBB84B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285A71-C363-2BEA-FDBC-D7D44670264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78EC81-0148-57DD-3C2B-F9465419F9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2BDD0D-4AEB-04E8-4E02-B47087997B0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C36713-0F64-CA43-69E9-582D56DDB0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84355EB-9EB0-E4B0-A0BF-EFD11A0F0B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F07706-D16B-1AFD-4CEF-8C15974099C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4E4A3-84FC-5F31-82D9-4041A02018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BDA862-08B8-69A2-4F9C-A5A1CC00C8B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16E886-99EF-F093-892B-C05D28F5424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D12694-0E14-76CE-189F-8DAD7063D92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0812B-E100-6FDC-7D82-C638285B016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FBCA5DC-B033-5047-6E65-5C767936D56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1FAC65-1FDD-018E-73E6-9E06A4207D1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B96ED40-BF39-8A85-2A74-AF395FEE550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A700E9D-1177-53B7-69FB-C072E22829C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5A08F3-57A0-00A1-0B89-38BEF95A242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34A108-5AFA-8A71-9771-76A6EE654C2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69FB4F-DC17-775C-50DE-DBF0FB982AE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ECCBC3-93F5-A05D-91A6-6BB03D13F3E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532EB6-2169-6673-69C7-DD9C5AD173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E49054-A985-DA7B-E4F6-A78A748B48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FB6E01-93F5-40D3-39DA-323A8498E5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6D6347-3F68-AE4E-23DA-E2D5C5934C7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E03879-611A-E55B-C3EB-038293FAE98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C67B2-69D2-22E2-64EE-6F051CD8924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4802B-042F-CDAB-80B8-8E0225135D7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09F2C8-5217-FFA6-91AC-40D33C4EE9A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97478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5AA3C-83B5-78A4-CB35-D1FA59DFF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E48EA1-CB05-371E-F880-53DC51FC7A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Let’s see if the left-of-bar solution is correct.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2E6C05-79F2-C462-B217-0B74A45CC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A4BC02-C73E-190F-B11B-FD6B15BB2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B733AB-5EE5-2853-0F5A-015623EAE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BF1788-C052-C309-9EAB-225D8240A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074822-E1D1-0B55-5AF1-A35FF7AFF08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4A490-DDB4-A2DA-BC4E-97DE1565207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B2B01-2D0C-F499-040D-8AB7F82DB00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9C3A54-F341-1F27-0134-44F6EA4FFA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486E46-5F95-7C91-914D-72F4E912646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736A4-C37E-03DB-3240-88E7D30DEFF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631BF-2E38-1E2C-F4B6-FCFCEAABF86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59358-D9F8-8284-59ED-B23BA6AC260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7E5478-A860-128D-A97B-8BCF9C76349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F7CE5D-A389-0397-DB6E-CD386E2073F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9BA72-4B48-D12D-6CA6-677F2B7CBD0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F998A0-5FE0-FF45-44D4-EB439E96D14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6B1EF8-04A2-EAC3-1778-988D60BA622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361853-25D2-836F-5409-A4A911A97A2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901EE2-5E52-32DB-374B-33332AE99B4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D076B6-7E0B-B492-15BB-3718C3A2405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79D388-A3C4-1E7C-DEE6-8BC44B5BE19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551827-421C-0534-2CCD-A5AD0A12E0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B0A529-11EF-7DDA-0A06-0951CA4AACA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FD9A68-E5AB-D9A0-C28E-DC74E064DF2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4EC2E2-B6EE-9AC5-DCF4-BCB5194160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DF7C01-A2CE-6356-1F69-76F94CDBB55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B78F24-C2BA-AC29-33B7-B9B8946EC5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2D946E-E913-DD88-F734-D15A3F3958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77B47CB-8C60-E414-5BC6-3410B5B7099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D8BEEE-D1CE-9432-6D4F-C8308E4D7EC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7C82F1-18B3-AE45-11FD-4758FB09C4D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F04500-1CA6-69E3-C2DF-53EC2E37DF5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FF34F5-AE94-3BC5-56A7-58D9A6EE3EF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936A7F-5EBA-B626-B81A-45CF72B037C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C8D01F-193F-741F-764F-0929EBE2FDD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CA676B4-859A-AFE9-B0D6-C3E1170765C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176A5B6-486B-B483-906B-D88A759D5D1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6AC1FF-194E-447C-D79B-25BD565CDD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5C643C-78AD-FB2C-407A-AFBA2CFF83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257575-CF88-D90E-592C-7D1F4B42DE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0CA3EF-3A7B-271A-BE30-D121BE90CC3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733C8A-B50E-270C-9B90-9F96E77C40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76475C-3130-DE6C-9C72-5DFC330FDCA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E85030F-8552-A32B-4E8A-6FD9AA3AFA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8CE985C-57EA-0E9E-83AC-B8E63E06BF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118385-D3D6-4083-5EB8-EA932B277F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5EDE7-26D0-67F4-A7C0-8D92EB2D90F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A2EA0C-D0B1-27CC-BAEE-627960AEEA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10F5BB-1718-58BA-1F84-E12D82F2344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D67A3D-5341-B083-5124-E120C52A4F2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042924-C02C-1735-F9DB-AABCB63935F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FF3A7-EC7D-1D7E-CD9B-80DF0B3585F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756FB-0C1B-ABF1-DFB9-C5AC1D5C53A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0D346B-F989-DEBE-CF93-27D02D5FEEA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7EBB91-71C5-EDBA-9557-629A4A53CA6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B18A3C-E2F9-CDD3-4129-02AAAF3131B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600885-CC27-308E-656B-14923DDB1A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821CF1-61E8-AAC4-A80E-29FAEC3610D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AFA5A6-FE60-FB9E-A6C2-BB57AA469E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6C1698-5D52-6262-7E1A-E70C78EB41D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7D1766-D56B-594C-5212-343E45CD4F6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DFB9D5-F464-2C28-1245-3415C80D998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935CED-930C-75B1-1A88-D6D8B8191DC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7F835C-258F-30F2-DABE-BD3ED047D0A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A15308-485A-F0D7-92AC-956D6564B70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D5B2BC-847F-BB93-C1E7-18A5C96E0DC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9AA14-555F-04FC-E142-6797877877D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515283-A2C0-2625-1DF6-AC93106CC8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C141F87-7B3E-4A0A-3002-794DF20D845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857F59E-2653-C016-EEA4-B37177DA013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494D26-0973-28DC-7D4B-EF488ED392E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4C9C2C-371C-1DA6-1C09-91D9D2205DB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ABF9CA-2285-D39A-F24B-AA1485EC99C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CF11D2-AE3E-4EF6-3A74-94208D5E85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365CD3-1B88-A1F7-696B-9CB107717E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1BECA9-51AA-AA24-CF0E-31F22D1D7B5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0445DE-DBB4-032D-924F-35C2E8E83B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E5241B-9C92-61F7-43FE-50A8368837D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48F632-747E-FBC5-BAF0-9764C26860B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5C47A5-D3A8-2550-2C24-DD7CE9CC17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C19FC7-EA94-78D5-9A27-96C67A3C93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82164-C90D-617A-1499-F34F4902F86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CACD8-B527-77E6-4F3D-20217DA0212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4B43D0-44D8-6D11-573F-BDDE476F94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70E5B8-DE37-2929-48F8-E92FCA179D3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342622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91A7-D8C2-0053-7F7E-731E07C7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74B5AC-CE6B-E06E-60A0-34A0F49DC8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CFDBFA-938C-98CC-4BAB-6878A63F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CF4649-82E9-CE9C-1707-66483386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4A471A-0906-97FF-16B4-623D3E8EE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34C995-52A1-63CB-7EC2-DF7A27167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3CBA3-7ACC-3BF4-EC98-3AED556BC79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4BF266-29D8-BFBF-A8C6-9531B7DE6B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B81B90-8A3D-61F4-88B1-F9F26C5B123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FABC02-EEDE-3B5B-A012-73BD7E97B95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AF8520-0F7E-7CEC-6209-74E93B5823D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E6FFB5-D744-9506-9F9E-836A557BFC3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100FBF-50C3-B4E2-31DD-A6B97713B7E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5FBC98-7981-FF42-17AE-E87A38417D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FD4CDD-263B-29F2-FBD1-B6D6879D1C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2BD1DB-9B5D-F91B-5F93-1ADBD2D2738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3BBDE1-2A3B-219F-F9AE-ECFFBADD714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B94065-0D4B-F7C5-29B9-06D53940C9B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DB777F-1EC1-86AA-C6E9-5DD28F65F3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ACE647-9DBC-2C47-3CE9-5BB28D4E96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12C602-5ADF-6E01-7DE2-2CAA3F89114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E6DD53-DA19-D166-33F0-85D36C5F1F6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F27C0-1E09-8A07-F651-FF929C0315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19114C-4FF3-0A81-5795-62279E60D87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CACABE-5E0F-974E-1B87-28600D75DF3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93BE30-A9C8-DB8A-68C1-3D7700098CD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733CA9-7078-0691-1E3E-D9706845A86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4F2077-67F0-589F-9B0C-E1AF54E9581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B5FB34-5CA0-F822-181F-A743FC9DA5F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ED0B83-ACD7-5549-C7C4-3ECBD7EEBD2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43C14B-8D0E-E9A9-779D-295433FAF2D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8C4552-5E26-56A0-62DF-17A165397BD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81A254-F508-5845-ECCC-801CBA23F3E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CA3D0AB-F7D4-E2E6-8D3C-4342F569B7E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F04C4D-5552-F519-8DC1-6DBF0B2DA16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39F872-080F-4B00-9C2A-77F623C617A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F031F9-9DAE-D370-E4B5-4F93F43331B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14A43F9-4F75-52AD-674F-0BA0E2E65DA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48C337-F951-F608-59CC-2DB07434ED4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D997F-057D-50A2-A7E6-C08BE1A5788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67A9DE0-CABE-4DAE-9AAC-6A9ACAB89DC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80DA65-DB81-5610-4E0B-14AEAD472AF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385462-881B-2808-F514-317C4E647B5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B4CBB6-0B08-DB98-4CC3-4CB7CD928CA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85B9E4-34CD-9BE8-4182-710F06E1ED6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A4CB5F-4B60-53EE-A92F-414B14501E1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D21CEC-DEC6-FB02-B5D0-2B2E7EE3E6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1E5260-8EF8-CBC4-D777-4E716F5B280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EF5F9E-41AF-C339-525A-B0F716E5350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D4F326-62B7-BAA5-74D9-0B2215C031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F6DFC4-CD37-2677-12D6-A47B48D90BA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E514EF-409A-0373-0227-CE02AA60E3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24F572-B15E-9416-B820-C17C69C3199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8C7B4D-4BE8-B3C4-FD35-1942EECDBB2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C5D52E-1093-4213-11D4-22B34CE9A19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25E98C-B651-FD3C-3A72-BCD9862BDC5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C06DBF-158F-BE08-3A5A-2940547E201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DB61E6-9B1A-B481-8B3F-F798908DA60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1BE44D-302C-4654-61E5-39086F2D55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1D7D38-9B9F-2620-0796-32C3C0AF6D8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AEDF08-2DDC-58DA-CEE9-BD3A02D52A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439D39-157D-94C6-EA78-2A67EC027A3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DC2DF8-6070-601A-2A64-BA0128C9753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DC2CBA0-D4E9-AFF6-5504-40778F5018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BDD5F-60AD-D14A-1829-B27DE8F447A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7A64A-8178-A08A-883A-8AF97C7AC5A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806C39-4714-3949-0712-6C19FFE6344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8B1A2D-B92F-CB0B-FDF5-6438D60AC7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7D27E2-2F2E-09DC-683C-E4544F3F0D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458C45E-5CBE-4077-0610-1F67D9B4DEF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B3714E-51E5-0D57-49C8-A9318173999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4FA6343-C125-7534-BBE9-24B2C4AAA54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7766571-BB27-F28C-6323-0B6E28D71C0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D917F4-F616-2410-9AFB-55D97E5AAD5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025978-3891-416D-CBDA-BEC29C9D05A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109AF0-0851-4FBD-6026-770A3FB8F26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BE5754-B119-E2F0-0F1C-A6D063A5AE8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8B1EF5-B243-6D09-B6D8-8A0714DBF16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56217F-E727-8B24-BC9A-3906F2AC568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845EC9-3437-6388-7B3A-A29FEF44C09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992421-1B36-C8F1-2AE1-6CC196916F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6CE203-038B-A4AE-199B-E0CB86D45EA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77AEB-5453-4AE3-D0EA-9864FF2FD26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18663-ACEB-BF35-9457-311F430BF79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6BEFCC-F929-F8B1-8A08-1806861266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9C3623-34E7-0CBE-CB0D-912780CB3F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2B76F-2690-0E07-0CCE-030B843D49C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01996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EB65-A558-1F99-149C-A20EB3CC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855FA2-DB46-F560-7273-106804B7EF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8CF0C3-FAC7-FA25-4797-858C2420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D07B7E-BC74-F2BA-08DD-9F41EE0B9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421D21-328D-3F72-2AAB-C41E89F39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FF600E-2C92-038E-9CCF-0CAF1A8A0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AA3E18-FD19-4C59-94C1-1BA9B1320DD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58F1D4-A966-C257-461C-70596F524A2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A77AE-29CE-B632-035A-AD00282C2F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F1B4B7-67AB-60B5-90BD-866F4C369AA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7FE7A-3251-9775-67EF-0D721E9CD61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073CC-B336-8250-5568-98AA912965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3C491E-05F4-19D6-2D29-10D8E27BD80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C957D-758D-633A-3AEF-9614B5FBD29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1023E6-3842-88D8-DD79-A4AA65A5D8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378726-D3D7-FE88-23C8-F88FA6EA27B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0760F3-F8DE-2AC3-EF25-411457FA2CD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3C8A86-42C6-6E9A-6D20-1AFC860DEBD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785BE1-9DAD-A655-C0F6-29C1C72566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7D4FC8-B4EE-4E65-8A02-A2034175D1F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14C2EA-4738-AE2A-5C71-23E619EB0A7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CB4C0C-8E06-6920-EF4F-61A5CFB6744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B87509-DD91-E76B-2E81-F666DAE280E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7B3F5A-A136-EBBA-6450-A9903B581A7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BB2095-5021-BBEC-5B75-3309BAA03BF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D020BA-D952-778C-F55F-09B4786107A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0E9E95-301B-D30D-2684-BDF22A886D4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DFBAA7-5FC6-C178-548C-89CCCCFD0C3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177BB6-DDF7-114C-4536-78D191805E4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597397-9BAC-BEC8-5775-488E653DBFA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A257CF4-2F02-3E76-AD56-91E63AB83AC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EAE2E9-B5A0-E249-3244-11CDFF12A56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C549BEF-AEAC-9F0E-982A-A352B8C612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BEAFEF-B5BB-75EC-E183-3DD88FE78E3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7C0419-E5D3-AA65-4338-857ED66145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FFE67D-2E15-E233-9B7B-E2C4CB6F774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EC123D-184A-AC8E-7011-306EE83B76D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C6BEA6-B77A-F2E0-8F77-05F91161B8E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4D47FD-8033-B416-F19D-50E6476C35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606854-4025-8A87-372F-A610BEDE9DD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71C305-5E05-4318-AB75-DD328E0CB19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333437-3E75-23A9-A450-A6A5120BAB9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0635B6-7F52-812D-FD73-9F3054239A0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A7108B-1D3E-870E-AF33-AB3A4749EE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AA7243-616B-002F-310F-F422FBF5B6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0B4C13-5260-7AF7-3D2A-CE03004E8D3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759B10-B0F6-D166-295D-DB077C77723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B77CE-C500-4CEE-F2F7-4D4B314957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B5413A-9035-66C5-1045-3429FB8EDEA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EF35F-39EA-BCE4-0F4A-1EFEB19215D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845EED-9B11-2FBA-EA84-F1A032AF9F0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704424-1EAE-318F-4490-D70A5D4535A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BC6E5A-22F7-7C44-B201-FCD608074E7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1FC371-79C3-C8C5-5127-11554345792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4B4CC7-C2A3-6A97-3B07-0F4679DDF6A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5D600D-1D04-F2C3-5FC3-62754194EEF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698713-EBC1-FD21-86D5-3FCDB8698AE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02DB88-6BD1-7F7D-AECA-16D91442781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75394C-D03B-6146-D25C-27FEC6A8AD9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4F037-F8D8-5325-F697-097376A0D72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6D6B9-02F7-0A05-7C28-A00E9DBFAAF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054D4-BE70-CF3C-DF90-228F5A9A391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3B53C5-D8D2-277E-8482-DBAD0B88B68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2521B1-B650-B820-92D4-8D3D88B8BDC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C6F608-E163-827F-73F1-35438CE9C00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6037F96-1E46-0AA4-94F9-3526373D14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03DC666-7C27-58B3-B367-F49C3E3301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04361E-C73E-DC03-B45C-990367CE092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4F1A34-253F-D23B-E9F8-8E88C41DBA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4BBFF8-F466-FFC2-7CCE-41CC9FE88B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412D79-0C53-4AE4-9F1B-40044605BA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46F8D6-3F18-355C-BCF1-CBFA52726A8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ED50A2-31CA-53B9-5BFD-95742B69E02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40A75A-8F2B-1A71-FE06-292173C2CCC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A0C6EF-FFF7-E89A-01BD-CCE5BA75B9A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A7AFAC-5AEC-2154-C813-7DED85B5EB8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D80E24-2093-21B9-1DD4-A853C3F1EE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A901B-7827-EEAE-88D1-E729B789BC2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F7B86-8BC5-2465-8D23-0EB7DE2744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130C02-5177-B0AA-B443-0612BBE62D8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70EB32-A2D8-A4A3-2958-3D7E8775FBF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C4D29A-6628-0664-6AE0-0CB2527ECA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EA4A55-6859-2FD1-0CFD-8FBE618D38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E99687-7588-2488-F59F-1DC425B38A6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B699F6-A21D-76C6-A4C2-E93B0AA5B01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9380D6-F9CC-5330-3417-00F7E0AA9C1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B95DF0-6DD8-68C1-8D16-B8F215F0F32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789931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BDAB7-A298-93F3-5F48-99C18DB5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7E6CDC-C072-D1D4-56FE-20FBE60888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034B59-9F5B-CB57-B50E-841E2BDA3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7555EB-94F3-B27D-60DA-4AC766C8A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2DBFF7-D21D-C179-47BE-75435144F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BF7EE9-E2FE-87A3-0306-7A956B9F2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E0CBC5-2669-C519-2F9A-01C545229F2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54558-5C5D-D97F-64EF-C79D6301DF6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B88AF-CDA8-1E67-3BCF-2266F45FC19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8866C-5659-A93E-1D9B-DADB23A4680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A030C-97E6-B691-53AB-BF3C5AFA641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D31D4-3ED6-CD61-1E44-DAAE1212A25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C3C92A-B440-9EDE-44C8-C4B7C5D5C72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CB5B0B-022C-E013-6D38-D95F15193AF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4B4DF1-3167-AAA2-32CD-3388A3FB76F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7C0372-0CB7-3AC5-A4CD-F6C959997B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819B3E-3D10-5357-CFF4-8272D0376EF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11FCA3-FE08-61CC-49E9-12094EFD410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FB309C-70BB-276F-EEA0-39F4A76C77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40B9EB-187E-FED5-8219-5997E87A2A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F312AF-030E-B7CE-04EE-BE7517C810E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7F0FC9-7656-787E-DA77-ED7372D1DF0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5DE814-B301-6F75-E3C7-8B7778298F2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5C0EC1-7A86-DD51-AEA9-1588A86D5DA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13DABD-FB45-2471-FF6F-537D55CD2E7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64B343-A21A-2421-7B72-752C87ECB0B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45D708-90F9-09BB-8742-3ACFB7442C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302A48-449B-D641-3F5E-7CAAD358576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22F3A3-1C19-9FFE-DC4B-DF406007998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83AAE3-BD06-388B-327B-9D0775FC589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82E672-FBF3-9205-6AD5-88808CA9FFC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16574E-8BD6-19CE-4A59-CB6794317F0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1B961E-73A0-2210-32A6-6292263BCB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ADECAF-03C3-1D76-19DC-5BCE4B48D6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BC4201-131D-47B3-8AA6-F00DFC230B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55D069-5F16-F693-CEB9-E6486810C26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95E8600-82F0-EB6B-CB29-A682F031514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555084-13F6-ED35-C1F0-698FCCA7386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6ACA09-1599-C218-D929-2A810644782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EF5753-E8CB-6CD6-6559-F0813301DDE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7CC802-0817-36D3-DC28-91F083D781C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43AD53-E2CC-F44B-26E8-93E6C7DE2C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540A4-B10C-B03C-5DB4-E0A0DBFED9E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C0DC8-7483-0F6B-F8ED-8C732AF1210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E2A09C-B1EE-92D2-59B6-D29C4F5FD7E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BC0EA0-331D-9513-B99B-98AE91F477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3920C1-F05C-C566-D0D7-37A23DEFF65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DAA3F6-90E8-3A98-EC3E-94A51F2E6C3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2E5933-F6EA-C467-A4C9-6CDAF96817B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0A0957-E53A-95E4-0A39-D95EE3888A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ACE282-9F58-82B0-6217-86DFC3AAAA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5302C2-C711-2842-0493-A3C913726C2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B35A75-F6DE-B08F-2099-63DC51D4D49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854D55-6780-AFE1-0145-12F50C4B0C9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929B76-2B07-C368-119E-C591B6D408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799DF5-4353-49D1-D2CF-C4A49342B5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3A2EC-8702-E173-500B-81D8DC918A6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35C9BD-32ED-A20F-80C0-E3C4A386A7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40B48-BA52-4A63-5E07-548C8AC902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E6AE84-9561-77D5-ABF8-FA4E9E3C049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0B2434-82DF-A4A4-3582-012EEC74AD5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81C57DF-E8B5-9749-BB40-C21BDE69533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991B3C-4800-9CCD-50C0-CD98925DA0C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47D0063-25E5-A0A4-E892-00E358096B6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F2E50E-A8AC-C541-87F6-B1D0694A1D2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BCF1A4-8795-2F6A-4D0A-10880C4198C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E709BC-6FDF-5D63-38C2-3372A3C7AA9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980C02-1D6A-0CAF-0356-0279E93A3CF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53D5CF-9D96-CD67-3A98-6BA3F44A042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35C752-5E09-DFF7-B161-64743DE9C55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440C19-6704-42FB-6342-145E08C07A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3B8CA3-5715-B3A0-AC7F-90F87B36D2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2DC293-D912-E2AC-D51A-9C253E4E0C9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132D3-2744-D3AE-6DA1-BD18685CFB8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2279DA-8BF7-970C-2333-E80391CDA0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3B137B-C9D7-5E70-A3EE-A1A15426FC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40662-A236-6C11-A6F4-F713C424899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AE4731-A218-3F3D-6E66-96027F18948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680D88-4C3C-DD0E-C95B-8E8BFE04E5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25F38B-B728-B3E5-F5AF-15E8196032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0BBBE1-B762-FC33-CF43-A16E54C7AF4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E9BD0E-5DA2-A72E-7799-B6169CA21FC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2A4FDC-5D20-FE39-D9F9-846EDDABEC6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C6F418-046F-DB09-E486-6E6FE09B5B3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F0FACC-E7BE-94BC-F714-79169B8BAFF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BAEB5C-3C08-8781-1838-32B9BF1CED9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43C87B-5565-6982-F5F2-4697E264A0E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478749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9FAF-5B54-D05F-5889-34EE08A3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0FB6FE-5AE7-19EB-992F-8C90319CB5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A310DE-FB21-513D-8E15-1C9BFBC05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4D3133-C09D-B55E-E693-3A31A10C1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6A4309-FCF1-3331-DB04-A2346BE43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0571C7C-0CDA-137E-9AE4-055DD7D6B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F1235C-43D1-2952-12F4-C3D1CC64AC8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437B4-94C3-698A-7703-049DF21078B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200138-2B68-3138-4C7F-2E22012F5C8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145AB-1ED4-4BA0-CA1C-289AD023190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EA27-A8FF-3DE2-73B0-E9F3F552D47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D5465-78D8-6ED0-0D34-110FAE2394C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EA0983-4064-8663-6B10-29344187286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7147AB-B1D5-CF88-9109-3C6963B0382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CBC446-8991-C45A-0F4C-A01B1300291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B41EDD-E5AB-F1E5-9570-693BACDF090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949BC9-40D2-88FD-22B9-774B833B414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1FC52F-AA26-400A-372F-96761EA5851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74215A-3EF1-449E-865E-7F041295F25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36655D-596C-EC5E-C256-84EFEC5B7C8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4B3041F-AA62-3C27-214F-55D62C4124C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4FB894-BF96-45C8-3F86-61FBC13674C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F42A80-E9FE-863C-B412-4212BF032E2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762120-AB37-66C9-F80A-D1178C9C914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6A2950-1084-4C36-76C5-3A829AA8CF7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5BDF37-21E3-5174-A57D-EB05BDC2810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F30381-F90A-C158-24DC-8BEC1EBCCA8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73D3DA-AA24-6F0A-1F51-5BEE1FAA79F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F3D651-26A8-C12B-06A9-3F84512141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1C939D-EF6D-6C70-AE8A-19ED694F97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CD7C42-CDE3-612E-610B-4A6977F2AB6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61F52D-F497-0B9F-B1C0-F558ABB626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AF67197-E440-45FC-74B0-0D49EE9E86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4FE20C-626D-385A-A4CA-BE13ECF9B05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A75892-419B-4979-D71C-F9B63D31FF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77860F-44EC-0E53-423F-001E903BA2B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AE00BE-B260-B5FC-8663-D04205E3B44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EDA815-4E3A-568D-8409-2AEA2672532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9F5CA-8E08-4CB8-A6B7-4DD7815F780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D468ED-0357-5AE1-68F8-41B3DE38C64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D7D400-DD84-A197-244D-3CA48787526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175F4B-ADE1-3752-CF56-64A11B83D08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0EF866-FB87-B285-4667-7A4B41A2F85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5AF758-62C5-EC53-EAAD-6CE77817776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C51FE1-0B33-A7DC-DF6A-A70958C5B4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940306-6D75-BE03-C668-0DA1E1120E5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C93C95-1C3C-64D6-4E07-B106B7BFF13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E43E3A-3B12-611C-0C4F-99EBDB43BE9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586854-4FF9-9914-85F4-06F0507925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D7EFA04-1EF9-18DA-383B-C48F85BBE98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9D73615-7A13-CFF4-F548-EF3EC4E86A2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5CEE5-826E-9FDF-96D4-65250E2F3D3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697A3-02C2-1207-3FC2-C6FB9E9CF77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0BE2F5-ACFE-69D2-B115-06DDE892BCE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8482EF-F44C-1F74-2074-86BD586B549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B6AA49-954B-D3A1-D13A-7C3E9A4E495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4B380FF-FE7F-159C-C419-71A9F178D5A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9AE1F3-9BE8-26A8-28BF-EAE78A3197E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D4FE930-7326-7878-9D19-036CBAE093A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4C11C6-AC90-C1EC-9962-BC701F85DD7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4EA654-AE93-6E8A-B0BD-A2DBA5A3A75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CB27F2-45D2-C0D6-2CB9-845E09CA659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6458A0-08A5-F614-DE18-071F8AB0D1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0F29D1-ED70-7056-6399-A20C48A217E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BCA827-E6F9-48FA-2589-9901E7E68A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2ADC4C-C994-7169-0B25-CA1E49FC107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4AE299-4A06-7FF2-7EA2-D734FFDA2F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4B563-3543-7483-6325-40702274C40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F57B8A-3855-71AB-99AB-63D81B2F05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F1BCE-A354-F346-150A-FEFBD464DE4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AFC6C2-61B7-2F57-F09F-A4522AC06A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8A1699-0448-C3AB-D61D-44F836EB53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A3D6C1-CF1B-509B-912B-8128CE11EAA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4FE51A-BBB1-FECE-5F14-159140701CF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AB7F9F-85FE-74AC-1045-FC884C6851F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01BB7C-450B-AA98-C0A7-997BBF68855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713CEE-AB94-6B9D-4643-63FE661C50F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06AAC4-0A76-6E90-EC56-B5D5B30669D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711109-2D90-DAD9-56CB-76F51644A10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37C18A-12CA-E4D4-A157-A99094F3BA6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3E0C0-B457-BF7D-EB82-06235D61D74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BF66A2-25E2-0F40-9DB3-14F61372FE9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1BD320-9A56-472B-1D1F-560FCE59E1B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E466CA-321A-A77C-A1B7-36EF5F2975F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15F779-9E9A-E726-36CD-F0E41B087D1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075A5C-7464-D2A9-B004-E0E5CE5C795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58475C-C683-799E-3B56-3F366844728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653849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2E58-7464-1E90-D193-5DE384CD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C535E1-465E-1F89-F906-4756551D3D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55F1D6-E5A8-1D13-0FBE-E15468AB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FBD604-C180-6449-63FA-CA4B4555D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CD0F0A-63BF-26E0-B685-83298F664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58353AA-9AF9-B04F-BE19-D9B0E01F2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31350C-2E08-FDF3-6F0C-4CDB8DCC43A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A4DDE-2CE6-C7CC-796A-712C5F95B3A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BAEB2-1658-6703-B09A-36BA584B413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1C1C4-3F28-502B-1C42-7649B9AE0DC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D0467-1BA8-5072-6432-A4866D4318E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95F20-13C8-B0E3-EA4E-EE1C24A2D8A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1207A1-B5BB-236A-B774-7715C2D20FB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AFB8E3-AAF4-90F4-D44B-640FE5D7049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1766D7-119C-E246-02E8-466782AEEDE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02B7C8-65E9-D830-86AF-55DED9AA257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9EB08B-F45B-BF13-73FE-EF707A610B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49D849-7A9B-6D70-446C-1FA7AD1E5D3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6BB3A44-2936-8452-53CA-5954623256C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FCC50F-8D70-76C5-78CB-291FB4AEAA5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9879DC-B46C-BB71-A168-0E94BBE9A8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219829-3E11-5D1D-4B39-22AB21BBC5A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8AF6BE-D78C-0370-EAC1-462A961073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DFA3E3A-1251-55AA-63F2-80E1F880B74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2A70EF-61CF-BB16-B602-32405E7896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D30162-4F53-2D9C-B758-361B03EAAFF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BDD92E-212C-050A-CDBB-2FC9F95CEF2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2315CE-1CEA-A00A-AD24-AF285207EC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BDA60D-21F4-EAAD-2388-9F799948133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991ED4-5CC2-43DD-D0ED-DE140D91273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B4AC20-5EEC-1883-7A2E-05E2D7518D9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DB98B5-6B2F-AED3-1034-80438CE2DC2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D6AC11-DFB6-D8E3-659A-C0C01DF23BB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A0787E-E080-62F9-071D-2F67FA1FE6B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286D24-EC52-DAFF-1041-4036EED92CB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16D147-255C-2872-EFFB-C5FFC7510FE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FE70E1-605C-C731-CB1A-C12AF75AD78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6EFDDE-6C33-3E93-C0D0-366ECC32AF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FF5032-E75E-9FCD-5982-F1543EC2C59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06015F-3BD0-3A97-CC09-7D8779B9A88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B14CCE-BCFF-C608-AE61-E34561477F5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DC0E3A-E5FF-3707-49E9-E90536C7DAB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13E2E-9C0F-BD56-C624-6BD90FB8CC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2E37F-25B9-C7FB-267E-9960812E4A3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8CDF7E-5104-1B0E-FC63-3F5EF460E52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3820CC-B8A0-FA26-2C78-E2A4BF19E77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52D63D-3009-59FE-A121-8C2145C6A44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3C4525-02A7-5FD1-2AA9-844AA9907C9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20BF7D-5586-8749-CCD2-4FECEBCC6C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5721FD-417A-4C13-D73D-6E2FC5AE53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59C03F-F1EE-A961-1DE9-45B937B6713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E05FC0-7400-BFC7-CB14-67175A69EF8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3D8A4-9801-1C55-7114-804E37FDB2B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59DECD-FD9F-3250-CB66-0FD160A7586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5FCF8C-83AC-12D6-3C4E-E58B923C68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04E7CA-C6A3-5588-CD2A-81109497B6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222B39-1DC5-3D3F-62E3-B88AB9FAC61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737C4E-CE67-B6EE-287E-B5BC8E4B90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65DEC-D4E8-37DB-CE11-AD6775F5DE1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A6B7CC-C9CB-E282-E050-841617A4E4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00BB4-2324-0E4A-092C-831212FFBA5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70499-D9FE-993E-6626-AD203E5BE4B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15F13B-6624-C305-E13E-08DACC3B74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2BEA5E-74AC-FA06-D737-4CC9546DB7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64621B-7B13-4A83-B201-240C70D13FC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F42895-16B8-B332-D313-9F9DEE0DF4B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9B5C27-1B8F-1FAC-8834-C8653ED6D6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FEE597-AC5A-1EC6-7D57-40EF1B4249E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2DCA38-0034-1F4A-29F2-FBA72D0FF18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272854-E597-39AC-B2C4-DBC0C8CA1D9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3A2CCA-1971-64EE-E75B-27FDCFC0243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E1FB64-8869-8077-B04D-7D2D0B454D6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BF207C-1C12-514E-3A21-E51331ED15A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D9474-5E3D-4D18-FD1E-824A15FA45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F72234-30AD-BF58-D91A-031A9F0757C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C6B2D8-28C8-9B0A-CBF0-1259AA043DA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1D1363-2778-EC75-7041-D64D036F7D1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487ACF-C41B-9CEC-C0C8-B579F053E03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71EDD3-0CDB-9CE7-C45C-7C3CAC0DBE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AC9B6A-4079-24EB-7FB7-16148E6D62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1D4E50-F723-6DEC-4F45-F67004EC2D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A9AD47-84DA-D659-5EB5-9222B16268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D85A62-275F-BBE8-238A-6BFC1107757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C6B7CC-7654-A415-7E72-98A40FABE76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592332-8EC5-713B-8323-585949D4FE4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6A03A9-66B0-4C82-F976-B07AADE8196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097504E-B203-21EB-7A55-7D24B0C5945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206764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D8828-9E64-F6FA-3F01-72705548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ABA996-63BF-699A-21E7-17ED60F983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FAIL.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9B7142-525B-F70C-2D6B-963DA3507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E53A50-A213-C99F-644F-175AF377A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0AEE61-7507-657F-24B1-484B4FAC7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3E02DD-948D-8869-86C6-EA27376A4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C0CBE5-518E-A5C3-2878-EB0A3F9D58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2A21A-1653-E7A3-E364-FAA0C6E0E20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184C8-C03A-7F0B-071E-BF7779B16BE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33A633-2290-07C3-052A-49CAC9253A7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EE23A-98FE-A732-A3E4-46FBF774C4F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71B9C-8AE1-0A60-0644-31E5131448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24E93A-8188-E10C-556C-B19CC6E7F7A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9F500A-FBDA-C259-1DDD-79EF388D884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30C38D-3FEF-841F-0F3E-9CF80B8D351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EAD0875-549B-D2C6-4971-12B5216EA8D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DA5629-2D13-DAEA-B271-278433F33D5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032778-B048-C5ED-2581-EFFEC4E51C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BCECA8-4E46-5241-31DC-5E9D0EE8865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14F719-C5D5-0BE7-061A-5FD552482B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F891BC-3605-3601-1D3A-4F6F27355EF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A8EE64-8E58-7331-1F8F-EB10F99C22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7FA69FA-0D4E-BB78-A7D5-033EB63CD0D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6E3C5F9-4847-268D-ECE6-48CFF26430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B52801-97D6-C82E-CE69-6EC68F3AB81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105120-F586-7636-BE24-15DF6AE317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C5FDAC-24D7-0056-B900-CBE18BD2FA0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A32500-52AA-0530-652A-0416A9407FC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981EC3-4C4C-A77A-76BD-9A8EBDD5081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20C3F-4B26-19AD-0CAA-DB614FA0C21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6536DB-C46E-87E1-81F9-966AF6211B1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F4E26C-6C92-5A94-DD95-EB5EC11FF49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8AD02A-CE8E-5BF3-8049-C45D3185433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0A5B7F-131C-7075-F30B-FFBF7D4A1B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3F33D2-BC7E-0AB0-CF37-1540F2544E0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93E73F-81EF-B295-5F69-3DF185158A7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FEBCDC-C12F-5DBB-13E1-A2DAE78573A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EED1F4-9ACE-D48A-3DEE-C33D533F463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3B29A8-BAE1-54EF-8547-0D0B8F43EDB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B5A7CD-5284-4B98-F21D-E9639377AF3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8792DE4-E653-A417-0BFA-1C09A01C72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7E3BB3-8AD3-2115-E673-0016934D9C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7CF77-9B8B-AC5B-3800-746DC3D78E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61FC1-7B90-A565-CCDD-82623F884D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E4A60-4795-2896-F99C-7710BE0233C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7B31EF-8E5B-AA29-6538-8E16722F5B6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CA341F-5109-EB38-4D49-BDB1BC2E66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DF619DC-9B31-A9AF-6079-82866C097D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22F1DAF-3328-3261-A29E-F688882843A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3B60DC-C346-3FAC-5704-649651CA4C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66F1169-61DA-4A59-607F-1402F2693E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EA0C0D-D95E-8F95-A6D1-CBADD6F5B60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513523-0BE2-DECC-BFEA-928F8654E99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D94560-B514-64C8-5E85-0DE53957195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F21943-61E4-03C3-B5E9-214ADB0455F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68AE4F-C989-F34A-D9A0-758753F6E30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C2FEBA-FC05-25F2-79A1-7243308DBA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51F92C-907C-86DD-3A8D-259626472B6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F6DC55-64BC-1DB9-8457-C80508BF9CE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1CA1AD-D5BB-2745-BAAE-E91DE29672C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7426C-CC49-D782-4AEB-3955B067980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2DC67E-CCB5-2B1E-8809-964E474D7A8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39D77B-2F55-3D58-2DA5-82E081C2F5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CB72F5-8526-87EB-3980-69E9FE1D9C3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52C446-A94D-7D08-2BA8-51F9C1CCFD0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7977CC-61CF-A788-3A7E-BF08CEC665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54263D-8551-C5D8-8B61-8C4964CB6B1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33F56D-7555-5B31-2088-299075108B0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ECC657-F1CE-D995-2B98-E30DEA7A6EB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9D5525-A3B4-C108-0AA5-AAABC4D5EB4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CA519F-0378-B438-00E4-E49B06F3C5E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3B7301-49C2-9E16-790D-C3709124C4A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A9834A-4CCA-C72B-65DE-A361F7A8B51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354B40-28E1-9F90-028F-6CC6AAB27B0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C8A03A-DC7F-C778-9AE9-4A1B65B15AA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8524C9-8F2F-AE73-4C52-72E7BAFF3BB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4B921A-7A24-2906-0705-D91A4D8AC8B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FC9AC6-29CB-1EF2-9064-FDFFD4E0572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5B82B4-E497-01A4-9598-4B739AD6D91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4DBA93-B7C7-4BC3-ABCA-7443789E23C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F99BED-09C8-C0DC-C873-2FD04588664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A6193C-B0CE-3C8E-F43C-9BA9B45ABE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8613B3-5667-D2EC-5F34-E774EB0282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B3E7CE-07C9-56C8-E4BA-E3B9D690737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B6D251-822F-406A-5C99-2ED4FC1FD12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2A2EB5-F69A-D106-05D0-3199F93C09D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85928B-C0A9-FFFA-AE81-EB09DDF11D8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08596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51F1-CE04-95AD-57FD-2FF856E2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237F95-B75D-059B-BFCE-C876004254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Continuing with the right-of-bar alternative.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834248-5A0D-F208-D1F5-798EC4A17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7EA1BA-22F8-A7B7-9147-AAFB8E914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110724-39F7-E74D-B0B8-1B18AF083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A1A955-C650-1EC0-C417-E41D08800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560B5F-0498-65BD-6593-91B21F12943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077F3-E5A2-8097-1668-4FA92C1B471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E02DC8-8B16-6C2E-38AC-6B587F9FFFF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341DD-DF62-EEAC-6AA0-C8B9F8105B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842CB2-81C4-F6DB-0C15-7E93C810404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C74D76-A02A-4458-BBF0-A52415F88DC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FFF50-CCE9-FFDC-FADD-A126F38D7DE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EF922-92B5-6046-2248-5990565F64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96CC6D-8D09-8D5B-32D4-F0C3EFDCE6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3A0FB0-0A87-352E-E696-2493ECAE0F3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F37BFA-1BD8-848D-6846-FB14F3E6F24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DF3DBB-D366-2FFF-935F-692BD1EAA6E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9D7DAD-F92B-F9C0-3B59-F202682BE39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C393FE-A919-CC22-5554-74C7D4582A3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E9E2F0-A58C-FBFA-20D2-AB0AF8F16BB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DDB543-0D48-F58D-D3A4-6563FE1741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8D9ECA-19AC-4191-5446-A8BD019FAA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66DA52-E862-1583-5041-8AF643D4C76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FCE33E-7089-09DE-CD14-AACD1449416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16FC65-744C-1E49-1C95-DE87C66E001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E7940E-A5B9-EC21-FAEB-BDF6B08F781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AF07E5-01E3-E654-042E-69B48B5DE58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1937E7-7269-A5CA-2CC6-D714770141A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A1DDE1-F9E3-1892-D4FA-549DED06A36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AC845B-C1B4-BADB-5A44-2F79EC93422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EB6614-876B-4BFD-FA38-93BB8E4A84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30FD02-6F37-F8A3-A032-ED3580AAB40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37F4E1-6E6C-2678-89FA-384604ED15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148D8A-696D-A630-E0E2-8A7C19CEF7E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9D5257-F12E-B634-79DD-25F5620C30E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8971CD-6071-776E-7096-A965D183E12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9DEEB9-C816-5988-1307-AF9DE03E99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63AF50-43CD-AA0A-D3A3-35B4BA8F59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A87874-4DE5-C85C-32F8-1D7D9AF88C7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5279C-F9E3-42AA-00C0-D43DA704E6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CB2AD7-70EB-995E-039B-6C95AE574D3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8B522C-3368-47EE-2995-05E336B736A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D7F6AF-6617-6660-229E-180D6CB26DC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B471E23-69AF-2F27-343A-AF17649823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DB736-9DCC-290B-4C7E-ED0AA778C67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E564C-3E29-7262-914A-5F0783D34C5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AD885-9A24-D7B6-1A20-A6A8190DAA5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EFD13-0E54-3F8C-A8B4-BC339A1A449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1C219B-B4FD-23F5-2860-6458636A7CF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E8BD8B-7160-4A74-CC1E-FB85C8E82BD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EDAA44-2F5A-AC2C-1C4D-525FD6D4EE4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C7A8E1-194C-F41F-FD4C-8DF0CFACBE0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70FBE0-1BD5-8694-B580-E66BF27B2A7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50D425-1006-8290-900A-F306CE1B95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417D53-8F26-ACD7-96CE-506463B319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63D5B8-B117-BC54-EF0A-17491FD4D40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8CB345-E929-0068-FAA1-F1C788B67F2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AB6B0F-B298-D418-DBF6-DCC69F8B6E2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67A5C-CEB3-E429-2C28-B8B018B5BA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947C0D-DEB0-8B26-EEE5-D58EE2B449F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57BEED-3E8B-7596-37E0-964E5E31262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2F8A64-496F-218D-0F05-926E2D863D5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A6A18B-FA4E-CA03-B5CA-D459DEF6D02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2E8F6FE-41D3-4AE1-1C0E-CC3BC879159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D04B04-33A5-07B3-D827-17763AA7453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449DD2-0140-34F0-CA0E-3A106FE5D68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A45838-4113-47A0-4508-8175358442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C366EC-E60D-4345-2020-AA1B2FA795E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E6A17B-6506-4425-47E2-F1B865EF985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DD3F12-9939-149B-51E5-AC53A59E3F0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CDC6A7-4189-A07A-B377-884CAC2050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2EF5C7-5DB2-5246-E49A-75A421D1D43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74C426-AD52-E448-073D-B7AC89CA1AD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21229F-0DAD-A62A-C4F3-55C641BEAAF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77B546-6ED9-8CFC-4B0A-481B96AA1B6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A6B3D-28E1-8AEA-2E72-9910DFC9614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49754-776F-37B4-AFAB-AAEE15E7266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D1CFD-AAD5-27D9-9C25-2AA5369C9FC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ED7A2E-B908-F918-3904-D6C7FC8D8B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0909E-1F09-7010-9607-5D4CA8ABD83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8D34AF-8564-F33C-46A6-BF97C1FC99C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216804-A651-B145-B126-5BFF5B631C5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367039-23FC-0022-647E-98C1D194448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C1341E-C7BF-9ACA-CC65-5194CA870F7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C1A110-0084-1A6E-E0D8-2B19939EC38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1826D7-B150-7D3D-E366-0D39CFD8C4F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393496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E0C0-8698-5CE9-C2B3-EE3C0288D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B09863-6A60-AB74-44D5-90406AE178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4918CC-D768-5E32-D726-E592DC01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FA162D-872F-9B65-E72E-7FB6DAC50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81BEA8-CF01-41CA-B7B5-86A650A83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48861B-6B4C-46E7-BC0F-BD9CBCD55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0591EE-5E09-BB11-55B1-CC178700AD7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2E2F3A-5E12-4D6B-7CB2-46501EE39EE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3E033-BBEB-9676-1D52-D0C6D9E289C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9272D-16CE-C16F-A1AC-22E54FFC35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C1E4A-5E4B-EC67-9561-8B7F230567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36069-E78C-5E22-FBDA-8310E27A254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72C41-CA4A-0ECE-43A2-2B5656D806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E728C-0448-AE78-4A1D-80AEFAFF920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EB9964-5327-7CFF-F426-FBA0302716B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0DC66F-6BF8-0EA4-0859-206C33C7665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4E561C-B849-9CD7-276B-918872F9D01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1451FF-157F-864F-6655-9FCEFA9FD9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E04674-0C9A-240F-2A63-204257A585C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3D89CA-AA8C-41B6-34FD-F029AE23E9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0277E-E4E3-5D28-A5BE-5C4C19E109E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0F62AD-DCD3-0B5B-A82B-5A6036ABB07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B6E34A-FF18-FC3A-D2B3-6252A89B9E2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8DF9E7-A378-751F-EB09-9C9DA1AB1B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0D1CDED-43E7-D8C2-402B-A11B874DE7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6C47C6-9DCF-24B3-BA09-677A80F4AD5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2843C4-D530-9071-CA67-E742FE9CD7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F545D7-C3D2-F5BF-14C5-1F1F24CF5BF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CC9DA8-4D04-A4CC-6888-5211F1A4089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80528A-033E-3C95-558D-498D199C5CF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439D32-D530-72ED-7E5C-8F3F9862304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0964D8-47F7-A16B-FD1A-ECB7C8D68F9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D58E7E-31B2-56E9-3922-E3F80B63FC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AF64A5-43E8-3689-DCB9-AB123CE6782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C4DD838-44C9-B51E-F385-690906AF1D1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63CA81-7F1D-8FF8-A254-8AFD78DC51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63E70C-4DEE-8F3A-ACF6-4711572281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EC87DE-FF15-EDE6-B475-B3EE571E645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6B8619-AFDD-6E6D-D6FA-2197B11B418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A9071E-0780-16D4-3741-7DC12B59431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96014D-8272-0C8E-B1A3-3A7D5A9F30C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21F874-4C87-576C-B9D5-746965DE293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20DD32-A516-A5DA-6D61-0C8D973CF87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D8179A-933F-F5B1-2E78-F0312646CD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80BDA-D206-A76D-541D-5B656A174A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4308C1-6A44-A922-1306-80AC28A62A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0CF7CF-95EB-2373-9C25-A49310188D3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F3474E-4646-7FB6-4D88-F5571C29A95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BE9AD7-F1CC-392D-DD1C-79891D97059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ED031E-8378-E7A0-35AD-95F1606FCB8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D49FC8-23E1-0CD7-219E-5D39657809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54F325-9EED-6F99-87D9-5946501BB2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A22560-AA82-A548-59F6-7B0E7EB602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4D97CB9-71D6-C0AE-9C9A-AC84AB010A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F0B7E1-39FA-19CA-39C1-F620D0AB5E7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4BA1B-96C5-F75F-9DA0-516FF662F9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0D655F-ABA9-12E0-8D18-573BC12A39C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18834C-5B3F-98DA-4770-2113480D6EA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B44B9A-71CA-2F99-9005-EE200A13743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ED0F267-997B-A340-F27D-BF8590C942F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F9A84E6-A39E-CC5D-DA89-97A7CCC658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800AF7C-4E5A-6A91-E032-DAE8D27C0C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BF96B25-4161-FB1D-0BBE-BF3343EE560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7484DE-3431-4D1E-772B-C414FB3A61D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75375B-D86F-854A-C498-A6002180397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734D92-6EC0-796A-BE74-2CB3D4CCD6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8AE015-BA9A-7D1F-503A-1471703C402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572A9F-5F83-9F36-B211-CD6A9ED1C2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88DAFE-DD8A-684F-0591-D4B54B54646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D27695-8FA6-60AC-267B-35C3C7A8022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C998A6-6C9E-B430-C0CC-6CD54B86A0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674E19-8828-1D7A-587A-5757E66DE2E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51005-CC40-D62F-AA97-650A82A1946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9A319-3FDB-B111-54B7-5BD9F5EA97D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184BE-5217-73B7-F156-A3251A74374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7F967-6E11-FC69-555F-343A0FF329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80A31-780F-C02C-5FB4-C6EE4FF02F4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9F01A6-CB52-0CCC-56C0-0886D2B01A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E90680-85C6-30C9-DC98-A5682600F62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31CE85-4E1C-CB3A-7B9C-1EE8E23061C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D4B2FF-8E88-745F-A907-FDE391C1071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D7D387-4073-B8A8-32B3-9E943310D7D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70830A-D728-117D-7201-0EC80D23679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9524CB-7353-9386-7610-EBA07554F0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89A638-B6EC-F76E-7029-9A45F8399FF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99BE60-C559-DF65-B30E-AFC75E449B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FD278B-E3C0-B217-50E7-3A1F20F1EB0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93870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6B53-22D0-12F4-34DD-69000847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3EBAA-7C03-285E-FD4A-174FF3FE00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CE2B20-F278-0767-7216-8EBE3F6CD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D7A7C2-3F26-E84B-5C96-53504B502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D17339-B023-398A-F764-68717E4B6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CCA451-2302-06BC-7EE0-D45219AAA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69E496-6294-E0BE-989F-2C23E612DD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57D5D-A3F9-0719-28E6-7267E69C1D2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6F7BF-ADDF-EBBE-1E46-F9B22B0119C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707949-FD33-E6F1-07B5-6A4308AE437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3FE44-3594-627C-3E83-1360F8705A3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13ABA1-E8D7-B606-DC36-8599D029461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0ACD90-650A-F524-1D1F-72308A86FAD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259BDD-FE79-25CD-3A0F-E54DA49E6DB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A30DA9-13F8-00D7-B65C-A6DB4862C71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52FE73-E20C-678F-FFEF-20F16AD4170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A63A57-C985-0BFF-4377-6B8B1698377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70C794-5CE0-84A0-85F6-DB64FC31D2A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E7347-7E66-DF0A-A540-355505C6BD2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6305E-2CF3-4EF0-0919-4E773308E48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889964-AE0D-06DA-5544-7262197C01A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476B3A-4EB2-48EE-3FAE-C7D406B4848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2ACBD7-D069-A642-A4D1-7A92F352E5B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479409-7A44-D246-08A8-33661E5BCCE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E13B75-E8B0-0A34-BA74-1E6337A3DE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4E1F89-4791-5DA7-C5A9-B06D8A7F67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16E6B5-77C2-79A6-6F33-40C435BDDE5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82FA46-AFCE-FA0A-B080-53AB6C10AF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32DAF7-0C7F-F571-E9C3-8B30815290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F3D66-06A9-E9AA-C210-700C265DD43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B6E868-3B51-C311-9FF0-21DD9855865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2FB240-CCD8-7713-91E1-C17F13A2632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081FD18-932B-BA38-A8A5-3ABE42F76B4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73B79B9-A74B-5D0E-CCF3-C0A83DD5893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36D4C2-08F2-A0A5-BCA3-11747D1C1E3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011B62-3FAF-CFFB-5317-35E6AD186AB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0393B4-C4D5-745F-74AF-D47916A1B20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D0BD3F5-E9D4-C28D-2E2B-D75378B22A1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FC4916-5DE7-135F-6F92-ABA896935A5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578FF-9567-3A28-6EB5-ECBCEF86D0D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AF3CD-4262-C43A-0134-A9DB40804D4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452D8-50F0-74D4-0515-E2F80DA4B9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FDFAE7-8477-2287-7DA3-528B154DD9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BA580A-4AC3-A202-FEA8-1EF7508ECD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A6FC89-17B1-2F0E-68E1-D12A03517E7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E88348C-CF3F-3EDC-A000-D1931F5C144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AF9E2A-9DB6-2817-E197-AD1526D2939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C251A1-D727-99B1-924B-1DBE6CA877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1DD795-3524-19B1-5DEC-545505552E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363DBB-D070-B685-ADA7-06A26703E1A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32E256-14EC-4775-1232-C892945D1F8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362B3C-E1C6-C0BA-FEA6-CE370260FE4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475CA7-15E6-3967-440D-0186840ACD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349DD-8911-C033-186D-2FD8398098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914F99-F568-3D51-C45A-B01F6EAB905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115FD9-6650-B7E4-9992-35E62E9D760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98F4B9-D403-34C1-5D1C-2DBF6FBAF2D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8436FC6-000E-C4CC-5DFD-7723218A3E4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F1D4543-59CE-B845-0A7B-753BDB164F5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5040E01-2CEF-DFBD-3BC7-9BEE23CB56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FB6103-9B52-FE9B-C5AC-92302B66A12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313C5-1D4C-28FD-8EBB-EF5F43F4F32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B6D896-842A-9BF3-CB2F-1DC58CBF9D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E11FC5-E4BA-DDFB-47F9-9C73211F64C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FDAC3C-B4C8-E31D-A64D-0B425EDC30C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B25C2B-D660-0855-BEF4-F34732E84E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1E725C-A11E-A32E-54DA-F69771B424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FA0CD0-D982-9F24-F7B8-D903D40735E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1216C2-5F89-91B9-E133-54F6FC5751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BAFB48-244D-5D82-7E68-C38F926C8C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0BC0D-AFC4-8DB2-DCEE-CFD7C90480F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6B613-A0FA-9A4F-FDD3-79BF331977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5677CE-414E-C089-FDC8-11CC059061A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86EDF1-C374-4A2D-FE85-8A13FA5EF14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52E41-9C39-B42A-2B53-6175B459A3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5DBCEC-431F-1589-5EBE-A38F95315BC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A69C07-A1A5-8FD7-7299-09BE77D9A8E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8F365F-46FD-088F-7F24-20CC9F466C5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080D30-9647-9C60-0229-2E8743BF389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866688-880B-B095-C664-6B42695275D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19A250-DD86-06AB-BE9F-A10E033048A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B4B15D-BDF2-51AB-621F-C6FC1D73A0B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9263B5-5B95-8ED4-262C-B23E60EFC3A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0D3805-E0C8-E410-9128-398F3DEEDC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6A06DE-B3C1-6895-9969-07CBF76CC4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C1611D-120E-D0A3-92F2-CDD43E59016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ACB01F-8F87-F7B0-87BD-262C631B3D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35729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B765-0FCC-100A-5AC7-4630F383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3F6587-E875-F88E-7160-6C5F1CF1E8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B76EB5-1CAF-1D6C-4592-D1D36290D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045395-7DD5-4818-285C-2B54962A4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C9EDA7-433E-7040-66A5-96FFC1C90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1BEC941-3103-400D-941C-7F50E86E4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D0511F-3FB9-FFFE-D3E7-054314CE6E6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8A958-5BB7-C9DF-E285-54B8C35AC5A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D77420-0559-E489-F009-A65AE87EA91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69C5C-F945-8CDF-A791-1ED25854C2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0BFA7D-6FC4-D15C-3AC0-59BF223B58E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A33FE4-E09A-C495-80CE-4BF7993BEC4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D924D4-2A69-89BD-9A97-11F9DA514BC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06CFB6-B5D7-FC36-BBDD-739587C7F26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B16C9B-D057-37B6-98A7-1D7677F26B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7A3549-D1EF-EA4A-CBE4-15D1EA0FBBD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C68C48-64CC-856D-18D2-4F8C8950BFD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8164BF-36F2-5E48-B517-F75298C876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B0986F-71DE-3BBA-8419-02515C16A56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367BF1-99AE-26AF-1D35-A043CA5E75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DA3891-7EA1-D353-9429-F68BB8E2CD4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A66160-DBF8-1689-CA8E-8D1142E4044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6A6664D-5963-E33E-E2CB-D1C7B8C0855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4209C9A-8A63-C91E-EE88-DEE0B500DD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0780E-B3B2-D104-7772-DCCDBC8DAAF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F28866-3417-9CD4-3B27-D73C00D5D16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05F398-BF7D-41AF-085C-EB9B0F529A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FE0B34-62AE-4CFA-9F0E-88E80975A71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A6561B-86CE-F3F8-ADC1-949CC3970A7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04A9584-2EDB-B50C-161B-0B04FD8D09F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34F3B4-90CC-6418-B2A2-820DF5A883F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053043-1762-9D4F-BA5F-4A2B96F3463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9EC463-1044-DC80-B11A-D4BBDEE54EC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1CB244-EDDD-6B5E-AAF7-519AC0481A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F7A47B-1678-D30F-226C-F4DEEA5855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128D19-DAB8-7CB9-ADEE-E554E137F73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A9AA4-0015-D3B2-155B-D93CAE02306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C12BC-A5AA-7F9E-D5A8-51F0E6486CD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265D2D-1934-2B72-CA32-C0C309072F2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54DD32-C8F9-655A-6EA3-38300B5B62D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DC58B2-8D58-F98B-6853-0B890D6CA51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2CD470-1943-7CBC-BAFF-902745C4E5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084A9F0-F66D-9E83-1482-42E132EBCD9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392F4-5320-3F32-AC23-A1E9ED3D2FF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533C6D-A997-EFAC-FA1D-F5C04C834B4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975D09-D6FB-14F1-BD17-48114F7DF0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0103B4-DA36-475B-F71E-11E76AE2A9C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522CD6-5690-8452-7491-008197C11A0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560380-5747-13D9-06EB-FDDD31E7694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E0A03-F528-129D-EC77-921EF3F77FA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D3A66-2802-2E61-CAE0-EB1ADAF4526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0A175D-1CF0-7F06-D8A1-E96D276B65C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A11210-99AA-5F3A-9237-FD1CD72FD70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87544B-4515-1FAD-2ED9-5AEC3D0EE8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537CC0-FFEB-FF31-8D2F-6744E15C576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26C790D-0784-BE0D-C5FF-DF5411E28A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1EE2168-D4E8-10F8-4DA2-81A468947D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D1C3F1-4D71-6C35-0D17-84707A2C785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FEF765-82A8-B76E-321A-BE602662DD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F85B1E-7D0E-E1BB-D6B5-3B27C0AD4D7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1863AF-3FB6-20D9-8E53-27B6FAB053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1A6912-086C-5DFE-F60E-015F1ABE5C6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BD409D-52F3-D650-3A5E-0DCBE26FFDF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86032B-31AC-4A96-FBF2-1545BAFBC8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DF418C-DF14-74F9-E204-67FF8810131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03674-1CEA-0C00-C5C4-B2CEEC2232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3E60F0-2DAE-13E8-3E3C-C29ED9A5CAC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E3634-7C5E-124C-99FD-8FE3C42135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89F02-2223-2681-B954-09524EC2B00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74F78C-A09D-FB3E-175D-F6E38B02E0C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70577-3AAE-1FE2-F670-7B57BC3072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ADB3BF-70A0-85B5-E19A-47A72407BD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F4623C-7786-3A0A-BF24-2B2EDBF2F08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EF716B-2F0D-636B-EB50-CE5D02BF03F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697563-94F5-AB29-A20C-C1A1B2D2A2E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4CF8B6-5F3C-41D5-23C2-EB11A5A6168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523710-76A5-27C8-6376-680084F1316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F131BF-8A2B-8949-7374-F2105D981FF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52EA39-3C35-C03F-5252-843A4061867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152CCE-E9EB-5902-B966-489CD735278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67FB09-0C91-A6DE-FBF5-0A30522AF7E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4F52B6-605B-5169-D7A3-52A904AD058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9AB770-56DC-EA1B-283F-EA11629E1D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62B223-A9BB-8BB3-3218-41E8C24C0E7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DE490B-87E6-D022-8E78-6322BA0E2C7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7B5B8D-A525-4A2B-A647-44F9049410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0BB690-877B-134C-85D7-E4BC7E8309C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85930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B0C9C-325A-1BE9-E6C5-76A2A29F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55610B-905E-113A-7138-7D7F148E60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65049A-CF0C-597E-6B71-E9A0D6F0A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C91125-FF6F-6A6A-083B-2BE8BF80A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44CF3D-08BC-443E-E39B-03241392E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687F88-A01C-BDAE-94DD-3DB266F3B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34BA9F-BAB7-7890-04CC-F7D210E9279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33184-361D-9089-98F2-55C0E22407D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B1465-2416-663D-C5E0-6DDF4EA29D4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B8573-FCAE-65AB-19B5-0A52EF211C5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9F6CF-2C5D-F6B2-9FBC-DB75B8D64D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E5ACBA-490E-0CAB-325B-4D5112AD97E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820512-C012-5109-3453-07E2C8BD59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506691-873B-9CC9-9560-87A27EDBC5C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288356-4148-2685-CEDF-290608FDC9D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A99377-F65D-3E39-736C-86D017A94C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E19FC7-1753-6F5D-55C2-6C9BA9D2F0D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B3E857-5502-8E0D-8FE2-5CC1DCF39D5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227FE2-7CDC-82C9-CD6A-C95C0981FBD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76455F-AF52-AF26-1A27-1168135672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A64DD4-0921-6575-5132-198AF04B60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78CAD4-F240-B240-E7BD-8234C388CBA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7DFA46-3D5E-4D69-1D3F-3F2D854D008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B9E8CE-057A-F2F8-0150-D23DCFF4599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59B837-DF1B-5117-1735-C280132AE0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492623-B7DB-6F78-C5ED-047380FAB76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585E82-486B-E240-4ED9-94DC3B0E89F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02E8B7-F26F-BACC-0F52-CD9B17BE54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C8F11-F549-09F1-E350-34D5AAE6C43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F263F-FB9D-D58A-26C3-5CACB56B9C9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CEE7A-6556-292B-6B02-358BFDACE60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106F85-661D-A87A-DDF6-BA904AC843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E1EBF3-3B27-4C52-CF5E-D806A0CAAE8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EB51F7-F473-994E-0D6B-AE9E139DA0E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226B24-70C6-130E-210A-CD3CA96465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250FC1-FD11-6D29-FFAC-AAF13E376B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D83409-E3A2-B6B4-AE50-A12AA66A99B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9427CF-4D47-2F66-5DBF-0CDE243E843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39606E-DC8C-AED0-0404-49731295B7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ADB9D6-5F22-3A07-0F6E-F1871AEF510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C67181-9411-9496-E635-A274F77E755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E51DF-282D-9F52-2F02-275EBCBA059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961BA7-D87E-B93F-93E5-DDD416F7F97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9524A-DD41-B73E-204E-CCCFCB161F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89C57-6ECC-1AEF-C794-7F213DFA16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93B014-8AB2-193F-7F39-4F0A0EA75EC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93D702C-E727-E107-A705-E9231785B2A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3D1317-647F-F226-AC9D-93E0B91BC0A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FE45941-3791-6ED7-9B43-CFEA057E65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B5607D-8769-9359-8433-1309D5FDAE1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213A79-CA0A-2850-A6BB-1DE7F3B0B04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F02A8A-29E7-0C67-4F42-FDD67C4900C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923423-27E0-CA9A-C7A9-05D5CDBC793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5F66BE-7439-C5AE-E938-9ED6B0098FD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F05E38-EC04-1731-7628-C85D8E3E141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E57511-6187-0A1D-9B20-00598B340DF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4021FC-B46A-B09A-FB6C-AE06B9FA46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48FCDA-248D-C4C0-D5CD-9728F9E929C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AE0FFC-1496-E9E1-0F1D-D0461C8FEC2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E2B73-C072-1821-F49A-2A9FF3C3947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B7169-BB6D-9797-2011-3D7D6A111F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341374-569C-B6E3-AF57-EF01A2DBC8C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C5E76-075A-D953-0CB3-AEA13E4051B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7249F-7B7D-E828-B1F3-F9638A9B27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34E733-25C0-83B8-03DA-A8E9124445A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7DCBD9-1B3E-2335-06A8-9B31CC16D6A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C1BFA7-ED55-ABE9-F58E-BF74334ED61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33402D-90C0-B405-3F1F-61564BA02D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DAAB47-6A07-EFC1-0CB8-4F303A7E89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460E5C-EACF-79ED-75E6-D5C7457556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5F07A7-A7E3-25E7-043B-F1C4F480A21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0097E3-BE05-B8D2-9243-C38ECE9A158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CBF335-0E4D-F86E-4FBA-A6BB3B46EF7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69DF28-84D3-12C3-6C28-F710935FA3E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E5970C-6C1A-A441-B37D-0868C4296EB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C2BB09-8F50-8D21-5B39-98E93048F9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B12CAA-BDF4-739D-18DF-ACF5C55451C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6CA074-488A-CA5D-493C-11F045ABCA2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738839-C7A2-8F68-5209-C9DD625F336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C97D5-372B-A8AE-FCE7-D2B1B98E4D7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3A8748-3DC2-A50C-6154-2650778968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A428D23-F374-8A85-EB94-88D5A7118D4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C61574C-9F70-23BB-6EBB-953441F3E44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FF62B7-6C99-37AC-C4EB-07635E79C22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942C95B-9608-BAB5-9655-760EA752991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7E544AE-9FE3-CA85-AD69-AC620B824CC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3E53E3-078A-57D1-5627-29F0C3611B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77560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0250-D8C6-118D-9ED7-FD035D3A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A792F-5EC8-A6B1-8090-59A6ED57B6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92643C-0D5C-B93B-DC3E-B3B53E3A2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3BCD8F-E022-2BEC-9855-DBBD6A4B1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996AD5-07B9-5E81-B548-EA2530C23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852C2E-90A6-DB65-85E6-D0E0282E0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553CED-4FDE-BE00-1683-0FDE830A382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CF8DC-8142-4804-A841-81F257BF989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5CD342-D2F1-2277-2936-CF6F619BB6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56938A-1FCD-9977-3A2C-073E88F6248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97BE84-8909-D17D-8E2D-3B993DEE2F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053CEC-A550-95EF-D036-9663D8B7DD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1B6C59-EC08-0045-F450-A5BC6641A72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CE7E10-0315-576A-0A0A-7D041071E02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400BDB-CFC3-74FD-9B90-BE8F8171A84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3BC95B1-4929-B463-9319-3DD069F15D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A02579-EA9B-FCBA-19CA-4A28584CF5A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814F2E-4C37-44C3-70E3-10D4D1D2EB1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038E10-20DB-7E0F-3DF2-1356808C55F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232D92-D087-D83D-15B3-1740C65E24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A5E231-0936-E3D0-97CD-699525B3167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E10067-FD13-66EC-3A22-ED215CC097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AC4CF-9C09-E343-6F86-8319A23AD2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F78BED-8928-325C-0761-A95880E190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7ADEA6-B201-2C93-6244-F76DBB57273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73D68D-098C-22E4-68EA-D9CD42E114C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4BC118-AA0F-1C8C-950F-D5D134AD9E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0FAEFBA-0BA8-6107-2668-B53AD163DC7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292498-1F53-339C-6B35-D930BD55893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AF81EA-AC4D-04EC-38F0-D6AC9659B8C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B7A864-3203-42D6-996F-0A46FA55533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D6D2CE-B6D9-6415-EAC7-6E29CDDBF94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4441AE-1B53-082E-9E64-95484ED8828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9FFF4AB-5740-E064-9C22-4580A00A392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8BF7C-E0F6-5CE4-78BD-D91D200021A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47CAA-85F5-3F29-FF5E-0126741800A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D0564-A3A9-0D2C-858B-4BBEC863AF1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A0DD14-5E70-B88B-528C-FD8DBC949F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DB9B0B-DDA7-069F-7D9E-CE8EDE1C42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58B2E7-8B11-8E3F-EF9A-E30CA3B11C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5FE947-0BF5-8CF5-2BDF-DF52912094B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E7ED37-A59F-3CC3-D53C-879B4EA0B9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9AEF81-0211-A78F-17A6-06728A140F7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D33B8-2DD8-77A6-27C5-099938424C7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87878B-5116-350E-1D69-2B050300D8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E2057F7-0C1A-832B-4820-45C5B6210AD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83502D-D66B-4105-04C3-2F3A61AF2D5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BCFC77-2214-31A5-E0FB-D5E02187042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879BC6-114D-D745-D678-E1BC304D719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F45949-2057-B54E-A0FF-7FDB9191801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778C54-E7F2-EF1D-7570-CA116572A07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4889AF-E203-3BE8-6EF5-150FFF0F53B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052405-BAD5-BB6A-D801-E436DCC5898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9598F-EC8B-0F39-21DF-5231B9E21C1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B3DA76-53C8-DCB5-4F45-F06621405C8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F4F0FD-0F6E-D1B0-ED86-663E735FD4F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A140B0-AE7A-CBAE-29F3-8E2C3254F3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3D9B79-9F04-49E5-4D69-2ACF60E5E2D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CC8707-3B72-7168-77D6-6582E640A70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1F00CB-29D2-64D3-1816-F5AC73FA66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ED520D-C5C0-A2E1-BFD0-C89AAD95F5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D4CFEB-327C-44D0-965F-C596A2E4039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7F0773-5D06-3B70-90FF-2E484152CB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C12774-CE8C-2C8B-3F0B-68BBC471A0D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98663C-929B-D2CF-B5F3-3F5F1ACA907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772894-030B-A186-F0A5-090E4B2996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FF3355-AE1F-4B3A-EE19-969FD22CF66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617E39-D3D6-27B8-F952-046A19F1EB2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676B92-8C91-A86F-DD58-08A9E2AAF9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9B023E-56F5-6DFA-E802-867E7E6FB60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3EC691-B3DC-8352-6674-3303CBA121A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88DBCB-7679-AA79-DB7F-36FA89D8BAA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5FDB1B-38CF-4C47-6E56-535AC342FD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3FD7BA-AE94-3DF7-074A-38120B1CDAF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C26BA4-6E24-81C5-6059-7C83FC926DB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5231F0-4F61-E8B6-C54C-1C30A9CAA4E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63369-441F-1346-179D-70668E7DDC6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81BDE4-0724-7D9B-1E2D-4A6F4E9B139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34A13-CEDC-0FC8-E74F-902B58A5DA5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F84C0E-4A81-1107-7201-A78965F9DD7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40272D9-1CC7-0ECF-8EBD-BD721D22FA1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107D98-A9C1-C2AC-4970-A7B39F65B80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E18593-2F63-1814-1504-8FCF2C719B3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35B858-EE91-9FE0-6BC0-F9F4002375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3607242-C40F-6E83-E8AC-15FE4460813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CB2745-F3F3-BCEB-EC15-C874C0123DF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3E5ADE8-85C7-72FF-0747-1432F3C295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226788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6155-EEA6-3C8A-A7A5-037FF07B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C4D05D-98C6-09D1-C501-F60407406A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3D1775-B78E-5B1C-C9FD-2C7AB4175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838285-E8AE-AD7A-CE1D-09CEB24C5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68D8ED-45AC-BEF4-E0DC-C0BD2A36D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074304-01EB-9180-C637-910DE0E41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46D9CE1-E22A-1F6D-9321-0781A800F6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1CE93A-6896-FF07-2063-9AE27A7DDB5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9FDE4F6-BC11-6842-27F7-BB2B05C5E98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2E2271-97AA-4638-BAD4-0F03A2614D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8AC80C-E8DF-8BB6-1614-AF12C734FE2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1B1FBB-27AD-4D3E-ACE1-7A81FA074D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848395F-D14D-2E25-34BE-F9B39A7ADC2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D52969-868F-AFCA-A11E-68B9BBD7048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93C4A2-0B2D-BB0A-C99E-EF0DAF7A5D3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21201C-5FA6-546F-2A61-3754A3A3EC9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49EA5-4DB9-B697-8A61-54B61A5B5A2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EC27EC-B703-59E3-521E-E9F7111BEB7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A914ED-F1D5-C277-8CD9-585EFB23EBC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31B3EC-002B-2BEF-D67F-F11C0B9EEC1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29E9E-91FE-7368-9E03-55F24867AD0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08476F-4CBA-E991-E8F1-CD84EF13A8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1C0F3F-4727-06BE-33AF-A575922AE4C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62FFD5-DBCC-7E15-5306-8EBFFA87D45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4EEB10-C77C-F108-D051-A2DC6790723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5CF282-6902-0FC1-EF8F-E032F7A2D44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FA31C6-DE18-DF20-8B17-86EBF86C0B6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AC48BE-4C5F-6EEB-EBC0-A611B63C91D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7E46E4-DC1C-DBDD-0607-4BA85BC8B00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35F180-C1D7-9920-A2B8-A1A493F42FF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65A606-B303-5DCF-8FA7-957A064ED2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8561486-2FB0-4059-E7A5-E6751ECC06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5BFC9-65DF-C381-7656-4176303AE92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22815C-6C64-E4FC-EC74-9B726E540C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05780-AEC0-7282-A836-7BD8C9443DF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55339F-0EA4-9D05-A90F-D880019FF7C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F827FC-4723-2DD1-DF97-22355D2B1AF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1974A3C-05C3-D30C-386E-3343F6E6BB7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56ADCE6-16CC-B6CA-6A15-24B71B24813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4FC906-F185-3E99-9C9D-07FB26FFC6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D7A5F0A-4194-69D5-5C2D-0509901D3DA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61C214-EB09-3BD0-3DC9-BABF462B050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27F54E-EECC-98CE-F9A8-4454FED2073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47A198-150C-F12E-3283-3C9A84A344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6EDCCD-FD75-994B-829D-6AE25BE90B4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DFCF76-B123-407E-5303-646DCBA20CF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F17178-672E-1B20-7CC0-237D460534B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146E7D-EE8A-8830-E2DB-E891FE3F8FA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AE80AA-2023-B890-1DA5-ECFBDE424C0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0373E1-EB0E-291B-A8F2-EE49A13C99D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71FBE-82F6-566A-E245-AAF41547066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69F05-C79B-2322-44D6-83C17ED258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7ACAB-CFDC-5088-1FCF-C448DDE7ED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8A508-9F01-9C99-0E7F-AC257CF5EB5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7E5F0-8C50-B4B3-439F-B60BAD21527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351BEC-AFB2-CBFB-468E-B3FF82E5DF0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90C703-F3F6-6CF2-CCDB-B095C2DFE63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F51DD0-04E5-7F8F-0962-7DCC59C26B2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BA72CC-B643-4FAE-43B8-12E123999B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B95D66-CE3A-0F7F-4AB6-1CCD1CC75F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C690A5-9017-C10D-3891-215573AC346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D437C5-25D1-EF04-F7AD-F63D3DB1C1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AEFEB-83FB-043F-C117-F78AB1E596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9C236E-6340-F106-02FC-A305DF23BE4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DC6C22-CEEB-B7AD-3021-378513540F5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3011C2-17BA-FB2D-14BB-FF23AF0821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5881E3-82B1-2D17-7B7A-C5F943F5708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C01BCA-DE52-A691-6BFD-FCCE82F9C2F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45445F-42C3-43D7-F8C0-A342A385D3E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BEE6DC-28B5-8342-71C5-89ADE6CC046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34B045-1442-C1FE-8304-D2BB5824127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AA8421-E69A-9D59-CB3C-F0BEC9C3F7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6158EF-3C04-A742-7DA4-A1B154EAD56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0226B87-BA8D-BB2C-502D-501752B9CE7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983F7-6027-1C39-25AF-8CF35C589E0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A9829E-561E-3B5E-A8AE-D4099ECB0D6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90340-5745-FE76-B38C-2314B969F3C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62F6A3-54CE-97F8-8F95-4392D93E3E7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72145C-8EE3-F0A3-92D1-F84078ADA4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FBBAA-CE18-71A0-0237-935A66C44BB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5BAF6-0396-3FF2-9443-6E7A8191F2A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78DCBE-6A43-D522-BBA1-3026668EF06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3E864-16EE-00EB-6C26-544E48CE481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A13060-36B8-C747-4FDC-388F75C7D1F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2ED71D-A8A4-5AE5-CD2B-5A57B9155A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193C5E-9AA1-6F32-F40A-5160E3114B2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B575C8-04FC-31E0-219D-B076392A36D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2441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10240</TotalTime>
  <Words>6234</Words>
  <Application>Microsoft Macintosh PowerPoint</Application>
  <PresentationFormat>Widescreen</PresentationFormat>
  <Paragraphs>5850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414</cp:revision>
  <cp:lastPrinted>2025-12-02T00:08:17Z</cp:lastPrinted>
  <dcterms:created xsi:type="dcterms:W3CDTF">2024-03-19T02:13:08Z</dcterms:created>
  <dcterms:modified xsi:type="dcterms:W3CDTF">2026-03-13T12:51:34Z</dcterms:modified>
</cp:coreProperties>
</file>