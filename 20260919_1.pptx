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457" r:id="rId2"/>
    <p:sldId id="531" r:id="rId3"/>
    <p:sldId id="532" r:id="rId4"/>
    <p:sldId id="533" r:id="rId5"/>
    <p:sldId id="534" r:id="rId6"/>
    <p:sldId id="542" r:id="rId7"/>
    <p:sldId id="543" r:id="rId8"/>
    <p:sldId id="544" r:id="rId9"/>
    <p:sldId id="545" r:id="rId10"/>
    <p:sldId id="546" r:id="rId11"/>
    <p:sldId id="547" r:id="rId12"/>
    <p:sldId id="548" r:id="rId13"/>
    <p:sldId id="549" r:id="rId14"/>
    <p:sldId id="550" r:id="rId15"/>
    <p:sldId id="551" r:id="rId16"/>
    <p:sldId id="559" r:id="rId17"/>
    <p:sldId id="560" r:id="rId18"/>
    <p:sldId id="561" r:id="rId19"/>
    <p:sldId id="562" r:id="rId20"/>
    <p:sldId id="563" r:id="rId21"/>
    <p:sldId id="564" r:id="rId22"/>
    <p:sldId id="565" r:id="rId23"/>
    <p:sldId id="566" r:id="rId24"/>
    <p:sldId id="567" r:id="rId25"/>
    <p:sldId id="568" r:id="rId26"/>
    <p:sldId id="573" r:id="rId27"/>
    <p:sldId id="574" r:id="rId28"/>
    <p:sldId id="569" r:id="rId29"/>
    <p:sldId id="570" r:id="rId30"/>
    <p:sldId id="577" r:id="rId31"/>
    <p:sldId id="578" r:id="rId32"/>
    <p:sldId id="579" r:id="rId33"/>
    <p:sldId id="580" r:id="rId34"/>
    <p:sldId id="581" r:id="rId35"/>
    <p:sldId id="582" r:id="rId36"/>
    <p:sldId id="584" r:id="rId37"/>
    <p:sldId id="585" r:id="rId38"/>
    <p:sldId id="586" r:id="rId39"/>
    <p:sldId id="587" r:id="rId40"/>
    <p:sldId id="588" r:id="rId41"/>
    <p:sldId id="589" r:id="rId42"/>
    <p:sldId id="590" r:id="rId43"/>
    <p:sldId id="591" r:id="rId44"/>
    <p:sldId id="592" r:id="rId45"/>
    <p:sldId id="593" r:id="rId46"/>
    <p:sldId id="594" r:id="rId47"/>
    <p:sldId id="595" r:id="rId48"/>
    <p:sldId id="596" r:id="rId49"/>
    <p:sldId id="597" r:id="rId50"/>
    <p:sldId id="598" r:id="rId51"/>
    <p:sldId id="599" r:id="rId52"/>
    <p:sldId id="600" r:id="rId53"/>
    <p:sldId id="601" r:id="rId54"/>
    <p:sldId id="602" r:id="rId55"/>
    <p:sldId id="603" r:id="rId56"/>
    <p:sldId id="604" r:id="rId57"/>
    <p:sldId id="605" r:id="rId58"/>
    <p:sldId id="610" r:id="rId59"/>
    <p:sldId id="606" r:id="rId60"/>
    <p:sldId id="607" r:id="rId61"/>
    <p:sldId id="611" r:id="rId62"/>
    <p:sldId id="612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95"/>
    <p:restoredTop sz="94618"/>
  </p:normalViewPr>
  <p:slideViewPr>
    <p:cSldViewPr snapToGrid="0">
      <p:cViewPr varScale="1">
        <p:scale>
          <a:sx n="111" d="100"/>
          <a:sy n="111" d="100"/>
        </p:scale>
        <p:origin x="16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03C9-DB67-00FF-5D8F-CA72BA945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4B42E-3777-819B-9EDA-EFA108A48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F4836-7435-9C2A-0398-C4425B101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2A06E-AFC1-3D3C-AAB0-C5A52D095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37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2651B-BD20-24E5-32DE-AECD130B4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64224-1DF7-7E95-3B93-F82BE8C0D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6F49C-0989-AAD9-CB77-50A4BA0C6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0A99-3235-39A4-7256-96D783CB0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4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A3010-8A12-C565-9A83-D359690A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EBD18-691C-0AF2-12E2-06796A234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A1340-4832-7B6D-B47D-5DBBB4289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032BD-F170-235D-71BC-2C91B0666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27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B7521-357E-56FC-2E85-4CC5FE4A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A7C1F-5576-D80B-16A8-7D8393216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F26A6-AEB5-A31A-F195-7857618DE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3BCFF-9A6B-E4A5-31F8-4C32F1548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73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3F07-4C39-0C8A-883B-BCC4E4833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51C5E-7E33-4A03-3756-ABBC8B5AF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EB654-6C7A-3943-94CE-823A47E3A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BBEA4-BC77-DE9D-1E21-2F5302063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0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55F7-A051-F7DD-9C88-3434B0A6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F1D89-22CB-3CD2-F77D-D52B248BD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46CC7-DC4F-9A04-80F2-9F11AE743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EFD6E-348D-2145-6F13-81147BE49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28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29D37-A8A9-0488-85D6-1F6275F6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E9010-907C-2619-8A32-26FB53480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1FEB9-4E0F-9FF9-9CD0-9758A4271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4F978-D9A5-DCC3-B411-34CA2EA84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75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F4E4-1C66-8421-1D2E-C027F5117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107A7-FA6C-016D-0C36-B0D793354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B1857-F9E6-259C-B8BF-F9A56E372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7A0F4-0CD6-381D-7D5A-14E8D2753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45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E7747-B5CB-FC6F-B604-34A5B98E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FA6B4-EF2B-0555-06BC-826933550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5A58D-854B-C5E0-4CF7-127CDE78F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F25E2-5128-02E0-4F0F-EEB304370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60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EF716-19C6-71BB-95B9-10A8BD636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EAA85-347C-157F-68C4-68231224D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A8B43-CB9C-50AA-AD9C-9787DB235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0D3B0-9B98-F8D4-A17F-44849FB1F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22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C450C-56DE-FEA4-978F-851121C49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C1ABE-5D1A-8FA4-5955-EB12F5E61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5FFBA6-2168-E3A6-47AC-84BCB83D9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1D1F3-3D1D-0D3D-12B2-6EEB7A2F2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70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91AD-0260-E44D-E5F3-88A37F0A6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3E26E-2D89-35BF-7EA7-A0C976E12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E8D20-839B-A119-A1D7-02D7B5128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9E6FD-D25C-435A-22E8-CE8A92171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16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013BD-E115-4CCF-C028-B043C3959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4B7F9-C49C-C38D-481E-C56567703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5F622-9F44-BE47-0962-A6691D642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4DBF1-1029-AFAC-5F2A-8C1C8AF6F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5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AE16-05DA-270A-7802-4252D2F1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2FF84-C6BC-3F15-F7B1-0BDC7CE9C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4DAC9-DB4C-3558-891E-709BF2075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1B369-6A84-C72B-F0F7-A47967895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17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AC02F-1642-7D01-E8A3-83966ED9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429EC-940E-7333-9FEB-D9E7A7181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77B46-72F9-1814-2BD8-1A72F25FF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35437-475D-D584-C24C-2B6BD30DC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543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5BA4B-D297-1E22-6580-9EB7C7BEF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4A414-7C26-C8A2-6A2D-DA3F5A88E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A0EBB-0E4A-44C5-14A9-FE5BC6A1D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CBC1D-9F5A-04AA-A1BD-C18927055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654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A80F-C4E9-85A0-5615-FE4FA588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13FD1-33FF-DF12-7FE3-13BB09764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AD204-137C-34B4-4AF7-AFA013181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3F810-F3E3-401D-BC82-8A5F52A6D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13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313FF-7B1A-437F-7C57-7A47CFAB2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B473D-B7C9-1D3B-7A24-1C9DF0494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2D660-3C8A-63FE-B8CD-C1EEBF707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2BE58-78E5-7334-C5A8-30BC93EC6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652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4AB7A-3CBE-97E1-F06F-77107892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A98FA-6F9E-1F3D-5AF6-3CD6D4A21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30681-C6AC-2FDD-660E-DA0CCDA78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E4378-9A9C-5544-B218-064D220D8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5884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7957-B785-C1D8-943F-B2D35A36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7994B-411B-D235-E1F3-C61E49296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B1C55-077A-0C7A-844B-7311692AB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71841-4067-0CFE-3B93-AFC3AA97C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116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D02A1-A454-EF75-7B4C-F8D9A135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1987B-5DEB-F440-30FF-C02434478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0CE32-E1C4-3FA2-7157-42A3BAD7F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01401-1D78-AEB0-B257-7E39A6D86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205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8D107-B577-8CD6-606C-242678C5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F2132-952F-257F-92D4-5273CF2E1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677EC-F799-8601-369A-0C7DA26B2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716B6-6142-7DE0-6FA0-023A8F408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794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5334-55FA-F99D-AB99-805270DA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740DD-EFA0-CB94-ABFF-6E603F58C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DE835-6499-173B-EC4F-D818AFD93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65389-17A6-1E06-DBC3-DBE26BD35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012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4C03B-D761-5357-048E-E2E3C302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BF1CE-430D-6B4E-8925-86D2FA592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CF3AF-B0B0-5C1B-0041-172D1BAFA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D8E4E-E9ED-8C59-638F-2670AF824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18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F07A6-2997-6EB3-981F-4C3611F51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6D0D5-2FE1-E263-7A70-AE9B46B3A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71E44-E93F-D7BA-1D0E-3419EEED8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E9BBC-E260-5554-6409-01B21B32D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800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39E9-DF54-6AE8-CFCC-57279BA9B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B0D53-2009-176A-4FC5-F2F09DA41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3586C-7A67-C6B0-C63D-83FB479B1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A0184-1A15-8855-814C-106C08A85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770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D3AED-49A0-4B6E-9DE2-E564A3BBE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FEE23-4182-904F-AEEB-4FA423AD4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9847D-F4D1-13D5-DD38-2D3BB01A3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9241D-7DB5-2EDB-7D1C-EC4E2A569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426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915D7-982B-6AF0-0059-6EA871F8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E2822-9702-5EF9-A6AD-1F33EDD99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1DD47-B2FF-095C-BC7D-DE5E04AC7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A6161-0555-7CCE-CCE9-60298E3E3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52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F956-24DA-6194-FEDA-241E3441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80109-99D2-E889-4C08-880A129B4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902D3-ACA4-5B35-D106-311398E80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53445-67A7-8CDF-CE80-E12C5520B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682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781F-C6C7-6999-5B28-ACA8E2B9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BA8FC-6ECB-EE12-A926-3B90DE614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F3052-20DD-46E5-C349-142C53C14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48C6A-791F-0ECA-1649-66C4F6CA3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441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0819B-E460-074B-D70E-A4411734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3CB50-846E-90E4-7B79-ACDDF8A91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25CC6-C1F1-BBCB-2BE8-B05D9D7BF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5C66C-B1F6-E700-666D-784DDB4C4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862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961A4-B36A-C895-FDCC-4F8B350E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F7DD4-6697-83E6-76FA-ED48BF717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14535-3B47-3520-B106-C371BA9CB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9749B-49E0-0D0C-56AD-8C76ACF32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132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6E147-2EFD-63BC-CC15-1726D5E2F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2000A-C290-A48B-7224-55AA5DE55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AEB95-08EA-2D9D-9408-CF614C057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06A85-8222-714D-01CE-66FE4A0C5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16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34D28-51FA-EA76-5A64-A8E67251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79545-3E65-FA8D-3F76-451C3BCA0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94D4E-BE69-AC37-A8B7-B086DA271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BAED9-D61E-1EC7-0FC9-182B7C5B2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536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A7AD9-6D3B-07FA-0D18-8E698532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2E74A-8F9D-0802-755A-E91F7DC8C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AA931-5802-E02B-573B-0B51C7155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16807-191D-222F-C606-44D4DF3F6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598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C12A6-F358-0033-0D64-54989D55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A3219-B0A6-2CAA-C9D7-6F46E2B54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64FAA-BB1A-2E4D-48C5-D1AB373DD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99736-F2D0-1447-A2A0-96004A560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1243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EBC8-BAE8-39F9-0500-1A071127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B74FD-4C03-DB79-B3C8-8E8BBD9DB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6DBD2-9ABE-6A9B-6888-998CCD1A5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60CB7-95F4-627B-F024-708AA01B4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348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C470-EFBE-DEFA-88C0-5FD8AA98B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F8C54-5845-61C5-8231-9B0E0E2A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D091E-6826-F65E-820A-3B20C8B53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186A4-F196-0C87-F6A5-88EFE5F0D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519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339E2-5242-E820-DBEA-555EC5BE2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6E3FE-21C5-BB9E-175C-44DA7B786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29AD1-B2F0-AFD6-CF1D-9204D9039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5B9FC-126C-4D25-CFE2-5069C8F97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911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0D00-8C3C-09B1-6B45-81369DB2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5441D-195F-78EA-4C4C-9E3DB8229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9BFA6-24AE-2FD7-F42B-9FE5F51CE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B6634-0654-6E28-3698-41F046F9F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14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B6FB-4788-F24F-19C2-A1410803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31778-A73D-F963-57C2-FC12A10DB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88DB1-2C11-4904-E765-0A001841E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9A0C5-228C-2A63-EE33-715AC163A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301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D811B-AA25-DBAD-D06D-290B18975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3ED00-B74B-5311-A7A7-D66C77A78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A3937-ACEF-9A1C-392F-CFD34CD30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80CD1-4B48-1751-9445-35E29E13B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301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61456-C565-BD45-6008-FD5CD69E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B5A55-ACAA-D5BC-64A6-C664E6F06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67E43-F735-B5AD-B16D-908C3A0BC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4572C-1E0A-BC3F-7E61-A9063F6DC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83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BB138-5C71-20E7-7B7A-628D627BD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C2E63-41A2-2D7F-7C3B-BDE7CD74E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2E0DD-484F-73B9-F4C1-5437FEF32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415A6-2AAB-567B-BABD-58E4E406D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326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E087-5987-3ADA-330A-6B1C8DB1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20458-9C46-8560-FF1B-305573E68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20EC6-3C9A-331A-BC15-F845D388C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203DB-01FB-E01D-0650-DBFFFCA98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202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1900-6785-93C5-1AAA-F887EAC3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C6246-8C2C-2DF5-15F0-5FC51E644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969B1-B26F-116E-74C4-6D8DC5D54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32721-7AD4-6657-5CB8-93E2CDC55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528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85220-2C79-235D-C272-63E6B42CB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088BE-CEC7-70E1-6469-112F85986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3F758-F430-A523-3D70-878D4CA8A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4C80B-0877-4836-BC52-E92196145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961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4FD82-E518-D982-4EA9-1A790F1F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9B47E-800A-66BB-F665-17F5ABBF2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7A493-5488-28B2-2070-A4302F7B4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04B2B-2B15-3CFF-3709-C78CA9221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562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2E08-0EAA-9FF3-60CA-907C6C22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4598C-1009-5DB1-7BE8-22647F75B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5A28D-5381-4F5A-E08F-4DA3EFE2E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FF513-5E11-49C9-60A5-3FA40E50B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827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C0938-FBC6-CEB2-E378-E58AA1185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424CC-A719-2CAB-29DB-D1A22DF38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9B2E1-1CB8-6B0E-CE14-4B8E42ECF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BCFA8-59C1-0624-F12E-4D0004EC4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63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EA080-5A06-95D4-CEB9-D85E31E3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232A5-81B8-9F2F-A9FC-C866AD103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61C82-D9A6-822B-05EB-FCFA82A52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038CA-80AB-16FB-F70C-09002B055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772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379D-9A1D-1395-D545-D0BED8E8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0EE49-7453-7D6A-0BB0-17D78822E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7D7E6-4A37-AF49-96DD-E4BDF6DEB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472DB-4E6B-D699-0903-8906FAB73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001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AD21-E82A-3B6D-BB77-D0FF893DE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B4529-D40B-C194-387A-1AF44C0FA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7565F-CD01-7A0F-EDB7-3B8FA4152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CB8DB-70DC-5028-0808-2419E4D7D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1417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1EB7-CE62-CCFF-75C2-4C1ED532C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5B990-BF94-7E1B-89F8-BA8C5D49A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E8ACE-B477-0032-C979-4AF21A9D1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87CB0-E1D3-CB69-5BCB-9A92E731A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429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6AF2C-45CE-9076-A7FF-B87964FC1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3EFD4-38D1-FA86-C991-E5E278021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BC236-7995-10A6-D111-4620C52AE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A2EA1-8584-C187-9F4F-6898944F6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9616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A9BC-8EEA-57A8-790C-9ADFA623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82750-E2A3-BF15-65B2-3249B61EB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E8FBD-61B4-4844-6A39-B82AA5FCD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8B88C-8EEE-720D-0B21-074CC4FAD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083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AF3D9-89BA-8B73-5785-5BFAD592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BF711-C8EE-E6CC-1105-F288E07F8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58DA2-1FD1-0C67-3B81-51EF8A68C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98C79-C9F3-37E5-9739-98A208345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2616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33BF8-2DBC-BD88-2C90-DB9C2168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98B73-ECCA-0D62-115F-50C495393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E3A4D-7104-95C7-9548-0B31427A5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7AE3D-6F7F-A4A9-DAF0-FD2F49F86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2606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F174-50D6-47CB-7D05-760DF1FF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AA6FC-374E-02D7-57F4-60E3860DE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176CF-7043-119D-B450-4E96BBDA2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07F38-32F9-6AC6-533A-D110E38DE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9279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5E95-64A6-25A6-66A2-926B23DFB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5009B-5C29-4E5D-D9BC-CF7068F07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8F51D-DD5E-C1EA-FE8F-687651276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4AEB5-E69F-0FA2-8A93-C310E31C4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7908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AA858-8953-027F-8011-3359F3E6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74C23-58EA-EA19-7E48-4F7A9D8AB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6E147-DB70-4005-27A4-333784F7C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29487-1B90-AB7B-D0D9-63EDD354E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70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A0DD66-2C0B-220D-A53D-F45AE0ACE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59059" y="443481"/>
            <a:ext cx="4548726" cy="485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D919B-6BE1-7B0B-762F-274300A8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204948-C283-296C-E01D-19F413D26A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45–(20+19) = 6, in 3, which must be 123.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55E2446-4758-DFC0-2469-8E09A48B5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0131DC-43FD-EF80-DAC2-88F367B9D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64221D-81C6-0D05-D3CB-AF418906E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3CA86F-4000-D805-916B-C61AEABA3B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89F530-5F3E-95F6-054E-775C67D5477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8D4FCC-995D-5459-EA0D-232FA327293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5848E-8E59-0A3F-110C-9198B13A539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254979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4553-FC96-0944-2423-393E4814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8F28DB-47F6-3A1E-B8F8-DC2F08B9A5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1, 45–(12+13) = 20, in 3, one of which must be 123. The only possible solution is to take the 3 (maximum), and to use 89 for the other two cells (also maximum).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E1182F-508D-28FB-2ADB-85A72F7A3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72F6FB2-17F0-1DAF-48DA-24121CCE8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696461E-2E1B-2B21-63E5-4C93C1624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8FD299-53FC-42EF-6E6A-812592A395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9EB642-CA1D-632B-98DD-81FC862EC78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FFBBC-182D-D789-A8F7-71995BFF4FE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0862D-1F38-BC68-2640-7A660475A53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6BD522-8665-7659-19CA-922CF025C93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3EAA40-E656-5168-D5FF-9E6827D28C9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2333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FE13-C41C-A196-0CB9-C19AFA46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CFBEBA-DA5D-2CFB-76CA-E17BFD4AE9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9, 45–(16+18) = 11, in 3, one of which must be 89. The only possible solution is to take the 8 (minimum), and to use 12 for the other two cells (also minimum).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106348-37E3-8979-63B6-0B248F52D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C141921-911D-8323-7327-B07CBC99B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F98BB3F-E209-42E0-A9F0-B762F6DC0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B63242-BB78-0041-4B33-77CED0405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A09ADF-92A8-ABEC-2B59-CC1ABB64B13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96590-2F1F-850B-5D59-4BFB2462015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7EFAC8-AF08-3A65-036A-846CE22701C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E8819-9EA5-952D-B6C0-F75D84B0905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CF7173-DDD7-5E7A-BCC8-B2F4CA23867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30C97B-ADAA-089A-6CF7-2A635B2B90B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35EDA-3349-C295-FC7D-FD9524DA6A6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516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4418-D6FF-8E3B-3988-0E69D3AB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234377-F7FD-323D-8A2E-2D605BE018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45–(18+17+3) =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11A17B5-218B-9905-E0C7-BFE6F3D85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960E7F-4657-0674-BE2C-B2CCDF2E1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CF2767-9350-8A7B-D3EC-078FB54AE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1C2088-570D-59EA-45E1-F6A1779DAD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3E3F3F-28F3-3A87-706B-87AB680EC58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DA5CF-3226-7B93-FF52-6BBFB977912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01F0DE-C37E-4D87-0445-EA69DCB740E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5C547F-24A2-BF24-5389-514F62381FD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59438-A7F7-EE18-7DE7-F905AD84E49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732EA4-F704-B85B-FD82-305C976801D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8B416A-A7D2-9AB8-E5D4-402444EC6DD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356756-98DB-7DC6-0FF6-9653DD211FB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22135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10A61-258E-2174-3C40-BD4C12203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D0C776-4F42-15F2-DE7D-3DAC73BBB9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(19+13+18+{12})–45 = {67}, in 2, without 1 or 2. The possibilities are 33 or 34. However, the solved 3 forces the fit and resolves the 12 pairings.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E44018E-E615-D379-67C0-4E59DBB45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CEAF1F-95F3-C200-8764-95513B165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706D77-57CD-5587-9BD2-732008569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096183D-AB94-92A3-6681-020FD46BE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5CD6B6-260C-FAF3-6E29-3227BC15518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64A62D-6720-818E-345B-D85997639CA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EAA17B-79B0-0BC2-F002-0EC7C3243BE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EC950B-A39D-920E-18CC-251FF75B52E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E8110B-C3E6-9BC9-1417-87E78106473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F64DD5-4CBF-905C-19F8-41DF53DFC06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24A6A-0457-D801-9DD2-10D0B7BCD27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80685-6014-5CB6-D3AA-E30B3466D06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5FB2E2-97AA-5F55-6C6B-A9EB0D432A1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75C244-F4A2-AACD-A8A0-8AB9104F97F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369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F6AEE-DC62-F421-10E0-959FA0A6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C93027-0A8B-EEA6-78F7-32F595C8B9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left block, (3+20+12+16)–45 = 6, in 2. Only one solution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4BCEA2-9C61-97A6-B8E7-CE8FDFFA9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0C48B1-FC6A-FE05-22DA-0F8BF8157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A594724-9C2F-9595-5F82-1DB18C0EF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573E9C-FBB2-89E1-1E49-5014709571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CD7484-7F41-CF24-830F-32F647964AE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E9D588-E947-6BA5-D54E-A467627A0B2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5A9CF5-94AE-809C-8407-7439B74FB19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B737AF-90EC-ACAF-1972-1235647EE74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7429A0-0FA3-4FFA-CC76-F7EDC870E82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53400B-5F03-19BD-BB91-33EC29E68A6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89BF6E-D2C4-9366-E446-CAC735EA908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1749BB-50E9-64D7-214D-49B56DA32AA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0BCCA7-332F-9FFE-4FA5-FB820DDF213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B38E82-1560-CA58-DF01-DE897ED2012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1811D0-49E8-895D-8754-DDAFB45A71E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50811-14D0-2615-6A88-FBDC7C5861E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56614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C6E88-4F23-7248-E8CA-5F73439F9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50F4FE-4B9D-905D-1D57-FBB121742C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right block, (16+17+18+1)–45 = 7, in 2, without 1 or 2. Only one solution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FBFBF1-9E98-C4AC-9343-F10AED96E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5323C5-B25C-505B-06E6-252FD8D14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4FDCAA-5F34-FCE8-6964-53BC85AEC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3D325D-CE38-1C1D-5822-1F045E3903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A4D975-8762-6BA0-5D33-709C6DD320B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7CCA44-1D73-EF39-D26F-C381A4A6C6B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08A9C8-5E33-B67E-61C9-4199179ACD7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2FF4E1-C979-4132-4203-CDA9AB7DCCA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790F2C-10BB-33A8-4DA8-BFC1BA27AC3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0022B-85F2-2FAC-1FE7-DB177F9436B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CDEB1F-5DB1-2C3B-5D57-6BD2047233B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86A3DD-932A-893A-FE54-77EEBC394EC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720D5F-0C8C-B50C-BDD8-AA29D05B38B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BBF7BB-922E-7F86-CE17-0576B30D6B8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7880F-9E72-6A8C-78B4-8D40A0E1A56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8B7629-D98B-4B28-D7FE-59298EE0C16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C15C7-26E1-5994-253E-C293BD0CBFB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9CD03D-8568-B07D-FD64-E90AD932A6F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96483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0C32D-9945-C117-4469-17EAB388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E461DB-9B19-95FD-B0B6-37C6727365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left block, (8+13+17+16)–45 = 9, in 2. 18 and 36 are precluded, as are one each of the orientations of 27 and 45.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5F2F56-C59D-2AA6-0933-6743D7F49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B08EC1-3066-7051-01A9-E6BAAA419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ED9DD1-AE33-7076-C27A-9C4C43F70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87366A-B580-B039-1648-C78F292063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1E453E-9781-7DE4-9A01-1B9AE54F3A5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6193E-B528-2E22-82FE-B7524D9683C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EFB78-6781-118A-8F21-9A894E6D09C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C365A-E3CB-2242-3A74-1AF574009DE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17F3A6-E7A9-BEBF-1548-0E3251CF672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E7C0FB-9479-C52D-5B61-E180BB2FE66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E4436B-15B8-483A-67F8-D3D01FFC9B1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648621-14D0-8929-6453-18F05C9518D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122C9C-FF7E-CE3E-B915-770E16CEFA7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D22CEB-984E-950F-A278-38304F13986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355202-FC9F-2734-5AA5-50BDA68EDB8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9B07D3-21A9-553C-BAE2-6A9B0FC1985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B27348-516F-8A07-9A54-355864B96C3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6FFB2A-D373-F309-DD35-0096CAFEC78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C43F1-4F57-E2F9-1483-9CCB597EE87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40B618-9DE7-08B1-D851-D908D5A7910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584288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010F1-EFFF-1ACE-4D7F-51515CA16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92F068-0E7E-E2AE-60E9-D5194EAF63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left block, (8+13+17+16)–45 = 9, in 2. 18 and 36 are precluded, as are one each of the orientations of 27 and 45.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D98248-12E8-020C-3904-5305178E7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F690F3-D664-3DF5-4260-FEFD285C2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019B7E-7BDC-ABBB-70CA-DDBFB37B8A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82C750-36FE-28CB-0D78-80A4929EA7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A6C94C-3632-E631-53BC-6112009B712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BE3C43-5DE1-48D6-590D-9BA74617B53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168499-F703-DB27-1F08-B836FC352E6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75BE6F-9849-A6EF-1005-0817F36962F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5309E6-7B57-3720-2F86-31A026B52AC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002307-EF7E-0ACD-16C5-7BDB988D8B7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865CCC-1774-C36D-4ADF-37C8E4EDE64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BA5230-7C74-13A1-06E0-E12444D135B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9402DA-AB9F-B6D0-442F-F65B40BDA4B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66009D-CB79-91BB-9E89-975A2CC13C9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CDD56-6A44-28FA-C06E-5780B40F824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F7D2E1-4D42-1492-7B49-9FE5DB494A0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860D4-4B0F-3FE7-8735-74A6F511E63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0BB1DD-C04C-FACC-6C7C-4AD39881BCA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81062E-1E63-B3A1-9F4B-FBAD27CC4B7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E99202-733B-DBB5-9B5B-7E1CE97D48D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3025046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FC55-756B-27FA-36F2-97B4D83F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8786C7-60B3-6373-E197-5FEAE49CA2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3-cages, where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7507E80-4B1E-3ED7-8FF6-68AFCEBF1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68E6DF-4856-989A-7A05-99985917B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100ADF-3916-DF57-4CC6-88807D7BE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C382E2-FA16-57B4-94C3-6D6D1971B1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784218-8A10-74FA-12A3-6D3D437C867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F6843B-2565-672A-A2E3-E90717D7F06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D7E5B5-702A-482F-A2E4-F8D3692DD11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36076E-47CE-3A3D-3E8D-76BC1976AA7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084F3B-238B-B484-301C-B5B2B647999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56369-656A-027A-ABE3-406FB52CC25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282185-DDA6-A893-1009-688A2304DE6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E177AD-D92B-45FB-ACBA-970914244FD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2CF74E-EBD1-93BB-76D6-82F8BBFD32A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403BC6-5270-6E2B-8354-157171BDE9C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EC784-FA1A-59EF-9CAD-13D99A2EE05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8F7EB7-3B2D-49E2-1DBF-1B524BD3CB7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2C5F-E1D9-C33F-D916-5BF8D429654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0F358-F496-738E-B546-740FF49D81A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3E8EE0-E897-7664-AE49-B6A0C50AF7D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634F93-7CFA-742F-8A02-22AF4DEE61B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02C8D6-60D5-C813-CB0D-C4F0343FEFD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68A915-DB91-903A-D598-81C75131BD5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3460AD-3C52-1287-1D66-587BECB4BCF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A9E2A2-E634-F55C-58CF-6905F1754AE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5CF484-167F-031B-6029-F94BBEA8437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65F533-5910-A079-A51B-9DF6D7598BF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AA723A-D713-8EBE-4F3B-E135672D0E5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529743-4C83-86A6-D334-9E59DCCD3D5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F01F0C-32B7-7F39-B148-10F0758E5AE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0E001F-AD11-FAF3-A7DD-C73961814D1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F00A02-BCA8-8673-A528-0BE1123DEB1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CAE26F-C22D-CF29-8183-A37DC8875D7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2341558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AB63-4421-D88C-9DEE-0B39D3AE8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421D11-A4E4-370E-3DDA-992EB45106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5433007-5893-7E26-F2DD-F8A8FE1C6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F1EA91-B460-304A-A98C-4686048D8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A534E3-4091-D4FD-B215-5FF35551B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7E779D-9FDB-84D2-82D2-629868298E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515F37-3D37-FD96-3A5D-177A764A7CA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FBB3A8-83AA-0035-8979-74C53E37096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B7CA54-2598-0594-A54F-C7B0DF68623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612A9B-D847-CE5C-CED2-2915E3D7FFC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5DCE63-B44D-7848-2E8C-B01C72D1F70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2D2E18-2E0A-3038-4DFF-22DCC780061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3E2F0A-AC66-7206-1D64-13420AC2ADA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461CB1-9378-BBB9-ED61-E74D0410FB1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0D9306-67AA-6BAE-058F-1C8A63EE018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42AC69-3C74-F088-CCB6-30071C87299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3A2FD-CDC2-115C-2BC6-6484DE3C101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88A9E-EE2B-44C8-2AB8-98A4663810D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EBCA1F-C3D0-7337-9790-7B9FCC82E44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C65415-3032-9F9B-7A5B-4340EE5806D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602C13-05C8-3138-82F3-8A1B467C3B1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99A390-3C08-DC75-1977-9FD60A0F4C0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ACED2-EC97-876B-96FB-F56F327258A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1D145E-E560-BBD0-BF38-70E40FB57BF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F88A0D-F9C6-CAF4-60A8-B787026487C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5E0087-363B-005E-4B80-854F9C130B5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992A5B-EC38-EDC7-9CF5-E0206822B78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873525-3873-0D21-BA6B-5F8B9283B45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3A93A7-6ACB-F4F0-9F71-67DD525E389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16BF29-5E12-DDDB-B2E9-CA73A330750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0CE400-3757-69BC-F8FE-EF9E381051E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429B7A-A252-0DAF-A24C-3D6A62811A5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CB1F4C-2C4F-D8BB-ABCC-BA3A10B9238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445D39-7575-8506-7197-19B1A7EE516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4203735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AF4B-F7C2-01D4-FE9D-B29A4115D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D381A7-0D02-D962-BF47-8D681BB06C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F1F644-20BF-56B9-F26F-CDA3AFC98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14BC0C-6042-0339-3583-0C8AD7DAF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CBE96B-94FC-653E-6C22-95F27DD17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3EED24-9A49-CBFC-9E94-FE949B175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0340DF-EF35-89F1-9E4F-597618DB41D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4BF26-8505-DFFD-AE06-5B1D64F56A0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DB4F2-785C-D0B3-A40C-23888A838D7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7B59AF-6404-8A54-49D6-E4D5E7AC46F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890953-A1EE-46A1-EFFA-B7FC87B7A2C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3B79B8-CC40-0E6B-A8E8-B196C0A6F52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3C690F-5748-3981-8625-EABA4F64663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231BA6-37EE-4200-336B-B6C3A49B075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32C0AE-1C76-3224-25F5-825FC6A9B55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D6772C-E766-F5D1-F52D-9CEA28B73F4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036C83-1127-508B-CE7E-7AB65B2EFDB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044E47-E9E5-8090-9D9F-3EFA2B9D678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12706-1DF7-2ACB-AF7B-DC29CBADCFE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E89BB6-C8C6-0B53-2CA1-6D41E59A562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436117-DEF4-2792-6743-98583D59617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AB66E2-34F1-E007-2FE5-02D1FB06AE2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B6CA15-6FAB-E47B-3A3D-B3B8E2F0055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4BF67D-E352-0847-6EC9-50EE3D752E3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6D4C5C-BB58-09E3-41F4-8DFC5C8D00E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EA0E83-BF6C-D560-5A47-0C510D8D39F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9BCC38-50D7-159C-9B3B-D34EDE224E2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688F1B-439A-9EFB-F514-DC55D8A9C45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8C2E2E-4DA3-C0D1-04C5-61284C3F7A2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7CE975-6D68-A522-9149-3E2DF0A9424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49C902-14C4-ABCA-D176-33CBDF8B561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606CF2-80A9-DD7E-8826-400EB508525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D6DD90-8045-EDBF-96B2-72AE7D92689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B7B187-29C6-A65C-33DB-61F266B76BD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2807566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2653-6F57-F6BF-C23E-32DA744F1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EEB323-06C5-3BE7-37F8-D815FA0BD9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6E62E2-6E89-C4D9-5AD5-25CCC2053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2B985A-F477-C90E-8F73-D5EAD7C8B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FE712C-FA38-7015-C727-591D55A2E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5F66A9-0CD2-3835-FD66-6BBC320401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E0CED8-D855-DB7E-5AE6-A7686A91E1B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E6800A-D1E5-753F-F705-86DCECABDF4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D4BE-6933-E93E-6F8B-AE4D21112FB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C2EAB0-71DA-3F13-56A3-DA48CB3B139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8C5357-5776-009E-999B-9A5946A42A6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20E770-36CD-1ADE-E01F-FD8D4ED1DAE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0693EF-F351-A409-1CE0-628545F8778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51DB12-9BD2-7D60-28D2-F3DD834CFAB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DA8724-C71C-B88B-6F5A-1C009B4BC18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28ED05-95B9-B124-7DB2-AFCFCF5ACA1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B656A-FC5F-52A5-9A71-FEEDC03C32B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62EDF-8116-FA39-7F5C-C735580BB45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A2528-A34D-CF9C-5CA5-0C1A2179C8E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56CDB4-BF39-756B-0330-93F14A5AEDC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047A01-3B87-3C66-6EFF-B9A91194591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8E72D4-A7DD-E1C0-F30A-6B199FC8902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4209FC-F801-1E92-2093-E9A02F88FA0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B6932F-7D3B-17A6-A880-83924661988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8FCCFF-318A-FE2D-BEF4-8B2F113D397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FDFA6D-AD52-EC28-6347-199C8668B48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AE6AD3-D4B2-D8F2-54EF-E12695BB732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B38D98-A459-A1BE-05C7-7B9C0A0982F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140E14-3178-9523-EC33-1D681379023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A3B77D-3C07-FEDC-DE57-38C23DF2542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0C7BD2-1958-F100-FCFB-368292795E2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49D2FE-CD2B-3B6B-BDF6-E6212D6B418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390398-9DCC-681E-481B-542BFF1A4E1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CCEE93-E79C-851B-3D37-683ADDA1AEE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3397497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247CD-2394-BB0B-1E43-F7F05FAC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6FA066-D621-A074-F34B-AA345348E3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remaining two 3-cages, as well as the 4-cages.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7E736F-1FE2-42A1-9091-DE40AAA82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E29B03-1821-7010-1E2A-FC73CF744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996F94-0965-A87A-1324-9BE8D2CB5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96AE088-9C01-838F-5CF0-68E95387D7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F4D057-AA1A-45E9-6277-8A4FD0C2E8B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8F648-F6BA-53E5-84EA-6EC7A3706A4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F3AA3E-2625-4987-F6F8-219D8D8E460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E359B6-59DD-BED4-0D21-F0D352C8371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61CC2E-559A-9D39-03B6-9CA4EAE54BC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1979C6-BB10-4D0A-A956-A5F4FA46E7B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492652-78B5-FC47-A111-886BB2ED67D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D58650-C173-4EA8-E018-206576BE0AD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B46C7B-25F7-60AD-BFAE-1B3D62A15FC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FC1819-91F0-55F7-65A5-C22ECE3798F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2EB555-DC83-7050-0281-34C759659D5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12F9B-AA61-B917-D0B0-6B32AFB0E19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23FB69-2BA0-95A7-8FCA-E327886CECD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086FA0-BFA9-890C-D018-36860A7722F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CCBF20-AA9D-F29E-978A-0CC8E7A6350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000D4D-7456-FEF5-8270-8D6C1AB275B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417EA9-F4F8-0A28-F3A1-E2C4F2535A0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21E69C-74B1-9C04-A396-6CED3877DED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FDFBDB-01E3-DC7F-E7EC-D632CEC8BC0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5806FC-2B0C-CD1F-1BB6-6BCEFA91E04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AD1F81-64C7-B1D6-EB1E-F5C9CD665A3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E2EACE-0078-A1C7-74FE-F129CD3D85A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83B5B2-BB06-A43F-350A-B789229F3F6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3D3870-1A23-B375-F7DE-F778A4CC3E8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0BCE3A-C8A5-93CF-0EAF-118A888C1AB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A339FF-326E-9627-A776-2A55D09E565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6C851F-CA02-3124-E629-EE8CBBCACCD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F1BE87-3935-3BA7-1B58-D08EF8076BE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7D64AD-0C25-97A7-6D50-DAD7B12CDC5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831F52-8C75-9A62-D292-5E0A0E6CFDA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CC711B-9B56-631F-F971-E05851940C7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CFEB46-380C-CE32-0D15-CF34CB6EE8D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2465BB-FA69-03D4-8F77-853A7C8BA80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1EFFEF-A1AB-C415-317A-7C775CC1774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1A0BDE-C7B7-3DB5-D145-61BB2B23E7B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A7FB02-CCCA-FFA6-2C64-C2EDD8F064B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9187CC-5FBC-8CEC-A513-0192C7B5371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76B617-66D5-0E4E-3FE9-AD3CC938637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6A2A15-946E-3652-E373-B61BE2055C2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ABB2A6-4080-7E8D-E0DC-3811C13E56F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903F25-52B7-9A7E-AC37-B1D7FFCB5BB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05C1B6-1D4A-568E-E3D9-122C0DA505A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8D4738-679E-2A33-2841-030431EFE77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2F8DC1-A6ED-9E8B-921A-F42AFC6F556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F64EDA-10B9-5524-13DD-FB1A70414B2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5DE0A5-BA61-A335-E420-E969FDB9829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6C541D-14AD-CE20-E67E-E8D51A0BC3E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75D17A-B99B-46A7-4677-66122A320CE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</p:spTree>
    <p:extLst>
      <p:ext uri="{BB962C8B-B14F-4D97-AF65-F5344CB8AC3E}">
        <p14:creationId xmlns:p14="http://schemas.microsoft.com/office/powerpoint/2010/main" val="1282931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F43B-1466-A9F2-AE9B-D1CC19F5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744E16-0332-F93A-28AA-3F9BB2833F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left block, since [16 in 3] must contain 5, that resolves the [13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E26C97-5119-36C6-2AEB-5F5548AE0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78268F2-81FE-2D4F-475C-D60F5AC8C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3CDCF0-B951-F09D-F4D3-743CFF82A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5C2509-A483-01FE-5198-00FE76BF5E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BF65FF-E5FF-81A8-D995-F5F4778EAE4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0290E-E827-EF85-E51B-BCB32022397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2657F8-EFB7-A02A-F4C1-F9D2AC1878F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2A41B-86E7-E344-FC4C-81F49EBB01A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805A13-F0A6-E728-1096-B73819FED4C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20769A-801C-80F5-AC21-B9CEA9577B5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03529B-D7FE-A2E9-E0ED-9E6E74381E0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6F307B-84D8-2EB8-35B4-463886B0D13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7C5E6E-525F-03FE-336C-19B00058F74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B31F65-DA7A-6430-0622-998A3DDC998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721CE-DBF9-2023-5FFA-16258933513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4B1A9B-1899-8BF0-AEE2-BF05BB568DD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DC8736-559C-C73F-BAEA-A291DAAC43A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0ECE5-2FA2-CD71-8CF6-7F3F677328A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4DCC0A-76FD-E7CF-3EFE-042F8D20531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B6C9CD-D3C4-119B-BA12-3811E38BBCE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B6894E-AD96-001F-E207-990005A4336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73837F-08D7-34B5-A135-E668A93EADF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0A5988-A49B-7ED8-331D-4086B1D4F4B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B7935E-6551-B38B-5A58-86B67CE96AB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5B673D-7EC2-0978-CC7B-7D3273839CA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C55804-BCED-89BA-1BB6-C1053646B72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1BF06A-5CE3-45BD-47EF-1264A55585F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CB3C86-0613-AF3D-BA7C-8B4DF90926B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5EFDF0-D479-AB11-A20D-B13EB56AC18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317257-F1C7-E403-2360-D801B35C6A5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587A03-D1F3-1CA2-B2ED-85E862710D9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8FCB3D-42F3-0944-F677-4E26F7FD2EF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82A0D3-29D1-D374-15D1-09FA2635433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685C23-D459-1131-5F89-E668CFABD3C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2EB343-14D3-4AAC-E758-E85DE202CE3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F2DE59-03F2-000E-49C9-DAFB0374444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7761AB-2749-A8F0-9C64-5526488E17A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E400A6-23EC-B017-7968-A2BD6AA2EBB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A2C6BA-333F-1206-A4AC-DF461D574B3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76F3CC-39CA-2B9C-3777-958848DD331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8EE760-A8CA-BFED-D2A4-B61BF2AC141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282D4B-852F-A281-63A2-61CC15A2048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98C023-54DF-A0D1-FC5C-8C17CE726E8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7CF90E-AC4A-B8E1-C636-6442256120A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F44C25-7A83-623A-AFA3-7C72847303F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F56588-B044-DE40-3914-DDD871B9250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904056-FAD2-A1EB-FE49-E38695DA1CB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6E8963-8052-832B-8857-EA5A1D585CA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786B22-AF66-B4CB-A4FA-A3A998AE2E1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67B40A-3C06-3904-7E68-F0EF4C706AC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64AC6A-B5CC-0473-94A1-41A22BA179E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2D6129-C18D-9419-AE74-C6310059C1C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</p:spTree>
    <p:extLst>
      <p:ext uri="{BB962C8B-B14F-4D97-AF65-F5344CB8AC3E}">
        <p14:creationId xmlns:p14="http://schemas.microsoft.com/office/powerpoint/2010/main" val="2614494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A9B8A-F960-84B2-F49A-921791D0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1211E0-0A64-7A4B-A622-4A9B239879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5584F6-1F02-BCCD-FAD9-C5336BA47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962A9D-ADB9-44CD-0FFE-D73938F2A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699D58-8A42-E46A-F9B3-2F69C081E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87FA9A-F8FC-36DB-E213-E883B047A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5030FB-AABB-E279-B3F9-EFFF5B9333D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9F43DF-F255-283F-9AA7-C2360CF626A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489D00-DE44-AE7D-A4A2-2A9B551CF4F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8A0FF-95FC-2220-A46C-8A8E6B8E20B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7EAAB5-B2A7-2BF4-E343-AFD1273900A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157BEB-3CFC-64C7-7F80-8A9A24E23EF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ADEF0-E17D-8E19-9A68-C3C935055E1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DFCEA-5919-13E0-0819-3778FFC8092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5890A8-782E-E3B2-2A4A-FD777429D68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3B8D26-2E15-FABF-16B8-1DD5236FBA9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6DD2F-E982-B28F-F875-A3EC13D9431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A25FA-E2AF-CC16-B615-164F315BA99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6F0A6-C2C6-B8F5-D702-196BDFFFFBF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C8FC98-141C-092B-6937-5F99637B98B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A87D7E-6D44-B064-577B-21899D36C9B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A79E7C-2FE0-8629-74B2-063017C55B2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880AC9-FFF6-600C-4E14-216D262DF54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ABBA0C-A61A-5D1C-36A4-296BC2DF3EC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193372-01CF-9067-E124-941E63F97B8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C703BB-790B-73E6-E915-BCFBCBAB3A6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44E78D-E932-C654-7EAE-D6F9D3FA035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E2B67A-0F59-8003-F6F6-E07FB372ECC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AA8BBA-B04D-40AF-1157-794E8AB6534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28E501-3E14-B9DB-4882-E92BB991E19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4E04AA-AC55-7705-3F10-C9F4C550EFD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12F14F-D8FF-F3E9-A3F9-E68553CB0F5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7CD24B-680A-1C90-9BC0-FC810F477AE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625B5A-2B91-9171-D564-442597CA4FC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AE9322-EC01-BE9B-BD6D-C579650B1B0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22E8DC-B577-BF3B-1E6D-224097DE700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B9C355-6E26-5832-35D5-E51496DE6E1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25EC65-E59D-E7FF-8C2B-21530BBA0A2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FA51D7-4EAB-F41A-8483-3CAA557CC61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BE555C-0DB5-2D05-5D88-F5A266F5A26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55EAD1-5310-7FAB-CFD0-5F71CBB590B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FC76D2-75E7-6EE7-FCD4-713A4E053DF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2E6CDF-D212-E96F-BBC2-F9500A11E13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4E584A-FF73-D18C-B225-AF85EAFBA91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694098-DA10-2800-1D77-9F5B4CD2A24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A2ABA4-93DC-D8C8-361F-EF2FA55F445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07E832-2673-2667-8C44-8C3F1BDBC12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6B3053-CE60-FAD7-3C3F-E8F3AD691B6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B785D4-CC99-7616-A48F-118ECA14C00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038E62-814C-875A-7A01-F71B34C324F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84D75B-153D-3CE9-B7E2-D37D03C98B3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3B3FAD-FFC0-55F9-FD02-555BAEADA57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68978B-7075-B711-8E63-66FCC49E116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BDACD-D74A-97E9-2C71-B0D1C05A067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24430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2FAA-B44C-B1D6-9B81-1E1792735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D627FD-EBAF-5E5C-058C-0B6ADC3E05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87F855-83AF-25EF-7F84-03217382E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AA181C-76C6-DE00-F4D8-D750CF8A7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2DB301-7697-07C2-5868-97190D42D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9544AB-5596-D717-DCDD-25837467D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6AB2FA-CADC-5C9F-A8E4-048E5AE9454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12FE0F-1CD0-EAE4-DF50-0B8F35E6D2B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8FF24B-78B7-1098-C748-1945F43A2D5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DA1FFC-76D9-649B-E064-BCA20AE2072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E375D7-199D-7D9F-52AD-6B2C6C4CD1D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6F830D-13FF-B5F1-3CD6-CD7673DCEF0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ED5DBB-E46C-7375-1592-582D6626891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C24164-A31B-7751-D678-AE6EAC02051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FF8B44-71EA-3238-1029-04FFEB40562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A15491-1E81-89EB-A3C6-D3FB180ED42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D2DDE9-D894-1436-BECA-AFC14CD57D2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B931F0-72B4-CCE7-AFBE-C0EA71E0381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E1EA95-E7FB-7FF1-6C34-BC3344317CB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8D60BD-F790-B9BB-6B7F-5066B80EA76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A98C3F-78EB-3389-514F-0085EE16569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70E163-D001-1796-AA7E-8A0D29CC235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38CC01-0FAB-A78D-5E16-082443BE5EA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279D2E-CDDF-1BC1-FE70-0D3C06E01D9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61E330-0DFE-2E12-C328-604585F63C1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2C78ED-DD5D-9CAF-7A42-82BB5D691F6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F65A45-B1AC-7C90-6868-5D72150EA75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CAE5C5-A618-A8F5-48B2-48FB4AF637A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488BCC-69C6-B0EF-768A-41DCBBCBE7F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D272AE-291E-3D00-F7B1-F8C4F8E66A9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6D093B-9A4D-B21C-3EF7-4C9C4B76885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0580FD-9D59-706E-E3C2-3BACCC38081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2A17CB-BD81-702D-EF09-FEA2B033794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2B6CEB-EEC5-FB2D-E882-B034E97021B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C82C65-3702-D74C-BFC8-8C8502C6809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7422C3-FF7F-7326-9478-404BC981C1C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0A5419-3AA5-BE15-C513-6D8B2CCF97A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62444-0095-D1B1-AE29-30BE6742479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2CEE4C-A7EF-6DD5-7BB1-7C4DF366740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B3069E-61E7-B85E-F3C3-D0B4CC06949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5EF05C-E7AC-1326-4383-B3288607265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FDCB2F-DC7D-59BF-4FD4-3B976AB682D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CBEB5F-EA0E-2DA2-C94C-22B837F0C60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577F55-CF4D-63D6-0584-38F2B9720BF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1E8092-7763-621C-5254-6D957158EEB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05B845-AF10-F417-3332-D75957F2C7D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C1EE8A-6CED-A718-9ED4-CA7F2A1FF3C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5E55D1-5274-8D62-C648-FE85396EEB0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6B269C-2550-ECFC-9B9E-FE76004D9FA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303281-8C5B-C42E-FE4D-03395C95756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D2BF74-EB88-404B-8789-A8F56EAE012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545BC2-F2D1-BF31-F9BD-6C4FED93918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3CDDCA-9A23-8AB9-0CCA-CF5EEE6C7BA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727172-4158-35F8-6CFB-8CA53D5236D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78711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DC983-BC05-AEA3-3A37-993D6B3FA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9F2E67-479D-2E23-BB86-512C42E51C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4BBA48-D00F-8B7B-F4F1-2C774C728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23F90D-489B-8801-1B41-C0DEEF9A4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4AEEC8A-1493-988A-698B-0E740F386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4C1924-403E-3A6D-F990-6625769ACE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079DD1-276D-B387-677E-083F9522E8C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FDF72E-5C71-06C0-A07B-4C6B5B62164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ECBD35-E495-94CF-B9DC-05413F9AB8C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C83C9-71C2-D8B9-6777-1A85C811029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974C5C-41C3-B066-94BD-160DDB36B6D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F81C62-67C4-39A2-8AC0-492154A364F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0B6F4F-2CF8-4E2C-0EB6-B2808AE8870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E7F0FA-C41C-813E-651C-4DDCC899F8E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4BC94C-F2FB-25F2-9896-4D0F8AC9C90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083417-5CFC-BE9B-F7B2-B6F2B551830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AB99D-D36B-9125-25B7-647EE17D7AC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F29A26-C009-F674-C78F-A29792D2A85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B774B1-8002-C5B4-60D3-308BB8BE892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978BBF-38FF-E26E-133B-15B1BF42A7D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F98BE5-0FDB-31D5-672E-B510DFD7F8C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98A401-3ACB-2EE1-95CF-DA7BB416740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6A744A-F429-9F89-716E-5F90627D9BB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D856A3-6343-B2FE-C453-A8D4BAA5592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BCCE96-C40B-D150-A710-86DECA52DCB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90D3B2-F9C4-2E15-C180-7B148CA5598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2657E7-5696-987E-881D-5D0CD6E2495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D6A357-BD2F-28FC-9305-078A95AA25B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2811C3-29A4-EA92-39A9-AA7AA66270B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97613D-65B7-302C-ACD2-7A03788955E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1D069A-3D62-7402-5C49-203C847DA36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915DD6-D628-06B1-BB6F-88F69A95B1A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F9F9B3-081A-F1DA-3AFB-55CABEFAFF6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5AE87D-A651-74B3-72FB-42D04C248F5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509E76-F533-9D71-FD50-42C7A102E46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069ED9-80D2-1D2E-BF9A-F3FE4EC4A97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9D8943-CD4F-B4EF-9695-42883994CF9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BFA6ED-9E77-53B4-5A70-3DF07DE2DA9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FA8567-C54F-7B96-D07E-48CE5E81F0D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55B828-3FD4-6871-60D5-105F9C58265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71F23C-4FC3-39DF-0B04-75FEED154E6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65E110-AD23-E34E-AB8E-5B3EA6AE605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C9BEF8-B941-FFE8-12C3-75FCE2882E8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DD58A6-E3A6-D25E-59FF-000A6BABCC6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96D04F-2F57-B76D-9305-AE3CDB54C45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F3AC66-97F0-ADDE-C664-97B48C522ED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3D0C56-6DFC-D35A-9B56-12C72701265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279B8B-3AB7-D588-85E2-C1AD5EB683C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681754-43AC-3E03-368D-B467DFBC16F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5653A7-FF00-8DA9-87B7-CFD2C00348A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D035D4-8458-7E2C-50E3-51C066ACE2E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74E491-13E9-4707-77AB-DBAECE1331D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E68CE8-2FCD-1CA8-7AE3-45CE45FF1D6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33D44E-D3C6-66A1-7DF6-634CBCE53F0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677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A43AA-643D-A615-FE21-1F791A86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B0AC71-5184-5DC3-9A2B-C051F5E628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Digits that can’t be in one arm of the + must be in the other.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C51CE50-B909-DCAF-6F77-7489A275D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41FF4B-5FF1-D86E-0EFE-69CA6E8B8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203E9BA-49B6-AC04-2C83-6AC8AC72E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A318CB-BA47-3479-24B8-C08A40265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4D4F2F-F07C-9F84-1EC9-55DDC69F322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C07CC3-E73E-0EA1-7D3B-930190D3ABF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F7246-CD5C-4F5A-C15B-928CF4CA0B8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D9D821-927F-0A7D-3CD2-A65E0C21B78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DAC172-DCE6-291D-9B90-F2D3038C520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E1A3F4-FFA3-FE0E-5134-AAE53DDD19F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80E9BD-2477-4D7F-4B4D-95904F70DDA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1CA159-2E9B-AC4E-CF65-FF2D46912BA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6E42CC-4FF2-3ED2-64E2-A1A96380A95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EF8EDE-2D3F-29D7-7E9C-7E66DA3285B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47B6F-E593-D5CC-A790-FB9FB09EA7B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1BEF87-EBB7-7ED2-B891-03CA6584479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79584D-BEBB-E64E-F3AD-2E043C93931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87401E-EEC5-07F7-7718-995E928CA4C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00E73C-8C2E-CA40-B01A-EFC60DA4B7D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BE49D4-B9F4-2959-620B-161820C473A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D07F0E-7C70-CA16-70E5-70A0BC7885E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0556B9-C02E-1731-FF61-673250F61A3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6979AF-A753-7137-96CA-26065EDBE8E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F75AD2-38B1-769E-324D-40135D286C3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5904C8-EB37-14C7-04A3-28D785177E2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85FDB5-29C5-3D86-87A1-39561346C0E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49EB32-64BF-8380-0A4E-8B9CC6B9C8C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7A0E02-3392-B7C8-8EB4-908EE746705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B24A5E-BAFB-10A2-AABC-38D9983311A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B68F3E-7F71-605D-F42E-5D3ED891CE6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5A81E8-4E58-A0B6-E565-092EBF59847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19BB74-6835-3EFB-70BE-7EFE6DE0375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4BDE0E-5BB4-2BB8-51A4-86C1B85C8AA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70F360-6C00-1067-C131-D6170E803DD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1468E3-7FE1-D224-BAB6-595E9414BC7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E3C0D4-DBD6-4440-91C6-9F6D3B9B297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E4B914-1881-E4A3-E6BD-4CC4404FC2D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F74233-1557-923C-8FDE-E8F0B1B378C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B185C2-1A01-40C2-3AAA-56A92034C40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01D0A5-7FD2-82E4-F3FA-32027A5A87A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703542-3A65-9221-4062-F99BF67EB9E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BC929-8910-0D2E-B045-53D23013440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833078-9C62-27FC-9FCD-32CF188A258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44A3B1-8FE8-2711-C417-F3854F048CB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FDF62A-908D-8BEF-5A33-8A1BD74515B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903CE9-2540-5672-09BF-71D39FCA308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A7283E-C5A1-13DA-A9C9-9602CB23D59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BAAB54-B8F2-EEA0-FA24-FA599E5CE1D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164D49-F4EA-D278-038C-83E54E2F541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9E1365-70D6-7AE7-897E-FDD3E998FEA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83151-8FEA-69EA-8E86-4CDFF626350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11FA38-2A93-1FE3-CB12-D3FF8D07FA0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C2BDE4-838B-D2AA-8F7C-56C0E04ADA7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C8B1D5-0204-6C58-8B9A-0CA084681C2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E9F9B5-4DBC-E626-6A83-C6137E8CD1B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509C01-D2BE-1FB3-AD47-8997A6AF351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016621-290A-23F1-02B7-5B094E8DA09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</p:spTree>
    <p:extLst>
      <p:ext uri="{BB962C8B-B14F-4D97-AF65-F5344CB8AC3E}">
        <p14:creationId xmlns:p14="http://schemas.microsoft.com/office/powerpoint/2010/main" val="254541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FEAB-7D6A-66A2-60A7-8EEE7685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7022D2-C5F0-E376-4D0E-AB46D4B73B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9E53DE-F612-523D-78D3-3F7065787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C407D2C-3DEF-6E3B-B23F-411E2A251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1431F7-F245-2C4C-54D5-6F674C4E8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BEAA06-CC6B-42F3-065B-BEB9DFBFBE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8624F8-49E1-3F37-1E71-020D8943900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677A2B-BB76-CC75-FC2D-6301E429CB6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4E9E0B-A71F-0E0B-6579-F8F7452D83D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65F1FF-1AD4-0A57-8A56-EE34F065AB7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7488CE-46DA-654A-3C7D-E1FE61724E0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DC30B3-F195-0088-4C6A-B6608181F44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47E3ED-D36E-6718-1101-C6BEA881B35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42A342-E0B5-8930-17A7-54E1F8227BD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400435-8491-95E4-F135-0A2DD1A6029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4D7809-06F8-65F5-9B7A-4757EBD916B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402DF4-ECCB-BFC6-84A6-63066FACF74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E722B-4B2E-D735-1D1C-779A12AE480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E1D9E6-20AE-DE67-4ADF-87ABF00B3F5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74666-E1C8-6D67-0027-4BBFA3DECB9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878037-5636-C4E9-272C-4B511291731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ABDA85-E235-129D-8CDE-FD333549CF4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E635E2-6E4E-7031-D1A9-CCE9D9275E2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0EF589-1712-99F6-8F63-3E55A24D3A2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68D546-2AFD-A406-E56D-BC55E5C3542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BFEEDA-D63E-4A36-FDE3-A0274D8E8F3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255B52-F05F-BC12-439B-6DFDA18C1A4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3CDA66-7792-F932-864E-DBB5038136F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4F2524-8C79-F5B0-7AB0-F92F6766959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7E16B7-6538-0B40-BC8C-E240B0A3465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7BC5D5-170C-CC6E-0A49-74A0E0EC977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F344A2-FEC1-4C36-F7C1-EDD691A9B73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BBEE84-868E-8FF1-AAAC-60AC54B0F3A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2A5DDE-F965-450F-A3F4-EE9BB7EF459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0B603C-C408-3A28-CA3E-2DE8AC67485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7C5958-2065-0473-948C-AB9B1FC35EF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0E4233-240C-22F3-80D7-7C787158338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98D85B-431F-BB79-59CD-54052FD8CA5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766F8F-6664-A607-EBB0-FED216BB90B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3B6F4E-5CD0-21A2-D371-BBC6AA64D63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78DCCF-6AA3-DF82-9359-30CAE154CF7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F26A38-BDC7-0564-3A5A-FBAD4A1474A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D489CE-1AB8-36BE-7DE9-FBEFA6DDFC2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081383-8D83-1774-AE37-F0ACD21B08B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3837D3-82D5-B703-D109-AB4D1A11953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49F02C-20D3-C20A-0895-6D0B81100E4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541770-5A6B-842A-BABB-95D40EC92E6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312C57-A341-336A-D248-51A6CAB015B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CB8D4E-948F-32DB-4E38-329B0B12868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15535F-C3CE-9B0D-FF07-C1BF88C3CD0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D1D628-4711-2B96-1F5C-B4C45101288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9FE768-1B7A-6D00-0472-FCBB4944D80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506A19-DB08-5C16-3989-949009D5F4A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7FB378-C891-B1D4-21C7-001A392E2E3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6FFABD-CC7D-7212-98BF-9D77C5D73DC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A25E02-E354-C782-B110-93A9422C76E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802361-1242-F460-17D8-E3C942CDE22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67FC9A-4EC6-4C2A-0FDD-851B17E11BB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6F89A2-48D4-5503-00A2-96973E2ECD7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</p:spTree>
    <p:extLst>
      <p:ext uri="{BB962C8B-B14F-4D97-AF65-F5344CB8AC3E}">
        <p14:creationId xmlns:p14="http://schemas.microsoft.com/office/powerpoint/2010/main" val="533901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1FA59-B1BA-6F9E-B9BF-62A9153F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0EE565-360B-963F-3E8B-2C34264B13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[16 in 3, no 1, 4, 5] could be 268 or 367—in either case, including a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58AD63-83EF-E356-4774-2FDF0A168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097AE4-F567-DD8E-C9B7-D867400E2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454B00-FE35-A86C-BAAB-353626A8F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3D448F-FC29-9E31-C10C-59B89FB7FF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B4F82F-6151-CB08-698B-5F8EA1304A9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C9BF56-BFAB-468B-BD24-071D5F85D14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F2787A-A0A7-205A-333D-838CB07E54A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573DBA-303F-B5BE-5298-E9B3DEB44FE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70EC0B-060E-4E17-94CF-A096415446E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FC3F0F-8B01-C920-93FB-75A64F3A739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FA743F-D899-4A9F-8C3D-4D483448871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863424-BDC2-3E9C-A5DF-F5A7081484E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695B49-80FA-27C0-6EA1-97219644D4B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840A3C-1D93-35F9-5F29-40CE4B0620B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D9AE75-77B7-5101-E1E8-E1ACE802589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603B3-499D-74B0-A28E-A6D65E86435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FCBAA7-D335-3082-FA35-2830AF0C3F5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F13DB2-8251-B237-6F2A-6BC09573491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079705-370F-7158-CE7D-B5841F0A0EE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62106B-1CED-9B99-BBF2-30431A98A1B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F0C287-F6BB-6F97-AF26-B91A9EE311E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0C148A-39A2-EB6D-E28A-6BD360CDF90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85BC06-231F-CECC-BC6F-3DFC2D16632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979768-8002-492E-842A-9521036EC2F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ACE03E-D88E-69F2-FA00-9769EEC027F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5DECF9-B960-940F-643C-2C0E13523B0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929CF9-38CA-155A-34E3-BC3CCFA6F57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7B08E4-2DBD-DAC8-ED83-EC53AC95D6D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74BC09-0933-0DC2-DA4C-08966F0602C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05724C-9B8D-AA1B-5216-E27FD13D3ED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3C9955-3619-49BA-D185-176DC1F8FB4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093295-82D2-1A3E-FC70-80C7587987C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06EF06-1B22-2A1F-4D34-A90E89D220A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388B0D-743D-3AFE-084B-21D30EF679B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7038CA-E026-FB04-621E-C38E48E0D2C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770D7F-EF18-5A21-48B3-B1BA6CF6774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9CF7F2-5E64-E2EE-501C-D83A258EB83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E41E5F-8117-29B8-B608-C123FFA7F45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B20980-DB01-8D59-9C08-1F581D66E5C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1A72A9-C8FD-155F-F691-36943EAF174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C73CF4-EEB2-C067-7A61-3DB21F6F0F1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7A5C27-5A8F-0A89-E04A-5F0BBD5A5E8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264AF4-90E7-EABB-776B-EA0B870CD87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582109-E24F-7D9D-9B6A-21582F2A7F7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7D5AFA-C4CD-4A10-4C06-23A59B4D48A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BEB959-7FA0-5307-2653-DF07B6B7462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0AD5DF-F801-54D7-A3D8-A68A1660EBA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9DB1FD-C8E8-D8EB-BC2A-D8015852095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CD1B3-F824-5019-CEC5-6C9D043181E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A5FDF8-851C-574A-3F2C-6392A52D86F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33D162-9E83-A524-EA32-B0D3E3AF708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7AE230-A2F5-0EDC-4D07-6E1E8970E5E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37E8B8-9413-7FE7-1C1F-C87D56DE208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14BA8D-3834-6742-47BE-8AB94CD495A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303AC8-F356-C2AC-9B2C-E1BB06673A8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72FDBE-61BF-21B3-D997-EAFD9AFAA13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448B35-C5A1-CA7B-D80C-FC53766BC0A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8414FB-8E01-30BA-8A62-4A1244113AC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1784E9E-4EC4-264F-0665-CCE4D7B2EF3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20851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C0F6A-D0C9-9EE3-31AD-BEC1A27DA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448A8C-9C3D-E68D-B4BD-571DF8DD52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8, [19 in 3, no 3, 4, 7] could be 289 or 568—in either case, including an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754A412-FF5E-AD48-26C0-0E105E02C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C93A173-3AF9-8346-6CC2-7199BC3BA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71C12D-5B92-91C5-F34B-50DE063F8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FF6A45-4163-2188-0414-4439675E6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B95E5E-BDBF-E353-454F-B5585CFF2B0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881B29-E5F8-95DF-72E6-48EAD2EC3C5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43A43-DB0E-FDAE-3886-444D7FF7A9B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C9D4B5-B3CF-F633-20AA-863C9B99047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4383CA-BBBC-F6D8-9BEB-2AC60839694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6899CE-FCA1-5EB3-E701-D1898CCC417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67204-4333-D24A-FD1C-83CB9B05837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194CBD-5309-6E6D-C8BE-B9CDBBB08A6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EF4C22-6E2D-40EC-CEDC-4CE0767CD96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BA2231-CD90-B351-1527-CC5BA8316DF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8316D-C0BA-6B45-6249-F2C9FBD30BB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FD195-3A90-6834-F434-EE461EC698F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77FEF8-EF91-819C-CF61-88C0177E30C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5CC85D-818D-B615-F9A5-B540E293144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FF229B-4FC6-0A6F-88FD-E28F1936D3A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1268CC-8FE3-8CFA-F2D0-FDD562D766E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573A19-1581-B94D-932F-16A7C9A3CD2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087C1-39D2-5ED1-E8D8-8C696FA194E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722CA5-0149-BEC7-2B14-9CBD64B09B4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718A81-3E8B-7251-B114-AAFD5C8DF48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3797DA-FD74-91BD-408F-52C7EE1B590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54B7D9-AF5C-98C8-4C6C-7A14576A869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C7BAC5-1481-443B-0B90-F1EC5066535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BEC202-D3E8-937F-F241-050887D3B73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79DC22-A874-AC62-D955-2B4791E56BE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95543B-5D77-DA84-A311-844A2BD247B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7833CF-2C06-D19D-3202-A80F073B85C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D8CB58-111C-008D-167A-FEEC3F6B4B3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202B32-E31A-313D-4BF6-04B5CA21928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0A3C16-DD00-04C5-0B49-1E2E6EA64FF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1760F0-5582-7D49-46FA-C39E9676B67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E6ECD0-3264-A8B6-F61B-2EF0CBEFB69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AB0C60-99C6-D038-0547-9320547D913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FF64BD-05F8-BA6C-A0EB-150FC30A2A6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40F9E5-2687-B88B-4A70-81DC001A85A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99C35A-0656-3EAC-AF54-AB86A95C65C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1EB70C-D27A-7D69-00B1-40BEBDB4CB7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1C9ABD-DF98-1CE4-B0AD-D1E36906077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9DD9B6-CA1C-CEFD-2776-214AF232FC5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EFC593-ED2B-7E0C-CA97-01078B37CC7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DB1B64-20FD-55E9-C165-8F895302B2C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9E2AF3-DE6B-FBFE-FC51-5F5910D0337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417C57-839A-061B-555A-D2514021458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B9B746-2348-9291-3D9E-9576A5C470B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29FAFF-A90B-CF75-0711-6E49F6BEED0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A66B5B-3A80-EA22-A52B-5941A60E4BC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62CC40-EA4B-53E6-CD29-A1F246C51AF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4E912B-05AB-0ADE-EF7B-552A20CC533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790AD8-FDF5-0D5E-EB50-F9A8AC9CED4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6938F4-8BC6-E27D-915C-70E7DA497A7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43698E-2724-C3A3-7EF2-E2E7D01FB16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7DF094-FF7E-CCE5-08B2-2B56BD81F82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5D89B3-EC9B-4AC1-4CE6-0391B541C11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962059-F54F-CA03-A6DA-A96D40B40F6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7DB36A-B20A-F7E7-C56D-C5A5ECF1E51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6DA6600-D3EE-2322-448A-67404D29F74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6A9558-AB92-9A15-1B62-A44832076F6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</p:spTree>
    <p:extLst>
      <p:ext uri="{BB962C8B-B14F-4D97-AF65-F5344CB8AC3E}">
        <p14:creationId xmlns:p14="http://schemas.microsoft.com/office/powerpoint/2010/main" val="2108236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213E-85B2-3B80-1763-9E564B6B3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63F70B-35B1-A96A-0F46-BED0E945F6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8, [13 in 3, no 2, 3, 4] must be 157.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B6B601B-D5B7-13F7-39FE-DE521BB67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94CDEB-1686-1A13-4C61-D2823D408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8EB21D5-C84A-F2E1-83D8-3C8DE2545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F5B83BE-43AA-534A-CF28-77C96DB9A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0C0506-23E7-0F9D-B8CF-DD09BC3999D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4193ED-2BBF-4E9E-8B00-EEBCA90C577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E90F68-A1D9-53C1-0C91-999546BCC12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1E781-988A-413F-9A3C-DE30B6B9421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4951DB-F8EB-4E12-6DCA-0C9645D4BB0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F9C970-18E5-7788-D351-9A6C0D13B2F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81B863-F9BB-0201-E78A-5E0310BB877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68A7F9-7F95-0E86-B586-9A3F505A5DC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F6129-985F-DFCA-6E20-35F01DC1165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AE38AA-CC45-7466-7981-994334F7665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B1008-A0E9-8993-ACFB-DB81787398D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5B3AE-6C2F-0EBA-8CC7-174CAFCE9F5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38399B-ADA8-A0CC-0E5D-BE9C7164F2A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843984-A12D-503F-40F5-56AD93C3A9C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99F53B-F19D-3381-DE85-41AD08A7AEA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43061D-E573-0D8E-9F87-9891255CEC2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F3BB01-27B7-2205-E6BE-609FD145F1B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439ECC-DDF5-5E3E-97DF-7D896B4E990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22F4EF-654D-F32C-6CB4-B9E2ABD2672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954DEB-9DE7-DD6E-C2D1-48DCB29F1CB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D0F972-7D0C-1BE3-2C61-2E03AC6BE91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5B8DB9-F886-FFFF-1EBD-4AD79388A0B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AD77F5-254E-A1F9-9A50-33E1ABA15E7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857B79-593C-1A4F-77B0-F01D1D4FC3D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2EF73F-5215-5FAA-E224-8BD859A8BC7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72FE09-3526-0C82-6E85-85A3D1C859D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45B92D-5D5E-44E1-D9C5-9C25B9100B4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C00D7C-2307-6B16-984F-CC51F483891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902EB0-31AD-9BE6-345D-4D9259996FC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00F87A-7A58-DFA8-32E4-D1126FAD21A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FC396C-E743-1C01-382C-7FF2C55D122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9D9CCA-0400-C439-E4C4-54A0C8A8633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9FD16E-D95D-F266-D286-59FAA53F4DD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D1184C-BD0E-C573-BD96-71DBFCED125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ED4858-5342-1382-78FC-57AEE9C151E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B753DB-9CF2-E4E8-4496-507FEA928FD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8181C1-A850-630A-6F1F-D6A16C35E79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7D4341-8165-AAE6-9127-F804699CE22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5EFFB5-61F7-7B71-724B-CC77C69FE32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91ED26-34EC-7CB3-F134-DA659C7BBEB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78255E-C1EE-7FFC-9B36-71E94C30968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906785-E2F9-9E6D-C845-9FAF45C6714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2C37D-1DAD-A108-E942-FE8DA3300FF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AD1A3C-013B-02C3-3A2F-7954B1CFA05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F4D46A-C78C-10DF-D37A-24CD5D46193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195C30-3158-C384-AF60-6D3449D3EA1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9768C9-17FC-4C07-B155-F11B93C1AF0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28C521-306D-9D99-1B5C-4714AF33D7A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9F105B-15B6-FE08-C776-4D8308CA2D0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F4F6C2-B8C1-5189-15C3-9E44C884298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FC926B-A303-DBDB-1474-A818C602100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D04A9B-1914-B697-E24C-5AE4C0E6D20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52F9DE-9AC0-9BE4-8F7F-1E0CE600C23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D1172E-7F1C-3829-BEC8-5D5D43509AA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FC168C-F68A-32FF-A432-E2D47FBAFE3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6A9E7A-2EAA-073F-52AE-28618C6EF3B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C91030-45C8-A4A5-89E3-DA1158E9136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23C9CE-D5CF-C69B-7800-93439284D14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07BC92-93EA-411F-2DFC-838077C3183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819013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AD682-B07D-92BA-CD7E-F323946A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BFD130-F946-AE82-856C-F5D64E1BBB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C70076-1D2E-373E-D06B-DA3CE56C1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F1C9C7A-A508-D1E5-9E39-4A6F279F4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EE2E201-495C-774D-6BE1-548E0CAB1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63B883C-1DD6-763B-286F-3D810FD96B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BADCF4-F429-9EFE-A68A-A751E4F9872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501B8C-6E87-1B03-7CAA-2FEE56A87CB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47BEC9-4C5A-8926-C28E-4B0AF29F5A2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70EAD-34D4-9711-7CBB-F6BA46AD3A4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AD16FA-C36A-5DBC-B41A-D41214DC6DD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2DFAF3-D556-A9DA-A3CC-B1D0EFF0B9F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CF9950-5F68-AFEF-7FE8-E2284EDA581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F90E91-FE0D-FA1B-C3C1-2C792686C4B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1181B8-ADE1-C638-7A48-9AD69F8456E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A3D8E9-8199-ACDA-9584-03DA23E7A37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A9E24-1F6D-89AA-AD7D-FB5EC4B7545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531AF-D166-471F-DDFB-569C4F0FF9A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463E7B-DB3B-AC31-7798-4AFD73D8870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E2F284-5D6B-F11A-63F0-1DC6E32ADA8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24BDB3-91D3-167A-22C1-D871D3874E8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B82C37-4AA7-A5A7-D66C-9E9E306C9F3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EBCBBD-9648-753B-3EFB-2777265DD98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17EC46-B2B8-CCE4-13D8-9D7FA3549EC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79B30B-992B-8096-9555-DD4818E9839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3DA230-3DAE-D599-05E7-347CF061111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BD4F74-FD0F-D182-2C39-9400BAB9B7F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E34F21-8AEF-E583-1891-99FF56DFDE9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BEE486-5F83-DC37-0DAF-5FEC89B9C0B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519C8E-0DDE-B96F-8408-1CDBDC089C8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098BC7-B22A-F8D4-6754-1DA2447E16F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6858A0-F4E1-8ECE-9591-F9F2D0F7167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0148B3-7742-2514-4C26-56AA0EC5759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9A2454-17FF-4052-5418-0BBDF24CEED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53B2DE-5CFD-B561-455D-7D4AC783ECD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42E824-185C-97A8-8BE6-17C14001F53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1AB047-73D1-0A3E-59DD-B4F60C3274B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E11248-83C0-67E8-E61F-8D80CFED424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52BEF9-670B-51DD-E807-5C827F93467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DD292A-E780-0F57-E3C7-483937F00CC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DFB6E8-C2DF-1D13-5254-89802CBFE64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3D31AE-CC90-77F1-BB8C-4F1851E8A4F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E8C813-F5A0-57C8-43E2-FA29D609327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304B20-84C3-7DA2-4223-E3361185F90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A82582-6AE1-7EE7-1600-6A6D769FE8D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8FEAD1-A9E0-BC37-9220-D355A34AF6A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C3F88-C501-3BC0-92F1-FD0F5B15A04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7E61E-2905-F827-8A99-47055400F20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309C9B-4642-AA06-30DD-98875BD182B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7F2226-DEBB-1E5E-7168-28FA03304CD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F6FA32-68EB-92D7-2E41-D49B0FFDCFE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73A2EA-505E-AD5B-FCBD-C3F9253EAC2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A64D78-F31B-D33B-6EB5-61641245632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626703-CDE6-2DA9-5120-58481CDB659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7D58D2-0F10-0D0C-D5F3-A19CC7FE379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1C722BB-C6F0-0F4A-E644-B24AF4C3A0B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C72A2F-3742-0A5D-AB84-15FAFBFFF29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4FC3E0-0B06-8754-E217-81523EEADCB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362895-AB40-DDB1-4BB4-6A4397932C5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6DAF78-84F3-1773-C79A-0A6BDB6C64D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C85B6E-BADB-95E3-2F8D-3E6923C2188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C7E50F-CB1F-23C6-658A-D4AEDA2A872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30AFC0-85B5-AE0A-787B-A5B0C7A9F56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CEFD4F-2055-B2DE-3285-B10B2ACCCD1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07A6377-B500-0A75-56EF-AF887FDA65E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79088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6384F-6341-8BEE-9A71-80FFFDEFE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2D7F02-75A1-CBD2-8D8F-5492F7EB36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bottom right block.</a:t>
            </a:r>
          </a:p>
          <a:p>
            <a:r>
              <a:rPr lang="en-US" dirty="0"/>
              <a:t>Last possible 6 in Row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92C2B0-BE01-530A-D929-D69D969BB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9CF9AF4-21C3-7A0B-8958-0F0DF5E8D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9FA6F4-6FF9-EDE2-5011-9C980F43B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4F40D5-C11D-6FDA-9FF7-0F21A68C2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85E586-FDEF-BC10-2949-F59E150CD51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FFE2E0-33E7-7716-1C9A-C6DC1341BB8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83FD10-B984-6A94-C7DB-C773F86711B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F0D28-89A4-C0B0-E13F-3FE4CB0C8AF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949EAA-51BB-0E09-607E-F2FA3BF7EE2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4CD9E8-ECC1-FE91-30FD-C9C14DCE04A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391B5F-D64B-4CFA-E604-052A810F5ED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1EAE2C-3BDE-59B8-0F88-9FCDA65ADBA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9997CF-40B0-C8B5-BBE4-C3D8664822C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7ED17E-1454-DC60-9F21-F4C2F051F4A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96EFB-2861-CF9E-FD1D-0D5C1BC343E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90DCEB-F632-B0DA-D5B2-243123DD299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BCC82-76D3-5C3A-D1F0-82DEB09748A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6B23A8-9CD1-843E-8352-FD71106BAC5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26DEC2-4281-CCB5-D9D4-7DA2F03CE81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3401F9-9A32-C1FA-55C5-5096D44F58C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542C10-C28F-4096-AA82-57BDB21BE69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D6044B-43F8-813E-2261-215DC6720B7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0516BF-7773-9EF3-F8C0-A751FFAA9A9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FA4F42-AAF4-517F-CDC1-6DFEB6F2ACF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548725-B50B-8414-7202-9D58CA2D843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A2C5B-AF44-10D5-6CBF-AE07DE2B25F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5665A4-0F29-57CD-6A44-2D56C85B9E8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4CEDDB-989E-9623-171D-97B46593C7E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E69EFC-A087-F01B-31DF-9265646E5CD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A48327-7941-E928-C327-C3892022345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527BB1-4944-A30C-FF8F-C772D1A89A1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CC65C4-6972-CABA-219C-CA0CA024CA4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D9DB49-05AD-8ED1-D819-1FBFC3A8433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FC5BCF-B162-6485-5848-56C3DBFA3C4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0E3F44-E8B2-8268-6E52-8A0F0C7F498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F3AD59-6C12-0BB4-3E9B-FE3B34D0B5D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3AD403-54C2-B09D-DF6E-8A954188A92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45B9DF-18EE-E644-A8C3-D44AD925D90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959CC9-1E46-E27D-E8E3-99F932D1C84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01E0C4-C984-4DCD-5862-46F38BAEAB5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FA983C-6148-56BF-4B9A-5CA2274FEA7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FB085E-FD47-C22B-10C4-A388FE9C78D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C4A6-64E4-BCAD-943D-93D3A4A0873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89298C-42EB-5DD1-BB86-A214290A7EF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2E8FE6-2BCD-F7E3-B2F7-7D3BAEB1278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2E765A-8103-60D1-2B66-F54AA475AC3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A6F01D-F08A-0014-B33E-2FCDBFCD3A1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4D82179-431B-B2EF-53B4-3778734E3F0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85BD84-4B86-AFF6-95B5-1DFF2AA9257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EB54B0-1F15-0918-9D1F-D275CCF4202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FCDD91-3E4B-9480-7453-694A03EA67F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735C1A-9ECE-87A4-A6D6-202BBE872B7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1CF784-CD48-5A6C-7A6A-2613E4FB672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8CA146-0138-E017-8FF4-F9A507E7D18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E9F1A9-0706-E8EE-AE5F-2AF3D3CD4B6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329E2A-962E-A31B-9AD8-6D47883EAF7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86C99B-74F3-10F9-8E05-521CF437B68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A679B8-EDE5-35BD-C53F-5D0E61461DF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60A1D-0716-A2C1-7C0B-C5D2C3F1024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72F984-CFBE-218E-B713-CF0217E69F1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A42DE8-F100-9635-553B-E79A7729D42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AEF663-6511-7953-D34B-CF50E92A081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9AEC56-EA46-AE64-128F-8CE116C240F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78198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295E4-4EC1-B953-D948-CA26CC671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E93B0B-FEC7-A432-5849-F19DDEA7CC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E0B977-CDE1-D4EE-657F-F1AE33542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856310-2473-00B5-9153-92A35AC5B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64BA88-5FB4-0D45-7FFC-A5E0B3CCF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0296F67-8984-6BCC-84CD-97AA0CCBE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6F474A-2E88-FA60-EA33-4E4A563CBD4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77AE4D-E000-FA7E-0CD2-1D7C19F32C2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7B1E16-EBDB-5399-EFC6-217948F4386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7A8A5-17A1-9DAC-0F77-1474B195C72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B76A75-D1E5-7A9F-AA3E-EB00280A641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2F8162-FAC1-0767-9310-B4AE2C0BEBB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ED03B7-D097-0019-D89D-D0BBD2C747B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49B57B-A10D-B887-9AE5-2F936EC0227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4A6846-EB8B-05C1-CAA1-593730F5DAA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A59B4B-9D32-4175-430A-4016B2E976C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DD5E3-425D-7C03-0514-19CAD3B74CF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EDA935-E86B-9374-6187-9ABB33A7385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DD0147-01CC-E494-19DF-4D700787AC5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354E90-85B1-F26A-FD37-BB3D8DAF8D0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3586BE-DB1B-CA8B-EF47-9FC495788F1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3439C9-553C-EAB5-FAD2-91FC8043165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B1AC5-079B-DE64-FE3E-2A4612BE5B9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8E898E-7436-6677-3976-7BDAA5974FA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07DAFE-5F70-63FF-BDF5-9018C82CF32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BBC30E-C9F9-C1D1-2384-4389E01B0CA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C36906-D33F-B38A-7DDF-A73C1C2A491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0DA45B-8443-308B-FBD4-1FA8F494F80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FE2117-446B-C974-D31F-1C5C782A03A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ED7D1D-CC88-819F-267E-CC43C5DC087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710376-A4B9-A5A6-7353-511F91EDD4A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F84838-830C-E311-31CF-E5B58F2D48C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9214D2-ADFC-8972-36C5-F0F7A8A78CD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DBE6B6-543A-56F2-F46F-352F96CB4A2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17E28E-D494-4F88-ACD1-CEAD9BECB22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B771B3-8170-23FD-A78D-47DB71AEF92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D1F464-E944-8C58-3E56-F4701B3ED1B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E2831D-86CD-8AAC-7AD1-4371C05BC50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4745F3-65B7-626E-F9EA-60CC00DE67B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17F1FB-94D5-EC07-656E-B82231AFE8E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499011-7690-DD99-C9E9-514B0986CF9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636B38-CF09-4CE8-92C2-BB3CF8D6D2E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24DC49-228C-67B7-A35A-B272A3FFFA4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A7A17-AC28-5E0D-D2F3-746CAA1A76F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C2E8BB-E135-7C25-3E2C-9108A3625D1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0E14E7-B53A-0EFE-3538-15794BE3305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110B87-B640-690A-96DF-098E6EF3133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887D56-BB74-DA7C-D78E-D49F8838AE1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8E76BC-8E0B-8719-3D77-25521FCA8C0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7A4485-FF4C-DDB3-A64C-E2D50687A08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375E85-773F-2F2B-13D7-20B67DC58F7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CAD63A-3AE0-F424-B6C8-49139F38985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71C36A-1AA1-41DB-18FC-F4886CD22FF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6B7C9B-F40C-129F-52AC-C101E5B32F2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20B9BD-89F0-F5B4-DC9F-D59D3DE3647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5671E2-F927-288B-740C-E9F86D217CD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C00F0C-F5AB-0A29-C798-404EBB512DA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773C1-C619-9124-B47F-ECA5B241242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9437A4-9523-0623-B5DA-B853C13340D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446B7C-FD9F-6320-94D7-F3F88245FFA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D6E3CD-D2C4-7E07-49DD-5C93447A102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33E944-6980-1F5E-F139-F0BD8CD84E9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E424DB-6A4B-69C0-A36B-779E1379D5E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BDBE96-DC42-FF62-7BE3-A92B6910348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B94E55D-FAD4-995E-FE15-1121E3B8E8D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23541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53A1-A5B6-7595-759B-D691694E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646FF0-FC27-B701-3837-757176095B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2, [11 in 3, no 1, 5, 9] must be 236.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E19F98-D1C8-3C66-19D2-105FCA8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D9E230-DBA6-1467-E46A-C3DD2100D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F7BAE1-E0CA-A998-4095-328C52C9E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865643-398C-4ABA-DB11-2FE15B1F07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C4A017-F156-C615-C4DE-5467F1422D1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E02006-2035-EE0E-626B-D759ED62033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56A68F-565E-0A18-C52D-FBBF05D85F8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AC934D-0A1F-7332-3515-5965AA7CC6D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B16899-E6F3-A23F-B23C-D6AC675CB02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149705-1BDD-9CF5-0A37-80A7FFFE214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9EBC78-943B-A1DD-F328-72A8BA7C553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EF5425-A8B1-3BE9-EB21-4F47BA76AE1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EFEFDE-3018-63B0-8164-AFB358C48AA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105053-B2BC-5062-6298-1C84C653F00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FBB4A2-9D34-625B-33E2-842A0FC0216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0F815-E7E6-13C6-ED17-F843AFDDF88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7E2AD-4140-6893-998F-BBD9F78BFFA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2F71FE-9C19-9EE5-AA6D-C0636F7E885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E8CE3C-242C-610C-9B2A-ACBEBBCF44B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7C4A66-C2A4-F728-EA7B-3A4116BD9C2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8285D5-D1C6-EAF3-0C44-9D930EC0469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4CECB5-3AC8-87A6-3F32-99295BCB5A0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C91695-C648-0D0F-9EC2-70731889048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A73E08-EA8F-551C-E08E-EFB177209A1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9FB1E6-2D7D-86AA-6877-CB439E5350E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62946B-8892-A4F1-79BB-462E464369D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5C99B9-97ED-BBAE-4DD9-2277E95192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D45EAE-4798-1EA4-47AF-70855B020D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82E1CD-63B7-C73B-133A-A5917AEA366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BD115C-F22D-3BA2-65C6-F47FFD1D667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51293D-4E98-4251-996E-1320BE2F42C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9D804C-1A33-5BB6-B435-7AF33ED3D36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C6FE2A-4B18-B0F1-F37E-48CE1B1446C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675634-4BDA-E2E9-0F3E-938C8B121C1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5741B8-01B7-6C67-75C1-A557659F14A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D03CE8-B8D4-60B4-0BDE-0946823F1E5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651D53-5E98-7AA4-16E3-E2B3DF96510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47F182-F749-585C-40A9-76FCF1678DB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025B56-8B3F-5475-3C47-74A4ACF8F32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049D1D-4BBF-5BEF-59D7-5FA74EA97E2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9FC93E-CC85-192F-9139-39A2BD25E71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E9012-C520-F215-FBBC-9F5A945244B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21E7B3-1F83-0200-54AF-1431E0E0182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C50086-57C9-7948-EBFA-F6F6F129A08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9BF7FE-B06A-73A0-AD1C-4423DE4832C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8FD8EB-58F4-D874-4C4D-928B7304C28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7A185E-961E-DFFE-C46A-F0FACE6EE65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368892-11C7-9B9F-4537-C284041B5EC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6F58EF-17B1-B557-F124-8E0730F3982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CE871B-831E-2FC6-3338-8F3C416A80F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C065A8-B426-34F6-6D2F-C190B23AAE2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3A25F5-C832-0D25-4F20-2B3D91381EE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8A415E-6DC9-48C4-39BC-9985AAAD6D2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21F5E79-4091-29AE-6A36-DBBCAED86A8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089CEB-2FDC-A385-B5B3-2BB8A553E75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3D8B22-5DA1-8FB9-137C-1226F9712E9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F9FAFD-0223-4553-A67A-CD7B224AC9F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E42AB7-4765-F345-4B38-FBAF7E2AEAD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E97F84-DAC7-45D0-822D-929FF67D386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80FBDD-6275-BB4A-6B5C-F43A56334DB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53D87E-269C-8C1E-43AD-1488A58E1B5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26E66E-E761-46E5-553F-6BE87D6E6B7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C2415F-5D43-6304-E69E-A89AAFE0297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CC1A703-41DE-41C1-9B0C-D63A5B9E768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07E45B5-EF40-8B69-FD6F-E3351285F27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23773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4ABC-1B02-9C3D-D9E0-A14928E4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B554C5-D89C-E1F6-1EC0-BA3B618F83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757E70-F445-BA11-A7D0-7B164A624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5CFE35C-766A-6DF5-6A46-591A5F9C9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088986-8CC4-10AB-D1F6-A7304CC6E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C78A2F-3FBE-E21F-30B0-2A4FEE2435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7B3EDC-D720-E572-D584-6547C63812B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1787C4-1492-02BF-C2E4-81B24A679CC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EBE9BC-B673-9379-E676-1534472D40B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1AED2-BE00-4306-C28F-96AB4E49542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A69406-D362-78D0-FC37-0D7A93CEE62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C995E5-C345-D3D2-14CD-CC013AED06E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AD0A6E-B2B4-6D4A-5D67-8BBB8AA890C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5AD1BA-8C19-6FD5-BD44-E49015F2ACA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41A04D-A154-EC49-A4E4-EBCA839B81F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0F7FFA-FF92-5C4D-F3A7-1E363B2D864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8FE112-C2E8-6C2D-421E-9CFE02E12E4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93E9F-86F8-87FE-3FF0-04BF1429CAD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9C4CA-7D22-3BF5-5091-6437CF10920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EEF8B7-BEF2-A498-FF24-8AB642405A7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D1EF94-5524-1803-752A-F275EDEC7C0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D3C3F-22A5-3D0C-3582-BCD38C2E524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64144A-1F9A-6FC2-F420-6A385DAF67F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596F1B-2174-C2E8-B016-3B4818D472E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087260-6400-F8C3-D67A-7219D4283B8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59422A-4E27-B17E-0FC4-6ED16626A02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2BB17E-94CD-A8CB-3B0F-A92C38FE922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31C088-D990-B326-CCCA-E45CA7F22F8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593B99-F19C-7497-FF40-2B44F60B97A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399030-6325-B93F-EA91-B01372E0B34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702DE9-7FE1-2C51-E178-07970EC408F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441C3A-A32E-ACAF-EA70-E08BB6160DF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12A0FA-8C44-05CF-F127-C17EA80D156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9FF856-7FF3-E456-A78A-105B072D611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131845-2F17-7CAE-6F89-658B5E7943A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56AF9D-64B2-FF21-C05F-F513A241A7A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66AC6C-346A-EA43-0E64-4542E9024A8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F49481-CBF8-4745-A1B2-A5025C8CB16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1D5747-F322-01FD-B738-E7F44BDBD28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11CA2F-9E49-CB1E-0948-F69EE3346CC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6D2DE5-B02F-E5DB-ED53-4BA28BD0031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344F16-EF7F-4BED-EA05-8FF7A952813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FD71D-02B6-F98C-4506-3CD9AFFB3A5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539941-40AD-1B16-9F10-B358D41FCCA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024EAF-C515-E72D-475A-B36C8C3FC5B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18A155-CFB0-9CEA-F249-E979D6521C3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3CD236-A213-E51D-5A8E-7364E43E299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BEB299-B28C-1230-B794-85F49B02AE4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F30DE7-E747-6EA8-770C-F93494B6A15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AB23DB-30C8-35DE-67D2-806D8562D52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42C39F-7FCC-B81E-7996-67EE8305F6A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FB72C8-AFA2-AEFD-79C3-29A3F238B45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ED44DF-638E-B5AF-36E9-5026E709E6D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882C22-257C-49A5-FE84-415EE1066CF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D9DC1D-3F76-D2B7-C839-3924D8897FF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DCDDEF-3585-B887-2054-FD131CD54F8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81428A-23A6-C2D2-46E0-AD18825E534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D4D728-33E1-C166-41C1-A74A944DA98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7C02CF-74A4-DFA8-4ABA-3BA4515EC3F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83847F-47EC-FDCC-B23C-E862E79A75F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A758AD-C2A7-F639-6AA6-B343B82FBEE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8995D0-C948-1BA3-0C44-895CC442482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C91116-0204-097E-5CE9-E0132F0A763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30B9FD-2F70-BE19-8A8E-E0D08073026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9541EA-E879-125B-4861-EFDA6C9369A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F54B1F0-FBFC-55A0-4709-FAB98E5AEC4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F34185-4F63-BC28-6793-575087B3F2C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73163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E5C4A-3349-DFC7-70C6-71B3F61A2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217A94-88FF-6D01-8950-DB1CAFBA6C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695173-6AF9-D4DA-7E1F-94D1432FF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612F20-FBD9-E5BB-37B1-AF2FC463C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7BAC323-E39F-1FF8-BBC8-D55E935F3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B53F78-1A24-9447-5FA4-7D2C5825E1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6A1099-42AF-E47F-9D6C-2D3F44926DD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CF8E34-AFEA-1C28-65FD-80545B1B22B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B79813-5097-7C47-A4FA-EC4A36E2C91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88EED-D55D-8DB2-E34C-041FCC4D599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A3FB3-59B3-8133-A8A7-40B9859FF7E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29ED77-FB1E-7439-2F8B-4BE4B0B24F4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56D85A-90C7-92A8-C79F-8B91C634550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F234EE-E5B4-69AE-498B-4EBA4353DDD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4B6AE3-E826-4BD0-A5FF-ED82B91721E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155CD2-98D0-4ADB-5455-B3034A67019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007CC-638E-2574-A2F5-F78F0110537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3D4CC-DFFC-70DE-FE45-36678F959E1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1AE9F6-A64F-FFD0-7305-5C6CBCA051E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00D22-CADC-0F12-0F2B-C28963F4BA5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38FA92-4235-8BB5-B33E-A0527D69B25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7AC0CE-6B3E-757A-2F0E-24419FE1F06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19C11B-2BA0-B463-3FA6-2546D9F5DBE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50ED99-E72E-EFB8-C48C-AB374554C6D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FA3FB1-9E29-35C6-7B9B-C3BD1E8800B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241F55-726D-CCCE-8D38-1F1290B2FB6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81280A-FDEE-EA0A-F9EF-155929F96D8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B7BD20-DE0D-E3DB-0304-8A4387872EE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E45EB7-2C4D-FD4F-8444-A1857B417F4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D43C3D-1DF9-15AC-AC2D-9AB20E31342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A4C459-7343-D579-CF67-986C85927A2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987DE3-4DF4-21EA-D3BC-922C9E328CB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34167A-A1D3-B86F-1E4A-4B273CB3B7B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758FA8-2364-01F6-5255-FFB2C7488C4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67B35D-B42D-350E-7CA4-1DE7642B47B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E5C220-C1A4-A616-DC49-D3AA7B1E1C6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BAE970-A289-1F29-B4BE-734262D61B7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6FA688-9B57-7252-6050-58869A01EE3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04323F-C153-9AB9-358B-69C0E0375DE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28FD21-3E01-B8A6-D5B3-F1FA5156F16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EB852-6CF2-B6A2-2EA5-909C6C3BCFF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00A509-EDA0-7B6D-BBA6-96B4AB22F80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7E029A-9CD6-2DBB-3E64-C6FBF3472B2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70533E-8EF5-1959-D958-F4E894A46C5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BF6D30-A895-13DE-CCC5-3DBECFB52FC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1CD7E5-E744-F231-B10D-1BDF21093CD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2E7003-521F-2FDA-F024-35DDF192AFE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00210B-F91F-19B6-A225-DB223782290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6F37FD-EAB7-D26E-E0D4-5B4BFF6B339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377666-61F0-533C-564D-DE7B39F9A1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DA5690-D5A7-B8B8-82AE-47824824F98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6BDDB7-1E13-5D34-2A8B-F6E0C91A123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FD2F22-0167-A398-31A7-532300FDACA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F3CA4A4-7D2C-D1D9-699E-21DB665026C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D1AC75-9BFE-BDB8-DC16-9235CA32E31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E007EC-AAFD-9C54-5C9F-8798355CDE3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B3738F-7F33-5E4A-5A04-2B0A2AD13A2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930B52-D8E9-4A9D-77D3-20E7860F8A7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37DBDF-C4AC-91F2-F02A-D1A40F718DA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A2DD5B-9AF5-7F7F-E91A-FB0DC4AA39F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3C5E1D-A970-78EA-CB00-90A859DDC31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205FE4-E1E9-3580-96C9-1AC36D1BD3A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859B53-7395-11EE-7067-6F553887936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C75630-B702-D8A7-B914-D9CB5D8BE6E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16B7F9-0347-EFBC-A33C-CC30398BCDC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49A7BC-E75A-D879-B755-61B49A0DFDA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D885AC-9084-A590-12BA-46927AEFE88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59139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794C8-7484-8EB3-E94E-1C1EB3EA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621A11-0F68-CB70-0296-2D60A8A31D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7F276EB-BAD1-0C8E-7B7F-E120ED657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A321B9-FDD4-7481-0CD9-7BF4DDCF1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07BB255-9C71-3B96-5D7D-1A0CE87529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06FF0E-CAD6-BA76-5C5B-ED3B5105F4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CE61ED-3829-06CC-50C9-B24B4E36B50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810289-55E7-F191-2D6A-843FBD23286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9DF972-EE47-6CA0-C5BC-427A812A8FE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8A6EC1-ABC3-D4ED-9000-BE9C5C5C719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19DDC0-9B06-D8FA-7DFD-9230D3D1B5B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A0C5BB-6263-C65D-317E-CB74AA9EB2D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CAF340-B967-A6DA-A401-8B42CA8EAD5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0692C7-06F6-E9EF-A861-0DF59B0D1ED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3D8984-09B5-AF30-95FC-D1F9D107183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12082-B8A7-9300-5EED-5C38C1D2F8F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9FD68-6D62-3218-5054-0E6C31552EE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3068A-4DB2-C3FE-4516-95B9C6ADA55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5874F5-DE9B-E4B6-0438-8D414B99045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44BECA-1E7F-745E-979E-E743E8B216C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5826C-4F35-47B8-6489-DF806827703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16513F-9EED-7EAD-153D-EBB8C3B4A8F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D26D0E-3B7A-D1C0-9EE2-D46DA180538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457DD0-B467-A78C-F970-E43E26DA0F3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A44258-0010-E21C-9F44-A87E994B981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8AF3C3-A9DB-C26A-FF50-96F9B0CFDE2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4114AF-64B1-2391-D701-4BC304AEA49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C0BB6C-F0E5-E195-A22D-F21541E8E31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FC5F14-ABB3-0F59-C33D-6907BA1AE42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86DC01-191D-56D1-8B4E-1E6E1193CA2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24533E-419A-0375-E31F-C1655F70ADA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E5F21F-0B3D-0A5A-7AB3-C953B502077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DBEEC7-ACB6-8D0F-A0B4-D91FE09B01B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81C710-931D-A7FB-C4B9-FF76E9CC83F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6D95CA-41B2-1A2B-F348-2297FCA0353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3E9C90-4478-8102-5366-2EEB43B0570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B2C777-E3AD-C1CD-029C-8BA958DBA04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ADB11A-03AB-600A-B2BA-D4457C58D13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D3B724-CD96-A108-F62E-2F3AE12A8F3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10D85-590B-CFD7-4B56-9F2B36910B5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3CD46F-7F1B-70B8-F8BA-1F15EFF3221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F96205-296E-E228-6B98-6B4A955B3CD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08779A-39B1-7CC3-6628-A65EF0CC760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D22E42-F2F8-E260-2D53-861B232C324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BA3768-0B20-A3FB-7208-687ABB840EB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78AA1F-DCA8-0D10-E1FB-370CC6D5508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FD9C1-EE74-FFEA-009D-0186594C249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4C42B3-F6C7-FBD2-6948-D25A11D4F97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56E079-908C-851D-7873-57C516E085A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7CB68F-13B7-68C9-9C45-7A9896EB218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4DC5D5-387A-E67F-BA6B-FE0FF9FD7CF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5AAFB2-5024-AB30-51F1-9232DBFACC3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93631D2-DC4B-760A-2F7E-60E0D5EA5BE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E9313D-25AD-C1DF-D69B-77C050B97FB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AF660B-6588-175F-6A66-4CAD83C5C38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C77B6C-CA73-B4E0-FF97-89754AFA4AB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4F49DB-DBAC-CD9B-88AB-2725FCE6DD8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3254D46-9ED7-0B9B-4101-37634882451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514DAD-036B-53FE-C7D9-08AD6917150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CB6C2A-ACC3-8E6B-B474-9F382198A39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C0D4C4-BAEC-1489-98E8-D52C76E2CA8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4FF616-859D-B026-DCF2-890BD804E74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F3036E-4222-6E83-29F6-F8EFE76530F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FB3B6E1-3C0A-90FA-F6D6-FCB5752114A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9CA140-A2CE-33F4-ED88-2B1C11D4024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2D67C3-D867-5507-1211-0DA029C1612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663B90-4A53-1E5D-2DCE-785D0FB93FD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97610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0426F-7940-715A-6270-831F7E083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C86256-1DEC-E281-BD50-2F3CE26E43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736F45D-ADF7-0A0B-FC0A-C610D010F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73482E8-4CD1-6BD4-CEE7-8F84E424C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AFCA8D-B2FF-09C9-32EC-7B2E5AD75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5C2E0E-1534-9FF1-7BCC-726B38DE5B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B42A19-95E0-D948-4162-363D9C7C037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5AE18F-8376-65BB-D9FA-B7D582AF0CB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E7BECA-F364-DD92-DE79-B7B97286C5A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3B8E83-FF67-1016-8B46-619F72DB666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2C6ADB-8A81-B484-7DA3-0F83553E1FE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145E26-26F6-BC97-E58F-2F03E76028F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D93C0-EC8D-C80D-2713-BDEE1C03C7B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96A39A-F97E-2B87-EF76-86B303CD246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0AF4A7-0EB8-084E-6138-BE852936310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E87D92-4944-DBCE-EF4D-215CAA04801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AA681-B4D2-8F0C-99BD-90F5625D249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EF2E5-823A-B44D-47BE-F681A4B964C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C2562-E8F5-4624-310A-2416A497326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FE7E67-94EB-1E73-6F57-4786E968A07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E31B2E-9D94-BCD0-8A48-B9D8294E2E2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1CD41D-F530-6C03-F7B6-B76B9531806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285924-2737-5029-96DB-6A959B6AF0C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4E7A6B-C129-52A6-2D22-4DB2D3C5BD6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4CB579-38DD-7CD2-B9EB-49E101BA68A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CC0D1A-26ED-5A8D-687D-9F56EEEABC1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94AD9C-6291-C8FE-4F9F-C2409B29134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B31F3F-CCC8-1455-1F43-3925861E238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EE078D-1C56-2327-E47C-B6FB2A3E1CC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DCED18-DF23-D94C-02DA-EF1E9C39693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581DB0-342C-0588-538D-AD937EACF30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D04EA7-5A04-0D4B-B182-E95D00B548B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842A80-897C-1BE3-CB69-20A8CB6BCD5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9CC6D2-29C6-D359-82F8-684415FCA09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E313FB-21C7-E98C-287D-4B909299FEE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116B76-80B2-849C-296A-174CA8771D9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9FE597-4A6F-A053-476B-EF92D5943D7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1E3BB3-9AF6-FA7D-FD62-11CD6437959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7F8951-E96A-CC66-3368-91929F5380D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9E0536-7882-9174-08EB-B3F11714E36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D6CD3A-C7AE-F1A7-AF82-AAF0E2DD657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54A8F5-2296-A592-FA20-69B0F04B65D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FC313B-DDC0-94BB-60C9-0FE5DD20884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D20C3C-8F5A-540E-B08D-8482DE5741E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A321B3F-EFA3-A494-8E98-2DEC1AA7D5F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168607-D5D0-747A-0506-F3B9B83E905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923B23-A3FB-653A-7308-E8A19680046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3EC2E9-5FC2-2608-6201-F3FEF49AE23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6E7903-9111-1463-74F4-4FBFEC2911B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71E755-B9EC-6376-80F8-BAD26BC430A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9C24E5-61E3-6179-C9BB-00707B37DF1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A43718-8918-650E-80C6-E58FB7C2459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8B93B4-FC4F-A2BB-FCEE-AF543C2C535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912152-D1A1-328E-D783-D5F4C5FD1FF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00AE95-0430-817C-BE3E-B3EC25EC4B0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13542D-F36F-84EB-9591-B86A54C68D2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381B11-73DB-3974-3AF8-E0DD8FCAEAD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E1F7DE-2B46-0BB7-11B4-3EE87E3AC32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8E1C8F-0379-2F59-2B70-2C00A982FC8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0F846E0-353E-7BBA-BCB2-7D2D4DF50BA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718C93C-BBE8-EFD7-BE3A-7FD851E4014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C1DFCD-8EE1-7550-AAE6-B3DC2DECD7B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332C1F-DA44-6EE5-4CD8-78EF09EBCA0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13299F-F859-C671-CCC3-780F3B0D2D2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99FCC9-320F-4F9D-1880-B5B49677A4D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DC8B7A-7D8B-31A6-1975-748C5E2BB88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7DE586-37D8-4160-9E21-A047EA520A9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04882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27066-C64A-88A1-9E67-CD33B50D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2F2732-57E3-FAC2-82A9-E84EA2DD1A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090581-72BE-3622-3F7F-70BFDE044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913A31-3CE7-5F46-04C8-67587F9DF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166B8A-5BC9-6E0D-D464-656211944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5450B4-DB6A-DED3-EDEE-456C042E7E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934CE8-2D19-DDC1-4A97-AA1F294DC31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3B7342-206C-F823-BA4B-F05A55469A4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1D010A-C155-91CB-4A69-938CB1E9832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2B3B63-A8D1-7328-CDAE-F80AB56D450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552EF0-5F6C-50D5-E51A-83B83B8BB07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12F57F-E7C5-FFF8-24F4-10EAF131A5A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472158-EEE6-0021-68CE-40FE95F7A80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E4454C-F9FF-3AFC-4502-D844D4292AB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99E67D-7E7D-7A53-1426-4E7842876EC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5585A1-5475-8781-23CC-74CA439D02B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22B15-CDCB-0AA6-0C2D-AE17AA1D981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D4A6AA-CBCA-6171-288F-502BFE7DC09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6F20B2-5F7C-7CB1-3CA0-D14B47CE7F8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CA608-565C-221C-3EC0-936EB3F55F7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43C1E0-0D5B-DBD4-399B-6A0A05DB0CF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802F26-EDBE-F0F7-46FD-7C2E86C508B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BA7E94-9FA7-F69C-9FD7-32B97D9AF02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E1D874-4D04-A9D1-D71D-1A7BFE497A2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0D12E-BC3A-2C7D-E276-7AC91501AD0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493299-20EB-F683-DE78-F8CAB9689D3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5197BE-0E86-7E75-6B53-3F14F7ADE61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914A4E-63FB-6AE2-6A31-BEBB9F8413A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B7C51C-41DF-2DEF-E329-3EC3576D79F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12D4BF-AC64-DBDC-4145-A4BB60D6ABC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FF14D1-39F6-F54C-A783-336BDC07B86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1B574E-9336-49F0-E6EB-34EFB20865A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06D93C-DA91-9762-1E5A-E17CFC10C37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6DF965-CDEE-2509-E147-1727F2BBABE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546791-089F-C10F-A21F-72E7570FC68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5499C7-55B6-82C4-1887-BAF030C65A0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1F7CE1-0FC7-30C7-1799-7C1C08D0C78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9AC559-CA9C-A7E7-5C7F-C388FF68031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C64B3A-6088-34C0-6245-CF959A2289E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59DA98-4BB6-F429-042C-B4F333DB4B6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3329B4-900D-D923-409C-22015DEABAF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9C977D-A568-7F26-D69A-F9AAA73043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AB5249-6A44-5D4E-B727-6C992325B8F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C125EA-CA3B-5C4B-38B2-B3830767895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F7AF7E-0204-1705-ADFB-76EAE152F37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98D750-9E03-6A18-DEDD-F369594D2C3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9078F61-881E-41C9-D70B-2F312BBB872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756676-45F5-A62E-9097-4BD47A20D95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C22540-1DBD-7555-37A5-B16A25D2D44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62A4B6-9FD6-D028-C78E-981A047FEE2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7B3BA8E-D3B8-1E80-7AC4-7B16CE94071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C7AB76-C1C0-EBCE-839C-251EFDB1093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9F31320-5F3B-D25C-DD1A-9B4CBE6F3C4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B19B95-3102-132D-1486-182228ABB87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2621DD-C8C2-7A4E-B0DD-3471B6C6821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150FAA-CC0C-20ED-954D-6971DC0A10F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578519-DF37-4AF7-BD2A-BF5889D45C3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2441D5-9726-C8C1-0430-6364CD42E72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D49B065-393E-EA28-7FE7-AD216D46145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CF4B5B-86C4-5CE4-1D70-CDD8F6ABBC0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E2465B-1305-C16C-3272-B0944863627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F99A7E-73D0-5535-9406-E615CD8BD58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CE949D-AED1-4F18-A8FA-508A3FA9751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D2F829-C502-F219-5869-2F2C183E90E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FC0697-705C-26A7-7C20-DCCA551578A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404417-4F81-5270-499D-A08AABFB1BB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EE2522-B12D-7609-C51D-4BF8937E843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90093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2DDB-B9A5-2B9E-D537-E3C893FE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564D34-CCC8-A9BA-0671-0B472B7896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left center and bottom center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1E1EAD-6D1F-4D5A-A233-91EC7BF6C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CED369-4EC6-CBC9-6A8A-9229E8B52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2F75B1C-FFBA-9E9C-344A-0978B893D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76025E-0042-223D-213A-60F515EC02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12A979-1A13-E8B5-48BB-85C7D516E9E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31D369-641F-9078-26C8-7B30848A86A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474AEB-DEAF-FE47-DF7B-411FD2EF5C9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0DB28F-D55C-EC30-1739-2F7E3950D0C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375356-AA7B-5D55-8EB2-0E688ACE951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81F6B8-3E63-850D-7001-EBE9F365DCD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8686DE-6D39-7423-8EC7-A7C270F8287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93D7C-120E-3BCE-FEC3-1ED2B8AD71C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4946A9-6BC8-70ED-0D18-D30A4BA8716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A5B6CB-9275-2CDE-0FDE-264594B886D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84E26-417B-BADF-A810-6A6C09CB120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E6562-8301-2F09-6DFE-EA88C9643F1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276E6E-2E56-2BAA-503C-F27BB318DCF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2CE19F-EF0F-AC29-648A-82C773FF0BA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550784-1CFF-F3D5-01CF-F14C3883A9D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49FD52-3577-5F1A-D9BE-33385C07A6E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DF65A6-8E4B-DA5B-E2FD-1658D4CF6FC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D9AFDE-F1BB-1CC2-1E82-6B634950167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F6FE80-8033-CC7D-E965-4E27C0EB23A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1B147A-DD4D-297B-CDE6-F4EB6D06320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0494DE-0B36-5088-C66F-1E2AF797621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1A313B-D400-6062-4078-B4FD34970C2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B5699B-F01C-081A-1D0B-210C0E92B8F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03FA01-A57C-1771-C81F-4110C08EDC9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778208-0172-48E0-1E76-AC349D0A481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4582E3-F273-812E-3121-D7E0AC3CD30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17CE7B-EE30-9885-C3AC-9847051F40B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A9E48B-5A34-BE4E-7412-4C30ABAF935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7722B2-73FD-2BF5-3D0D-675F1B7B4E3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99562-AF2C-B956-9E30-EB64AE6E9B6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DA81AB-0C8F-35B2-9214-E0399D21C11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C00286-2FF8-20F5-7874-0A5E426AFA9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D082BB-E8DF-B373-1B97-A2EF4037AD2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528616-7CBB-4796-3DBB-95DB415A5A8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4D53041-C2B0-6529-5FBE-3063F1C6B4F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449F77-8905-8852-B7E0-7AE61327448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0DB850-C93A-3E56-97FF-2F2019C502A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C3C527-1D8A-E272-B4FE-E8D09D047E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377E59-BFB2-C9ED-F929-B14183ABE0C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0248C3-A094-B190-1136-5B92FEC46F7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091024-64CE-163A-73B8-4AB485C6E31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AAC8767-CEFC-AE41-3713-C880A127CD7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160394-4FC2-6570-52A6-06C444C281A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2682DF-AB04-7ED0-BEDA-8E9D6C7EEC2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4C3F33-5A12-C66F-5F4D-A858BD208E6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727C65-BF53-F5A2-695C-1323928DF8A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CBD700-7FE7-BE27-5685-7A909134CBB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4F26F0-5B6D-1306-82B1-17F7753928F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BEBE68-6595-7127-4BA7-C36A459F004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53A949-355B-7069-D105-9A006F19739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17CA5F-770F-CEE5-2B32-4A6480A8C70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FB595F-356A-046E-2D3B-26FE496D353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3DFFBF-7BC9-2915-111A-3B6E479A2B3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ECC879-3822-1801-0EBA-F146955A6D0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D8C84F-87C3-BD90-2DAA-80819D1052D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91FA6F-583F-8F10-6D39-6E21E042EC4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C456AE-54FF-28AA-530D-9CCDBB640FF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EFCE99-926F-0517-1A2E-C1A6301095D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C873A4-0A61-568E-AD18-9356C75C774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3ADDD0-58B7-5E52-9A9A-3A668F3A4BD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3D9F50-3981-070D-FFC0-643712123AA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7F36D6-AF4D-F7A2-0F66-4FDEFBB5DCA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68D053-9547-FFDA-B412-4B065CF3BBA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6785B0-F46E-B6B3-282B-8059AD39423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093B7A-5572-7753-8AB4-AA9953D4E67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1ABD05-4923-AC07-CFBC-1211FF06B96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92EF2C-1CED-EC0F-3CBB-FD5D7CC2ED6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6273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6263B-A213-CB8F-035C-B5DBC0E34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95681E-1F4A-856E-C79C-A67C0A5D29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D6BA02F-0AE0-5F78-E9B3-160382DA7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9A01A6-A1F4-3445-F328-E1C0D73BD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92F7E8-E6D7-9E44-61D0-FA7C80712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7F357A-5A47-83A3-9537-6C72263B8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2A2225-71F2-9DAD-EE7B-2E2DC14CD01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312974-6EEA-4FFF-2A7A-3ADD632ACA7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E43FE3-C812-3123-30C2-3455CB98AFF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2B778-0D6A-C7D8-559C-0CCEE9A22FE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630D14-0149-4DF4-3AD4-41ACA2622D1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A92C1-D2BF-4C94-1D68-54E6A646ACA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296E73-F625-41FA-88B3-8584AA8B67D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2AE5E1-68EE-2574-C500-EC1B9E74FFB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87E77E-1D21-6B81-D3C2-8C1933B0356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B9F3A5-9D23-5A1F-9B75-27AF98E91D6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3D970-0610-4C92-A043-AF3FAE25CB4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9A8C4-1277-99E3-9297-551CB14C228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0EF41-AF94-31C8-EC15-A03ED4719F5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E8C4EA-FD8F-1E08-EEBD-452F3B84D00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ECC31D-06D5-D233-5A76-2C575388EE5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E28F23-ADF4-A5E6-7984-AF30B24BCD0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03ACE7-0669-C9B0-E313-F663828F6E3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1385EF-42DD-0542-C6C6-3A74A19E783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FFB609-6AED-DD3F-8737-1E63637CE6D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3666A6-1C19-20E7-2CE2-547E15B626F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850BF2-E26E-3517-7A8E-38AC8156F63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42BBC9-FBAB-0B1E-8AA2-8D72C03C204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B0B98A-BCBF-3C59-903C-D0B50627210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D75648-5DA7-B983-ACA7-96DEC2A13CE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13568D-D7CD-072E-FD72-CFFD00D84A5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AE1458-0CE9-B740-EE36-FFEAC42A13D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6DF4CB-6B25-63C4-EE2C-C07F8E9248E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69ACC4-4B13-299E-5F85-F64F35A6AAF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685F84-3D7C-7AD9-AA5C-4F40562ED7A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8E4AA-D45B-8EF0-6239-82E191F4C11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CF321B-95EC-12C5-B6BE-C32EE1EAD4F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568C64-3363-CE59-0E39-0ADA3A6CAA5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A744EA-3269-68AE-BE30-4D921F498E5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898972-C607-9986-89F3-49CEF4FB374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7E2B74-02B0-E3FD-787A-0F9EFFD270D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38C2C0-66BF-EFC3-8765-27A574E6506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8A0965-0D63-5196-A9BB-E83F09B16FB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DB1B079-B265-7014-40BC-2578525C03B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415F9D-D875-3A20-892E-4FC9035B244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E4DD0D-EECB-C183-7082-8E684690061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7F163C-10AB-4749-9F53-12BE4CAD9D1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1FC613-81B4-66C2-F9C5-FA46FCF2B63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DD86C-E78C-9909-96B8-D2EF0F7FF55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B09B98-ADB6-B0AA-6204-A86EF5838BB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846324-9ABD-9563-7CA7-B2DE259D640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BDFE3A-E106-4886-169E-BA9F9588784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55CCCD-B355-FF93-08A5-3C6BE969028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9B76EA-F13C-D2EF-1C5E-099F515CD02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C934D3-DF92-DAC4-4220-1A5FE15B979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DBC224C-AE7E-C3C6-A5C2-34E907D4472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C14D420-F438-1F08-28AD-827A1C69942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12A0DB8-CBAE-6453-0FB8-3CEAAD4F11C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3719522-AE53-227E-063A-12676CD9D47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55D556-16AA-CF81-AFD7-821AB82AE79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E3E173-7088-4A3C-3E79-A0B4B76E14C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EEC0FA-7A5F-F133-32B7-8B1FBC84375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7D6113-19D2-7A9A-000B-D9F5E6EF5F3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D9F789-93CB-5CEF-B3C9-D00D4BBBA48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DEBD3D-902A-93F1-7591-5B48A46570D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945D70-850D-A55C-D564-B4CA7C581C4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F54589-D160-62B9-348E-C445A0DE46F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53B705-362C-B3B1-5AF4-E3E16E9F2EF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34CC05-7F68-31CE-F8E6-47FD14917C1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E7F59D-8AE8-403D-B085-1AADF15C9A8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E4020B-659E-B8AF-B501-AAFC12F3778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33C861-41C8-0C3D-577E-B28A0D6DE8A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A6B68F-4447-7640-CF5B-54BF1326FCB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05049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51AFA-2DCF-BF63-96A9-3529A0637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012DF6-74E5-960D-4876-E2F5999037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center and right center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592A77-8843-28B9-E83C-342B552C5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4C0B2E-C46A-8282-CBE0-62540F4E7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5EFE4B-10D8-9DA2-2F20-C6C348C8D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B83BB0-5A91-F299-5F20-957792A51C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739759-C419-FDD1-02E1-D1D7D076D3C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B2C8C0-50EC-510E-E456-9BEC7704E62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6BB68-4A76-7625-DB4F-73AFD645F7D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C83800-9BFB-D02F-F10C-A64281BC76F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C643C9-D6E5-F9FF-6F01-F2EF31AA489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D9E406-C631-5638-4B02-22C1A8DCBC4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980993-9AA0-8E54-332A-C826F90192B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3516A7-F680-0275-C4CB-9037B1C232C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FF99CA-AC77-B763-DAA0-0454B778382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0D50AE-3CB1-CDA0-FD2E-C37F5F1015E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BA96D-61CD-95DE-1C7B-19C94E62BCC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6916C-1184-0F81-A053-62DEDFA4A06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65AB7-ED03-20C2-DF46-8430D2F6AE2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274DED-7301-BCD7-B1DF-486E01EE49F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265299-D65B-5262-43BC-8640BDCCB37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B620B5-1E33-F07D-3440-005CF3D2EFB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23C7DC-CFEF-5E4D-CA17-E8A927970BD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A95518-C4B6-EA76-FBDF-F1350437ED8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E2573D-02D8-91DB-DC61-AE1EAD2E7F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0798FC-4F9B-222D-EAB5-1F406E4830C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2DB48B-2033-F2BC-F326-B24B1FC986D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2E6578-F284-D72F-96D9-181A9EAF42F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F5E6B3-D6CD-05E9-1B8D-DFFD402681A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3280E8-67A7-69F8-F5C6-31F1693D6C9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4B4896-CB8E-3E0F-F36B-5BCA3E8C30D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46AF53-F3EE-76D9-6967-2A7BF557A0C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2355C5-A678-DC6A-FC4B-3F767D30C4A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DE6AD8-E658-1C40-36D2-2FF42539371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59E55-EA9B-E492-D53A-46CF74D384E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5E9EF9-C9C0-688D-997D-DAB3C48913C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B95613-8C26-3CF2-7BAB-CE1705CF1C2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C50B58-A4DE-AB85-CCFA-4926D45982D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5BAB5A-ACF0-DCD4-2DE7-1EBBA46E754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19B5CE-9714-A525-A115-EBE73CA99DD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19B559-757A-1E51-14D5-EA52F960D64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DEFAA4-3F31-BD38-8A2C-F6AA6E3DE26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EAA92F-FB2B-C402-78AD-21931A05674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FDFEB8-B441-4FA2-227B-D8DD50A32B6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F0C230-389C-4B4B-12A0-986F7587DD7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5E0F83-1BE5-7A71-6081-175EF5DA7BA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C038C4-D156-B7D3-D018-AC1B174D842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44607F-E8E1-24DB-91AA-D0FDFEE3CC2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2B02B0-DDD0-B03A-798E-8E86397B253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D61358-9688-FF00-1CF2-078158A6C45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370945-0B9E-E799-382A-95E7FD8FB2D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EBA692-4BF4-B53B-3A0A-19E8CB3975C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6F8B6C-6DD2-742B-0FBF-7BCB7BE83CB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284A7B-3F90-62D2-0ADF-7C7FAC52DB2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27EB5B-1E3B-EAE3-5E82-2860E360EFD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A65A9E-58F1-DAAB-D1EF-B89A2C7484E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3D51CB-02F6-EDA1-42DA-0D7CF33A959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FBF410-03A7-1B28-3E9E-1140BC6CE75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B95A21-F78B-D0BB-D06D-BDEAE0F8111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41761E-C269-EE17-FEDA-90731B9CADF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2F8172-900D-AF7A-646C-00518F1657A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F6AD53-E78E-FA98-3604-5FA4EA4895A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00430C-CE48-A440-2867-593E8CAE1A9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0B74B3-576D-A137-56F4-143D45B57D8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36D1A3-3C5A-F60E-CCCE-B4F9F6DE082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702DE8-2153-597B-9A47-814799A1B45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2FE21D-A6FB-121D-E659-79068BD7F28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0F82F2-D117-794D-AF50-BF983AB0609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11991E-AD48-AD64-11CD-1AA87A5DA11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A2DC3E-AEA2-7319-F349-68FBDEE8B57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6C22F4-E003-B60C-A6B7-EB80023C391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D946B8-38CC-0A9F-2C07-DC6F634B0FF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28C733-6EC4-F4A2-4194-206973008C9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85123A-F89B-EC39-6845-7654ED93AB6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685523-3F73-5613-8668-6F7B9B69DC5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2493D3B-93C5-F59D-ED35-F46EE31BB08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82DA87C-7773-9532-E026-EFAB1858F09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9DDEA9-60BF-902E-700B-8ABCF5203C4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DE589CD-41BA-A131-0266-A9D9B249947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12569</a:t>
            </a:r>
          </a:p>
        </p:txBody>
      </p:sp>
    </p:spTree>
    <p:extLst>
      <p:ext uri="{BB962C8B-B14F-4D97-AF65-F5344CB8AC3E}">
        <p14:creationId xmlns:p14="http://schemas.microsoft.com/office/powerpoint/2010/main" val="22224838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5C63F-0CA2-2F5D-F5D0-9ABBCBF18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228011-0AB2-F5C9-A11D-8D5E6007BA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6AC0F5-C94F-FDCE-5AEE-AA44350C7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2A4DC2-C707-6E93-968E-6653DE798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D9D4610-F277-EBEE-E473-9CC8D78CA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CE3556-7925-485C-365A-3C9319546C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13C19E-B85B-7C3E-A87A-5A11D6CCC85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C23BB0-A611-81F8-80D3-30F173196C7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1499A1-A8DA-7D71-123B-5B0F5C997FD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6024F7-B442-D1E2-C204-E7710D0A6A2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C5529B-57C2-BFF9-728D-2C538D9628B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73D221-316A-3687-8E34-C3A4431C03F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4EE2E6-3A4E-DC51-B3D4-3874692D44B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845473-AAF2-48A2-6538-9DC89F1489E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990193-A388-8E3E-3D79-6480FE16204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01C8E5-C4D7-C345-42B0-C4F649ADD27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303C4A-98C1-0E80-0CEF-128C63E21E0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032BE0-5506-01B4-F817-EE95F1C7C28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1C6A5-D6AB-9E82-6B0A-D6E55E181E3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E95BEE-8265-0008-2033-C182A50F3CF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BE853D-71CA-7EA2-6969-EA1E434A368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857777-1C5F-3088-15EF-C4E6F96F0DD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892AA6-41C2-53EB-BCBE-69E614895AF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F8B322-08AB-3E53-D152-D031D3BB393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4ABD46-5C97-4C5E-2216-242B54C87C0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0E95C2-D4A3-49B6-FAD2-2FE1293F08B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15AA0F-010C-2703-584A-C9FB0853D03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9ED3EE-D7E5-ADBD-156C-A7B8A54D8BB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919429-14AA-EBD8-1BAE-3FF0FA86B1E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979EE4-C21E-EDF9-7EC4-EB4373D8505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18AF5E-1887-362D-7A2F-4137D09D6A2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3DD7C3-6D58-91DF-2CD9-43B291164FF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52C821-9497-94D4-67B0-54A2FCC374F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7C1D73-9EB0-C911-ACE3-34AB2267182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47003-E38F-C223-7F69-B84C280DCEA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35EBB0-B74A-DADD-A8F5-0CBABC7F4A1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B5F64E-C710-23E7-C487-0701C3899B4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AD8788-206D-B273-964E-0F4E1F72697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B5CCD3-01F3-492F-3C00-3282E385933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D48F84-3155-0817-D854-C59A0D6C6C2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73B0C4-7816-DA69-683D-9A82EF161BC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62D35B-1D10-5811-0A11-44457E7FF1D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69362B-95C1-4A45-2E69-06E527B83C5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C422CE-3772-8FCA-6CAE-581890585B3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7D4B2F-B1D1-3204-6E93-64167CF83CA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187D89-0CE3-FBBC-2027-59E7A648DAD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0E00C86-6413-F6C1-C550-A6FDAE74883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BDCB04-3663-27F3-3CCB-6A2C22A3BD1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D3CA6D-9DAD-F73D-6814-2925A353748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40A837-2AAC-63D6-54A2-40B7F72CC5E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B4502C-C92D-66A2-9E65-C95F9DC1802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9C49F1-ED39-B860-F0FB-FD5A8EE8D1B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567707-F84C-AD16-8AEF-2E274821920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7E8F4B-CE5E-AC3C-D17A-AF7AD68DED4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DDFE0D-2C56-EE2D-05B6-5E3218E71D2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46A1FC-A25B-BD69-0860-763F6B64E5E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C3598E0-CEA6-6C04-807B-D7EEEA9BD97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74075DA-8088-C1EA-7AD1-67F20D851A7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C5991F7-8E9E-AB90-6464-79994EAD15B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759A79D-D8F0-68EA-93DB-EBB1A7472E1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7E00BA-704E-856C-DDAF-8AB61841495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60F10F-0C36-1F36-F55C-98E5D6E6ADF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F8D9E8-2C7E-668E-D517-7D4B07B856F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B675D3-0848-7892-319C-EF3560F13D1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62FB79-9397-42AF-9CB0-F801EADDE94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E57642-BD7C-6AEA-CC87-3B96C958C81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8AFAE5-A76A-D499-E917-C417593D98A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E61AEA-A524-9574-FEA5-AF398F1079E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03FE7C-6610-E2F4-130D-28B04AADEE6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B7EBE8-EB37-A27C-2B84-5B2D6FF659E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F8AA8C-2BEC-AF78-132C-38D8EC93391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075796-749F-5DBF-E305-7353DA6E26C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3ADFDC2-A649-17D6-7025-CB0B0EB950F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9D2AF2-7FC0-8890-B2C1-509F15AC8F4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D30CB2-6C7B-3135-30BD-87621EBF512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1363331-2205-57A9-5BE2-05CF2315971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F89423-75AA-98A1-3A9D-14675CCE311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FA4F8EB-3F68-11DE-A44A-DCC81690A58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344FC4-D12B-81FA-FAF0-13F8E999A65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</p:spTree>
    <p:extLst>
      <p:ext uri="{BB962C8B-B14F-4D97-AF65-F5344CB8AC3E}">
        <p14:creationId xmlns:p14="http://schemas.microsoft.com/office/powerpoint/2010/main" val="35217227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66616-DC2D-5C7C-668D-7BC429938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BBF49F-E4CA-D466-39FD-63A7413CDD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1 is in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9C85F3-621F-09A0-1941-457109032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DCB5EC-563B-5F9E-790A-6F0B933E5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C4F2D6-B92E-B28B-B9B7-B3997B0C4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67C771-9AA9-03B0-9E19-EA6F8B2E8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2975C7-55E7-C8FC-AA5C-2EA8284D642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9C80A-1AB4-F564-F99E-7EDE69904D8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36AC78-ECA1-BF10-5C03-EF83AB9305E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EE32EB-7ACC-09F3-AD9F-BCFD7504DC1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526564-0E54-B52F-5C75-7ACF1807E9F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C62710-91F7-355B-77B3-4087770CBB6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55AC2B-DDBB-2F91-7EAB-16C10B70973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45937B-5636-0908-494B-54512830C56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A42EA3-ADE1-56A4-E25B-30513A1E35D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713843-4A45-ADA3-5568-4A4A85ECE25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E65A2-2B3F-E098-E641-DF564E63C79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76A28B-8AB8-EFAD-5F92-E7172C60A7A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65280-1C03-EA04-1B0E-E8F0725CFB6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C172A4-3D99-A644-D165-B07C64AF3E2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B2C752-201F-A7D3-8734-6B53F5B6C8D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ABF778-BCB6-BD6F-A536-B52ABE4C1E2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03DCD6-91D1-12F0-C975-8D8EFE8C9AC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FA2552-55AC-C785-2DC2-848D34DF6E0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B476F1-C2D1-8DB1-43A2-61180019CE1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191405-9EDF-31EB-4CA8-3E14C759798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BC010D-056D-389F-0F04-6B71728769E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DDCCBE-224C-C686-FBD1-AE24936A6F2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38D21A-C3B0-014D-51C3-78FDBE502BA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98D34C-384B-E9E8-4B46-FE3C9ED2597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344830-F7B1-2EDE-DCCE-1B9E29DD61F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FF0A36-BEFD-8A0E-947E-5E534C0FC3D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82712D-0938-B4A7-8F2B-C05E38C4B53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5F0976-ACB8-A3FF-1C7E-DD66FB4BE4E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C5B13F-FE5D-9C37-671B-B00964A7DED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3239A0-036C-A70D-21F2-6E18E431A2C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5D849-194B-3D30-31D9-E1127B402D3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326CF2-E853-42E6-CF3D-30A3653E20A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92B6D1-25B2-86FC-D7CB-5F33EFC6DB0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B3B11D-E79C-766C-1E92-F7245768B30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66852C-D11B-8B3B-E45D-04B48734C6A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955021-7419-A6C1-BF27-38D085CF6D1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7D40C9-374F-694F-FCB8-B945B135D59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157F87-F160-8842-B520-F7EBAEF1735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4992F5-F485-3287-BA7E-B8E9CB209F0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B76914-152C-D25D-06F8-46EB2A13133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649B63-3997-53CB-1953-EC3BF8A046A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41EB16-86BD-602A-2334-02DA92A7641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A734F1-236B-FA03-D6F4-BFF9A00CA65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A69F7A-511D-B930-1F71-DF32AA39B3C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3DAC562-D62D-AFB3-41A5-45DBDA0531F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0715A3-D9CF-FDE9-6C5F-F80D127B816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97EA66D-0797-EFAD-7AEF-A414B81EFA3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E9AE8B-EC9F-6E5E-8B0E-0D6921DC75C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6558F0-3542-A3BC-256A-D5A8C0051D5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AD2E50-8357-5877-681C-200B9AA7343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26D62D-941A-567E-DA6B-FC826B159BB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377FC2F-A203-5C83-5DE9-7B155D7636D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C8EC49-8FAF-27B7-F562-B9B1B60E351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12B4D5-3129-308A-FAA0-6FAD88A03AB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E11687-593D-BD30-8286-E1F655A92D0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6A91C6-2260-D839-BD13-AA2BD7E37F7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16BD9F-7C87-08B1-D272-6A351C46F6F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E51023-0BEA-BF1B-4E62-AAF3A54E578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BD9A76-6502-56E9-3925-8F7720B054B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5F4509-3738-1942-7E1D-15236EB07CD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4101C7-24CE-B4CE-5A2C-E323695BADE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4C44DF-3E2B-7FB7-55F1-C824F68B171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F715B0-1CEA-1455-44E7-C3DE08020A2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BBAFFD-BFF6-BB76-FEDE-A9DFD02C6CE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1FA06E1-B435-7E98-9029-A555CF79E2A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BA79E3-35DD-C596-6C94-D2B329AC07A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CD2563-AE20-4927-B308-810D83635B0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3E2C69-904C-E003-604D-27D0EBF05F4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A0575E-6CF2-6169-CA4F-7917E056652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B80347-A93F-7A2B-FB0D-5D8B98B2B8B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510AFFA-7843-04DB-9081-E6945388AC8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2652BC0-E98F-AE51-1063-179570BCA0E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C6E78D-C107-2A31-C9D3-0F8EE2885ED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</p:spTree>
    <p:extLst>
      <p:ext uri="{BB962C8B-B14F-4D97-AF65-F5344CB8AC3E}">
        <p14:creationId xmlns:p14="http://schemas.microsoft.com/office/powerpoint/2010/main" val="23658330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B7895-0F4B-00DE-85AD-93DF9362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8FA25B-337F-0D82-3835-36E3738C69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center block, 4 is in Column 5—which is to say, on the +. Therefore, it can’t be found elsewhere on the +.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867A59-4E5B-69AF-5C51-81811092F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7EA5D1-521A-47E4-BDEA-964E9429E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AC60FB8-093A-3F3C-A7AE-3B183AF7D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358EB0-A717-8516-6022-B92467A62E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06EC6A-2344-CFAA-0DF5-B8F1C502FF3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DE93D8-5404-A6FE-8C4D-B7C632B8759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267593-86D9-6B9D-814B-4ACAFE8D106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3EC982-F718-06B9-08BB-ECA96991036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973AFF-F8EB-A35D-EFC1-F9447578FB7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3074EC-75C3-A913-1348-F1D52F4CDB4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981F7A-7047-27D6-D03E-38590DEDA93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126033-B915-0613-1931-B10EDF233FC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B3443-5396-E2D6-744C-09E8DE1100F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C3E091-BDAB-83D3-9D3D-CC48E90900C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5AA11-755E-B57E-F52F-3533AF24B0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C400B-68F8-D212-E170-39DB44B668B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CB703-05F7-1594-ED3B-502A3BF7937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632939-716E-722E-D9B2-48224D428A0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FC3301-ABE3-6156-9665-00095A3EBEC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5B32B7-5057-6A2F-99A9-50BCA73E310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870EB9-D69C-CBE1-9E5F-4AB4A636CD0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E40DA2-BDCB-79BB-FE53-C265AB27599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865241-8B77-BCDA-F11F-EA3CE27C239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6EF3CB-D838-D97F-A5DB-F6C680C3179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79827A-3CBD-4388-B44D-37CDDFE6ACA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20D3DD-D601-B42C-44DB-083B4FF6DE6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F2B36A-3AA1-82C2-1C27-32B63098388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A7C5FA-60B7-C9C3-1726-8EF3BC745E1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B757B6-4F46-C290-E883-4410B48B936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045A4D-6FCC-2A0A-E03D-DE59F3E3DB4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7B9E6A-7A46-7208-4186-BE08679B5D8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A07280-B4C3-CDBB-1F84-43A96848FFE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E7935E-9356-226C-3644-2613F4FD0CC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067AFD-F75D-B475-805E-443688F15E6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BC076A-26CA-11DF-82F0-F25843E9C1A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FE3D71-B44E-83DB-E3E6-8F3629D53E4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526B34-E7A1-40C7-4D34-566DC9D1032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F72B3D-9825-1BF4-3346-9BD1EC15824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4CC7E8-8B6A-1282-F41D-374FFB38C2C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FD49B1-F71D-16FD-8267-C2789630DEB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4508B8-2C31-A01F-CE8E-FFB89C72E6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67ACFB-711B-9403-94EB-FCDB360BCF5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E55998-1596-38BF-E560-4A1F73A0167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9331D0-6260-D027-FA23-0DCA6584F95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974730-D25E-A256-9C0A-63595989242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A41DA0-7900-8155-DEE0-7CB14D32E64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49DF57-779E-37E5-A423-F6449186FC1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895420-BA01-875F-49C3-3BA152DF8DB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226E23-8DF2-48E8-9734-9FE6E3FE957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CD21B1-DD38-AFF4-F241-96B2D2FE8D4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6D8BE5-6A0C-AFA7-9589-486436BC70C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B4DDBA-FCDC-9F21-5F06-F1C9D1CA980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197F12-41A8-0A1A-988A-46212C81D69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D4A0D46-9B6F-54A7-8D01-DFC46C4784C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5B0579-464C-2DEC-3B51-4F17A339768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64C0E3-349A-4E81-9147-3BED5B5CFD2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6A130A-A187-207C-1145-907018CE54F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9BFD12-BACF-F0A9-D2E1-58E87EBA863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EDB984-CDA6-002F-4140-0A8A3E815D8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F5A648-554C-8996-29FB-DD55120A4CB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75EE5A-14FD-3A42-DBE5-46EB10E5522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22AF43-586A-C05F-4AC2-59F7C93F955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56AF8C-D590-0739-DAC6-0354942F664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EF4537-F0D3-2949-248D-74CEF454CEB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C17ABA-47AB-D665-456E-F505448FEC2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0A2A55-FA1C-BC8E-18E5-8F7921B1AE1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0DF441-CEA2-C68D-8859-8C148059E92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87EC355-7236-99EE-5E1A-FB0A6C50545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E1B418-4BB1-6EB8-748B-A6C74C117A7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F05C5B4-975E-5FC3-078B-9561F14710F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E249C9-33C3-1F1C-E67A-06FE2B65083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C4E8A8-D182-3FF1-6AFF-A34021107CC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37ED265-0493-7EA1-54EB-EF40AD423C7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5DAA354-0CCF-7AB1-8504-7D0F71F666D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BDE8599-4320-B124-20CF-6ADE841A799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FAE7EC-64C2-25E3-853D-FDB7292C434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50E5E78-6C53-72C0-7063-8AC87A26B79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27115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D725C-BA6E-B7E6-9F48-8B7A264FA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0B131E-9694-DEAD-CA2B-2F1F45A5AA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5EE67A8-D3BB-41DE-7C5D-29D453B61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20598C-5C76-E0D1-CFA2-DE174983C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3B58A2-4CAB-1F6E-FD54-75A0D12B0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98A2F3-8DD9-F33E-A55C-93526D726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D88362-5A9D-97EC-242D-4F619232D2D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B02FD-1602-6833-FFC9-F86EA9C8C56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2CA84E-7DA3-1AA3-65C8-880885BA348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743118-FA0C-189A-0B6D-77DF87B95B2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4B01FF-B1D3-8B20-EFD9-287FCD364B7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AE684F-719E-032D-C55A-33A675C9F5B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DDDFDC-8D13-5B2A-3795-F0224D7F591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D7FAA5-A966-28E1-066A-3269C2DB040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8D7EE7-45FB-4952-75A2-2FE1DF85AF0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3FD020-764A-6858-BF4F-B5731384B9C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AAE13-E13E-6BA3-D184-70C5AEC9AB9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BBE08-343E-4DB9-50B6-37ABA75AC3E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2C294-DE41-D15D-9F33-763B0B47F9C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AC07D7-CCDB-C7EB-22D2-08FA09B560F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FDE38C-96C1-50FD-B04E-C40465E50EE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47E1B1-2A9C-C035-E398-C6FEA2DE9CE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E957FB-5FB8-A635-BDD8-E6043643BC8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329185-9AD5-94C9-CF3A-6C0324464DA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767E36-B3AC-B926-7373-52F206B5497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ED963A-85CF-0D5E-B10F-B8CF1034FB0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EEE5FD-FBFA-0504-379E-8E66B09BB68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A3F0F7-B000-A673-EE6A-4F434199587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D885A1-FB60-D7D2-94F8-62A8CFD920F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E7FFE7-CC30-3227-F7CC-736C1B02CFC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444B0C-FAD5-CC68-B6B1-219C4C31BF8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6278D6-15E7-79B4-DE63-F14DD120068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568C6F-A545-3301-3968-B0673FFAB03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06787F-4BE3-B8EE-F99D-A237BE92050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AE8420-35BC-C046-4C53-E831B392E14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7693A9-31A5-634C-CE58-A3A4EFADBBD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88981E-BABA-B0F5-796B-7F54096FFD8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FE57C1-9DEE-2E59-9E85-1BA50EC364D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4BE10B-8328-7742-F9D3-6496A74C971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689A59-6EDD-76B9-E2D6-A57486420E7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62D7F7-1D6A-0CC5-E41C-8C5E41A45AC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79690F-EBBA-CCCD-592D-99724B43A01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540E4A-EE97-2432-5120-29B09734253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7ECE67-7433-589D-9C36-F2F83E19A48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5ED108-5E56-E15C-A215-9B3594C8F88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EFF0AE-2461-B916-568A-3B6F7BE6272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1B4AD7A-40F6-D505-51E5-188FF9A161D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B545B4-0945-DF37-830A-BFC8C484FDC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84DAE8-5CCC-94CD-84EB-1BBE2A1EF4E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80E91A-BF29-4EEE-8338-0D38D77AF3E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6BCE28-79D0-5A6E-8497-3A1E2D677F1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A9059A-FA00-A55F-1E2E-6B82F4623FD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5994E2-93C5-708A-116E-E84AEDAA967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87A2FF-AC74-14DF-BD4A-5034759F8B7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9E66CB-9A90-5671-4291-3CCECD114AB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86B340-3D46-B441-0CEF-31CAFE762C0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8D79B9-8941-7D91-7ACA-88840655FBF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F4D528-E270-0638-9990-81CD87D9195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5DA6E1D-F44B-6048-7602-11F948BE459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19B8888-723A-A8A3-D2A5-ADC80D1AEF9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169923-61CA-2912-3647-0FB482E052A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C317E2-2BD2-1D86-023D-FD2279648E8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356358-01F3-C24C-05D9-C552980936B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9AB380-DECD-4321-1B1B-CA5A687490E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5F4400-339B-8162-41F2-58458B380D8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0526EE-C980-F47B-D4F6-2F4D526ED29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8BBF1D-0BCA-EB98-1A41-EDA0A5056BF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228EE9-0CB5-A9CA-716B-4E149F59A9A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20E8504-178A-2EDD-E787-BFFAE7A9BB5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0D1CFEC-5937-1B8E-BB88-E6B39329EE9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4D872D-27B2-9A9A-18E8-6E0A3F84970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8F1D7C-76C0-E12B-1505-5806D89CAAF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BE8368-DC8F-F80D-6C2E-8EF367438A3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00C784F-E94A-9D2D-C507-3DE6D865C3C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76FAA9D-6FA6-5162-26DF-132B285A14B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C4E0E22-DEAF-036A-AA6C-44EB9E7D3C8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3BA5144-A05A-E99B-95EC-BDCC5A16EB9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1B86812-F57D-AA99-152E-33BA7E90EE9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7FC7F9-CFD7-5D7C-077F-CED4E9CC86D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882839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0E19A-F5BF-CB4C-0D6F-4C4BED89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59616F-DDAA-3710-05BF-847BCAB094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BF72793-1082-7B22-2D15-669D6CC94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F85489-2BA0-8542-FBD2-3DDA8D768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1D1DD0A-25A7-9483-EA4C-21EBD4D49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6488E3-AC73-5E99-B20F-2FF79E8669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CF45B1-8C29-DDAD-3CB0-B3AAC122CEE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83418E-243F-1D86-E184-1CF067DD2A8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59894-B756-83B5-4516-423B811E788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997A7-9467-2C32-BCF5-66B592D2FC9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245827-B0EB-9EB3-34D1-8255BA5A3CC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98A04-A2DD-2648-6AA1-D3594CEA96D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2953EC-D86D-A342-763D-68FBC992EB1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0F57E2-08AC-67B6-2E04-461A9FFDDC1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29F05C-C23B-4CC1-9D63-2BCF0514A56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2DAECF-8438-4693-4B3C-3DF5898F034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7EF3C-3A89-B912-6609-FAF494B2599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B762C-DAA1-45EF-C564-39D58BA76FF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77FE83-AB01-16B0-1583-E5C2A900FF6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7645A6-3ECE-0203-BE7D-C07EAA24474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DD74C-3AA9-7FCE-0D8B-8F1B6AFD50B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33E908-52C1-426F-D01B-CF36DEEF1A2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857AD2-635D-6BB8-81C4-0DC76A01930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5613F2-EBF2-E985-1907-FCB6557726F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6659E3-D176-7CD6-7210-1C9050DD092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E291A2-5566-FC5A-CEDF-FA314235911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020489-3C3C-36C2-95EB-7656A0B2788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260535-B80E-60B0-525D-066A56E3B3F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72368B-5310-55B5-326A-CA20780CC8E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19814F-DF27-97C6-6375-A00B8D68E4C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962B99-D45F-A400-7EF8-C5490670546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6FD2F9-4635-C2FE-1A97-E96F72CA6FA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01AF8D-006E-6871-44CB-57B88A4730F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34EC76-B143-CAAA-357B-159A3C89B72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436B11-3734-0475-8C54-7BBF255FBEE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CE188-12A4-F30A-B092-C3E13E38929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2C806-4BB2-64EF-B83A-07162570103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82C85E-2B7B-5361-891E-273AF33195F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8FAFFF-3064-8EDC-748D-5C0BBEFA42C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CABA59-CBBA-E7DE-EA8F-86628B6CF13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2845A2-2A4C-8C12-E4D8-6EFD5088826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2C86F1-32E5-58E4-6900-48DE6A80D84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9F7305-13CC-CCD3-754D-E625BD08F30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711F78-245E-B0CD-3EAC-DF02EEF15DD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1569BB-77A1-A4B6-8F31-6AA652A603C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9CC210-62AD-D880-DCA2-917DC651DDF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63B307-A417-E4B0-E1F3-7AC562818AB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C07F1B-8B11-7780-3645-ACEF58C688A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F01297-E0AD-3F80-9A64-1B375591A27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0D59E2-6EE4-B93E-D7A2-56A7D661855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F0C9C33-7DE5-DF05-7453-1AA6BB222ED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9E3B18-B978-6BF6-9DFF-4C0DBF308A0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5B84A2-D7A4-9CB7-3C61-BF342700CA2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3EF2BE-908D-2C8B-9F59-EB7950DB7F3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79B98C-6466-473A-A304-0F95D9D5589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F2131C-CC1C-93C3-A67F-25CC7F78297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A63D3F-1F29-3115-3620-A833AE5EC59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70DD14-23D9-4FD7-060C-30A2B570032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C241B7-4D09-E30D-C761-D5D57CF3500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52D1CD-42D4-9CA6-7A41-1748A84DA68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1E6074-FF26-1735-5DB0-A995C3650E7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B68532-11B6-301F-1076-1DCDFA1A7AD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73C506-0813-3325-A720-B6E01FE366C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F6B226-D55A-CB55-21F4-324D62753BF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DB7846-D8FB-73E4-CB8E-E921C540DE4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AD477D-27CF-B52A-250A-ED39401F08A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6E6BA8-65ED-F518-E57C-21463559B3B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1FA261-4771-3FD2-B88E-3AAD651B2F0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71E4D48-AEAC-EDB5-5BCE-D4E0620BF99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E3848E-C474-2ADE-1F90-B36E7A093C9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3FB27E-CEA1-A135-242B-4E06839C53F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5EFA0A-B796-813E-50CC-85F7CAC3F5E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AF6B7D5-8272-E65E-7378-591BE5813EC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F7F3E19-ADFE-B04E-7CC3-5FFCB7E4A0E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9DBF9F-3034-D75B-2C74-B76F42B5BC4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6537F1-C466-E6C6-A480-4A42503A27C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F86B06-AA56-0940-172B-621BB05CF74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A278C6-7CDD-DFE7-9156-3198B176627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4D2952-AADC-39BD-2737-9B3B62D1598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608458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5F57-B182-BE34-0FBA-7C5C0771B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BE55E7-69CE-102C-9798-0A5078A79F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[13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16B330-FEB1-F0C6-3A87-8A508AE04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0C99FA-1936-B542-E241-DA0E5F31D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953223-D6DB-032E-091E-8D4EBA6F8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3743BF-113E-AEBD-B9F9-4BD066430B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3D09E4-4954-7497-2142-3A29AA78A49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79255-F6BA-2EEA-B531-1970C8B2889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0C3596-E838-40DC-F75A-533A2ADE710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CD8A5-D21A-2EA8-1781-77141DA3D67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70E13D-1304-6372-ED0F-94A2E7FA4E8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CBE0FC-0FBB-D4FE-5431-A0F6AB911A0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76E003-F247-009C-7BC0-8B723155B9A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D75D25-AFFC-C3D8-A753-20D55F5BD4F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DD7F84-31F5-9784-CC4B-3BFC78CA1BD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10B214-1BC2-A0E4-93F8-1FCA9ADA761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6E223-F603-EBC2-04C0-EC0ABA9C3D8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11D29-4DCD-3D8E-DC1B-62E87922935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9E762D-A5A4-CCC0-6F45-B0775404CE0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E5F9E8-4509-5072-FE01-7C387205B0D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3449E0-30DA-EE4C-354C-5B8632BCD75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BC14CC-57CC-C474-55A0-90DEFA7E525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05EF37-4325-8880-B297-C5DD2A04C9A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7DCBAD-02A2-8058-BC64-1074FE43BEE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29C8D4-9D34-892C-8D10-2DE652D5083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05AD5E-890C-24F0-0B7A-06274BA1B7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AC06BB-D51D-7642-F1A8-219E38528AC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3234D1-953C-5047-7976-A81B1C733D4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DF3F7A-B4F2-7AD4-B5DB-AC1F09D7EF2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9154FC-C19E-A57C-D5EB-F7C4C3A2816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66D4FB-F297-1498-FE13-78CFBE402F0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77A961-2FB6-86EA-5B98-7A6D9A2F439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D46261-E4E9-FB3A-9D73-5F1C6FF2F39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AE2657-416C-C457-74AE-D0EE51916E8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A038EE-17B4-FD9C-6B19-7AA40817057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705703-1C80-3AD6-7ADE-A7E08AF868E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3D0C73-EA6C-072A-4057-165493C6682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A07A82-2062-DE35-33BE-BDD42070E13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43DBAA-0CAA-7A2F-1373-2EA2BDDFF2A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0BD639-3025-9B6B-C854-795D540911C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9C3C473-7F9F-0A7A-51D4-AB447DABA8F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6D7A35-BEF0-2200-A603-EBE5F6C3230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027F2B-4388-EB6D-D8A0-B8FDFE48B88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01F63A-D99B-B349-3CA0-00AC0EE3C9D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22940E-1B53-7287-E33D-2FE105B0566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CBC65C-12C3-E584-BDC5-E40187F1E4A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786DF4-CB50-BE46-FEAA-65D12EEB280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A5EC42-9380-2421-46A5-24B0695BF52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87FF66-EA68-F96A-8DB2-D094D36B4E4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8432BB-3CA2-4441-1E17-A06A7D4A0A3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062C130-F279-A4D9-5255-E168F98B624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A0CDAE-BD84-302A-EB42-AA001711C73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EFCC4B-C5DB-7076-4EB4-CDB0B484A80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B3EDF7-6438-228B-ECD2-337A6E0ED77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01EA1B-7506-5D5B-B1A4-2A86E9DE5C2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D58DF1E-95C5-E58F-1FF5-EBEC7843ED6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11B943B-3B73-A427-67AC-777371A7981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D112FC-04E7-31AD-B71C-5F1E8C30CEA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4DBABDF-DD38-8BC1-6AAD-D57DEEDA687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765607-368F-A154-1615-1DEB8DC9142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540F81-93E9-8811-6BFE-CFE58D4687A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AEAD7F-0296-EC95-C3C6-6493D35343E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6D4E76-B7A1-E950-BD49-C5CD5252F9E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166E77-834F-56D9-D2D1-DE111980073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7C3C15-CC04-82B3-E09F-82719D3D0B2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17FE63-F8D4-BDE9-3780-44F88030D4D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CA5F6E-5A8E-BF5C-4087-0A3F37A054A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A9D46A-D61E-0C0F-FA60-532609F3381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C9B1465-A96A-79A3-D4B2-794EC272C49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040145-165A-F56A-FC6A-0AE025209BC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610B53-3383-C1F0-5425-6042F1B018E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62E7608-B5F7-DBA1-F35B-F9267601BD5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DE8FAF-2F76-1CCB-C7EA-6E4A7E9D7EF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D9D0687-75DD-439E-C564-B1BC3C9F16B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BD0A0A1-C474-21BE-0129-467B491F2DC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3A30B2-5F28-EDB3-987C-643DC1C72C9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6A3B216-A13A-E406-634D-3C9B189D805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BE2FAF-0237-BACD-20B2-25C7BA5BBF2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D23539-F6A4-52D2-5D01-5982A1743FF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709C3E-420E-733D-A96B-DF6D2CB4F5C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18929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19EE8-6FB7-1E1D-EC6C-7BC0F000E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5C8680-E943-EC4A-4699-6D41C4470D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3B0A59-59D5-6F72-E043-C26C7BC37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43D593-98DC-C1C0-19C9-6C2525636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67C5EBD-1E59-041D-53E2-9791B4EC1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5D20B4-E1FF-F357-222A-945AC007D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FECDDD-C20D-0AA9-2CA8-65009866235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35E052-0985-4646-188F-11F869C38DD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8D46BB-2658-A433-C3CC-94C97F7C6F2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4EE20-DDC9-A2F5-728E-04230A3BC00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62C955-A568-5300-2A9D-0739CF87D55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784BC3-D0E8-E6F8-372E-78629D70AAE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3EA13C-815B-6D77-D3C1-C7983991038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C9C04B-DB90-5270-58B8-8A989DA8C55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783F34-1D37-6960-8755-365B8D4C017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CA4AEC-DAAF-03D5-54D2-D3D76D1C9CD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4703A-BA13-5C65-1F77-BD3D3CAAC8F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67BEF1-DD81-597A-2C2F-D1137B5F155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0B720F-D61B-A34E-0ED9-70DED4DDCA9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064276-D10A-A42F-D551-24D03938A42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C5515B-7CA2-5086-FA30-0221046459E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129AD6-0C3E-F349-7363-722F1A27C63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C63D8C-0E95-9D34-1074-9859E667F05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4F6AD9-89F2-266A-46C3-9DAB7E65192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B62380-4898-19B9-01E3-98C8810DEF3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0EAD3D-D67C-C369-FFB1-5A601A4AD84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B56904-5943-0F26-D003-C25B497D59B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EA653B-675D-7975-554A-85500AB0A3C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0264BA-BB54-1977-D37D-B01075A391D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B928CC-EDEE-D214-9C72-D53AAE24CF5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6C5521-5B84-81BE-92B8-58380E1562B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57AE66-96BF-C798-27DA-591B5D59945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81DEDE-34E0-DDBE-FADD-E12DB4C1B39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235B0B-9877-05AA-8424-15F55029023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A7FFE9-8C9A-45E8-9169-11C2ACF1E29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C73884-688B-F70F-2D82-9852D5BE5BF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E090ED-8D0F-80EF-DED6-4854BE9FF40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8167A4-CC67-317E-EB0B-410200D119D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258E15-CF54-7286-07BE-CBE3C55E0B4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29B7B1-1D0E-2B3E-AEBA-56B9A48EE8D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C62F3B-DB45-177B-CFD9-DC5D8799BD9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5B0A8A-0F6B-83FD-895C-B432EF7B799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45D2D6-5D87-EEA0-DF59-856804A197E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06E850-6FD9-ECF1-62B8-08DF04658E1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A488F4-75ED-1A6A-0F3B-9C022073620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6F1F85-BA0D-E1A0-1637-2D6BC18AD65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79A49A-9B82-6189-AE8B-A7A27FCA975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B3818A5-AA5A-FE55-58D0-0609CA2ED0B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F2B7F0-C738-5478-0788-F90C39441EE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68506F-2A7C-0576-3EE6-04E4EBD8C97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3B58EA-2652-94C0-AD9B-F4B788EED0D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D095F-8A4A-DA87-B9CE-E5D97635FEC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9D92E85-0D0A-F410-B4BA-B0E51F97860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F904FF-0331-7F1B-39A4-94D4B4A8E6C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9F7FAC-B310-2F46-2C59-3ECF0004CDD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3F1A7B8-C5E8-DB7B-7DD3-0337E189F53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A26C504-5EB0-3DBC-91FA-F71B26B8A38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E08386E-7B75-A47C-BADC-5BA79CB26E4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764D30-5A51-CF30-4D5F-F04FD09F870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C3A362-8CAF-E7DC-7811-33E75378DAF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82BF84-8B2B-FFF1-7B38-177ED4FE0E0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B54843-B9BB-783F-324F-719C100492B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0F286D-C6A0-3395-0EC7-056DC1741F9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1FBC53-4406-8AD4-18A2-B4C7229759D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0F8623-EFF2-4F0F-E1C9-90A93FC7F30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BF6254-ADBD-F3D8-EACC-4A958C00E10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749652-012A-AC02-BA54-902CE3A1BDB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5166AFC-776A-B8D8-E6CA-0A62D030FF9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6C41ED-0D3E-02F0-EAEE-D092628E199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C5EA923-53AB-C703-CF36-C5F8B3C861F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40D260-8B19-4AE0-B8A3-6F25AA368CC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4D3AF0-9ECA-8FA7-4CB5-131FAF3E072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CEBEA4-A8A8-025B-CDAA-315DA15FE17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065F381-1557-0799-7FE1-F7B1113618D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AAA2B6-AFFC-FACE-082B-24AA048D83A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C406B6-DE74-B029-6853-2C0E0718CF3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EBF5914-4C91-C27D-D76D-79016ECEA63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4943E3-7089-2A60-442F-989E633C5B7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53C215-453A-C304-97B6-45C56FC7AAB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096168-BE47-77FA-32D1-6CEBD41274B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827324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11EF2-0428-3D9D-6AD5-FA68D55C2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04FFC6-13CD-9EAE-EFD9-1C3EB4CED6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[10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F652854-80B5-C0AD-2664-4DF484DF0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82225F-0507-9551-2354-6D769A822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668303-AB0F-AD62-1733-CC21D3B68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627963-F3E7-9528-FEB6-6A1311C58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C16DBC-DA42-E3E7-0AAC-95FA939F6FE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E37104-90FE-9666-F200-59EBDF12281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AD671C-5542-9D5E-6F67-AF98621F275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793C1-DBC7-9391-DDAD-B839CF87C4D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8B7007-4B98-D660-88D5-99A98BDEBF7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3032ED-E7F3-2E51-D11D-9DB3EED78DA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90E956-9466-8BEE-7EF2-4A4505BD07A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014772-E7E0-3CBD-CD8B-5EE01C54EBD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B56092-0403-B205-9B9D-13E09A4DA14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DB7F6B-94D8-CAEA-FA94-AA6E6ED0841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F2920-C66F-E5D9-53F6-9D80288933C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DE195-7546-3780-4C45-19D76D9AA20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A9D9B1-84D1-9087-613C-9AB9322F49A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D600D0-8F5C-D34A-AADB-8C63E5F36BB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79EFF9-45C3-F358-AF7F-E966D9DD14E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91EE67-7543-4C27-8689-EA30328EF29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D40F27-0F8F-E592-EE19-A5F88EDE69F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B48AFF-49B5-ACEE-3B55-F912AEA0B35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1B71AD-CAEC-A0B0-507F-6DBD14289B0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3F29B7-5324-4F60-614B-5C1D01AFC0E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B5EC1A-4C4F-43D7-A214-06B6A044C96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A3D6BC-F2D1-9D83-1191-B001EA9CF8D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963843-57EF-8175-6783-54FE49A5DD1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25FD3C-6BBA-3E28-6620-1D896F82A79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9F7962-8CB3-5092-545A-7AC215F8610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ECA150-462A-5CF1-66D9-260C7DDEC7B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D77A58-D821-7288-E897-4ABD6438019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E48FCB-2356-048B-FDD3-5DBEFB055F3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2828F-349F-A6F8-E17F-00AB8B167B4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0949F-F34B-CA81-5505-6C5D78EF413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DC3C5-C225-ECA8-2089-E64F2B6FD14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195A38-F4AE-02A6-8C08-D168518605D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9F92C0-2CD9-A0DB-E657-8A318C60FF8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406317-17BF-554A-66EF-A7E8492E8CB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DFD812-D80B-7692-C738-E4E498C3C2C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9333C7-2F0F-2EDA-7242-EAB1194553C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FBD91A-19C0-E079-5A35-1468226862C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6B6562-575C-6E01-F787-CBE9C585A77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B01676-59F8-DDFB-2A8E-1B7A2C6DB07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E4AB20-BCCE-AB25-E429-713CBE3248C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21B711-DF43-4538-769D-F7E68FF2B79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CD4682-49E1-5BC7-A4EC-9342B1634DA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4B542F-5281-13F9-FFAA-BDE6F7D7745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9569CB-F2D7-9991-492B-D6483C8A1DB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8F78CF-29DF-B9FD-626A-0C14968FE99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866279-AADB-8BDC-78B2-BFCB786274F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D0B16B7-7893-BCEE-9F26-21C49C57AD6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6AFDF0-6995-D9AE-6051-3A3ACE7E6B8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1ED830-1D51-FEE9-0D4D-C81106C61FD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3BE28D-B924-7C66-3253-8F9F4146A9A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EC543D-EA2A-19AD-2429-61908510B20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C13D15-FB78-0791-3BA0-B0FD9FF98D5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2F4E50-8C8A-E6E0-B625-F852F13E980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9A2102-5B4A-5F23-279B-A1133C72B30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20132C-0B1A-6A76-80CB-DE59D5C8A45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4CDB45-8D22-0EA4-6794-A836887C097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69762E-88E0-A0A2-CDDB-C65B807783B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9796C9-9848-9F73-B158-4AD60DE5B3F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FB84FF-8F73-18B1-AECA-4F4C472370C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1801CE-BC53-F57E-6240-69D96A68692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C28864-0C3E-1EE1-56EF-D17A5CD41FD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7A855F-5CE6-4E90-065C-3FA904CB642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51CFE1E-A4BE-C254-C4A5-4807E86E581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352B651-917B-241D-5F55-541BD477C08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7DF596-7D6D-E1B9-29DF-D71F59355DD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0A24FD-AA6A-DA62-99B0-784F73C365E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73A5F3A-35F6-F9BF-1C54-08A09136524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4F2756A-7B15-6B00-102E-62E1F2217A3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1E88DE-A999-A970-F7A9-85B4E82CCB6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41499DA-AC6D-6123-0766-0FE35E90762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4C391CC-65D2-7283-18FD-23F77925055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8387B9-9DE4-7357-7E0C-B4F01FEAB7D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093918-C029-721B-DF30-B1E17B6DB98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CF5E33-5C51-DD1F-204F-F5FC3279A3F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026D324-4F3C-508B-2BCD-D7FA89EBDBB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23008319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CBC3C-5CB8-ED66-1248-2DCBB9CB2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F332DB-00C2-FD10-FA5D-BA23993262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the +, 1, 2, and 5 are precluded from the vertical leg. There are only three remaining cells on the horizontal leg that could be 1, 2, and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DBB75B-6CAD-4482-B0CB-ACD887F80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65A176-1905-739A-E0E8-F7FF824C2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6D8E045-03E9-2B52-73C3-6095D9A1C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9E10FC7-0FD7-88F7-14C4-E3742BADF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296EC8-A631-32A3-1B17-13DFD228A7D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23B8B5-897F-B7E6-82FC-A42ACC32F82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B404E0-2EF7-A7E0-3A15-E0097BC29FD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B575E9-4638-A0D7-AF43-844F7FA863C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78F56F-DA1E-ECAA-7A6D-C2DDD4B9580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3FABE5-4872-C119-21C2-245055D0BFA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A77DD9-451B-18CE-5946-2696FF9B06A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1BAC72-8ADD-4EE1-9F49-51B4A3ADD7E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A81875-33A9-C6C8-8DBD-A9989C986F3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89D5B6-B5BB-309A-DDEB-AC013148FA2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9A33A-48BF-6E6F-6BFB-E9C0767DE56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73C694-85EF-E6C2-5495-6DED93FF15E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C7534D-8156-6A9A-6A8E-AD01FF59BE2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7311F3-8151-2249-D897-47D0B312CD2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2FEDE5-2406-60A6-6122-2475EE14237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AF7203-215A-A4CE-A796-ADBA299B25A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A2B0B4-AAA8-E2C2-4462-C2B54B8D911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03FFD1-F2BA-2A17-2E19-A09D2920A21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136B4B-DC38-945B-8439-89E99ABE25E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590EEC-78AE-D172-C48B-44BA1CAAA55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E77596-6622-3130-296A-CDD93819A1A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9896F3-D42F-4C6D-19E4-FB800A7BAFE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EACAA2-123A-73BD-8EFC-3EA234DC909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501D6E-B05D-6E81-14A0-9FFE7BABBAE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F31023-B3B8-3326-9E2F-375B9EA3A59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3373D3-D461-5A05-BB5F-F6D8F49AEDE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D73551-F969-DF8B-F188-A4F1977A25D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F1B900-2836-BEE5-A70C-A4C62EC4E3A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D0CB1-88E5-3EA6-C9C4-711132E6B3B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730A05-B20E-88AD-F824-0BAD59F340C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F830C0-D8D1-1702-BD67-D66C95D55A4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F85AE4-5256-12CF-BDC2-1BD8423D68C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E4CBBA-26B3-C069-EDF9-5E5D5A93101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1A4257-B275-908D-C5AE-A4B0E037653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2A40CD-6FD2-5D58-64EC-50EC1489C32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0ABD01-147A-D5C2-E4B3-08D4FF4F6BD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347DAB-94E9-0F34-7DA0-368D9C577C3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E04EB7-DC9A-1D5E-9BC5-E74007AA57F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42D751-CF84-5352-E356-C1D2D4D7627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87D2F1-D79F-BA89-239D-32B822D9F00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CD6A01-03C7-B61F-04A9-F8D381D9983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386E9F-DCAD-7045-0722-F078F97600B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F4FB8D-70E4-262A-B584-E8F02B36B79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75696F-45F8-BDEE-E5D5-ACB02C46E26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B6BF73-4901-A312-4668-1A967D1FFC9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724559-7765-1C51-896E-C349BAF442D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46BBEC-BC9A-E5F4-974E-00CB027B92E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FBEAB1-2C63-2EB0-5159-6C82E7DEBE7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1184B9-8C73-9A4C-26C9-F425D835F32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C2D06D-B118-11C0-976F-5F188FCCA83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89BAEEC-6953-691F-F600-48131DBC97B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268C91-455B-A0A4-057B-3A163836BAD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2D9312-C46F-BA32-AD6E-F56C87533D3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6DB369-79C3-4E23-0181-35C542A3D9F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DE7233-2622-E8C1-CCF1-397E0EB6303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4F15E1-BF4F-FBD4-3AB5-ED0B588934C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A44796-6973-A1AF-A064-F6E01508D83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930584-9623-FB19-6B6D-6A9F3EBD3D5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4DD1B5-4411-6BA3-D1F1-1B2625F7234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856635-A66F-15EC-74DF-DF2EE250397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5C6132-FD1A-0F89-80B0-CBB3F9BED91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8AFDE0-A8E8-2245-A8DF-260DD47340A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E515C7-366D-1B82-2A45-EDB6F623B72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0F7CF22-CFC9-0C91-88BF-00AF84D5C34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EB148E-A45D-57C7-86B1-9FF4C3AFC64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A62124-DD06-7CF6-7DAB-1E50CDAD94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34CBE86-45FA-C037-764D-AF3B7BCA0F2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D3E0DAD-E70F-0DE1-624B-8953B3E60B0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B56930-6DCC-5E37-AB19-AB3E001BDEB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6C61E81-EE81-A749-8B01-34BD557D074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A4CB91E-3173-23D8-CBA2-1DA5ED0E97E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7D92D-94DB-E362-A8FC-C6E491E5144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7146BD-7981-DCE3-90FB-98D31550DCD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4F50EC-B2C7-86FA-FBC0-22A693A2C7A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28CEB6-46BD-7439-3FF3-F95AFA190CF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CAB7E5D-CE7D-25AB-7101-BB6141C1505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99CBA3F-30FE-4B48-D6C2-B38948C59B0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17497262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19BBD-BDED-9543-9785-3BDC36AB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A1AE9B-D06E-A798-9B32-D2A69E8331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DB04C8-E842-FF0F-E974-7B811B9FE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A505739-6DDE-B783-DB98-CB0BB7577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2476E5-E96C-F51D-78F8-AC5DF6193E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617E13-38C3-DE7A-C696-64345E4F12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B41D57-1AA0-0188-C65D-0E9B03518B0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EF850C-2956-602A-1D19-1C279A19477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0343F3-1F16-F6E8-EC53-1DB98F7656F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DD63D-8942-BA42-AAA8-8E2A8D31003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E8F3C7-D2DE-9CC8-083D-D9A06375A89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16543E-338E-FC85-F47C-EA2A0B393CD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41E0C1-0C7E-E6F6-3A35-D5CD8244E9E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179939-7F9B-F4AB-5B6E-D6C550C60F2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898E06-1221-59B9-A30C-4412A252CF2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731989-B8F8-FBC3-126A-01F088F81CC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C55024-BB0F-1678-05A2-45D8A1E1C16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DC499-C863-158C-352C-E29F8C4A221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C7191-0470-DE94-209B-FC580DDEC27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328ABF-DB42-4FD1-16B8-AFF28304B49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2B72BC-040B-897D-B19E-298BCFFF81B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91A166-72C7-FA8C-1425-75F04DF4F80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CAD8FA-EBE5-0865-B8BE-5523F6160D5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B43BCD-EEA8-8691-99B3-02A33E368D9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894593-7BE4-B56D-9266-BC31D9E42AA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8DF770-14B5-CFEE-5A8C-159563C0B00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3C7C40-F148-3637-BADD-BE1EC01114B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305E49-FD95-5387-DE95-9490896E048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6CB7FF-477A-3AAB-8864-63B8DA09720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AD2C6B-BF47-309A-E0C7-A4DB5F693A7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2284AF-5EE0-34BF-0CC1-025A9FF479C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AADDBC-338B-A5DC-7F58-9F680720B14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0EC06F-8D38-2524-1617-3F81919068E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2CD39F-3CA1-810E-3397-A0DFD690D65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960E7C-B568-B1F8-F8B5-69C003F7122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3835EF-3A37-0FDB-3ED0-1BE375D818B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5A1988-8A60-24CF-6691-1540918A5CB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C60966-1E8B-4308-57C5-332EB858A4A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971A96-C243-9CAD-D2C2-FDC429BBAA0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5D4AB2-DA3A-5793-3A2B-4A293E486E1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C463C4-9A24-BB64-277E-86A7AB8F1A2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DA4BE6-AA75-6621-995E-8E94C200294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0A1C07-85A0-7B12-719D-009AE2F1433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222175-F019-E9EB-B2F8-164681A3960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4FBBB8-AEF9-9BC6-7D86-A3558EB02F6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B97159-D5E7-4DD2-792E-B95C621795F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38135E-B734-0C13-5553-0886DB468D8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A77C9C-A7C3-1814-5AEA-6491E597FF6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A6FAC0-5770-0633-BF2C-E6A0A07E672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04FFA2-385C-D41F-3337-64CFE3AD7A6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B6DEEA-D818-9E42-4A9F-01455DD4097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8FE0B44-6484-501B-C2FA-77E9B99B7F6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3CE9B8-256C-2914-B42C-CB2C55183BD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6B434D-D3C5-38D8-08DE-8658700C77D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407F65-F615-0497-6CC1-4E1EC466DBD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17486AE-A2B2-69C4-3E35-44493BE24CF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1A9A2E-ABB2-700B-099E-88561B24BFD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736072-3F7C-A187-93A4-26971573E9D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3B8FC1-005A-4948-CA7D-164DD05144F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3A6801-A966-60E0-8475-E01CA9D860F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7CFF4B-384F-CA9A-0144-D6EC1D32113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99F5D7-FAA1-C9AE-FB54-33337A2D0D5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CC015E-8F45-5B15-8021-5EA8AB0EF72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DC2F30-21C8-A039-17C7-F936B778D81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DB030E-EE7F-AB42-F818-95DB73DFAE2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D7B9946-8215-063E-B454-8C7C6ECCFD1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60E7E1-DF00-2E42-ADBF-10CF762DF66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5AA385-E463-11DA-E8BF-DDC9AFE3A9A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518782-468B-7F36-30EC-CBC122F5516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CFE725-7EE6-2B9D-0C7C-4FD34B033F7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162386-86C7-2B28-058F-99973D3CA7E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D0AEB48-428E-F7D6-E358-FE43DBC955C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307831-B739-2014-B615-61EDAAED690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BEB9CA3-125D-BD8C-802E-48C7CBBD26A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60A08A9-9792-BEF7-9F6A-1E44A0F285F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AF7B4A4-8CEE-D7E3-5E49-FCFE3D42E75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7C5643-AF1F-2D80-A9A9-AD1815CA8F2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B73636-8C45-21CF-1896-D016B06B975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72184B-F9AB-99AE-A6CC-C17783BC998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DE1602-0204-E6DD-783F-0CAB486B521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E9A4050-F319-6CAB-9A65-4027E01A2B8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82051D5-6954-5B03-92DB-34EB40A6B5F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2DDD47-9777-26A9-955E-7FF84D109E5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654135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8A070-FEA7-B317-FE50-0DF4A08F2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2AEA9C-8846-24BE-54DC-5A04759B64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E979F3-AD0A-CCB2-0DDB-12FA2E577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EDBEF4-456B-FB02-7D0E-9391BDD7E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8DDF8D-19CE-6273-DCD1-1A154E5E9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574674-7B18-833C-C06D-443539B75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FB37BA-D9AC-61C5-B2F5-264E765E0DE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21E192-27DB-AE2C-0B6B-729CDBFB856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6B9EE4-74A9-3C1B-263D-FDA6E01005A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6C0484-C7A7-35D2-3A87-951A23DBEC8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829B5F-FE21-B868-7810-66B6F515673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41FC1C-7968-73E7-9E39-D218B75A4D5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B465A5-F9B0-1489-2CAE-F82ED1C8633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071D54-603F-8723-6CC5-DE3B39E383C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E7B385-3F90-086B-1993-32A67E41BDA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2A2E31-4027-7DE6-57E0-F7074646258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0C6A77-7996-8E7B-14CA-FA80FB18C07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A9362-ABA8-7913-4334-D41636A8715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6D836-F351-FD2A-0596-8243B1B3B96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F8DCBD-EF17-C86B-8A92-EF9936AA182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5EE680-916C-8277-3670-A22B8F9CCE3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C4E330-B045-010E-B394-52A1E4951B4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BB642E-77BF-5C35-3079-E06A634C3EE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1E8155-3870-C563-AA8F-15EBBC985A5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6FAB46-C287-64D6-F063-B0D60A4970D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1167D1-B6EE-9B0B-AD69-C6700EC5572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D99633-8099-90F2-7CAE-C5A76F9BAD8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0E453E-2A49-3FE4-76F4-D378E5037FC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5241AD-7657-A073-D166-6CDF8D21C56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78704A-487A-02E6-831B-65E7931EFDC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1A55C2-D7E9-4FEB-1B1B-B7D25C1A9BF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2AC1EB-E492-1F65-4811-E2F5E2A2B2C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2DEDE-6254-7747-B4E7-229BC7BF470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9166DF-C15E-B290-D453-F840A075E2B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5D8B0A-ADA6-FAA3-5C6F-A1EF78E1A3F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71BE7E-D4EC-C611-533E-F69CD0390D6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937C3D-A67A-74AE-C6F2-51981D692A7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5F3272-ADA4-3552-5C26-CDDB1384765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90F8A8-DDA0-EF0A-DEB9-CB641CB4619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1C3268-1E78-898C-F114-2447D98EFBB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48CB3B-E39F-F901-1F90-A4A601C6899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B04B98-B491-8B12-92A8-373971C8006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0A0ABB4-53E9-2E22-12C0-A649611A7FF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B2A00E-7621-C6B4-42B0-AFF341F92AC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56C7CA-A2FB-9ABA-7618-D1FFF3AA59D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2AE601-027C-F830-76A7-8C4F8F61338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6410E9-4549-0BEB-FF8B-697BF433031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EE90F0-359C-55EF-83F5-97EFD658CB1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31546B-3B43-E9EC-2F64-F3DC9BC8600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C5B0DE-EBB0-8CED-C42D-B95EB1A8E9F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3F9374-A91A-2943-DF0D-9EE3D7A71DD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A52728D-97D6-38A6-169B-B7FE0D9DF3C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F343E1-5739-1316-0747-0486127EDEF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674A4E-18B7-29E0-3124-CDB00F62F06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D4CEF9-389E-0EC0-1BBE-F8F6E9E346D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C39FAA2-D787-54D4-893D-2CDBB027512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D34588-015D-45A3-5B5E-28ACEDAB211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034F15-4749-BC96-F360-373FEB50710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EA2EE7-283D-C902-0FF9-2CAFAAE19C8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946FAF-700C-81BC-6096-ADA4B14C4C3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A0D7CD-B14D-21D4-7969-ABFBDA5762B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7C2267-2228-47E4-70C3-D64E0CD739A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F5B6BF-F98A-9327-448B-1BDC967445E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F48E76-FE0A-17AE-20B9-F8C09E904F9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91D206B-2FAB-A837-9284-5A76C37BD10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299C3A-0C81-EA8A-8167-AC3BE32EC7A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C3E7C9-E1DE-E514-A1E2-06C60484F20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82F756-8A04-9C06-8DCF-56D455CE9A9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41779B-A699-9F7D-EBB0-BFC096FBD0F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152BE7-B3C5-DE80-9369-366E472E10B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56456AA-4D85-CBF8-A95D-CD22E36E848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5B1720-63C4-0295-4C63-1C2745B15FB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C50656A-FAD1-EF2C-6ADA-84D16F91716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10E935-7015-869F-7A7E-B192ADB2ACD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7268B3-C887-285F-0BCF-FCF83BCCCFD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E7F632-37BD-2D08-38A7-74F037BCFE8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B2BDE4-236D-9B62-9488-314CEFB8728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AB573C-C0A0-1BFE-0F13-DB2DA725BC3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840A056-E091-82B2-95DF-F964239318B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F2422E4-5450-C737-08A7-6F423054600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F22E55-7A94-3355-D732-B20356B2DC3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2394429-E596-96B1-E1CD-7C6DF1AB8F8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F64194E-3175-F693-C44A-1AAD21167EE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927090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D24C-2650-0182-1EC4-F7BA0199B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07C84F-0BE5-DA98-D25B-34D082DF4F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641CF2-8281-98FE-7291-8E4014532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B6E727-B92F-DF1F-22B5-6AD2E1C01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3E82BE-6875-1B4C-68C6-54F9EE8B5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3D4131-B760-1CFA-F29B-3E38650A8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177DBE-DDC4-2E8F-F56F-37DDBC69F91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CD5FEA-1C4D-D370-FFC7-82CEE82B1F8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38305-179B-9B35-6C5F-FECB3C3321D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3B82EE-A2E6-4B20-A309-2F17D05FCCE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90ED30-6686-A5F1-4102-87B02A52AC0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DE33B7-AE2F-0FB2-B309-2CD2AE4C86C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F3DD9-FC72-537E-8217-7160FF506B7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4EBD6F-101E-8F33-665A-255144A0AA6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5454F0-3E13-9F65-8DF6-EF689F82C56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C33520-E8CA-F62F-9F1D-349FDF90754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E9265-45B8-1C5C-E736-ACE208E8ED7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B1BB66-DF1B-44A3-D1A3-4FD9674E1C5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4022D7-21AC-B459-D0DA-3ED4E8A3487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AAF9AD-3544-D6A6-6EC2-C9E54D28E49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980F93-C0D1-5C5C-B73D-9834DF5E130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B7CC24-F176-A31B-E8F3-AC25CB879B1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AEC19E-7354-25D7-E0B2-8B66D7FAC2E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0E557C-B37F-B057-EFE3-88AF97F77D2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6B5799-D52F-EB37-C9C7-8B09FECF240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94DE28-8B2E-C649-4EA1-C3ECC983037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E065EE-A5BA-88C1-50C4-22B016EA1D1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D47B90-CB55-9217-2608-1930EA28284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9523DD-3CC7-2E7E-5478-CDA2F80B952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2B7FBE-5A0E-113C-8059-7B7A149E528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373694-45EC-0C1B-8EB0-6095FFF2877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1C2C10-2F5E-2649-16D2-BB069E7B097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71AF0-718A-8ED2-58F4-96B375CA29C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097CA1-E135-C1EF-591C-9E990A1CC33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CFC436-E1A1-307F-E5F8-819A496133C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E1C033-C49F-B9B8-DD31-6E903A30554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F47CA7-D713-6E4D-304D-77A76A70202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606250-10D8-B2ED-101F-6491F7D2FD1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360E07-8CA4-327C-903C-422A1453030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3E48BA-9ECD-FD2D-888C-1F94CD9BC12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7A5533-2313-D7BE-D14C-352D1C1567C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C8BF01-8327-BD81-64E4-87D85590717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A1617F-489A-65BC-5217-8EE8A18557F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7CED7A-A1E3-5242-3758-A8F5C9435B5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BC528D-2E6A-D250-4ABF-C67EE9E573F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C08134-C182-8C1A-26BD-3D7DD0B5B83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F6B194-D75A-3EAF-96A4-FDB1368949D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00E5BF-CC36-392D-9186-7E13CCDD413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00FD3C-8C10-3130-7452-BCB92C1D690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CDAB92-7896-0B9A-B598-6395AA9BD09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14B537-B687-A4E3-1943-9E902DB55CD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22AB5B-F143-A328-9FD3-E4F9D1A9A21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E5FE1E-368A-04F8-435A-26B118FF59A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50FB1A7-AB09-88F4-E9FA-AFAE93EDDB3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5B876B8-2A6D-7A32-5C4C-E928A090CB5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473BD1-F050-6B91-B12C-BD71BB92464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2873A4-8543-DA15-E16C-A342EDC2B53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C83C69-2958-9F7F-B1C7-2E7A5809109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9535F5-D00D-5AC8-FB7A-E0FB538119F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1D5AB1-34BF-8E8F-BB61-135A74CD220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BF2447-0330-CAA7-4DD8-9E942BD3C2D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9E12AE-E172-4A42-D476-13A3D04FF8B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948A60-8A9C-970C-F83E-A276DE57C5E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72C6610-5488-D8CC-D3BB-B92027F25DA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70F12A6-4EC1-7F4A-5C3B-14A896DB6AE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BB7432-935E-6C10-F05E-EA41C093F93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BA981A-A1A3-3DE9-72B2-91D25C6D123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03156C-66E5-221F-0446-BFBFB050A1C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814F38-59D0-ADA5-C8B7-FABCF94BEE3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E202529-3455-AF17-03C3-EC4ADC04B1B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2B966A0-455F-0F39-F101-FA0738BCE82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42CC702-6C4A-EA01-794E-6D6A6CA17B3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AFF8C6-E014-52BD-58C7-A2E6E1301C2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2FF8E9-3104-B6A5-8FE0-48034007E2F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998E8D-859D-9387-D102-0785C085EF2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32E91E-7487-9671-7C52-995F25B2085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625D982-E669-A54D-C08F-39219250885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3C5E34-26E7-C010-6F49-118CD189F7C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5D2DCCF-8396-6C57-0162-3C0A2DE76E2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8E27DE-0BF4-D9BB-863D-D246A22F2B7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A3AAF95-903D-59ED-405C-312AA71776D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48F3BF-13F6-3AF0-C57C-DC43B0DCA77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EEECE7-74F4-6AC4-2D08-069828AEA8E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237965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AA34-E96A-58EF-9F4B-5F5EBB7D9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35F9E9-756B-6FBA-407D-693336006A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8, only one combination fits in [19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0C5795B-068B-5917-EDCF-157A546F6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5B5B257-DEBB-622D-CCFE-D0178A9A1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046786-C118-D5B0-6A9F-EA3EDFDA6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489DD5-6A87-569D-BBF8-FAA5233792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76B55D-6425-5BDA-E894-32BB763A9F5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5E697-6466-9DE1-D1A2-188FB2FF466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6FF15F-5B7B-7373-0DAE-BA74715416F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4DD0C1-1ADD-65F9-794B-A34FBAE15A3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66373-11D5-2F46-F9E6-B7677820E75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0326BD-5C23-E2C3-157F-4CDD855F5C9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4FBE22-C433-D2A4-F86F-3DDE3D2265C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93C7AB-13EB-02AD-F60E-FFF2DA841BB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5ACA22-400F-0C1E-6605-813BDD94343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9963C1-E136-4C47-BBD4-45554CB425A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06B75-7B24-ADC1-08F1-608C7635395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FF3C81-0B4E-79BA-0975-299BB970958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48AE59-11C8-9E52-A99D-AED5636BFC9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9BA0E1-74B2-F5B6-6125-1CD380F96A6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CB3C0C-258A-9FB6-2595-3E7FEAD1853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34E582-EDB8-38E5-B842-F6CD84DB1F8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E74FD4-14FD-FCEE-C04F-8AE2D59C828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B06DAB-8575-3773-7EEA-24D8FCC0D73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6D9160-E2B8-B892-9525-B80EBB2A10B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7D01B7-F958-E045-AD81-7B4223D09DD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41F191-0E54-1B30-91DA-EE6E30E3ABC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B1D48B-ACAE-EE0B-63F1-3DE1E3A9E2D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7CBF68-5C66-DC6F-C0F8-79E65284599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05693C-E4D6-CC88-AE0F-CDBBC6590C9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8D0934-8FD9-FB41-8DDA-62CE4DB2B78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85D46B-92B0-199D-9106-C5ED6ED5C7E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4438F7-6059-CA9C-6431-B108843AF06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9D0220-34DC-390E-89C0-FB1AABE326D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5F4C76-66B8-BAF8-07AE-4B682ED9E49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059D05-D9E2-B187-6867-B92F11B0F19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B03E87-037B-5E62-ACC5-8C6F073B059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6D4DFB-DBD1-ED4C-D826-55B813FE441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FFEE72-BB46-F3CE-F963-D1C26BD2204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8B9B74-B334-2894-BC8A-FB6404B399E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63605B-CC8F-9543-6412-6291CF24F02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86C288-2761-0448-7932-0ED31FC5247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0E9E12-A114-086B-6566-E99AFD3B329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1A1AAFB-2D75-9238-5CA5-2F4A1900B83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5AFD1B-29E3-85BD-8C28-EE2D05AE017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482E8E-6E08-8595-9FDF-D5F3D3C0797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A1A575-2599-273F-D4A7-AC1069CEAB7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A9146F-591C-C026-BCED-606BEEFF20D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CEA5447-2A6D-914D-79F1-3A514B4B127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B4B497-DA52-17F4-7371-A869138752A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354EC6-8864-ADC4-F8DD-049F9624257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5E6177-DE61-1B27-B703-2512EBAB6D1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FA8F0D-C675-1213-4966-92AC85DFB21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F087D4-7551-A788-3BDC-FBF31D17940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7BCFDE-1012-C1DB-59E3-6E12A59D52B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8C9B89-7BFA-6AAD-9A07-4576A43613E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91C70B-645F-5561-F031-AD2563EF1AC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7349C5-E4BE-6B88-630D-FF5B2BE0768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6E5243-AFEC-1929-41AF-A47DD20F41B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77DAC1-872C-D2E0-E327-3EECD2EF021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28E8B6-AD26-7167-3F89-227364AF98C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04880B-9F49-8110-D36C-EF09D68688A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1DB752C-8C8D-27A0-CEC8-7C9CF615CF8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BC55A1-747A-C15C-5AF0-D6D532768AF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5D5664-B81C-9746-6870-71B8B9F0CBF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63B89A-320C-B067-2D14-3CCBC328AA5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DFEB7D3-3C24-8F4A-13B1-DD3EBD59EF9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0DA1FC-58B2-03B9-0222-908131D2D09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BCE8F29-3BCF-38CD-8031-BA9632AFEB1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31DF28A-A180-A744-A0D5-AA7DF93D956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145150-9C1D-0BAE-62D5-587154F4566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FF86CE-5388-9438-E05E-1FE18BE4E96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58332C-C79B-A231-C331-DC1A3FAAE4A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369BA18-A5E1-8FB4-3C51-510089E7610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334F6D-6006-5AF3-ACBF-B87542BD06A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9D3F5F-BD73-1964-6CF5-A89664ADFE3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9A1224D-08B7-8098-DB9B-5AE09B73D8E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D9142D-2AA1-F5E4-9780-5016DB33980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3923AC7-7420-4FCF-3EB0-D0B0C32260D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9D80C4C-FFAD-CAB9-0449-868D958E394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B0FA28-E7E1-DCBC-AABB-8DCCE13297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ADCA2C-9571-358C-1253-6C3D517B43E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9503C6-01D5-411F-E98A-66095C3163B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859302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BCBA-5D78-EDDD-8AE8-329B6A73B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12472F-8AB2-1EEA-F821-CCA68CA01F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71040CB-BF25-EB04-7E7E-FA13D4B39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53EFA0-85ED-95B2-3A1D-AC837E57F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5573F4-D6BD-D8C4-598B-1A1695DD5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BD9B0F-9C9C-91B5-A928-32BC4FFB70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6DF63A-3CCF-83F4-B7DD-15E46F671E2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DF85B-4124-18C9-E7D7-5D435315737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50F100-8B1A-116A-810F-915AA0A06B6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35BFC-D895-DD6C-2AD2-E811699DB4F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AEA853-D51D-6074-EF75-F716831902F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9CEA22-0F1A-76E3-B67D-ED7394BCD09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46C383-CD5E-061D-79A1-DE6181B468B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03FDF8-B62E-B67B-55CD-44092DD7366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96905E-10A7-FCA0-4B35-4D20215A28A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9B7CCB-AFAA-E41B-FB72-78C554C9777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9B296-3231-3F2F-D44D-1485762CD3F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975F65-1A84-5DB3-3739-C7AEA0CF7B4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B6F93-6E05-C2B6-B5AC-66F9017D8FC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E8E753-EE07-1436-7AFA-9CABF0E7ABF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297A3A-0140-B1B1-8860-827A411C4AE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AB5E08-4B5F-10D9-3EE8-041BD9237E6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AC5318-7B3C-9B2A-0F2A-6AB763C6BC5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FBDAB1-A075-E2C8-167B-0B47856CC47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123EC9-A2C4-2AF9-B56D-1553918FB07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C78005-C557-D954-6A88-3A5D1CD8AE0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4AC964-8FA5-1FEE-3202-FC5BEC9280B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4824CD-7857-3728-510A-2B9FC4E81FC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E3A122-DD95-040B-D568-5BD48A1FC48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1E622F-40CB-5297-5C8B-DBF000E9BF2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920BEA-212C-D299-E0C8-F883A53CB06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DC2FDC-58AC-F0BF-70D5-D5E48FA9E74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2D6855-FB09-9382-D600-6D33A3FB539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A3129B-2868-8949-231E-71BA07B12D0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FCABBA-07F6-FF9C-42D7-72910D5B53B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087CD9-DD5A-6F07-CC47-3F4327F5287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6E4720-E923-6EF4-2A61-289B6B8DFD6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D048A1-0547-987A-953E-3943171D1E0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0E414C-BAB5-F153-792F-C81B9771540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C15A27-B737-3451-FD23-EA0FC727E92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673195-59A4-C9EA-DE32-CEE56B41499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4C332F-77CD-AA24-1F64-E5CEFDB1D94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98CC30-9665-99EE-ECEC-686C27212AC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83C082-2C18-39A7-A74D-51CBC006370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90F5FF-23B5-7549-9EB6-9CA698DAAC8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58D26E-DF70-4949-A73F-79F2F731DB9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88ED36-6A91-A8B3-011A-8E11BEAF3A2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A1DB39-8D17-C132-7F62-48E5EAC84A2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3185498-CA2F-019D-8EA0-6B3A38E5321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AFE594D-770F-779C-12A3-7EB92DD2CFF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F3AD51-7C2E-D140-3CA6-21E7779DF11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F1A82C7-B3AE-E847-035C-7D22F99AEB6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DAB1D3-3D42-CD8F-24C6-A4EBC22673F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5DD340-7876-4D1E-0241-5B4154791CA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41FBB3-8C05-8515-95CA-1B91AE1B978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E28B5E-E04D-4BCE-08CD-6BF213BB3FF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C2B214-A8C2-A779-FF0A-5F947D5CA81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2FD49B-2D47-676C-80D5-E4C3352FF39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F64551-D394-1551-A824-D1817BFAFB0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A7DA0-5CD4-5CE4-D790-10FDDC37296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503964-60F6-F0DD-BB28-46C1E9F1431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3F1896-192B-3751-5801-214362FC097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E64D85D-C054-3A62-C590-2B971429E1B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76BE1D-2DF7-50B1-E46E-C5CFCDB12B8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F7581A-9AEB-8529-CDC5-9089D8B9B2C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DDAB757-44D9-2583-0341-FBEB01B0388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BE2EC3-D37C-6EBC-24B9-582C05AE7C3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B3AE2DF-8D69-DFE1-C98B-EFCFD33286F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FC0D17-EDBD-0213-4E09-689ADACE1E4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51AA0A-311B-1849-CA26-783C55A4057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C42E1C-874F-A0CC-0DEA-77682C67D30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83CB717-1D45-A19F-0ADC-4F91ECEAFA3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8BC7D9B-A23B-BC18-2BF9-83175242AAE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27BD20F-2F14-A04F-AA4E-5E56ADCDF81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A18A3E-4367-1CBE-19D8-621C8E6AAC0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42C287-5653-043D-AE75-AB7F67C1196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856E15F-08BD-4082-7D61-C8A8631D5DC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0A5BFD-7256-8526-BA62-3D3DAECE89E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7BDA03-C846-AE17-5340-8D088E3F66B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328B8D-74CB-7F06-4703-DC4ABE35406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624B47-9ED1-5707-949A-B4124B763EA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314375-E102-8791-E724-CEAE3B26D8E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967153E-CCA8-7617-FB4B-6C4EB07FD53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234031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B509F-9A11-AF14-5C2F-D486DBB3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EDEDCC-AA4D-004B-03A0-2367001B47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293C5D-C3E6-5BBE-8D74-CA48E2EC5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BD50E0-9C77-20A9-A5AD-934B412E3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D1CED9-7285-CF4A-E53A-8308563B6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247937-03D9-5458-4E7D-986F362462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16208B-DC25-8C11-8F41-2BC2CD1C549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CDBB82-BE85-C661-C0D2-240A2313240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4414A2-1ED5-3BBF-E276-EB5A1213175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51D0AC-F549-D493-AE35-B5C890591A2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6A068F-CFC1-F1FD-63AF-A56BD3FFE5F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D7CCE2-8751-96B7-447B-52E369300C9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15965E-6D68-EB10-D186-8068F6346C5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608E5C-7876-F09B-E520-0CD5B2B56C8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6A5A1F-FD68-B381-EFBD-217BA514AB9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F51D56-AD75-38C1-61DC-DEE16D69516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27C0B3-DFE6-C089-177F-E3B4940B056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EA3E5-1A36-E86D-1FCD-D01C3D000A3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7C685-3FC6-4ECD-9E55-84415715D4D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B4AA78-6635-4C28-0221-123F7F2914F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2B8AEF-5E2F-4B5A-08D5-D1AF12C36FC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18D9C3-5B9D-FE19-79AF-1FCCF804A88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35E9CE-C8E2-4C7D-34FC-97A7D2C3E4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70DDF8-5ABC-ACB3-D2AD-2CE1EDD6207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DB69DB-F372-BA0A-D628-41EE01E46A2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62D6C5-ED36-2C4A-BFFB-23A848F5CE3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64F35D-41FB-751B-F94C-F6D4D984881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8D284D-A949-382F-1154-C7790BB89B8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80E21F-775C-4EDC-8C8D-D369F19BA2A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E12A7B-5C7B-C1A5-1254-0734F717AD7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607EC-12EB-CA02-E188-5342F8042CF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0758A1-5ACE-2A10-D77E-77BE0F58E33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212881-E39D-727C-F02D-9BADCC1F3CA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879273-1AE4-370A-B903-36F20DB7485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F9226-9E3A-5B8F-5E0B-0DB3B41DD15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F2453B-A633-8F58-8259-3AED84F0EF3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CE1BD1-BEFD-3A23-4A94-F9B21571A79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0A7063-1C4C-C1E3-C8CC-DE3A3A7F9B6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18AB22-950E-E4AA-9FC4-9BC5E3B63E9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DE3FD6-01BC-D5A5-09AF-0AFC8BDED9D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19D1F6-D3AB-1827-305C-B094EE7AE99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C171286-6134-1113-41C3-045D09FCCC3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D012B8-670B-AE83-48B0-12F4B5C75E4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A018EC9-41F7-D513-8E21-3BAC5C8ACFE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4A5E15-A6A8-FA2C-CCC6-4F3D2D8640C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B7AFD65-35E5-B942-51C6-FBF2FD40546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EBEA11-173D-777A-E989-BE08244A513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B9D960-654F-AF13-27BA-23186C65BE4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C33834-EF9E-FB3D-764E-F7443E3C5BF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C0606A-B315-FFEC-4CA7-63F451235F9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36B6E6-3B28-173A-DC9D-96DDC6ADE8A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72496F-A24D-FD77-F3B1-A90EB917CAB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8419D6-3AB0-ADB8-184B-34A75E54B85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1A484A-EF55-8BFB-5DF5-891B0F67917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3D5E32-0053-5605-DBD7-FFA148CB2E1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B42FB12-A32C-3CAA-CCD9-5FC1E0B0BAF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16F180-EE14-4005-62DA-E2D4B2D1038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C893E6-B9C2-852B-55E4-281FBD30104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9A268C-DAF4-C17B-286B-D7582679667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83D6A3A-2424-BC25-FFDC-A24BC0C0985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3D3193-4D2C-CD8C-152A-505A5F955DC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AC9427-06A9-B289-508C-72F9A1ED098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0DFD94-AD70-0F86-F7FA-7ED037C37D3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35B327-B502-E2F8-3DD7-6B2575AB24A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3FFD47C-10C3-FB29-C188-BC49502018E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2123A7-C609-FBC8-4B83-2B62C5A95D4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6528B51-7ACD-4E21-441E-D15400948DB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2614DE-5CA9-C4A0-6FFF-32CC48BA33F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36F919-5A2C-DE7B-8360-F56683966B4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B097B4-605E-DDEB-E049-3F6DEA09123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FD98EA-AD8C-0B33-4B5B-C4591E75980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BD4666-A9F2-768F-B34F-175432928F2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8A19B2-A14A-F2FF-5B6F-B04B75542D2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EEF05B-A6BE-77D0-DF5E-DCF22CC2140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39D90F8-DA12-5AC5-4AD7-666DD75C821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79B3BF1-75E9-7543-BFBE-BC8540F2A5E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9967A20-E81B-9EFA-9F30-A8DA9094700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A3819FB-B77C-45AF-DE0C-2F1D9FC999B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D20769A-DC04-2827-76E7-A1175F482AD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B3CE3FA-BA75-236F-F603-BBAF2D76E9F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7AB029C-F4C7-9090-01D4-D9FFA691ABD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09EE43C-C079-19C3-1832-947AE607605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2F5BFD5-EE80-993A-449A-27AF5E30C89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220904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C7EF1-154A-41A4-A184-3F8A542F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7DAF51-D491-37B1-420A-BCD10718F6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E7D6EE-EE38-474B-DFD6-ACB00D58D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A13A02-60A4-EEBD-7F1A-DED9B5617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E58EC9-0CD9-BB25-6182-F8E1C07BC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C56F11-3C50-851F-7FF1-AA51841A7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C5CC25-2958-B7D1-3EFF-B4BD7C648FD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442D2D-9B31-58B7-FEF1-6DB05A833BE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F5CDB1-6CE4-04D4-95F5-A8FD0D50C52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576996-9553-C10C-4270-E8157CD2E20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02C35A-5F9E-D920-682F-B6203C92332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04B08B-68E4-4EB3-B2FD-A3BF3B03354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85AE84-204F-66F5-0652-8E08BD16AF8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4E6A2A-E777-9CE1-BAD1-3D432BF0E98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D0E26-1AF7-06D9-B85A-25C35575165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1C9FE2-70C7-A692-24D1-A80277100E2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27D99-969A-4419-8712-845A035703C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4468D-A45E-3AC2-B8CF-1B3BE84FDD7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7E56A-C1F5-85E3-D36F-D8A677299BB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F5642-AA2B-58DF-667A-943B6DAAC92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0EE46A-F7B2-60EA-D854-30AD3AFFC4B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1BFA05-B91C-896C-BCD6-8273B25DA06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0AC798-6995-ABF0-A1A7-7BBD00468DF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842311-405D-C817-9729-D8239152EF1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40C459-5A73-1654-3C34-09A12DC9BD6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F434F7-D40E-A5C4-8DDF-F087F034F0A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AE2245-E095-26C8-58C0-853ADB05484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73F2C5-938A-FC66-30CD-C07BE898C00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703152-2FD0-7FEC-AF83-5300C0D6370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26747B-C228-34F3-5AE1-40E699141E1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FA730E-111D-4C63-27B7-C8174C89F4C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6AEEF-1D56-83F4-B290-72BF3E6230B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4928F3-7879-3FCC-0959-151545B1562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E432A2-3C68-894F-D3FB-D64B32CF8B8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3D3EC0-A351-E1BF-E0C8-99C4035620D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DBCD63-E32D-B5AB-A34D-9DD5FDC9D48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E78D90-B809-9680-2DE6-4EA29CA362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EC7100-ABEF-A322-6090-6756E08C233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01DD60-C4D9-0944-A37A-35896DAFBD7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1BA65D-2050-70AB-DD3C-277B2DADB26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A14AC7-AD85-3ACF-1A29-F36416EE9A8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9485AD-C8D3-3473-D8F0-EBEA62FE5BF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F1A8CF-6262-EE3C-53F6-B84CA31A275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B1D419-96FB-0D76-D007-3909746A4AF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8CB931-7100-FAEC-887B-365CC31CE04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96CDADA-3F1D-8687-92A4-183514EDAEF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2344C4-DF38-2DEE-0E36-AFAAD9F4E70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84F262-1907-7728-7019-20477A234A0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AD6303-B6A2-3F8F-0BA4-9EF1E20DA67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848CA0-ECD0-E45C-6AD0-36FFA8B770B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42AA58-A87A-BB1B-F44C-15CB22A0917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420064-375C-AD84-D74E-BA0FF2540C1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48496F-1781-CF05-C4C0-ABE22F8105F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82F213-8AC6-ACC7-962D-1732F98E494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70F832A-7072-73A6-4CD6-5DBFED79139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7513D9E-F12E-23C1-6E45-47609271E19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B4292FA-5F24-E25F-124E-329CFEC923E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9956E2-5C2C-6CE5-2E81-082F001CA6B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7F300F-9A28-0615-0710-FAD55B1BF58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47881C-7DC3-7B93-A87D-EBA45122BA2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CEBAE1-C257-CDB4-40AC-DA3E3032893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116474-61ED-E258-8EF0-29EAC0CA25F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02F8B5-3F82-8108-01F8-EB0680A267C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6332DC-ADE3-B245-95CF-A5BE13BCB44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FF6124B-E523-758C-77ED-E4F60020FF0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9DE9B-13F0-EDF6-41A3-3D588BCEFE3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BCFD629-5A3B-2363-5B86-DEB4DB3B22D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2DD0A59-4A76-DACE-B8DE-F86911F70B4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755032-F951-5F50-ECFA-53BF2FFD5B8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02FF12-8E82-9EEF-2E7F-CAA414B44ED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D211FF-C70B-C006-CF84-23A8F47FCB2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833230-C03F-5CF5-E08A-2BC01DE9FAF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42577D-2D79-69A8-876D-14F76605CBB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B6E74D9-671F-8705-A261-FFCF625879C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F4A5A0-B1D8-5DCC-94E7-392DC1DC693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86913BD-E924-3F83-3CB6-EC70208DB5B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4B8026C-98CA-1273-D4BE-FDB51FC56A7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B5EEC1-71B7-36D6-E2DB-9491827A81B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1AFD5EB-747D-165B-FE1E-5ACE7438890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2BDD093-068F-FFF7-83B5-CA189C87EA0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7AFD48C-8C6E-D26F-7CAA-A1CD9AC1ED9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81ECD81-66AB-6FEC-24EB-F4AC1E7CC24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C16EC4C-3EC3-2E0C-6BC3-AE60609E006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571700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37717-0147-0A06-E566-FB53D9FE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F29E93-233D-5D95-8DAD-39A23EC39E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remaining cells 7 and 8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49DEB8-CB0A-2CB6-106E-8F94792EC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F6E4A1-DD2E-91FB-40D1-DEE12DBD6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6FC2AE4-2935-51BD-CA65-48B4E0D38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DB204D-A417-9B81-FD70-4553B9B9AE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4482B3-7903-185C-E218-2D67A48189C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D6A13D-C195-4D7B-155A-9D480DE9B6C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7B3000-3D41-AB64-82B8-CB1D923FABA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BCC7C7-9B9B-45F7-6ECB-23BB8F74491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6AEECC-B63A-BCDB-3C18-E43D07DA42E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53FC5F-6B3F-E1CC-86BB-01109761A11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088D7E-053E-88B5-2EBE-AD8CBFE074F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7ECB8D-BFF3-A40E-D2E2-C912F83823D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3D8D17-EA63-133A-7194-B64653564C6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A28BC5-FD92-1AA8-C601-C26D1782975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13AD93-E2AC-F3B2-95F7-72547D6A27D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F7ADA-4066-B88C-DA54-6C04D4D7B6C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FEA1BB-5766-E370-2484-A7A09630961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0E1BE-2313-EF84-A449-D37A8BDA7E2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DAD236-09F8-E46E-6760-C65D2590C48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C01227-0557-D383-726F-A4EDC21B2FD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E21D55-254A-8F16-3969-91776C7FF30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8A6E1E-B1B2-FE55-C553-6BB7F8FBC2D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2FFDCC-8A40-300F-6DC0-722955B482A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82DCC4-D577-1A0F-459D-4FC3F52636C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2D263E-2F86-8F1C-9300-F84C0009F51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18C7D7-009F-BF86-AB98-42B77F09656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B3F4F4-A3CD-D97A-BFA8-E69E792A813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1EF65D-1E25-2A2C-5556-CBC8C4DC862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01C4C-0A91-FAE2-EF11-CCBA5092861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172119-B2DC-5D8F-EFDD-A051A670BF2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3331D1-033E-5C33-8272-F8F8FE296F6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93C440-9D76-F30F-8C0D-0E0C37AD7EC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71146A-5D74-B8DD-881F-343E7DB2800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8B0C25-CF59-AF09-823B-14392BB562C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0301F4-F37A-5942-90C3-62000C1FD8A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A2EA35-9CA3-AFF3-DCE1-33841720B27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B2E7CB-F438-BE9F-B99C-EEB9E7ECB29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58543F-6AF9-96E4-2B5D-C20C48166D1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15C682-3DAF-B833-F42D-02820F57AC4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A6A17D-9E8A-16FC-3279-F13CF74DDB3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392DE9-81F3-F47D-81B5-973D06082A8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FD9E35-AA60-F5E4-D38A-E91FE2C1BAC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043774-9012-6A3A-A89C-B73172DE921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1E59EE-ED4F-3496-259B-7EE79E295BB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D612A7-545E-73C3-0A4B-2548AF18330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7D80C9-8EC0-FA69-B857-5C19EEA1C8D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14029D-3245-A561-ED22-F61D918D0C2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788E89-FB04-BA9C-8474-B7BEF9CDA95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CC6016-E0DD-5811-4866-9900D3A624D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2C21C6-DC6F-52AF-3194-8FECFE453CF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668149-E788-BE42-8B10-3D14785F2B1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C91320-EA3A-00CD-F7E9-0D733F06C8D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78AE7E-699C-5990-F2CC-757490F1CC4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8DE82C-B280-88A0-6B24-01EF0AD5FAA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3D698F-848F-0F86-112A-C41CA7C69D5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043479-97C4-497B-429C-ED120987BE6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72211B-5AA4-3BFE-1627-72AE1F5BE8A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A6758E3-2B41-3ED9-612C-F316C6AF474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4F237D-2B0E-6EE6-853C-9549A870633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8BD925-C054-081A-49E6-B6F73BDF688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210039-F2AD-BD47-C37F-49887F58ED0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C636D5-B9D8-8A0C-3129-8A14379E47C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9D68F9-98C7-E376-C2A7-5FF9A7BF8EE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23C591-C4A2-422F-0784-5248EEAEA0E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3C9AB5-F32A-634A-8972-2EDBABFCC3C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B4E4774-2168-B2A0-A0E6-B0605A680FA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FFF9CA-D3FD-C64F-9385-D11796BFFAF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92F0EE-33A1-FB71-24A9-0011A54F6DA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395498-8136-FF49-FB21-23FD900A38A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5B5B11-023E-5339-DBAF-A0D6C1D103A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D2C3AC-F8D7-8F15-4972-9A762491302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E719E6-43E1-F7F8-35DB-D2335FCF6E9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4DB91CD-81F8-7871-5B6A-35A3914FEAB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FC6D7F-79B3-98AB-862B-09BAF08A92F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47D9345-5030-57CD-75FE-56E89482585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28D9F11-5442-4966-A294-A0760C0F8EC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F3F33FB-585B-0491-9FDA-442F1302CC5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B359D9-54F2-9867-70FD-2432572C42D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62EA438-A0E0-5742-67A8-960B75E8E0C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208047F-A4FC-B87A-CDD8-8F68DE4ACD7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273764C-3C4C-0CAE-3BAA-C4AB9A050A5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B48E5A-764A-94AB-CE61-782D13A8B03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AECA05-8579-E0B7-EFA0-25AD8E4FF9D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055071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B5D1-91DB-36CE-86A2-717D7F5D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13FA3-F5FD-E3DB-F0E7-D16440C352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AAA0F5-54A0-76FC-BC5B-94168CFE6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0A3A51-7B02-1FF2-DAE4-799839203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860828-7114-4046-1F91-F9B389F7E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CDAC163-2058-423C-CEA6-59BB60A046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9282EA-A736-F7BC-8AA1-B17CDEF0F18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E91FED-AF3D-C519-3F7B-F521C1E7C01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1FA25B-2AA7-B5B3-8A94-E378935313D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0594F8-7396-921B-CF5E-8BC74432B19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CC232-207F-2D13-7975-B24B42050C0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457417-62B9-FA2C-4AC1-6D21B368445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4E3813-5EAF-D41C-C5A9-A55FF92ACB9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8EEF6D-207F-4B2A-4E4B-1605664D2BE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C1CC25-289B-9FBF-D50E-87F7688F360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E603A8-83E8-C38E-60BE-1F035F60D3A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3E24B-C72D-40FC-E1A4-C8C6774DCB3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6EB68-9E40-7ADF-2782-99E66B4E959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F8B2B6-30DB-AEC5-0449-A20F4825C0D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043706-B3E9-BCA5-FFE1-556AABD3A43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5D0621-B1D8-72E7-CFD0-AE1EB515BE2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ED7557-C905-892D-5925-7811A0386FB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200CB4-B15B-7E70-ADD6-17EE2EDFEA2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9088C4-B89C-FF69-2874-BDB61A5D091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F05A87-39E0-F51F-77EE-1D92CC10FB9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3483DD-76D7-DAE9-E9A8-D8F5F3AE8AC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45FD2B0-A8F0-07B2-8B8E-E9AA3CDC48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91B07A-5C27-AC1E-CAAB-FF09A1720E0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C87363-8941-A185-F691-48BAB73AF84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98D7C7-37D6-8920-06A0-36274982E2F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E3D652-7D74-BD19-07CB-A637A1E1806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2A3C36-A404-8CC5-D186-410B20F11F4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DFE2BD-7B36-E0AE-9789-3FF99235733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747900-E12A-9459-6774-A41A7703BB0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850A2D-FCDE-E584-523B-6CFCAF007DE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8F6AD9-8C42-22FE-0EAC-E67908A6C90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5FDB37-35C4-F715-ACF2-31307C6DE8C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3C83BA-5B9C-B229-B719-E2EAD5673C8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DD72B5-DF37-0276-F1F0-16985ABA4DE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FCD622-F3F5-97DA-2EE8-156EA77EECE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C10716-B055-1EE9-B11C-AC16AAE1005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B18322-7C96-D558-36DD-05500194768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A881D6-A85B-782D-CF26-5B7829B08EB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E43B20-9204-7B70-6051-8285C655116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011DC6C-4B5F-8E2A-2E60-7431B24FD90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FAF5E34-7A8A-4D99-E9A4-065ACF4D3AA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F9CC11-B255-04D6-9053-AEBB67B91F5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9642B5-BECD-5D0B-B361-909A37C8659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8379FC-FBDB-E128-6B57-81975FE1EC9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807E7F-9576-3D7B-776D-C703050F533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E2FDE3-0D4D-09DD-8474-42B55F96750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FB9F25-0E04-EFB2-C9E9-5AAE63E38AC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C5A887-1F74-8F49-F9F3-EF44156386A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462313-F2A6-FEFF-F190-C27F6238B68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861B7E3-3382-EC64-753C-F424487A757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2DFABF-BF57-E4F0-8B2A-9C53905063D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461200A-3D80-C6DF-2989-FD1B94F3BE4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495DC2-5592-16DA-D573-109BF6E12BF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F9FFB4-1D09-5BDB-7E48-AA284850C0A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C3AE65-04A1-9616-435E-B2774D9CCD1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676EBD-525B-DF13-5623-0CA4A67C187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88B32C-928D-C881-95B8-DCA0773ACD4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55E4FA-2890-26DD-CE1A-4E1E2AF0FF9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9D3EEB-49C3-637B-7B45-3C4140737AD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0A2FCB7-9E7D-D792-C8BD-DDB0A88CA39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C6726B-2771-51BA-5BF5-17239201273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3C9C6A-2389-F71C-21B6-1E0BF43A1C5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022B802-450D-6B21-7A03-1F5E712AFB9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C9123E-5BAC-92AD-F99B-AEEF0C5E8F3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5184C0-5D07-FEE3-1432-D8FDEC6FCE0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C6B1CE-C297-C0D1-0FC4-02EE57B0669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2A5479-7610-21C1-BB1E-D4FD19B2768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D037460-8556-C220-0CDD-C7A1411D8BD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209D91-1535-1979-72FB-AF7BE6BD843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8506B4-D4F2-437E-4C41-A86EFDF359C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4E1E649-E462-8AAF-4C88-7E52C09BD49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59B586A-2E53-C26A-56CB-52A581D08ED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D9FEBF1-111D-3AEC-AE42-AA340FCB4D8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4DD276-9170-0DBE-0F37-99616DC9F06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FE4EE47-5233-F393-352E-F682B37ED8C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39B508-C796-6CC2-CD86-2C8BBA38B11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5A8EF00-AC2F-DDC1-13E4-A2B23CA8551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941DB86-A108-462D-0A57-CC2F3F505BD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6C88CE-7529-87BF-54F3-71BE33C3EDC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5826FE-4801-337D-D670-E7C040AC61E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576259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5936E-3A6C-9A7F-6906-B992739B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808037-CA43-DE1F-D2B9-B7BA1F6FCF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581683-0C05-DC58-CE4B-56F83B6E0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42AB69-F43F-5A6B-37FE-81937A480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4F6C64-58E7-50BB-B313-65A66DBDC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BE0F15-B38D-6AFB-B6C4-AD08DA737A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240BD5-295A-17B7-7419-FC7E8AB0652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04430-768C-415A-2559-3CB13F5AAB4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A98B2-81FE-FA21-AE01-DA10E7F400D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3A258-18BB-1663-DB6E-07D3FA6BC17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50DE95-F011-415E-5F28-A93A7A65D45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84846C-1078-18BD-19C8-67316077444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6BA246-23D7-8C77-59CD-A6A2CB0D77B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83BC80-5A96-3BF2-0E2A-08AD27722C4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86760-5CAA-3970-223F-4E39A2868BA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742225-E6AB-A136-C8C0-4CF33A87ED0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6DC5F-FFC5-E591-0499-B5089449099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1EF710-A6F9-DF2C-3C9D-07F980F29E9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6BD8D-A2C7-273D-B1FA-E780DCC3CD9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9E034E-2F04-6CAB-B361-1B49B258CB2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6E46FB-1405-68F1-B2DB-B8C987C85F7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CDC86B-67CE-672F-DF5A-6BCBF58D7FF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294293-1191-04EF-4E8A-F3CE3619F84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1E02F5-B6A1-2526-59BB-98A2372EAE0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316E9A-0D7E-D592-AFB2-EAE2AD4FE5B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807330-8D4C-485E-FEF9-462DF7F9C7A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3994B4-CCBA-9A5B-F2D9-87333FDCBD7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8F20AC-7541-8748-EB7B-F022A02C250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9A4351-A272-7FBA-000E-064A098FB0D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6ECA70-F390-9492-806A-8A39969652F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F3D596-96AF-2268-191C-333060D67CC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9B9B83-BB6E-250B-8688-B075513687B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2A5974-FA74-B091-367A-2EAB9BFF516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10A81D-889A-F80B-3183-85CD1AB0491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6E21B1-ED26-A9B0-EA21-5BF238EBAD5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2F3AD9-99EC-FA92-DDDE-C5671C7052C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44FB47-70AE-93FB-E8D1-E234A362EB3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B4D87E-545C-CB87-20F5-417BA640B8A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E487CC-13A1-A046-0F1D-B00A122F535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9411E5-749C-264A-1152-24DE90E19AD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84B85E-2F74-052A-42C7-1E0C17C59A6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120FF37-E5D0-DBFB-BE6D-767037CD53D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CE6BFF-4FB2-843D-4225-1558AF1ABAB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C1FA5FC-B1EF-B2DA-6A3B-51E73F31DF0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B76FDF-6BC3-956B-EFF7-F7C7470C488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E22563-5EFF-4FAB-BF7B-A4FDBAA4602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0552D4-5536-F6C6-6DF0-F398ECDD3EB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07E6BC-8985-BFBF-756B-3D52416BA25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DD776A-2247-6F71-230C-9D93FF1C65B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0E1A78-F57E-B57B-99E8-52CD84FB465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E4ACA5-C76B-DE48-736F-CB7DAAE3056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67CA9C-14E6-B9A0-05DA-E1165D99508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3A71F6-456F-7B24-682F-5F39B34D9BB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54A134-3218-ED18-9C42-9E86436B35E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8ECD3BF-A34F-2966-A173-637B59C5A37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F007EC-BACA-A2E0-9E86-670416BE59C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7288C1-93EC-73FE-5CE5-7B348F8E44D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2772A0-A541-0036-05AE-028BD75E698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E9D982B-9D98-8421-8466-C1DA11A7CED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451FA7-3CEC-2FAB-B720-85C9C7703E1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C0367F-B79B-9910-20FA-C76634D6780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5EF092-59E9-9A6E-BD3B-73377B31E13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B651FC-50C9-A545-E47E-4B1458763C3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9A4A549-75FC-D70A-2AD9-AC6B8ECF3FA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AF7C5B-2A17-F49C-C2FC-B057122A5D5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C12FDFA-A4F7-2E77-6263-3C072A66782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B58651C-385D-5FE2-D0AE-E6122A12212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BFB999-DF6C-9D1B-AE46-337556F2BF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ACE7A-D295-F1FE-3728-446F717106B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79AB9E-B20D-C903-B7B5-4AAA2175527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F783BB-817E-D9EC-8E67-B77E51E2611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167EB-81CA-113E-7AEF-3B2C4C105C9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1E44D4-4DFE-610A-8E57-C8C2B085350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70D246E-8E78-3686-B1C6-D39F2F22F30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1581ED-A2BB-C891-E28B-78827769108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C05FA4-CBC0-FB30-3800-ACD10077843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AB3CE0D-92FD-8330-AB57-372A4E0068E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4E3AB30-97B4-35A7-C0FE-6448D328062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B8A6B62-D7AD-CD9E-E1F2-7A3F69A023E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27D2605-ACB1-2748-5101-96C27F36F57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66C98CA-6A8D-25DD-A4B0-76EBE71458B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0FA206B-F7FD-A437-9E87-C1B6184D2B0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0AD7EF-AE2C-7D04-77A0-C0188E796A9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29F1DE-ECE2-C172-CF2A-9F1E32ECB45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686D1D-96F2-27FC-B2DA-2BDDA31F4BD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730086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97257-F7D0-B5CD-6EFD-47AE5FBA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9E510-E7E1-D203-349E-FD123AE847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1DD6EC-6825-80CF-98C4-DB4BD0155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D6A94B-872B-CF50-8D83-54F01560C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1E5D7A-67F3-794E-A91F-1934E89E9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F86E40-5337-DB76-2B2C-079080FBB8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CEDFF1-47E8-BC0A-24D2-9F950E4FE69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0B36A6-6B8D-9816-DDD2-3A197AD0C7A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CF66A0-1C4A-4C25-3D07-7114AAA6EAA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334CE2-49E0-1AAA-13F1-F130AE48759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E6D516-7576-E63B-0556-701CDECAE84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EAD91D-98E5-AB9D-D103-A73AECB2A99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BCC0CC-CF9C-586D-ACA0-7DFCF80B6B2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5D8A85-7642-9BD5-FF37-3FF5F3A94BF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8D958F-0548-A540-ABE7-08E7503FAF0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9940D0-B7BC-D7B2-0A1D-511A3DC04F0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E4F0C-8E5A-8893-429E-CB31EE14A97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87B16-ACE5-244F-B10E-E26F07CA92D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D995A-0641-76AA-2376-4A7885390CE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8DE84B-1AAB-BC43-DE1E-522D512AEC1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C0DEC6-0864-0700-DBA9-9EA7174A663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070573-DA8E-3070-7594-D8FCFA5D694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A93AA4-645E-373A-B4CD-5BC8A0731E9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6B35BC-638B-A824-332E-741198D82BF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4F65C8-BA81-3B48-64E8-402D07CC870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C11C8F-0202-A2F8-0F12-47BC6A1C418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259955-E2D7-B097-0F4C-68B93C30759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5DD69E-A959-67E4-9486-D0E49CF360E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10377B-C29C-89CD-6EAC-B737F0CC213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0AFE70-B170-B6D0-0331-4ABFDCCCB73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A66B16-7428-DD65-2070-35BCCEC89EE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BEA4CE-4438-0E73-03D7-D014DE67464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8B651E-F304-D190-3093-E6AFA082595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A54454-F10D-7B7E-037D-CFC22E5D530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522F8-4653-2390-B5D5-37A9F9629A4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C743EA-9C4A-FA9A-2418-BBB7BAE7457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380A47-C490-C6A2-3480-74F6391E4B4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6E3B71-B265-BEBC-C4E3-E42D8A14F06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E0B212-7D9A-A7AE-0A7B-D515A81A32E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C0957E-5FD0-8981-BD4F-D5F399C385A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7424D4-71BB-02D0-E1FF-EAFD16F7402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916A05-A9C5-D206-9E3C-ECB7F57408E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901407-E402-E168-6046-812C3E7C916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CB30B7-520C-E7B9-C708-00592C32BA6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577DBBF-5445-0514-76EA-5EF82A00898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133633F-6553-41EC-CDD8-3909A4A13EE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BD8A4CB-F8AD-CFDB-EF70-84249E854A1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63BCE5-3A69-69AD-3BFB-CC6D42E2692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F290C9-49C3-2298-DFD1-16205AB2255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7AF1AE-0A17-616D-2D30-C908D53FB9B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E9F25F-40F8-021A-F2B7-33A26632747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0A1AC5-3737-2CDD-EDEC-0C5EC2BF679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1E49CE-89E3-2926-A7B4-CE9C0BF5D9C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C1255B-534C-D0FA-2661-E71E959DA77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BB28397-91AD-9961-7D9A-A7BD5253E36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41AF9F6-7463-E5C5-0334-1073CFCDE46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3BB9CA-94A3-30D1-BAE8-369A2DE50BB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B633A8-2CF4-4BEA-04D8-43DE2CA1EFE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3B32A83-C770-CC99-8C07-B156B3420D2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30946DC-1444-C861-772F-9A645711B22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8040E9-B180-8992-40ED-B0D8B84965A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F81D41-0277-B15F-27F2-088447110C0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1987FE-1643-8BFA-0B1A-B60A4BF5E46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BE36A14-A214-53BA-391D-47DAFE94FB7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8663CC-48AF-C133-B2DC-7719E811CBA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DD2C0FA-6579-DF3E-64EC-DFE076999CB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B7A922D-1C00-BD8F-AFE7-83ADEB32B5E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FC853D-4FFA-4A99-5E5B-33999AEA374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1AD71B-622E-B04C-74DA-8BD66D89C14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BFB3BD-1224-C526-0A8B-212D8F0A332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27C536-5622-E5A1-759B-3EC0A1E3774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CCB352-713D-7883-370D-B501152A725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F4D18D-C102-099E-127F-5643E168F2E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BFB4F86-73CD-E324-1AE4-533099F088B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70C1714-650F-156B-D491-6A562AA83BC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33CAA51-1C14-B502-35CC-601058A75BD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9C7F5C-336D-BF47-4BC3-7780C469ADA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124D198-5956-8751-9CEE-4F0DC7DAA37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8505E88-A3DA-0204-FDF3-BEE858F12D3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A2D2F43-BDE7-9748-B91E-6A906D04823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FBADB1E-7FB5-1B87-CE66-4A895367AF1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68AD8D-DC16-C9AA-2CDA-CDB81E42947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E0DA82-1332-DBD6-84C0-A0B0653989F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4DCFFC-378D-B577-9E98-BDCACF418F8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476909-BFDD-4F47-D68A-C53F3550C11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127862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1B7D4-F8BC-C61C-B9A6-8BA3C26E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C7247D-5D28-80FE-DE8F-7AE70E766F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A06B0B-72BE-4620-E108-41078A315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80FF3C-D0C8-8738-C6AB-7D6EC4984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4A2324B-8FB9-DC0F-4A86-5BC634C114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E512C0-FD34-20EC-F844-A4E8AA75B7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A69967-AC2A-1F43-B4C8-882D7B1486E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4C1F80-ED34-4B3B-7C91-7D846748889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544EB2-1E15-2C00-55BB-48AAF627CA9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3E647-D51F-14A1-3B34-883C040E70F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86680C-636E-7432-E03D-DEC57BE539C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1CA69C-9527-A3DE-B380-D5328FAA635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D7FCA1-7BF8-41B8-559B-ABBB511AC69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495BD8-981B-73E4-1D7B-21CD520C687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365624-4301-67F7-709A-28427E205AA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3DDE37-B22C-40DE-A001-099AC7D1513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5C6D9-B750-8B19-3499-347874592D9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D2ECD-0680-F6B9-70FD-D6AD62E7CD3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02E02-B13F-5C35-52E7-F7D5D488669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C7879-275F-BE68-2C23-C0D94AA0488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40F8C5-D0EB-104C-3442-0FB2D9CDA67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5B733-D01A-912E-6672-958684CA9EC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918051-8D75-DB51-B720-0643942CE07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B71866-5468-BFBD-D0AA-AF841FE75FB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646F62-441A-FFF1-0BD7-BABA0B5420E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1FBD74-7F7E-F939-6473-32A34F0DBF1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311675-7F25-B332-C4DC-0C907A88114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D0045E-7236-7DA8-A06C-0B9EC5AAD45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3958FC-C899-75F1-73EC-1AAB013D214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FAF7D5-4CC8-C12B-AF59-42C91517444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10B63-DE12-3B60-B1BA-532FC3A80B5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CFC1E-7FDA-9F76-626E-D0E46E274B1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2F8E4A-8FD1-E60F-B48E-0DB3E6C6E2D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AF6DBE-7DEE-DD75-73F1-2FFE2F8EB81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BE319B-77EC-C2FA-D743-795C16EB100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859D68-8DA5-2C5A-49C9-F6A7F8C027F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AEF64-F5E9-5D4F-448D-B47800A22BB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2ED94D-D146-3DEB-9D61-61B541A7707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AEAA00-94B4-6BA2-3000-8BD9F8AA425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8D15F9-12DE-2EAF-62D3-12CF5652866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84EB05-3B34-8245-BCB3-719EF08DF06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3DF742-3B00-79A3-8477-86B8098C5D2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FFD59D1-1845-0DE2-D9E8-93A7108D4E6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213EAB-B924-AE0F-7396-612B7595EC0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4907E03-A167-577A-0C45-DF2BECF1DFC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A00DD1-2CA5-F586-9D1D-0D806D4BE26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849ADF-5037-1679-2725-06B70534109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9674E7-F7EF-2C09-976E-605A6200212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E1F8D2-6319-6515-FCAD-20166ABC39A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F3339E-7480-6A6E-C7BA-DFB69F41F2B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860BE5-F7E0-1E92-478E-55291D4F3FF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53F7C5-E8BD-388D-4EB3-A0C8A5B75C8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B144174-8732-E07E-8D9C-3ABC2FA9C2D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185CB5B-0693-1255-9883-46E7306CDBF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81F423-C3BB-B205-6D1F-A9B3DFAFF9C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4E49CE-5FC1-485A-6237-728015A9A83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C45B29-F0A3-2534-9E21-C2FE0275689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C268D8-A520-60CA-AEF8-8E5D0832FC1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1502E8F-161A-896D-C122-8CF085E2B36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1864C9-5AEA-1871-60B4-E68FB89E68E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8E83F7-F62D-19B9-3651-708F5F13CFF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054822-B957-B79B-EBD2-3A1F8C14BC3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179D268-A511-3CC3-0CFA-009A1AE27C5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CE1736-F5B7-E918-C4CD-3B0312E67E7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31ED0A2-9215-1726-66C0-B90E4B8F108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C8B3716-28E4-EA0F-B507-12321830F0D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24CBC1-4266-2252-A1A2-1D2629DF06A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25B3C6-69EF-ADD6-80AD-6AF96D25A1B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CCC9D4-B3CA-CDEB-2181-4E0AF5342B9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7A297E-28A0-5BFE-A688-9272036A13E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37D6F3-9BC8-B8E5-4A19-2757B3E28D0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5CEEF1-88E7-B45A-185A-709712CB403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ADC3D2B-B229-2EAF-85AD-BD91B30933C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CC1FEB5-B8A5-54B3-F51E-0C40B056AB6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1AD44F-6295-DCB5-5DA4-3B9F04C98A7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E6CF79-AC67-1121-F3AD-A1387979F6D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8CB185A-9D52-C8FD-3481-DC4877EF452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1014D62-3C89-3DCF-31F8-90032C94335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D2C9F4F-DFD5-84CA-3F8A-F63A25C7469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94E8858-6024-DB7C-BA17-AADCE3EA757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617CD98-A336-8D0B-2663-B226BD84ED3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076B9A-BE5C-21A3-8E97-B99E02BC1C8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B4E70A-F6C4-E30B-8EA6-60EA2EB2837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B09871-7FB7-D80C-EA35-C9DCA48586D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08457E-3E33-12F6-CCDA-746E9A40AB6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067273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A28F-F646-629E-8204-3E6E1478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D6E0D6-F76F-E08C-CE61-EC8C7A1F0F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the only remaining way to fill [16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642E6FB-C57D-1F86-A3B1-31F446DC1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35A90E-37B9-D79A-9EFE-04F2602C4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8E0F5E-17DA-90B6-AC02-1C8AE446F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8BB68C-DA58-E95D-A53B-642C76C9FE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1CB86B-00ED-CE01-4148-89B12A0F234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1E0783-F0AE-AF7B-5D5A-493DDED1270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E47B6C-0598-2461-1A3A-B2CD089A890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367DF-E914-072D-6305-4A5BFA0C786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8DA591-5CC2-A074-A51A-2FFFA081AC8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28FD1-2E2C-6DF6-6853-339D27315AE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203F7E-FAA3-CB34-D4FF-B8530A5852F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3EB101-4292-04A2-0A30-480A94BB558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08C57D-4193-5872-8B51-C5B9959AAF6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000CB0-58A2-05A4-B334-20A28635385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B237E-8353-58E3-9917-46C40311A8E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62B07D-E18A-08C7-8BA6-C7E051A5D6A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47193C-6BEE-626D-9F6A-4102CD6D749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CF4121-8013-782E-DD27-FD9D324569C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77B997-FD58-0EA4-E60A-1D287572E72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5BA3CC-15EF-84A3-5BEE-BDF473FB3A6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2C7E47-088F-83A2-7EAD-3E5FA5E4F7F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8E7125-7C26-186C-318E-C071FE7155A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66AEE0-0317-83E0-F03A-1909CE705B0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ECEEB0-60ED-7638-E0C6-1FEEC048FC2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07A9A2-9542-82CA-2EDC-4C8038B772A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4C7805-2A7F-EA40-9442-AF5661FADFD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146E24-FC14-4608-9A89-68CB15530FD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5DE7D8-FA17-2AE7-56D6-4D0454A27E3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807489-3105-C895-022F-C3648CC8B5B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893B00-58AC-8444-C850-01E07AFE014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DFB52C-65E9-FAA6-CE04-FF2E9F37DCF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996D397-7A65-031E-CB3A-9ABC5C00617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F250A9-76DD-87E6-E9EF-51CBFCE813C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BDD963-6344-EB7B-66FB-5290ACE37BE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5103A2-2E4C-49B9-17B4-073F01928C1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155E2D-857F-EE4C-5BDF-DD8A60C5D0A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0AA583-58D6-8F31-0B2F-4A3E555F6F9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34A12C-7BA1-C8F1-87DA-E085AE82770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4CC6A8-6992-29B7-EF81-6CB06A26E68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5AC520-5D3A-F006-6DFD-24877154DE5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A07229-BFED-2A3D-3D58-3734195055F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4C6688-4E03-51A5-5DAC-00777201854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7E2225-DF67-37B5-21E0-F4EAD191258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F5DE7E-6569-4033-540D-1F8AFF0D4A5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EE8360-7B32-1A99-E6DA-025CAAF401E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778799-E3B8-3303-C1D2-A5F271F37EA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C8804A-6BFD-4656-D49C-32AF4E297BE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1F0C87-F978-24E4-B25E-84B353CA8FE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CF3D58-2649-84BF-0429-5516807E44C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F9120D-2982-006A-A1CE-1181CCA051A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37F908-6D4E-9FA3-8828-2066C08A70C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00179B-656F-324A-D0F2-F9E8258E461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908882-854A-2556-652C-C1EE9177A8D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01DFC9-1FB1-09AF-622C-64203A340F2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D39967F-1B0E-CA4F-EF65-FD9ABBC8522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1D7525-7D71-2E23-56C9-4714E308FBF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849804-BFE3-1859-FBF4-4D902C2AA6E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CC3939-F8FE-C18A-B8CE-AC439D78437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185B2DB-3EAD-146D-0F1D-3D740454D5A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57D9A3-ABF5-5117-68A2-D331D68A7F2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EB12FEB-8D82-F275-2D1D-297E0270A01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6955AD4-D0E8-1116-5A05-A1D47D96254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DC776A-3C8F-19AA-985C-65933E9862A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25F5D7-5B82-1785-1EAD-54CC82C99C2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E86523-1011-712D-106D-8C3E7F95037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AC797C-E2B8-E478-6D6D-17E7E5C4C8A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03D7AE-5392-F6C1-F28E-1520AC3E576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4BD4EB-BF88-B0E3-178A-A3F9947A0C7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254A6E3-F88D-18F3-E865-A23ED9C6E64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057B0E-606E-2774-A019-EAC047B1F39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042ACC6-F2CE-EB8C-0AC0-BAEBAF4F02B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CA10CAB-A5F6-A871-F68E-1E0D6644965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78292E4-38FF-8D4C-7FCB-FA0DD394424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7CA5FCD-D0BA-642F-D597-5289BA55ABC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C06FF50-8D9B-5DE6-D583-77F76ADBBA4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23BAB1F-3DAF-870D-F448-66BC65498A0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57B5B04-BC1C-BC90-DF75-7778150A4ED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9C6526-5D11-B89C-4E0C-385E794647A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2F6D32-2BC5-1AFD-6990-B934E535454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C4A980-7641-41A4-8EC3-E25EE509FC0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8605B9-23E1-1E4F-0694-2E0C2FEE099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86DAE5-031B-C0D4-FFD0-1AC800EE917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BDDA6B-A88A-77A5-AC3C-41EC0EF13C7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879683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8C664-8D0D-46C2-4F78-851B8303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5ED641-B739-FCFD-A620-8EFF47CFD0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088BD7-8267-4AAA-213B-55B5BFDF4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76B40B-7C3E-AA9C-1083-B497DCD0D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848165-1BE3-FD8A-4FAA-DCC050B7A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F6D8FD-8E36-8DE9-24B0-64D19739D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4E7514-3A09-C418-A64A-62E648994E8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83A9B8-BA86-5E3B-3EE8-29FD03CD854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2C2AE2-B2A0-630E-8C5A-82EB01903FF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9195A0-9B9A-9CDF-E1BA-E524BD0D952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9C0B21-621B-7D65-633E-290A5465CDD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AF09B4-3A68-E266-7217-8EA13E0E9B7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D102EE-2F5B-BD9A-692C-12394990D29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2C5B4A-D6DF-4F74-317B-4414214FA8E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BB3927-74F3-7F42-7AB2-7C076E519BF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878CD0-2DCD-63BA-370B-A5CC42B469A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26D9A-9295-37CC-0FA9-03A65C2ACB8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6E68B6-33ED-75DB-7DF8-E2B241EF2B8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51B9E-43EC-27C5-9727-FABD685D250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BA203-6134-52BF-EB17-3036BF992BC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D79E66-A3A3-7661-C33E-F868C4AEE15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502415-226B-5258-1065-CF56C0FF30E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74C04E-7BE1-42AB-8B44-F9C896BDC61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CEAB25-4AFB-45F2-2A8D-9C131C8B5E1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FAE41F-DFB0-374F-3FCC-137943AE26E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FCAFBA-B442-82A2-5E6A-AFE872A2E45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1D4BD-BCDD-71BB-EFB8-0FEFF3F8FFD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BCF787-FE47-A107-66D4-38D9D31ED04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2CD8FA-ECE0-7B5E-8333-B70EA152D76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C33544-92D0-4786-9C9C-D434D31DE8E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6E3348-7A62-1355-B026-2CAA7615EAA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39B79E-FC71-8BB3-45DD-3D94749D909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FD7D75-5E73-3EA7-2C83-62F37D1DA75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E6D3ED-20F8-6850-63D0-C3EAFB1B38E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0DBF0D-2F2A-8538-B0B2-EDC9E72ED03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58EBD3-D962-24D9-65C4-883298536E8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567D57-B529-6EB2-1AE1-B60BE576D14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3F2DD4-3DED-B9EE-016F-A734A9D86FF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325407-7EE2-EE5B-7691-371070FF4C9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FFEE270-245D-218B-1B36-20DA753B40E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61FFE0-44B5-F36F-B024-291D189D6EC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11E96A-29F1-549C-3C6B-8ECD159D058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07535B-AB0D-A8D9-7ABD-DAA3F1A75C1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26D4B6-F878-2D75-B391-8545DAF3D82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4FE88C-757A-078A-71FB-DEBCA18BC54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480DD7-CCCC-7857-B45C-D7C4D55DBE1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2F8B0DD-5270-1E85-4F5C-684E57586D2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6FCEA7-D679-09A6-8493-A3147DF0CC6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C0EDF47-F560-F4C2-712F-D1BC2E0137D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BBFDEA-997F-2E49-5D84-25E04954D4C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9A031B-8DBA-B8B9-B821-15AC679B5D3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9BAE3A7-7653-1AC7-FED7-0571F79A409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94E259-2890-06CC-CA2E-15ECFD242BD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3C51DA-AB64-BEA9-F0B2-A7E9E833B94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42796F-4976-0665-B342-6A096C38DD9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A409FAC-6110-12BD-C60A-8856C2C1063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4C319F-EA9D-201E-C94C-100DBF9A7CD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EBF0067-2B12-5753-5E6E-C873DDC4258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AA5D226-4CC9-6343-B55C-D3C3D70FD7C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17B17A-CE37-204C-2729-9B13D91B4C4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40C839-A07D-85F7-E755-6E7D0591534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3CEC49-4059-13AA-946F-68A41F98E0E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A2A4E4-2F88-CF33-BFA4-BCF1141FCAF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97C941-AE83-4F97-1CCF-2B6E6DF4A90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4034A3-1260-38A5-E22E-A00C75BAC4C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74A2B61-6C2C-10D2-2A05-BE961C07F97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588D58-68B0-C8BD-74DC-2B3664C5E2C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CABBC6-39DA-0142-CC88-236A23371C0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E307AD6-09D4-8092-723E-BB50A1C1437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E3F1B31-9D0E-0437-0A1D-3576CA00036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96E2C6-A9A2-500A-04D6-52E54451AA5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96B8FEC-EB81-08D5-3F8C-D1721A738F4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82BA9E8-C571-BAE2-4D44-8C803FCC40E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3067B75-BD53-EA60-899E-FFBA52066C1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247D8D-0D57-1118-0F0C-C3B1934C44E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30DAC9-F394-AA28-04F6-BE67BDA7C1A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6277B2-6B7B-8FCA-4DA6-F705F74B88A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5B95F1-E0CB-688C-0A4A-7163CDB00E4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A3633F-A1E8-F286-EDE5-1140F30A32D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95E40F-3B6D-AF78-1C68-05DB1DF837E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E8E916-1CB8-63E9-F633-B744DD4CDD5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0F4C94-C914-3CE1-8777-7A2FB8313ED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BD1749C-C235-31B0-26C5-D45AB8754D5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17BF15-50C2-29AD-FFA7-9F05ABD3A1D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4F8AF0E-0761-C55F-FCBE-2C2828D9A81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692212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3EC7D-3722-284A-AD5E-96DAE98ED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FD72C5-DE01-EBDC-25EF-E12F0469CC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9389E8-6FBC-2B9E-1819-1DD27E99E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D52304-B356-9219-F60B-22EFE163E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4288CE-59C7-2E74-DC7A-F41F5BDFA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27A6C2-963B-97C7-E491-9F0F2F494A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F3B545-EA6C-07FE-B5CE-28067048FCA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3998C-AE7C-4E7C-403B-F68EB38A2D5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C1EFC9-FDA4-AC47-A1AB-213704683BB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A0C66-E8BB-F76D-B21D-AA68BD85DA6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B8C635-49A3-51F8-ED97-A2D7CF2F3B1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F03884-74D6-034F-57AE-10DCBDF7255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89155A-C4B4-3AD8-339D-070729BA1E1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74B17D-B214-9DEF-2B96-BDB2672A537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CC920C-70F5-F530-0C27-968DCAAE6A4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E078D3-E847-FEA4-57A8-F598FF2FE58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3002F-31D2-4F19-5139-E9E67B77807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9F7E1A-DECF-0B55-80D8-FAC52AF084B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E7AEA1-94F2-4BFF-5D10-E2F5DB9B6C7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CE4A02-785F-FD74-28BD-97B31CB38C4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3B094E-BD88-6332-D76B-8F8CA5A6C46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5CED7A-B0E3-17F3-A782-D53F32F2A41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468C01-2FD0-A402-7C9C-2C1BB24C518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67794E-DCDA-178E-FBB7-BA78B89FCD1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C76CC4-7A63-7049-AACE-6AB5515F9AD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55DC5E-BF97-9122-AE42-DEBC6E7F618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C7C081-0CC1-4CBF-AD95-28D97EB68B9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743DA3-69B7-7FDA-5E95-A0903150722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EE3D37-79D1-D66B-FB7A-CC3617F35AE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3A53F8-92F8-CE0A-D59E-6C17BA4393F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2BADE7-9342-F210-D8E6-72C733075A1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45355C-E921-A7E5-B75D-A2E2367FE65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CF73CE-8600-6B30-73F7-6EEDF7C8826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05D526B-EBC7-B6AF-7412-A12B32D426A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58CA50-E93B-BEF8-D439-6E137A46C3A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881F32-F92D-D440-54D4-0A685EFB50B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84BF21-CCE2-19FE-B751-FA676AFE276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9A145A-8D9C-2729-741E-8058B58B61A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839412-6E27-4FF7-F3DB-8AB4A71D504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01B5DE-EF2A-97BF-1013-E8CA8C3FA93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6B8A6F-5DDF-CCAE-3581-BA437A9F1EF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79CB73-0DF7-3AC2-ED8E-5F6B9DCF9B3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01ECC75-F633-2171-86B7-67B15CF797D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2B055D-FFE3-DE89-77F8-0D8C4935B8D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BAF8B0-4763-6611-818C-85DE3F3BC45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1FCD3B-43B7-19A0-6B83-1752039C6F3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2D9A37-0684-5C5C-A1A7-B064839F31E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2C5A87-C915-0615-C096-734B37D030F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5AEC77B-C226-245B-C235-F01291CC983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53B8CF-A75B-2FC6-9D77-A547F889493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CBC66B-4696-142D-2E2C-BFD6C26870C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4AEF8F8-63BC-A6EA-6C24-6742C55B296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772731-2B20-80BF-16BB-4D2B8AFF153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FEF638-745C-474D-65CB-DB63F8BAFF6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17E891-C624-0817-18ED-7BB818C6F5B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57806D-165E-2069-B229-C66B82725C0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26CD8B5-74EC-7919-68BD-06C4293194F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7FE89F-FDA6-BC19-EFD1-A818C6D71E3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087F938-5712-1B4E-A1F3-F8C1485494F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9396900-0504-7DE0-B34B-1B10910059F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C7F52C6-F2F7-50A0-D788-DB021455D91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6FBE4A4-4586-531B-80BD-754F5995F14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310D83E-DBDD-FE9B-6391-F67D5E1703F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C790508-016E-9EB0-7D9C-FE5BF5F82CC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42B700-E20E-7FBB-95D3-EB9A1679858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A12C6CE-DF42-ADFC-1846-9DD58C36EB9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5C79A95-4381-7D81-A91F-83EE3982F09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E92E9D-8B95-B1B2-03FE-C244B407498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0E2C3E-1BA4-79BB-611F-BEF31DE7D72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4CB16F-7330-0298-5303-DCFF71DC182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D0D2FB-DFC8-8B1D-41D0-592AC8B03AB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9A842F-8B5C-EC31-9B73-D0D446218EB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82DB72-264E-812D-71BF-39E58358D5B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B4EE56-F8A4-38DD-380B-F6C5EE263CE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830F96-0BEE-0BD3-58FE-10F5EA9199D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F289ED-B069-644B-8F85-3439FD44CB9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0852E2-2915-3A07-2335-121986C25F4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81BE27-BC79-AB7D-4E28-1A5B1C369BC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F8636EA-F65A-DCEB-4A60-252C9E00B11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EA2EF6A-ECF9-6690-33B4-57701D959BA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61925BF-EB92-DF9B-FBE7-3F98858A553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027B30E-353B-ED33-70E3-7E467C05A6B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6C89B66-714B-B691-AE01-C9B80E54AAC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EC5A29B-EA16-F3BC-C0A2-D8A4F8F0BED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A11B2B-CDC0-F033-1B3D-9341A97B16C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006339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6105-78AA-044D-DED5-9D8BBA78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3F4E09-2B5F-556E-D05B-38D9AC0886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6E5157-90C6-AD41-3212-C18D090F8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A1693E-D212-2421-A360-7872BA0B5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C31AC5-62F8-63CE-5EDC-F3FAC6CA2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BED684-3C17-5333-8052-0815A20430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9EAF90-556E-E1C4-7CBE-E890D55FC53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B20FA-39D5-3DF8-4890-7CA5906B49D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C8C631-E9F2-A295-7671-89F18EF0DBF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A7C19C-5E93-8D79-C0F8-9EF7F1206A7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88F368-8FC4-43E1-7DB2-03DF602A47E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32B207-53CE-CC6D-6F90-B2F30DC5298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F1F969-CF4C-041A-21FB-A42B5C094AB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B0F4F3-0B82-FEF8-8640-13764A27D3B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D1B52A-415F-8FFF-EADE-EEF8B3D8661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332F04-3253-81A6-80C2-3E52FC39B29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E01EB-B5C2-C0C8-E598-80E92412079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09142-FDFC-3E92-4C4A-2BC242482BF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011EC-5E4A-A086-2B79-FE2B815A5B8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B1AEE0-C51D-9D99-5BF6-C850310709A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CECD2C-FFEF-7B2A-42AE-F2CE214C452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A447F6-9EE4-BC0D-6C0A-05D7A935439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7677E4-BECD-2D00-C7F9-0C32B349107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136016-C13C-8D65-9FE3-8A481662BDD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3DA938-3E99-CB5B-8AB5-985E90DB4BB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5FF7C9-FE16-023A-8085-69F3D5B8917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B319B5-8ABE-5403-715D-9F4D09D7183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36BCFD-40E6-D103-215D-AC93AD9644F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D13860-E5A7-27B6-1E0E-261B12CB89F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61F6D1-86B7-A487-50A8-76A7C35EFA9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C3CCF0-6DC9-1708-13DF-824E1B0CDB2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1387B4-3776-F4F5-D36E-BE1BA52BE2D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6984F49-BCB7-E402-5CAC-C41B677721F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F034857-4033-269E-6010-8EF0F03FAC7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15356E-EBB3-4997-5BCC-CEF53AF291F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611686-4DD8-893F-5B66-1984B01FC6E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CB26BF-5052-44BB-F057-AAF1D338E02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1B8DA0-FC4C-A120-A1F0-1548FB4ABEF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73534E-91B8-B3B8-F2D8-4C7E5722A77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7BB976-2A0C-0415-59C4-59E916B4CDC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43F33B-0BA2-FC10-180E-C51FFC34E7F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38D1F0-C86B-3BA1-A5CC-963BB01B901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11F56A-9A92-B1D5-46E0-2875DF18C2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B2E35D-9DC5-B1CB-B804-8A9F5F95A8F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7CFFE1-4167-025A-BD70-02550A46209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D9E6994-DC88-C99E-7599-B881DD992A8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E3CE9E-6792-BFD3-78F5-2084BBE1215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305935A-83A1-B5FA-0064-619857EAD3D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8AC098-436F-76DC-F8E4-1795E3A0298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DABFB4-975B-3E8B-A56A-CD83746D721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D16C76-FDF7-1660-DCFB-DF1B9416DE8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D673A4-AD5A-330E-A88C-1A5DAE63E8E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F2F569-3CB7-A310-E52A-3B88A64A9E4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52402D-1A0F-4E1A-A046-1EDBEF884C0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D1B80C-01B6-0B94-6245-326ADFAFC6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D63BBB1-51EA-5247-A148-4BDFF316E77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567779-064E-27CE-0600-4D7E6797B07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87D062-46B2-7DAA-0041-0C76A2823BF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69E7728-A0D0-A168-A210-74CD0712C31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0D4A5D1-B2B9-2CA0-1598-B7A12D790D8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EA8C442-BC15-E507-2CB6-A504501A24C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854A7D0-9F97-BF0F-B1CE-6F12DFA5E50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547F8F2-BDC8-535D-5209-48195C69B00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996C728-5E2A-8F97-6648-0D0ABCA35B5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FB50E0-A583-9037-47A7-911A7C90867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11344C-C503-EECE-F92F-BF02A827BEE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5A9DC0-6CE9-8D86-2417-09BC5115277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EB2D87-705B-CC4F-CAD4-8CC29A32ABB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244056-8EC6-936A-9248-2CA11CCED6A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C3BF8E-9D91-0D20-0570-FD723AB186D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C36B43-EF81-1D46-74AC-4F9BD64B6F4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3A4BFE-5BAB-43FC-5445-B907A910911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4B2EE0-3E65-A18B-E9CE-AC274E737F1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D63578-9985-B8CA-7D3A-1210F15A030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9903E1E-D289-D15B-E081-48976E0423D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070E878-27E8-5DC8-7A79-A645BF55F73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6F97116-CA24-91AD-E0F4-5B333596C15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76F98AC-957F-9E07-0A6F-B67451E9E5E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AAFDF8C-F9A1-04E8-1E13-CC5A54231B5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CA9A1E5-D6DD-5507-DBB2-3F4D6AB9480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92FD115-3EF8-A8B4-CF1B-B2227D27B21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D6A2EB3-594F-5A7F-E12B-0B696C29B44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F4EE56-D456-8361-865F-80F5A6F8699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BC6387-C9B3-CAEA-F95F-C08B99AA0C0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9818E1-64F6-3BCE-CB3D-57A04F39E4E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488904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E6F7D-6463-35FC-07CE-C195B80F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6D5D71-1A4D-4C12-1A25-B4AE67CE97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Puzzle completes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9E607FD-A55A-CBE1-0E0F-93A4498F5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EE46B5C-58B0-1A27-C150-8A96BA446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FF796E8-B503-14AA-A3E3-34285CC9D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532EC2-A949-4CD9-FF13-213EB56BEB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4797DA-B404-E848-FE3E-3F8E8CA78FB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BF5029-1714-B0BD-FBD0-C698AD726FA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FBAA0C-4546-10F5-F94C-46A458F1805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1B715-9841-C47F-C0F8-4F8B793A6EC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AEB08B-2E17-3293-B17B-9744C16D190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8A3697-B006-052B-9634-C8F619D0BBB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F520FB-31BC-69E6-CD65-DFBBDE7C881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6EAA07-3053-AA8F-9C1A-183F86DE18B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CEA41-C9E9-43E2-D67D-8A7DE1C4AC2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8BC4E6-9879-1F69-0F05-26D4451BD31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228D6D-602B-68B4-F7A0-8653A02E105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CA5F7-09D1-A9CF-B5BA-C0EF04E4870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D720D7-650D-5A96-F323-318C034E913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90107E-4917-3627-1E8C-29EB8447F9E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7A9F9-19C6-34BC-B965-76D2DDD863C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44A9C6-D21C-F5BF-8818-D5212CFE4C7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AAC976-91D6-83E8-551B-04CA72A7020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5176A0-EF95-CA85-11B2-3A12D286A09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1AB935-4CEE-A416-78C3-21DA869306E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565F66-3F41-3E9D-1584-C67C21FA78A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2B3BC1-D315-CB73-0A7A-4E849BBE63A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7491CD-CEA3-F995-6689-9C576FEBCD7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F35140-7B69-7710-316C-AC52ADB4701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812D07-6767-68EA-B911-B694B65FC3E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67FC8B5-668D-EB44-649B-55FF1C24F3C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5708B5-824F-069F-0FC3-84B405A913F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737A5B5-E239-A494-161A-FB294E3A50D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FBA1EC-8E49-179B-8DA8-CD34CD93177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FAEA65-CAF0-404F-83C3-5794404B2E6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E752A5-172D-9D05-F653-3753AA08B8C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BA5172-D2FA-4E02-4F2D-41AE7132DA5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8A66A1-837E-F6DC-4850-01302C33BB6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3B296A-18AF-49B8-8454-75EB2F2990D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FD120D-5FEC-92AB-CE36-6A3DC841DD4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44E7E51-B9BA-01E1-39D4-9D8AEA27D7F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E56F4F-8F7C-FEEC-C84C-6A696A302B2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F843B8-53EE-BA97-1804-43F9DE56327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2DD98D-7E65-B56B-CDA3-7C289351CD2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8B3F7B-DBD5-137B-23E9-6758263DD93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86450A3-074B-F956-9B85-8A98DBA8A35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97B081-7600-20A0-674F-AA5A7BECE41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15CD32A-EEE2-6133-8CCB-BE4DA132596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A5AE375-9C19-AB16-DAB4-E0D3295F8F9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4BAF24-FF39-19F4-3D95-643474C5525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A0508A-1E2B-1A45-4566-EAE72EEDE22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64A018-43E2-1754-06F1-00CC281FF5F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8A9C9B-5B46-1D3C-52AE-331E67641AD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CE1BE1-B1D1-5F5A-6A95-F6922E8FFCC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150ABD-D2E5-24F3-831C-F7DA69D89A4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FE1D8D2-55EF-BA46-A582-8A6410D55C4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9EF222C-598A-2C64-BC88-13EDD143668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B411DE3-FF1B-FF58-5860-504085E1FF6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9C0880A-048A-08AD-365C-AEA394EE9BB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4480BF1-0B55-4EA5-336C-61BB092D60E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231E55A-9C55-55B2-DEF5-2DC34131DBC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8E32F29-AAF9-E318-4A50-9721273254A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39D97D-399E-B43D-ADFB-D9CC81116B1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191B7A-9F74-421B-7E9A-138E8D3E18F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CD3988-89EE-B7FA-D668-FD32CF2801E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72B56F-A548-A02A-EA1E-C74644ACB44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BE4FAD-06A3-58F7-C40D-5339003894D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29750D-1FD4-306B-F2B0-759E1F4FC04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95AC3A-858D-7FAC-FEE4-7464A344ACA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20172C-5EAC-66AC-BC78-871C19FC503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18DDC0-1E32-D807-1FFF-9AAC78BB0EE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BB993F-6161-588B-0974-6B12AA75F68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2E26DF-200E-A8FD-F4FA-89B3CA6A518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499792-0174-343D-19FB-777E2695E5A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119D01A-5740-20D0-952A-237E5D8ED9D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E99EB8-AAC5-8BF5-498E-7EB8F40B13C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80C3A1-DC33-F44D-E42F-EE8FD0C8CC8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4C1A632-30C5-D408-F859-9DF5EC5B244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A1EECC3-A30E-66D8-83BA-4E9E0A866ED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4C3E112-0826-A2F5-15DB-CC5EAB265FB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FEAE9DC-4D24-2313-D475-9800A977D85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32610D-17F8-4791-7197-A33FD7426A9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2374C2-EE5D-9937-03D1-7F9C67854A4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93F50F-BF2C-6746-71F3-92DBEBBC523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F5D981-9089-D063-26A2-483DAA0A6C4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834BAE-9F9D-7A7D-8B2A-CB7FEF9DEEC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083060-7FAD-A7C5-0D64-810D640C652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00809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10021</TotalTime>
  <Words>4212</Words>
  <Application>Microsoft Macintosh PowerPoint</Application>
  <PresentationFormat>Widescreen</PresentationFormat>
  <Paragraphs>3591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396</cp:revision>
  <cp:lastPrinted>2025-12-02T00:08:17Z</cp:lastPrinted>
  <dcterms:created xsi:type="dcterms:W3CDTF">2024-03-19T02:13:08Z</dcterms:created>
  <dcterms:modified xsi:type="dcterms:W3CDTF">2026-09-17T21:34:59Z</dcterms:modified>
</cp:coreProperties>
</file>