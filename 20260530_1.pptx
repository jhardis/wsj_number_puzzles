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457" r:id="rId2"/>
    <p:sldId id="531" r:id="rId3"/>
    <p:sldId id="532" r:id="rId4"/>
    <p:sldId id="533" r:id="rId5"/>
    <p:sldId id="534" r:id="rId6"/>
    <p:sldId id="535" r:id="rId7"/>
    <p:sldId id="536" r:id="rId8"/>
    <p:sldId id="537" r:id="rId9"/>
    <p:sldId id="538" r:id="rId10"/>
    <p:sldId id="539" r:id="rId11"/>
    <p:sldId id="540" r:id="rId12"/>
    <p:sldId id="541" r:id="rId13"/>
    <p:sldId id="542" r:id="rId14"/>
    <p:sldId id="543" r:id="rId15"/>
    <p:sldId id="544" r:id="rId16"/>
    <p:sldId id="545" r:id="rId17"/>
    <p:sldId id="546" r:id="rId18"/>
    <p:sldId id="547" r:id="rId19"/>
    <p:sldId id="548" r:id="rId20"/>
    <p:sldId id="549" r:id="rId21"/>
    <p:sldId id="567" r:id="rId22"/>
    <p:sldId id="568" r:id="rId23"/>
    <p:sldId id="550" r:id="rId24"/>
    <p:sldId id="551" r:id="rId25"/>
    <p:sldId id="552" r:id="rId26"/>
    <p:sldId id="553" r:id="rId27"/>
    <p:sldId id="554" r:id="rId28"/>
    <p:sldId id="555" r:id="rId29"/>
    <p:sldId id="556" r:id="rId30"/>
    <p:sldId id="557" r:id="rId31"/>
    <p:sldId id="558" r:id="rId32"/>
    <p:sldId id="559" r:id="rId33"/>
    <p:sldId id="560" r:id="rId34"/>
    <p:sldId id="561" r:id="rId35"/>
    <p:sldId id="562" r:id="rId36"/>
    <p:sldId id="563" r:id="rId37"/>
    <p:sldId id="564" r:id="rId38"/>
    <p:sldId id="565" r:id="rId39"/>
    <p:sldId id="566" r:id="rId40"/>
    <p:sldId id="569" r:id="rId41"/>
    <p:sldId id="578" r:id="rId42"/>
    <p:sldId id="570" r:id="rId43"/>
    <p:sldId id="571" r:id="rId44"/>
    <p:sldId id="572" r:id="rId45"/>
    <p:sldId id="573" r:id="rId46"/>
    <p:sldId id="574" r:id="rId47"/>
    <p:sldId id="575" r:id="rId48"/>
    <p:sldId id="579" r:id="rId49"/>
    <p:sldId id="580" r:id="rId50"/>
    <p:sldId id="581" r:id="rId51"/>
    <p:sldId id="582" r:id="rId52"/>
    <p:sldId id="583" r:id="rId53"/>
    <p:sldId id="584" r:id="rId54"/>
    <p:sldId id="585" r:id="rId55"/>
    <p:sldId id="586" r:id="rId56"/>
    <p:sldId id="587" r:id="rId57"/>
    <p:sldId id="588" r:id="rId58"/>
    <p:sldId id="589" r:id="rId59"/>
    <p:sldId id="590" r:id="rId60"/>
    <p:sldId id="591" r:id="rId61"/>
    <p:sldId id="592" r:id="rId62"/>
    <p:sldId id="593" r:id="rId63"/>
    <p:sldId id="594" r:id="rId64"/>
    <p:sldId id="595" r:id="rId65"/>
    <p:sldId id="596" r:id="rId66"/>
    <p:sldId id="597" r:id="rId67"/>
    <p:sldId id="598" r:id="rId68"/>
    <p:sldId id="599" r:id="rId69"/>
    <p:sldId id="602" r:id="rId70"/>
    <p:sldId id="603" r:id="rId71"/>
    <p:sldId id="604" r:id="rId72"/>
    <p:sldId id="605" r:id="rId73"/>
    <p:sldId id="606"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82"/>
    <p:restoredTop sz="94591"/>
  </p:normalViewPr>
  <p:slideViewPr>
    <p:cSldViewPr snapToGrid="0">
      <p:cViewPr varScale="1">
        <p:scale>
          <a:sx n="118" d="100"/>
          <a:sy n="118" d="100"/>
        </p:scale>
        <p:origin x="102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D1942-95DE-6AA4-37E4-2C86E1655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6206A1-93D6-EBB0-67AD-6F259691E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BB69FF-5FBB-A817-F644-1D7DEF8756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3F9B08-81AB-9268-CC81-9C5AED606721}"/>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47247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29A47-CA1A-3B5C-A2E5-032DA044CA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FEB5E8-E27E-FDFC-8FB1-C7ACCD6BB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9B7055-6E52-22DC-2CCB-F848D2AE55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767F90-AAAC-D4EB-D3E6-78242A430127}"/>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25472769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DE1BA-9147-4697-C3A2-FB198266F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7C11A-2A7C-41E5-C432-30258EBA0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B1ACCD-907F-B08A-6A2D-D6637005DB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63E4F5-5C7F-0FBB-8982-16DAD2D12A97}"/>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3694572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12C40-9B9A-8582-17F0-0622E0AB2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CF33D-D4E9-8371-A406-6022B174A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31052E-D337-9547-F3E8-099C3C9F9D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8FFDD8-7CF9-77EB-A5DB-5D82669DC1F6}"/>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6300341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C8087-32B0-3656-E479-9056F991ED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7C4E9A-70CD-D5ED-6629-E3074C7F5D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206A0B-C819-EB59-EB0B-EF464B1EB0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51A357-29BA-41E2-9E98-3B6152060D01}"/>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117687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DBAFA-3745-F57E-8851-B130284981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C3DDFE-7938-546D-6014-D56E5AEB76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3EDE1B-AC31-5918-88E3-6539EF85A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200E25-E49E-EE62-A4EC-4B2B2BE4EB57}"/>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3013209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C8DF6-359B-5A95-F7D2-9E5F0EAA7C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9C7A7-8863-B042-0A73-374BD9BE1C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92854D-8180-9657-3282-3C395C9EF3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E6FB7B-73ED-8B2D-AF30-E21B16D4AB60}"/>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82940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71ABC-0999-47AB-5215-F227B39B4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78850-011D-F0AF-7DC7-E805EF1C78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30D0D-ED6C-AB54-7ECA-B7640D9C48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6A5370-0F8A-A943-063F-409F19F9714A}"/>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39214819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4612-7A09-0A55-BE17-76AAC40348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77303-07AF-BC4C-785A-4817C3E496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A9FE0F-FBB2-5618-4514-7D88AEF2A8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D59F3-9104-A7FD-E5CE-D06A9D1941E4}"/>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2915343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9918D-26E8-647D-74BB-D3133F062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491D3-E990-B291-EB16-D71C94191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9B6996-C15A-30E5-EE05-90A6669D2B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054D4F-A7CE-E6F3-11FD-8CA9991F8FE2}"/>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2522815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3C881-4D20-5738-438F-C53BD5F8A9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D229E-6F71-679C-6611-D0E0CA499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44CD2-C597-826A-EADE-96226A2A013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ED7477-E33B-6BF9-7843-A928C2751552}"/>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6469863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FFAA-9F9C-AA4B-CDA4-7E3DC8D988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97FD1-E1C2-6347-1D56-FA2539B79D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D4F9A-43E3-5DC5-E0D7-949297A85E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9BE056-D50E-C003-E2DA-99B9D115772D}"/>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3895901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50FC4-0EEF-4DC6-37A7-6BC8234744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7A2179-FF35-9A0C-B0DD-C80AAF146E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75690A-EEB4-F1EB-F878-4DC3895A5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AD05AB-4697-D738-20E7-03ECC2899A5A}"/>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85109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BC8C9-368A-AEFF-970D-D6D5BDFB0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BE05B-1A5B-F347-4C22-208A76083D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B5F96E-F1E8-471B-3C32-8BE0E0C1AA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BE2203-0F90-D919-7CB3-254EEA71794F}"/>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334183328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227C6-9980-56D8-60F9-31AE4098F6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3111D-EF07-E190-B2A3-4398A8D93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BCC2E-2973-F1DC-899A-558FE721BFF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B7C2B2-D891-FCE8-1525-C32E2C4A58DB}"/>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29069576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743F5-BC9E-78C5-077C-B5EC9811A6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A77C52-A926-5A5C-EB97-347B46032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26FB4-5C25-64E4-744C-A804E28D28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0BC60-9047-BF28-55C7-B8575B8FDD95}"/>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3984093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025CC-E66E-3B96-44FC-34C426EDA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AC965-60CA-525D-5095-0FB0A4744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2E5EC3-BCF1-EEDB-74A7-DC82F33803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05C01E-7396-F282-1E3E-9BDD90D04219}"/>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2609593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9A048-4EBB-6A0E-9FEE-6CE4063CB3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B5B9C5-57F8-B489-B151-0E6766899F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46ACA-0081-52AC-7E71-09DA8A03B2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603D56-7F73-AFA2-B132-4446BBDA3FFA}"/>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779868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98B20-356F-AC75-367B-4759E29BC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934ED0-92C6-B113-D459-7D8068821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4FA10D-0BDB-2744-E384-2C41BB8FD6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C76DE9-16A5-8D96-29FF-349CE5C55A24}"/>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3042124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5768C-1446-4611-CB1C-505B39AD5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759C5-ABDB-6EC2-3B60-1A04E9226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87355B-9CEF-6853-9901-06103047B4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20CF58-12CF-5062-D3BD-56B6AC13E17F}"/>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815903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18FE4-1479-8EF5-54D9-F0D1596254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C1B99B-C4D0-ADE8-E3F0-F2CFA6EA4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EB017-FEE6-EEEB-12E7-AA2CDE81E3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C65C56-A5BE-271F-FD9D-2238AB54FF3F}"/>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8369604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46AA1-E369-C1C8-D498-F7CA798B3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10B620-ABC2-9FAE-D107-499EFAB50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2EE9D-C44B-639B-5257-F7DC833BCE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ED19A3-C41A-D156-4539-61AFD73F2494}"/>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34611319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FD3A-21B1-94E4-2DC0-D0CF075B6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1CE2C-C2F8-3353-5910-68E20EBD5C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E77D4-74A2-595F-3CA1-15D872845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406BEB-186E-E9E6-B781-263CE417AFFB}"/>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38409053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38C7-6A03-84D4-F459-944CB95F5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1326F-B598-6BD1-9CF8-FAE74B702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5E1B41-9BF2-57C3-85C6-25B3511FCB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B6829B-03F2-E677-CA09-6A34D0AF3447}"/>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7895529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98355-4568-F1FC-6ADD-AD744BA38F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23955-606D-279F-F771-229D5C1C2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2B4318-1110-A56B-9E20-75F456BBD13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09CEB5-D463-2960-453A-A4C7306B9F26}"/>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22208343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A883-748A-9A94-EC3A-6E8E56A8A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2873BE-88CE-111B-3074-0E85ACE6FA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DAF56-20C6-6854-4AD6-098BB6AE6C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99E980-2C92-B10A-512E-CC94F4374738}"/>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123047031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F768-44F6-AD4B-2B41-065261D2B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E60E5-2F27-CFBA-A0B6-6DBA8EE97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55CB15-BC21-3795-43DB-AE3075E5A5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FA43E1C-FB4E-FA30-2D76-76CADB446E04}"/>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405456690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D13BD-CC5F-9A7B-EF2E-3D53E0514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7D79F-34D1-B743-52DA-3C5C2CC56B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A129A-8075-8214-4F43-10B556B31B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B16E10-8B41-7891-998D-1C8D5F1BF358}"/>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1871936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4CC61-B499-88E9-8459-23562FF3F6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3F006-1EB3-6B80-8833-9F1C58C43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66B6B-BD72-D8CB-D273-DD978C9C79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91917B-11B8-CC81-53E4-FBFD7A862505}"/>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11868195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C1D0E-24E7-6E27-916F-89338934E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C1132-2281-BCAE-565F-20ACA7C00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C791A-DB35-CBC5-47A0-987D24B4B7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0B8CE-620C-425C-02D4-6F5EBBB6225E}"/>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1015681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03430-9785-E9C3-1906-BBCEB4996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277BD-3D75-D1EE-8428-2E3489BD38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27301-CA46-E73D-C02A-70065B3C92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A1108D-8028-C580-98DA-4F7F0F3576F5}"/>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813556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85A7E-490A-3875-73B5-01ED027200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70BF7-E99D-E6C2-9385-764663FCCF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2EBFF-5994-E107-31A8-A9B182A54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F51477-354F-E99B-0732-37534461474B}"/>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308420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2DD45-0630-656A-0CED-9544177041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DDFFD-10F0-0C00-2456-75D48A10B9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B628C9-45F0-3FC3-B970-B5E01B9B59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6E14EA3-9FCD-9924-DCA0-920FFBF8F44C}"/>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8498276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76BE1-D86E-8831-7B04-E4E71E69A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8EC972-5C20-7ED3-6BE3-C7CFD51B4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A12BE-4B75-6B95-EBB7-4C7E56B9FA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CA2E6-5986-FB6D-F9C8-46718F1A999E}"/>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7475157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4CBB4-D368-AA9E-01B3-7357F42F8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C504E-AB30-BC66-845F-67A90B0D8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441AAF-19A1-BEE8-6F48-A8BB3330F7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8E4F6-6523-1FB2-830A-5DBCC96E1F2F}"/>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418871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346C0-0475-10A8-8746-706A3D8AE6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D28F3-FEB8-511D-6626-D5F309287D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4F90B0-3564-CBD9-F09F-B5F2E5433F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4D639A-F7CF-9D6C-BDB0-796E6BEBB40C}"/>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19118004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F2BAC-1CDC-B2A8-D548-B946767AEE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0C665A-D057-72D7-E03B-A2734F0BD6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039F3-2C33-C1A7-E5DE-12B02D0D6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C9BA64-4C21-14C0-0F8B-41FD50731902}"/>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5800795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DA7E9-C2B3-80CC-2157-BDA710E96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7C99E-F621-B323-03CD-DB9B3A7D63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6E0EF-0605-2D97-B48B-4AD33A60ED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994E44-6FF8-5A78-595D-D979CF035C8D}"/>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3306177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CFB9D-B920-4F25-C2D8-F4E8982EF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2F841-9702-127B-ABDC-A3D27947F1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4289C1-D9F5-2AC9-1DF3-2313D3E3F7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23ABC-88C8-0042-1DFA-9500109275EF}"/>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39005785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57187-6DBE-8B4D-58F5-0D05A46A52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48E0C2-699F-8615-DC98-B17E9AAE61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7199F-BC1E-819D-4C17-DDA43E3D86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A7125-DEAD-76B7-DD53-AD79D675AD4F}"/>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4788329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2C7EE-C194-8895-1846-CF1A22896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1EAB25-8068-91D7-9A0F-988ED15D3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9F749-9F6A-031A-817A-9E9B287062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4B2BF7-3757-362B-37B1-93CA55986D26}"/>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76280894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3B9A2F-B0E1-294C-6BA1-C3CB1A4A0C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B2A44-0677-F5EF-7522-E820B87FB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7C4B6-E7ED-F20C-E372-1D423D6785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B37E35-CF06-47FD-2645-A208E65411EE}"/>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33249171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2EA3-6963-E3A8-BED7-A0A4C283E6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76E3F-6E23-73A5-EFAC-4CA5F73D6C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9A7CC1-7A7B-739C-B29A-0C3578FCE8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16DA3B-2DC9-A8C4-784F-D2C8DC7CF652}"/>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209945388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01F578-8761-CB1D-F059-DF41AC9CC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DFB55-05F1-37A6-63A5-D9DA60587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06EDAE-2B26-6CA5-5AD3-D857943BF3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A54FE5B-8F60-C868-DEFF-BC9AA00D6AE7}"/>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358575993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B27ED-FE0E-F56F-30A2-CB317DAB72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503F8-DC6E-2FD9-EB6D-FCC10C0880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D62FF6-9A21-A848-4214-7BA5A0CA25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77C36-BE78-5B80-3682-AA8CFE62FF48}"/>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8405871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64DAD-5A93-B879-218D-9B9D10EBF4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BED381-6C5E-4F03-56A9-164894789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A64A8A-8DE4-8E46-F8D6-F0F26B1DF7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AAB197-A0A0-6CB3-44A6-09F0CBA5FFC1}"/>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40554664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12BBB-FA3A-E6FC-AAB7-00170470EA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292B3-6058-028A-5B4C-512FEA238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59CD9-4D02-A44F-B349-471B0336F2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81E2BB-F983-1048-0CAE-9EB7E72BA3A4}"/>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12642031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30EAE-F054-EFA7-2F90-D6737C437A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1914D4-30E7-CE98-9166-072B0093BC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CC4DE9-BBCA-28B1-0DA5-213737C50B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756E14-D57E-4101-AAEA-6C732938A5DA}"/>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2865825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06893-5029-5AB7-8B18-170541A08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4D2F6-EDB6-C0D4-F03E-9F6EA927B6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305D50-63E6-137F-7483-FE49FD0BCD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7D44BF-6D25-CF30-7F6F-69364789F4A9}"/>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19780152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BC179-88CB-EAAA-EAE3-CF1D6891A2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77DD9-B470-F7E4-5215-BDFD20CC37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B85073-E4AC-7811-4EEE-CF59C4CEBB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9F314C-1A38-B413-4D42-14DEB0BEB3F5}"/>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38625472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BA8A-DACB-4A2E-1AA3-4DA7150A3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E20507-DCD1-B6F0-27D2-F34C2D432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58A236-F142-4529-97EF-E42252707B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8ACF14-3BB7-5B6E-9A58-ABB99A6B8B91}"/>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376582819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FE4B5-AFB8-02F0-3D4B-3656EB183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BAE57A-0895-2F77-1846-C96544C7C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7C7788-75FA-D9D3-0EB8-C9A35E8E40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650ED8-0CAC-1675-D412-2B36786064A3}"/>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79436451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BBC9F-A440-F106-95EF-3A76566089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2E58FB-D8C1-B1CE-0CE0-BC24187C36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75AA3A-55C3-3DD7-8A9C-69CA291BF8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FBBA97-D5ED-C451-E907-23383D7556A2}"/>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66560223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641F6-344F-3BAD-6E92-2B95A9277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B9E01-A115-211F-8E0B-003074242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6DC5D2-1985-7C53-312E-F46F4F0C31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936B43-B898-9689-D782-55129DA246CC}"/>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94070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250B4-6D1D-33CC-6CB2-11F1257757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50E466-1F20-DB34-DD0E-77494D567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82F980-1464-979C-A34A-B3BAD93DE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12A14D-03CC-1DB6-8549-28ED1AD538E6}"/>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9702840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1BB01-086C-A494-6C39-6631B2779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5A6A36-A188-B573-3070-A4048D0ACB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05898D-D6B7-9C0C-3E65-E9B86E3F02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17D05E-6EA7-5A48-60E3-E06BF6A1E50A}"/>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37859132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DB4A7-485F-433F-1FC4-5E5B5BB2A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245289-943F-1C7C-4430-7410C3F5A6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D2389D-4992-1333-1C6F-67FC4A1169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0B6DC4-BB7F-9ED0-B3E8-17A78CBA527A}"/>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408622608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5D1B4-3EBD-805D-368E-4D88AE15D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E8960-D4B5-82FD-4BA0-8E26E560F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8BD16-3D14-3F80-6F06-B066E9C65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63541B-0ED2-FEDE-0AE0-3A8ACE8A03E9}"/>
              </a:ext>
            </a:extLst>
          </p:cNvPr>
          <p:cNvSpPr>
            <a:spLocks noGrp="1"/>
          </p:cNvSpPr>
          <p:nvPr>
            <p:ph type="sldNum" sz="quarter" idx="5"/>
          </p:nvPr>
        </p:nvSpPr>
        <p:spPr/>
        <p:txBody>
          <a:bodyPr/>
          <a:lstStyle/>
          <a:p>
            <a:fld id="{C0E9560A-78B4-504A-9396-2AE516B1349B}" type="slidenum">
              <a:rPr lang="en-US" smtClean="0"/>
              <a:t>59</a:t>
            </a:fld>
            <a:endParaRPr lang="en-US"/>
          </a:p>
        </p:txBody>
      </p:sp>
    </p:spTree>
    <p:extLst>
      <p:ext uri="{BB962C8B-B14F-4D97-AF65-F5344CB8AC3E}">
        <p14:creationId xmlns:p14="http://schemas.microsoft.com/office/powerpoint/2010/main" val="20162693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57C15-56E0-59FE-4F07-03ABF9C586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09671-A8AB-5A5C-511A-8503A0242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ACF03D-3C41-07A0-FADE-AB898509B5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EDBA5E-F4AB-1FD8-023D-8D9CAD372C36}"/>
              </a:ext>
            </a:extLst>
          </p:cNvPr>
          <p:cNvSpPr>
            <a:spLocks noGrp="1"/>
          </p:cNvSpPr>
          <p:nvPr>
            <p:ph type="sldNum" sz="quarter" idx="5"/>
          </p:nvPr>
        </p:nvSpPr>
        <p:spPr/>
        <p:txBody>
          <a:bodyPr/>
          <a:lstStyle/>
          <a:p>
            <a:fld id="{C0E9560A-78B4-504A-9396-2AE516B1349B}" type="slidenum">
              <a:rPr lang="en-US" smtClean="0"/>
              <a:t>60</a:t>
            </a:fld>
            <a:endParaRPr lang="en-US"/>
          </a:p>
        </p:txBody>
      </p:sp>
    </p:spTree>
    <p:extLst>
      <p:ext uri="{BB962C8B-B14F-4D97-AF65-F5344CB8AC3E}">
        <p14:creationId xmlns:p14="http://schemas.microsoft.com/office/powerpoint/2010/main" val="23817755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D99BF-D1C9-FBD5-E63A-0ED0DDF34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D5F43B-7BC1-0C9F-4804-B49070B4F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12924-3F0D-E27E-2055-CF0C55B4C8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13A531-4BDF-B325-F024-932A9F2B78FA}"/>
              </a:ext>
            </a:extLst>
          </p:cNvPr>
          <p:cNvSpPr>
            <a:spLocks noGrp="1"/>
          </p:cNvSpPr>
          <p:nvPr>
            <p:ph type="sldNum" sz="quarter" idx="5"/>
          </p:nvPr>
        </p:nvSpPr>
        <p:spPr/>
        <p:txBody>
          <a:bodyPr/>
          <a:lstStyle/>
          <a:p>
            <a:fld id="{C0E9560A-78B4-504A-9396-2AE516B1349B}" type="slidenum">
              <a:rPr lang="en-US" smtClean="0"/>
              <a:t>61</a:t>
            </a:fld>
            <a:endParaRPr lang="en-US"/>
          </a:p>
        </p:txBody>
      </p:sp>
    </p:spTree>
    <p:extLst>
      <p:ext uri="{BB962C8B-B14F-4D97-AF65-F5344CB8AC3E}">
        <p14:creationId xmlns:p14="http://schemas.microsoft.com/office/powerpoint/2010/main" val="21757991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EEB9F-6614-5C9E-6946-5DF91FE4E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1D89A4-E7F1-8D4F-EF3F-EC46A968C6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3BED60-2563-8BF3-244E-ECD3F040B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FFCBD5-4A25-F549-ADFA-7F0E7CECCA24}"/>
              </a:ext>
            </a:extLst>
          </p:cNvPr>
          <p:cNvSpPr>
            <a:spLocks noGrp="1"/>
          </p:cNvSpPr>
          <p:nvPr>
            <p:ph type="sldNum" sz="quarter" idx="5"/>
          </p:nvPr>
        </p:nvSpPr>
        <p:spPr/>
        <p:txBody>
          <a:bodyPr/>
          <a:lstStyle/>
          <a:p>
            <a:fld id="{C0E9560A-78B4-504A-9396-2AE516B1349B}" type="slidenum">
              <a:rPr lang="en-US" smtClean="0"/>
              <a:t>62</a:t>
            </a:fld>
            <a:endParaRPr lang="en-US"/>
          </a:p>
        </p:txBody>
      </p:sp>
    </p:spTree>
    <p:extLst>
      <p:ext uri="{BB962C8B-B14F-4D97-AF65-F5344CB8AC3E}">
        <p14:creationId xmlns:p14="http://schemas.microsoft.com/office/powerpoint/2010/main" val="18775930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99372-7674-0748-8213-375B392EA5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6ADDA-3424-AE56-363D-51AA1A488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EE37CB-61E7-8D45-CF31-6B560F158B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24317BF-F9D9-87F8-9238-02F9B2140023}"/>
              </a:ext>
            </a:extLst>
          </p:cNvPr>
          <p:cNvSpPr>
            <a:spLocks noGrp="1"/>
          </p:cNvSpPr>
          <p:nvPr>
            <p:ph type="sldNum" sz="quarter" idx="5"/>
          </p:nvPr>
        </p:nvSpPr>
        <p:spPr/>
        <p:txBody>
          <a:bodyPr/>
          <a:lstStyle/>
          <a:p>
            <a:fld id="{C0E9560A-78B4-504A-9396-2AE516B1349B}" type="slidenum">
              <a:rPr lang="en-US" smtClean="0"/>
              <a:t>63</a:t>
            </a:fld>
            <a:endParaRPr lang="en-US"/>
          </a:p>
        </p:txBody>
      </p:sp>
    </p:spTree>
    <p:extLst>
      <p:ext uri="{BB962C8B-B14F-4D97-AF65-F5344CB8AC3E}">
        <p14:creationId xmlns:p14="http://schemas.microsoft.com/office/powerpoint/2010/main" val="17885997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7CAEF-B127-DA2C-140A-1C8BCFC7FA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22EDD9-6CD9-69B7-461C-3BD8EAFB9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AEC1-298F-82AB-6D65-B898F9E247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245B14-301E-4E07-75A9-C0FA46C844DB}"/>
              </a:ext>
            </a:extLst>
          </p:cNvPr>
          <p:cNvSpPr>
            <a:spLocks noGrp="1"/>
          </p:cNvSpPr>
          <p:nvPr>
            <p:ph type="sldNum" sz="quarter" idx="5"/>
          </p:nvPr>
        </p:nvSpPr>
        <p:spPr/>
        <p:txBody>
          <a:bodyPr/>
          <a:lstStyle/>
          <a:p>
            <a:fld id="{C0E9560A-78B4-504A-9396-2AE516B1349B}" type="slidenum">
              <a:rPr lang="en-US" smtClean="0"/>
              <a:t>64</a:t>
            </a:fld>
            <a:endParaRPr lang="en-US"/>
          </a:p>
        </p:txBody>
      </p:sp>
    </p:spTree>
    <p:extLst>
      <p:ext uri="{BB962C8B-B14F-4D97-AF65-F5344CB8AC3E}">
        <p14:creationId xmlns:p14="http://schemas.microsoft.com/office/powerpoint/2010/main" val="391713606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C17F1-44ED-8A87-90CD-14EE78C0C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B0BB5-C025-43B4-E87A-2A9826FE1B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13DDFE-8F00-6993-59D7-2C338F5302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EA042C-1B77-A1E7-E0F7-3869A0BDCFE8}"/>
              </a:ext>
            </a:extLst>
          </p:cNvPr>
          <p:cNvSpPr>
            <a:spLocks noGrp="1"/>
          </p:cNvSpPr>
          <p:nvPr>
            <p:ph type="sldNum" sz="quarter" idx="5"/>
          </p:nvPr>
        </p:nvSpPr>
        <p:spPr/>
        <p:txBody>
          <a:bodyPr/>
          <a:lstStyle/>
          <a:p>
            <a:fld id="{C0E9560A-78B4-504A-9396-2AE516B1349B}" type="slidenum">
              <a:rPr lang="en-US" smtClean="0"/>
              <a:t>65</a:t>
            </a:fld>
            <a:endParaRPr lang="en-US"/>
          </a:p>
        </p:txBody>
      </p:sp>
    </p:spTree>
    <p:extLst>
      <p:ext uri="{BB962C8B-B14F-4D97-AF65-F5344CB8AC3E}">
        <p14:creationId xmlns:p14="http://schemas.microsoft.com/office/powerpoint/2010/main" val="76407935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22FFB-E7C2-911E-7BF9-5924BE43CD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05C2F-B9F4-A8DC-3301-82E048399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C020A-7233-D181-EBE6-13A12C475F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1E374F-A242-FF3E-4330-D808D6527DE5}"/>
              </a:ext>
            </a:extLst>
          </p:cNvPr>
          <p:cNvSpPr>
            <a:spLocks noGrp="1"/>
          </p:cNvSpPr>
          <p:nvPr>
            <p:ph type="sldNum" sz="quarter" idx="5"/>
          </p:nvPr>
        </p:nvSpPr>
        <p:spPr/>
        <p:txBody>
          <a:bodyPr/>
          <a:lstStyle/>
          <a:p>
            <a:fld id="{C0E9560A-78B4-504A-9396-2AE516B1349B}" type="slidenum">
              <a:rPr lang="en-US" smtClean="0"/>
              <a:t>66</a:t>
            </a:fld>
            <a:endParaRPr lang="en-US"/>
          </a:p>
        </p:txBody>
      </p:sp>
    </p:spTree>
    <p:extLst>
      <p:ext uri="{BB962C8B-B14F-4D97-AF65-F5344CB8AC3E}">
        <p14:creationId xmlns:p14="http://schemas.microsoft.com/office/powerpoint/2010/main" val="25542228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145CD-8C8D-ADD7-34C0-D48FA2C5CA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77DF3-F9CA-9C2A-5660-4315A75532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779E0B-6F5F-6933-6893-4570964BEC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78430B-476C-1AEC-8F66-D8E0D055CB24}"/>
              </a:ext>
            </a:extLst>
          </p:cNvPr>
          <p:cNvSpPr>
            <a:spLocks noGrp="1"/>
          </p:cNvSpPr>
          <p:nvPr>
            <p:ph type="sldNum" sz="quarter" idx="5"/>
          </p:nvPr>
        </p:nvSpPr>
        <p:spPr/>
        <p:txBody>
          <a:bodyPr/>
          <a:lstStyle/>
          <a:p>
            <a:fld id="{C0E9560A-78B4-504A-9396-2AE516B1349B}" type="slidenum">
              <a:rPr lang="en-US" smtClean="0"/>
              <a:t>67</a:t>
            </a:fld>
            <a:endParaRPr lang="en-US"/>
          </a:p>
        </p:txBody>
      </p:sp>
    </p:spTree>
    <p:extLst>
      <p:ext uri="{BB962C8B-B14F-4D97-AF65-F5344CB8AC3E}">
        <p14:creationId xmlns:p14="http://schemas.microsoft.com/office/powerpoint/2010/main" val="153022579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8E269-0A6F-E59D-138B-04865A78B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8E305-E1DF-8D2E-8D7D-EA5DEDF014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43665C-B914-C3B7-1997-F01814C254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D7D6C1-F576-902E-3D28-23854371AB0D}"/>
              </a:ext>
            </a:extLst>
          </p:cNvPr>
          <p:cNvSpPr>
            <a:spLocks noGrp="1"/>
          </p:cNvSpPr>
          <p:nvPr>
            <p:ph type="sldNum" sz="quarter" idx="5"/>
          </p:nvPr>
        </p:nvSpPr>
        <p:spPr/>
        <p:txBody>
          <a:bodyPr/>
          <a:lstStyle/>
          <a:p>
            <a:fld id="{C0E9560A-78B4-504A-9396-2AE516B1349B}" type="slidenum">
              <a:rPr lang="en-US" smtClean="0"/>
              <a:t>68</a:t>
            </a:fld>
            <a:endParaRPr lang="en-US"/>
          </a:p>
        </p:txBody>
      </p:sp>
    </p:spTree>
    <p:extLst>
      <p:ext uri="{BB962C8B-B14F-4D97-AF65-F5344CB8AC3E}">
        <p14:creationId xmlns:p14="http://schemas.microsoft.com/office/powerpoint/2010/main" val="424881323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ABEF2-E384-583C-F6A7-F54AEEF165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D385D4-02D8-59CC-59E8-871214D194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BBACB8-77F1-75A9-ED6A-DC72C6BF27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6CFAC9-98B9-7387-5A89-A8ADEA130C0F}"/>
              </a:ext>
            </a:extLst>
          </p:cNvPr>
          <p:cNvSpPr>
            <a:spLocks noGrp="1"/>
          </p:cNvSpPr>
          <p:nvPr>
            <p:ph type="sldNum" sz="quarter" idx="5"/>
          </p:nvPr>
        </p:nvSpPr>
        <p:spPr/>
        <p:txBody>
          <a:bodyPr/>
          <a:lstStyle/>
          <a:p>
            <a:fld id="{C0E9560A-78B4-504A-9396-2AE516B1349B}" type="slidenum">
              <a:rPr lang="en-US" smtClean="0"/>
              <a:t>69</a:t>
            </a:fld>
            <a:endParaRPr lang="en-US"/>
          </a:p>
        </p:txBody>
      </p:sp>
    </p:spTree>
    <p:extLst>
      <p:ext uri="{BB962C8B-B14F-4D97-AF65-F5344CB8AC3E}">
        <p14:creationId xmlns:p14="http://schemas.microsoft.com/office/powerpoint/2010/main" val="403752592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7AA61D-B5A7-B9DE-E2CB-0B9185B79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76B49-15A8-A771-25E8-D27C748BFF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9BCB6-71C1-CF0A-D488-A772FE16A7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477665-ADB3-C0BE-2F27-25108A2BE1B8}"/>
              </a:ext>
            </a:extLst>
          </p:cNvPr>
          <p:cNvSpPr>
            <a:spLocks noGrp="1"/>
          </p:cNvSpPr>
          <p:nvPr>
            <p:ph type="sldNum" sz="quarter" idx="5"/>
          </p:nvPr>
        </p:nvSpPr>
        <p:spPr/>
        <p:txBody>
          <a:bodyPr/>
          <a:lstStyle/>
          <a:p>
            <a:fld id="{C0E9560A-78B4-504A-9396-2AE516B1349B}" type="slidenum">
              <a:rPr lang="en-US" smtClean="0"/>
              <a:t>70</a:t>
            </a:fld>
            <a:endParaRPr lang="en-US"/>
          </a:p>
        </p:txBody>
      </p:sp>
    </p:spTree>
    <p:extLst>
      <p:ext uri="{BB962C8B-B14F-4D97-AF65-F5344CB8AC3E}">
        <p14:creationId xmlns:p14="http://schemas.microsoft.com/office/powerpoint/2010/main" val="72981544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55FF8-6F62-1DC9-2C11-DCF098ECB6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2E2221-B692-8872-6F49-D915386B6E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DE67DD-9FE6-B572-4798-0EEB351D8D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5D8DF3-3328-EE93-334B-7F1E9669407C}"/>
              </a:ext>
            </a:extLst>
          </p:cNvPr>
          <p:cNvSpPr>
            <a:spLocks noGrp="1"/>
          </p:cNvSpPr>
          <p:nvPr>
            <p:ph type="sldNum" sz="quarter" idx="5"/>
          </p:nvPr>
        </p:nvSpPr>
        <p:spPr/>
        <p:txBody>
          <a:bodyPr/>
          <a:lstStyle/>
          <a:p>
            <a:fld id="{C0E9560A-78B4-504A-9396-2AE516B1349B}" type="slidenum">
              <a:rPr lang="en-US" smtClean="0"/>
              <a:t>71</a:t>
            </a:fld>
            <a:endParaRPr lang="en-US"/>
          </a:p>
        </p:txBody>
      </p:sp>
    </p:spTree>
    <p:extLst>
      <p:ext uri="{BB962C8B-B14F-4D97-AF65-F5344CB8AC3E}">
        <p14:creationId xmlns:p14="http://schemas.microsoft.com/office/powerpoint/2010/main" val="282997055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DAA21-ED4C-E376-4447-C6D7BBE37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2B3863-C8EB-7F93-3895-4554C9496A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6698CC-C663-1352-30AD-3B453FDABC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73314A-22FF-DD2D-FB04-CE5BE54C1606}"/>
              </a:ext>
            </a:extLst>
          </p:cNvPr>
          <p:cNvSpPr>
            <a:spLocks noGrp="1"/>
          </p:cNvSpPr>
          <p:nvPr>
            <p:ph type="sldNum" sz="quarter" idx="5"/>
          </p:nvPr>
        </p:nvSpPr>
        <p:spPr/>
        <p:txBody>
          <a:bodyPr/>
          <a:lstStyle/>
          <a:p>
            <a:fld id="{C0E9560A-78B4-504A-9396-2AE516B1349B}" type="slidenum">
              <a:rPr lang="en-US" smtClean="0"/>
              <a:t>72</a:t>
            </a:fld>
            <a:endParaRPr lang="en-US"/>
          </a:p>
        </p:txBody>
      </p:sp>
    </p:spTree>
    <p:extLst>
      <p:ext uri="{BB962C8B-B14F-4D97-AF65-F5344CB8AC3E}">
        <p14:creationId xmlns:p14="http://schemas.microsoft.com/office/powerpoint/2010/main" val="110389518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BBB07-DBC1-65E3-2894-2D214ADF1F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B5B76A-FBDF-5C09-64D5-3EE91A5CDE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341CBC-75C7-6B9C-B243-ED6CA2D80C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D8067D-B72E-3D00-4177-93A5B59217ED}"/>
              </a:ext>
            </a:extLst>
          </p:cNvPr>
          <p:cNvSpPr>
            <a:spLocks noGrp="1"/>
          </p:cNvSpPr>
          <p:nvPr>
            <p:ph type="sldNum" sz="quarter" idx="5"/>
          </p:nvPr>
        </p:nvSpPr>
        <p:spPr/>
        <p:txBody>
          <a:bodyPr/>
          <a:lstStyle/>
          <a:p>
            <a:fld id="{C0E9560A-78B4-504A-9396-2AE516B1349B}" type="slidenum">
              <a:rPr lang="en-US" smtClean="0"/>
              <a:t>73</a:t>
            </a:fld>
            <a:endParaRPr lang="en-US"/>
          </a:p>
        </p:txBody>
      </p:sp>
    </p:spTree>
    <p:extLst>
      <p:ext uri="{BB962C8B-B14F-4D97-AF65-F5344CB8AC3E}">
        <p14:creationId xmlns:p14="http://schemas.microsoft.com/office/powerpoint/2010/main" val="115462424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8800C69-56F5-4673-8537-903EDED0ADB4}"/>
              </a:ext>
            </a:extLst>
          </p:cNvPr>
          <p:cNvPicPr>
            <a:picLocks noChangeAspect="1"/>
          </p:cNvPicPr>
          <p:nvPr userDrawn="1"/>
        </p:nvPicPr>
        <p:blipFill>
          <a:blip r:embed="rId2"/>
          <a:stretch>
            <a:fillRect/>
          </a:stretch>
        </p:blipFill>
        <p:spPr>
          <a:xfrm>
            <a:off x="3164561" y="254255"/>
            <a:ext cx="4543224" cy="5043749"/>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5/29/26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46052-61A8-560D-A014-2FAB618506A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D2AAA1-8CF8-872E-2B24-72F5BD5A9E71}"/>
              </a:ext>
            </a:extLst>
          </p:cNvPr>
          <p:cNvSpPr>
            <a:spLocks noGrp="1"/>
          </p:cNvSpPr>
          <p:nvPr>
            <p:ph sz="half" idx="1"/>
          </p:nvPr>
        </p:nvSpPr>
        <p:spPr/>
        <p:txBody>
          <a:bodyPr/>
          <a:lstStyle/>
          <a:p>
            <a:r>
              <a:rPr lang="en-US" dirty="0"/>
              <a:t>In Row 1, 45–(12+12+12+7) = 2.</a:t>
            </a:r>
          </a:p>
        </p:txBody>
      </p:sp>
      <p:pic>
        <p:nvPicPr>
          <p:cNvPr id="4" name="Picture 3" descr="A grid of sudoku puzzle&#10;&#10;Description automatically generated">
            <a:extLst>
              <a:ext uri="{FF2B5EF4-FFF2-40B4-BE49-F238E27FC236}">
                <a16:creationId xmlns:a16="http://schemas.microsoft.com/office/drawing/2014/main" id="{A58553A6-E67B-6734-B961-21F0967ABA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50D26B-FA8F-F241-3A93-90646E2FF5D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067CC88-A65F-27F3-BA24-BAA1F5D9652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E3C0A3-28C0-3BD0-8E7E-A8727D8326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FF5CA6C-C425-54E1-1D84-BEB7E1D2246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064347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343A4-33B0-7D8F-72F6-2BA2B881B35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29B17-B363-942F-3933-D9F291043C59}"/>
              </a:ext>
            </a:extLst>
          </p:cNvPr>
          <p:cNvSpPr>
            <a:spLocks noGrp="1"/>
          </p:cNvSpPr>
          <p:nvPr>
            <p:ph sz="half" idx="1"/>
          </p:nvPr>
        </p:nvSpPr>
        <p:spPr/>
        <p:txBody>
          <a:bodyPr/>
          <a:lstStyle/>
          <a:p>
            <a:r>
              <a:rPr lang="en-US" dirty="0"/>
              <a:t>In Row 1, the [12 in 2] must be 39, 48, and 57. That leaves 16 for [7 in 2].</a:t>
            </a:r>
          </a:p>
        </p:txBody>
      </p:sp>
      <p:pic>
        <p:nvPicPr>
          <p:cNvPr id="4" name="Picture 3" descr="A grid of sudoku puzzle&#10;&#10;Description automatically generated">
            <a:extLst>
              <a:ext uri="{FF2B5EF4-FFF2-40B4-BE49-F238E27FC236}">
                <a16:creationId xmlns:a16="http://schemas.microsoft.com/office/drawing/2014/main" id="{49A5498B-FB0A-762F-BC50-0E37EBBE3F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35E712E-B889-5EBC-767C-EE82DBE0F7E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4B3F68-2CDC-B7AD-C3D6-D2FDB2105F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D4AC4B3-3EBA-A40C-8D11-5294195ADEA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1408B21-0232-464A-340B-BD1833F3D6D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1333E1E-1227-7AB2-4FE5-3946D719E114}"/>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0574EB5B-BFB2-7B07-8391-89556F0C919E}"/>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345789</a:t>
            </a:r>
          </a:p>
        </p:txBody>
      </p:sp>
      <p:sp>
        <p:nvSpPr>
          <p:cNvPr id="10" name="TextBox 9">
            <a:extLst>
              <a:ext uri="{FF2B5EF4-FFF2-40B4-BE49-F238E27FC236}">
                <a16:creationId xmlns:a16="http://schemas.microsoft.com/office/drawing/2014/main" id="{405FD447-2C53-FBD2-03AB-0F7558C9C797}"/>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987543</a:t>
            </a:r>
          </a:p>
        </p:txBody>
      </p:sp>
      <p:sp>
        <p:nvSpPr>
          <p:cNvPr id="11" name="TextBox 10">
            <a:extLst>
              <a:ext uri="{FF2B5EF4-FFF2-40B4-BE49-F238E27FC236}">
                <a16:creationId xmlns:a16="http://schemas.microsoft.com/office/drawing/2014/main" id="{D82D9DEA-1272-58F2-17C9-9D0B9F833FE0}"/>
              </a:ext>
            </a:extLst>
          </p:cNvPr>
          <p:cNvSpPr txBox="1"/>
          <p:nvPr/>
        </p:nvSpPr>
        <p:spPr>
          <a:xfrm>
            <a:off x="5147734" y="901933"/>
            <a:ext cx="570089" cy="230832"/>
          </a:xfrm>
          <a:prstGeom prst="rect">
            <a:avLst/>
          </a:prstGeom>
          <a:noFill/>
        </p:spPr>
        <p:txBody>
          <a:bodyPr wrap="square" rtlCol="0">
            <a:spAutoFit/>
          </a:bodyPr>
          <a:lstStyle/>
          <a:p>
            <a:pPr algn="ctr"/>
            <a:r>
              <a:rPr lang="en-US" sz="900" dirty="0"/>
              <a:t>345789</a:t>
            </a:r>
          </a:p>
        </p:txBody>
      </p:sp>
      <p:sp>
        <p:nvSpPr>
          <p:cNvPr id="12" name="TextBox 11">
            <a:extLst>
              <a:ext uri="{FF2B5EF4-FFF2-40B4-BE49-F238E27FC236}">
                <a16:creationId xmlns:a16="http://schemas.microsoft.com/office/drawing/2014/main" id="{86BDD0EB-940D-5FE2-B6B6-D154351B8913}"/>
              </a:ext>
            </a:extLst>
          </p:cNvPr>
          <p:cNvSpPr txBox="1"/>
          <p:nvPr/>
        </p:nvSpPr>
        <p:spPr>
          <a:xfrm>
            <a:off x="5650090" y="901933"/>
            <a:ext cx="570089" cy="230832"/>
          </a:xfrm>
          <a:prstGeom prst="rect">
            <a:avLst/>
          </a:prstGeom>
          <a:noFill/>
        </p:spPr>
        <p:txBody>
          <a:bodyPr wrap="square" rtlCol="0">
            <a:spAutoFit/>
          </a:bodyPr>
          <a:lstStyle/>
          <a:p>
            <a:pPr algn="ctr"/>
            <a:r>
              <a:rPr lang="en-US" sz="900" dirty="0"/>
              <a:t>987543</a:t>
            </a:r>
          </a:p>
        </p:txBody>
      </p:sp>
      <p:sp>
        <p:nvSpPr>
          <p:cNvPr id="13" name="TextBox 12">
            <a:extLst>
              <a:ext uri="{FF2B5EF4-FFF2-40B4-BE49-F238E27FC236}">
                <a16:creationId xmlns:a16="http://schemas.microsoft.com/office/drawing/2014/main" id="{528F526D-752E-040C-4359-7C8BFACF3321}"/>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11B889AA-BB7B-2C06-48E9-4B33E8C4C13B}"/>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E0A9E088-046F-F721-08A2-2CA706FE60D3}"/>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Tree>
    <p:extLst>
      <p:ext uri="{BB962C8B-B14F-4D97-AF65-F5344CB8AC3E}">
        <p14:creationId xmlns:p14="http://schemas.microsoft.com/office/powerpoint/2010/main" val="3766679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7DAE-A3DC-F497-E73E-D768F6FAF6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2F6678-A77B-FFD6-8785-79184B7A4939}"/>
              </a:ext>
            </a:extLst>
          </p:cNvPr>
          <p:cNvSpPr>
            <a:spLocks noGrp="1"/>
          </p:cNvSpPr>
          <p:nvPr>
            <p:ph sz="half" idx="1"/>
          </p:nvPr>
        </p:nvSpPr>
        <p:spPr/>
        <p:txBody>
          <a:bodyPr/>
          <a:lstStyle/>
          <a:p>
            <a:r>
              <a:rPr lang="en-US" dirty="0"/>
              <a:t>[6 in 3] is 123.</a:t>
            </a:r>
          </a:p>
        </p:txBody>
      </p:sp>
      <p:pic>
        <p:nvPicPr>
          <p:cNvPr id="4" name="Picture 3" descr="A grid of sudoku puzzle&#10;&#10;Description automatically generated">
            <a:extLst>
              <a:ext uri="{FF2B5EF4-FFF2-40B4-BE49-F238E27FC236}">
                <a16:creationId xmlns:a16="http://schemas.microsoft.com/office/drawing/2014/main" id="{73DDD0BE-A921-35C2-AA66-E2AA3F187C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2ADBF11-22A0-6DC6-0BE7-63AB98314F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3174338-4234-EAA3-41DA-F96E5E34522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79A278-160D-D69E-89EB-2B68E4DA69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9D29D88-FD61-B193-7F9E-FDFE655B17D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D12BD975-4DAB-4715-D331-0F8EA7EBC0CC}"/>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8A2E25CA-B3C7-EDBC-B3F8-607A01534ADC}"/>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345789</a:t>
            </a:r>
          </a:p>
        </p:txBody>
      </p:sp>
      <p:sp>
        <p:nvSpPr>
          <p:cNvPr id="10" name="TextBox 9">
            <a:extLst>
              <a:ext uri="{FF2B5EF4-FFF2-40B4-BE49-F238E27FC236}">
                <a16:creationId xmlns:a16="http://schemas.microsoft.com/office/drawing/2014/main" id="{B9FF1E41-113A-C93D-33FE-8638E48456A4}"/>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987543</a:t>
            </a:r>
          </a:p>
        </p:txBody>
      </p:sp>
      <p:sp>
        <p:nvSpPr>
          <p:cNvPr id="11" name="TextBox 10">
            <a:extLst>
              <a:ext uri="{FF2B5EF4-FFF2-40B4-BE49-F238E27FC236}">
                <a16:creationId xmlns:a16="http://schemas.microsoft.com/office/drawing/2014/main" id="{5B47D9F1-EE49-92D1-4F62-B4A5252E471D}"/>
              </a:ext>
            </a:extLst>
          </p:cNvPr>
          <p:cNvSpPr txBox="1"/>
          <p:nvPr/>
        </p:nvSpPr>
        <p:spPr>
          <a:xfrm>
            <a:off x="5147734" y="901933"/>
            <a:ext cx="570089" cy="230832"/>
          </a:xfrm>
          <a:prstGeom prst="rect">
            <a:avLst/>
          </a:prstGeom>
          <a:noFill/>
        </p:spPr>
        <p:txBody>
          <a:bodyPr wrap="square" rtlCol="0">
            <a:spAutoFit/>
          </a:bodyPr>
          <a:lstStyle/>
          <a:p>
            <a:pPr algn="ctr"/>
            <a:r>
              <a:rPr lang="en-US" sz="900" dirty="0"/>
              <a:t>345789</a:t>
            </a:r>
          </a:p>
        </p:txBody>
      </p:sp>
      <p:sp>
        <p:nvSpPr>
          <p:cNvPr id="12" name="TextBox 11">
            <a:extLst>
              <a:ext uri="{FF2B5EF4-FFF2-40B4-BE49-F238E27FC236}">
                <a16:creationId xmlns:a16="http://schemas.microsoft.com/office/drawing/2014/main" id="{5C2280AF-3975-241E-FCF9-A25E337B3FB1}"/>
              </a:ext>
            </a:extLst>
          </p:cNvPr>
          <p:cNvSpPr txBox="1"/>
          <p:nvPr/>
        </p:nvSpPr>
        <p:spPr>
          <a:xfrm>
            <a:off x="5650090" y="901933"/>
            <a:ext cx="570089" cy="230832"/>
          </a:xfrm>
          <a:prstGeom prst="rect">
            <a:avLst/>
          </a:prstGeom>
          <a:noFill/>
        </p:spPr>
        <p:txBody>
          <a:bodyPr wrap="square" rtlCol="0">
            <a:spAutoFit/>
          </a:bodyPr>
          <a:lstStyle/>
          <a:p>
            <a:pPr algn="ctr"/>
            <a:r>
              <a:rPr lang="en-US" sz="900" dirty="0"/>
              <a:t>987543</a:t>
            </a:r>
          </a:p>
        </p:txBody>
      </p:sp>
      <p:sp>
        <p:nvSpPr>
          <p:cNvPr id="13" name="TextBox 12">
            <a:extLst>
              <a:ext uri="{FF2B5EF4-FFF2-40B4-BE49-F238E27FC236}">
                <a16:creationId xmlns:a16="http://schemas.microsoft.com/office/drawing/2014/main" id="{256EB411-462C-DDF9-760D-4E2F850DC30A}"/>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33604AE7-0732-D5BA-3A33-0D5C9F88163D}"/>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AB2437EF-5538-2F08-2F9D-5800F657E21E}"/>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9513D3B4-D53B-9AEA-2F3F-C00929665ED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56B3E64-930F-6CFB-E7CE-E3180692FF21}"/>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BBB278D-7395-F53F-CBB2-8958BDF8D00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4112248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E6B58-E44C-6380-C1E8-B945DFBE999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72B8C9-F041-AF9B-92B2-168180FFB56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08C4501-F000-C998-61BC-E9E58C9FD6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8C4959-7DCA-40E0-4ED3-6F0AA830CB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19B31CF-8D1A-0555-5C0A-2CC7AD76AEE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2F0697E-EFC2-B410-3EB2-82E929292A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59B77A-3F43-7F7F-100A-838267DF47A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CFDDB98F-9E64-055C-782A-4240120421FB}"/>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DE7BBD1C-21A0-1A2F-47BF-DA25997207B0}"/>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47AC8A61-A53E-26CA-8281-205802A1DDC3}"/>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106CB74A-ABB3-EE03-E876-F9F317D38B9D}"/>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CF861D91-FDC5-268D-DFF3-2F58459A1C87}"/>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A9E9437E-50A3-BA7C-FDAA-73EB4F580F39}"/>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9E40F4A7-2E66-EF54-8235-3B397C1DC960}"/>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71AA1B0E-E16D-F175-2CB1-DF8C135FDD1A}"/>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27A57C68-B082-3A7D-2C8A-DF69BA54940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8E51128-9ED0-9BBC-A41C-921AEA869952}"/>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C17396F-5EAC-8F0D-AC4E-D6104D4A863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Tree>
    <p:extLst>
      <p:ext uri="{BB962C8B-B14F-4D97-AF65-F5344CB8AC3E}">
        <p14:creationId xmlns:p14="http://schemas.microsoft.com/office/powerpoint/2010/main" val="204596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D7B82-1797-6BE3-3E12-CFE0BBF349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885E0F-3F02-DD3D-A2F3-ECFEF70E39D7}"/>
              </a:ext>
            </a:extLst>
          </p:cNvPr>
          <p:cNvSpPr>
            <a:spLocks noGrp="1"/>
          </p:cNvSpPr>
          <p:nvPr>
            <p:ph sz="half" idx="1"/>
          </p:nvPr>
        </p:nvSpPr>
        <p:spPr/>
        <p:txBody>
          <a:bodyPr/>
          <a:lstStyle/>
          <a:p>
            <a:r>
              <a:rPr lang="en-US" dirty="0"/>
              <a:t>Initialize all 2-cages that we can (with six or fewer digits).</a:t>
            </a:r>
          </a:p>
        </p:txBody>
      </p:sp>
      <p:pic>
        <p:nvPicPr>
          <p:cNvPr id="4" name="Picture 3" descr="A grid of sudoku puzzle&#10;&#10;Description automatically generated">
            <a:extLst>
              <a:ext uri="{FF2B5EF4-FFF2-40B4-BE49-F238E27FC236}">
                <a16:creationId xmlns:a16="http://schemas.microsoft.com/office/drawing/2014/main" id="{B421DB12-4BA1-0BB7-C97E-41B86C49A9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6EE13E1-9142-4065-A1AC-9A669C970A7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439AA4-3A09-F84C-3082-AA89A8E889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CB1CE70-53D2-CD5A-5809-6E59A67CE0C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A9B7733-668D-35B3-B035-D9F2A7A78735}"/>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0563002D-8F5F-BE2B-48EB-9598A0874E21}"/>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DE7BBB6D-6288-2523-AFB5-BFCA9D56F14F}"/>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EBF15C2E-1118-99AE-7B88-C41962684AA9}"/>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CE024639-1885-5BDE-43EB-C1F4300099B0}"/>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C492B6BF-5449-7856-2D24-B53BF0C13C0A}"/>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D152EAEA-6E20-BF35-5A6D-3ADE3BE1168D}"/>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8B87E7E3-B427-983C-CDA6-71E7BA6E0FA2}"/>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F893165F-CA2D-520F-C900-A2C397411212}"/>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28315D62-FCE8-676B-4BB2-68D88D3E211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865D15C-A677-44F5-22FA-00DD71602ABA}"/>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749F3A56-6010-3F8E-5B89-28ED0CF72EE7}"/>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83C35AC-EF83-2D12-8D3A-B6B29A999674}"/>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963F0EB1-72F2-34E5-9501-6B97663E19C3}"/>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86423F12-E28C-9317-F2F5-AF81D2F85ED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24AC2445-DE23-A84F-CD18-1F30EF96117E}"/>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9348B8F4-4450-188E-E427-84E5CFA0040B}"/>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F07924D4-7611-2E43-F721-3B091A04DD98}"/>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089733F0-7CCA-238E-6304-43E798872F86}"/>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679027C8-63B2-EE52-1F20-475EA187C6AD}"/>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DF9E12C1-FF8A-6950-B202-AA696EB6032C}"/>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0C638EF7-598F-DEC5-FF7D-CC191EB13E85}"/>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Tree>
    <p:extLst>
      <p:ext uri="{BB962C8B-B14F-4D97-AF65-F5344CB8AC3E}">
        <p14:creationId xmlns:p14="http://schemas.microsoft.com/office/powerpoint/2010/main" val="1144054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BAF82-17FF-B8AB-FC85-39674F29B3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B9BC6E-3D94-E5F7-8FD1-ACE7A20065A3}"/>
              </a:ext>
            </a:extLst>
          </p:cNvPr>
          <p:cNvSpPr>
            <a:spLocks noGrp="1"/>
          </p:cNvSpPr>
          <p:nvPr>
            <p:ph sz="half" idx="1"/>
          </p:nvPr>
        </p:nvSpPr>
        <p:spPr/>
        <p:txBody>
          <a:bodyPr/>
          <a:lstStyle/>
          <a:p>
            <a:r>
              <a:rPr lang="en-US" dirty="0"/>
              <a:t>In Row 9, 45–(15+24) = 6, in 2.</a:t>
            </a:r>
          </a:p>
          <a:p>
            <a:r>
              <a:rPr lang="en-US" dirty="0"/>
              <a:t>Then, the remainder of [15 in 4] is [9 in 2, no 2].</a:t>
            </a:r>
          </a:p>
        </p:txBody>
      </p:sp>
      <p:pic>
        <p:nvPicPr>
          <p:cNvPr id="4" name="Picture 3" descr="A grid of sudoku puzzle&#10;&#10;Description automatically generated">
            <a:extLst>
              <a:ext uri="{FF2B5EF4-FFF2-40B4-BE49-F238E27FC236}">
                <a16:creationId xmlns:a16="http://schemas.microsoft.com/office/drawing/2014/main" id="{C687EE6A-EAF7-9DEE-1B90-28EC9D97598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1CD49B-8665-D87E-00D6-5EFA12F6D9F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5FDDF4-AF69-992B-30D4-6EF99026214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FF35EC8-3713-D4AC-CBFC-B08B8A4B915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0733DAC-4565-B4A4-8B6B-C92B4D7728F0}"/>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1C2DAA18-427B-A134-3B6F-87BC06B0BF56}"/>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C3AFB129-7A4A-3B48-5F64-308BB799EE5F}"/>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CDE67A6D-1362-20F8-5D76-DB9905A8E4FB}"/>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BF7DF4BB-404F-B825-A5AE-55BA63111BE5}"/>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B0FDAC0C-A148-E045-43F4-AE78AE3CA97B}"/>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FAD9FEC8-92CE-AEF6-D046-BBEA04173079}"/>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467F3FBD-4699-7745-BFC6-74C99B5B32A6}"/>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1ECC320A-D077-4478-CBFA-3D0C0C4A531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65854CBB-EF6D-E476-00AF-A65706714E4A}"/>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D5D6379-789F-B0B4-A18B-7AB1A0DECEFC}"/>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BF90375-766D-B9BA-EBD6-7C12FCBFF58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50304606-A8F7-C91E-1E05-A5AA6F3C2C0E}"/>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08D03152-2DEA-BFCA-5B75-7BB86C31681C}"/>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32B96A9A-384E-20EC-1B6E-DBBCC4099950}"/>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71B7002A-31A8-AB56-F519-A3ACD5523555}"/>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888C62DA-9B53-A948-6E2E-6A2B6D674BA3}"/>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7EE66F2B-CFC7-1718-BCE8-70044035932C}"/>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7668597C-07C3-25EE-E03A-C8B8C49B6B13}"/>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D764AF51-15AF-9869-5129-0EE1FD1E12B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9218A636-0260-3E9A-1B72-1F160879A4E6}"/>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C5259888-46E9-9C66-2DDF-5529B9897F16}"/>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9F5F1466-88F7-D76F-DF77-7609BE62E967}"/>
              </a:ext>
            </a:extLst>
          </p:cNvPr>
          <p:cNvSpPr txBox="1"/>
          <p:nvPr/>
        </p:nvSpPr>
        <p:spPr>
          <a:xfrm>
            <a:off x="7157158" y="3907597"/>
            <a:ext cx="570089" cy="230832"/>
          </a:xfrm>
          <a:prstGeom prst="rect">
            <a:avLst/>
          </a:prstGeom>
          <a:noFill/>
        </p:spPr>
        <p:txBody>
          <a:bodyPr wrap="square" rtlCol="0">
            <a:spAutoFit/>
          </a:bodyPr>
          <a:lstStyle/>
          <a:p>
            <a:pPr algn="ctr"/>
            <a:r>
              <a:rPr lang="en-US" sz="900" dirty="0"/>
              <a:t>134568</a:t>
            </a:r>
          </a:p>
        </p:txBody>
      </p:sp>
      <p:sp>
        <p:nvSpPr>
          <p:cNvPr id="30" name="TextBox 29">
            <a:extLst>
              <a:ext uri="{FF2B5EF4-FFF2-40B4-BE49-F238E27FC236}">
                <a16:creationId xmlns:a16="http://schemas.microsoft.com/office/drawing/2014/main" id="{8DE37295-03BF-D3D5-017C-BA5DB733EB50}"/>
              </a:ext>
            </a:extLst>
          </p:cNvPr>
          <p:cNvSpPr txBox="1"/>
          <p:nvPr/>
        </p:nvSpPr>
        <p:spPr>
          <a:xfrm>
            <a:off x="7157158" y="4408541"/>
            <a:ext cx="570089" cy="230832"/>
          </a:xfrm>
          <a:prstGeom prst="rect">
            <a:avLst/>
          </a:prstGeom>
          <a:noFill/>
        </p:spPr>
        <p:txBody>
          <a:bodyPr wrap="square" rtlCol="0">
            <a:spAutoFit/>
          </a:bodyPr>
          <a:lstStyle/>
          <a:p>
            <a:pPr algn="ctr"/>
            <a:r>
              <a:rPr lang="en-US" sz="900" dirty="0"/>
              <a:t>865431</a:t>
            </a:r>
          </a:p>
        </p:txBody>
      </p:sp>
      <p:sp>
        <p:nvSpPr>
          <p:cNvPr id="31" name="TextBox 30">
            <a:extLst>
              <a:ext uri="{FF2B5EF4-FFF2-40B4-BE49-F238E27FC236}">
                <a16:creationId xmlns:a16="http://schemas.microsoft.com/office/drawing/2014/main" id="{3EF82D29-5722-4532-109A-4DA9E7761117}"/>
              </a:ext>
            </a:extLst>
          </p:cNvPr>
          <p:cNvSpPr txBox="1"/>
          <p:nvPr/>
        </p:nvSpPr>
        <p:spPr>
          <a:xfrm>
            <a:off x="6654802" y="4909484"/>
            <a:ext cx="570089" cy="230832"/>
          </a:xfrm>
          <a:prstGeom prst="rect">
            <a:avLst/>
          </a:prstGeom>
          <a:noFill/>
        </p:spPr>
        <p:txBody>
          <a:bodyPr wrap="square" rtlCol="0">
            <a:spAutoFit/>
          </a:bodyPr>
          <a:lstStyle/>
          <a:p>
            <a:pPr algn="ctr"/>
            <a:r>
              <a:rPr lang="en-US" sz="900" dirty="0"/>
              <a:t>125</a:t>
            </a:r>
          </a:p>
        </p:txBody>
      </p:sp>
      <p:sp>
        <p:nvSpPr>
          <p:cNvPr id="32" name="TextBox 31">
            <a:extLst>
              <a:ext uri="{FF2B5EF4-FFF2-40B4-BE49-F238E27FC236}">
                <a16:creationId xmlns:a16="http://schemas.microsoft.com/office/drawing/2014/main" id="{7BD79503-DB42-924D-E513-8C2EE1F8C59F}"/>
              </a:ext>
            </a:extLst>
          </p:cNvPr>
          <p:cNvSpPr txBox="1"/>
          <p:nvPr/>
        </p:nvSpPr>
        <p:spPr>
          <a:xfrm>
            <a:off x="7157158" y="4909484"/>
            <a:ext cx="570089" cy="230832"/>
          </a:xfrm>
          <a:prstGeom prst="rect">
            <a:avLst/>
          </a:prstGeom>
          <a:noFill/>
        </p:spPr>
        <p:txBody>
          <a:bodyPr wrap="square" rtlCol="0">
            <a:spAutoFit/>
          </a:bodyPr>
          <a:lstStyle/>
          <a:p>
            <a:pPr algn="ctr"/>
            <a:r>
              <a:rPr lang="en-US" sz="900" dirty="0"/>
              <a:t>541</a:t>
            </a:r>
          </a:p>
        </p:txBody>
      </p:sp>
    </p:spTree>
    <p:extLst>
      <p:ext uri="{BB962C8B-B14F-4D97-AF65-F5344CB8AC3E}">
        <p14:creationId xmlns:p14="http://schemas.microsoft.com/office/powerpoint/2010/main" val="549895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78AB-56D6-8800-4298-11BEBDA83DA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A52FD39-807C-6253-9CAF-E5D2A36D8E84}"/>
              </a:ext>
            </a:extLst>
          </p:cNvPr>
          <p:cNvSpPr>
            <a:spLocks noGrp="1"/>
          </p:cNvSpPr>
          <p:nvPr>
            <p:ph sz="half" idx="1"/>
          </p:nvPr>
        </p:nvSpPr>
        <p:spPr/>
        <p:txBody>
          <a:bodyPr/>
          <a:lstStyle/>
          <a:p>
            <a:r>
              <a:rPr lang="en-US" dirty="0"/>
              <a:t>In Column 9, 45–(15+13+9) = 8, in 2.</a:t>
            </a:r>
          </a:p>
        </p:txBody>
      </p:sp>
      <p:pic>
        <p:nvPicPr>
          <p:cNvPr id="4" name="Picture 3" descr="A grid of sudoku puzzle&#10;&#10;Description automatically generated">
            <a:extLst>
              <a:ext uri="{FF2B5EF4-FFF2-40B4-BE49-F238E27FC236}">
                <a16:creationId xmlns:a16="http://schemas.microsoft.com/office/drawing/2014/main" id="{E2A75671-E352-0BA5-3AA7-BAC7A068546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6A7BB9B-343D-3515-72E1-06510A675EF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9F6B27-810E-C24B-7C7B-86EDF6F5FAD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2DACDA-FFFF-3E02-F171-D081A6072E4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C0B956-BDF0-9160-A7C1-163C302102EA}"/>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411E9A5-147B-E01E-05E4-41EEA2A80968}"/>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1A45917E-63B2-89DF-7F1C-D364BC7EE77C}"/>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25FC4FB3-6D9E-BF6E-5BE8-3F4A014E9688}"/>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210D0CAC-EB35-19E2-3FBC-9BF0DADB1D79}"/>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ABB33FD3-4048-86D2-7B0A-58896832CC60}"/>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0532B7D4-D7E6-7939-9884-89A816E0B8E6}"/>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38776E27-7B36-E7C8-E43B-6BC2E0535F2F}"/>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FF50E88E-4F7A-049E-78BC-4DA77F25129D}"/>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3F82694B-06DA-288F-D294-22F41A19C6F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67520B4-7A7B-20DB-4120-485C188B5141}"/>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B4B854D-0006-7FF7-94C0-3D56C728376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7A524C49-88F4-2624-D944-AA5B364D427E}"/>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12CF61E1-57A9-B7D8-7C7E-E0F147230B39}"/>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CC46DF18-56D0-5D78-1818-BA222C65CC6C}"/>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50AEA235-A2E7-83DE-FD75-FE5E8AE3F750}"/>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89A10812-12BB-3C2E-060A-166D4E8311CE}"/>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452BC77F-C91E-A5A3-41DE-25D946C38318}"/>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34BF95FD-53BA-64EB-AC47-57F014C3136A}"/>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25741E34-13DD-0997-AD9D-77693D2035F4}"/>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45AEA558-5770-D889-E7A7-F362C363C366}"/>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DFBEB5D7-A79F-DC54-88F2-5EE07762CDBA}"/>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71286CD9-E3EC-B141-5CF2-B49BB8D2FA6A}"/>
              </a:ext>
            </a:extLst>
          </p:cNvPr>
          <p:cNvSpPr txBox="1"/>
          <p:nvPr/>
        </p:nvSpPr>
        <p:spPr>
          <a:xfrm>
            <a:off x="7157158" y="3907597"/>
            <a:ext cx="570089" cy="230832"/>
          </a:xfrm>
          <a:prstGeom prst="rect">
            <a:avLst/>
          </a:prstGeom>
          <a:noFill/>
        </p:spPr>
        <p:txBody>
          <a:bodyPr wrap="square" rtlCol="0">
            <a:spAutoFit/>
          </a:bodyPr>
          <a:lstStyle/>
          <a:p>
            <a:pPr algn="ctr"/>
            <a:r>
              <a:rPr lang="en-US" sz="900" dirty="0"/>
              <a:t>134568</a:t>
            </a:r>
          </a:p>
        </p:txBody>
      </p:sp>
      <p:sp>
        <p:nvSpPr>
          <p:cNvPr id="30" name="TextBox 29">
            <a:extLst>
              <a:ext uri="{FF2B5EF4-FFF2-40B4-BE49-F238E27FC236}">
                <a16:creationId xmlns:a16="http://schemas.microsoft.com/office/drawing/2014/main" id="{2DD73A2E-6E7E-6398-85A9-799AFEC0DAE3}"/>
              </a:ext>
            </a:extLst>
          </p:cNvPr>
          <p:cNvSpPr txBox="1"/>
          <p:nvPr/>
        </p:nvSpPr>
        <p:spPr>
          <a:xfrm>
            <a:off x="7157158" y="4408541"/>
            <a:ext cx="570089" cy="230832"/>
          </a:xfrm>
          <a:prstGeom prst="rect">
            <a:avLst/>
          </a:prstGeom>
          <a:noFill/>
        </p:spPr>
        <p:txBody>
          <a:bodyPr wrap="square" rtlCol="0">
            <a:spAutoFit/>
          </a:bodyPr>
          <a:lstStyle/>
          <a:p>
            <a:pPr algn="ctr"/>
            <a:r>
              <a:rPr lang="en-US" sz="900" dirty="0"/>
              <a:t>865431</a:t>
            </a:r>
          </a:p>
        </p:txBody>
      </p:sp>
      <p:sp>
        <p:nvSpPr>
          <p:cNvPr id="31" name="TextBox 30">
            <a:extLst>
              <a:ext uri="{FF2B5EF4-FFF2-40B4-BE49-F238E27FC236}">
                <a16:creationId xmlns:a16="http://schemas.microsoft.com/office/drawing/2014/main" id="{DC24B820-A4DF-BB7A-1C1D-B6FD21167249}"/>
              </a:ext>
            </a:extLst>
          </p:cNvPr>
          <p:cNvSpPr txBox="1"/>
          <p:nvPr/>
        </p:nvSpPr>
        <p:spPr>
          <a:xfrm>
            <a:off x="665480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125</a:t>
            </a:r>
          </a:p>
        </p:txBody>
      </p:sp>
      <p:sp>
        <p:nvSpPr>
          <p:cNvPr id="32" name="TextBox 31">
            <a:extLst>
              <a:ext uri="{FF2B5EF4-FFF2-40B4-BE49-F238E27FC236}">
                <a16:creationId xmlns:a16="http://schemas.microsoft.com/office/drawing/2014/main" id="{4A97E78F-419C-F15D-EBB1-EB5AB7E1C1CA}"/>
              </a:ext>
            </a:extLst>
          </p:cNvPr>
          <p:cNvSpPr txBox="1"/>
          <p:nvPr/>
        </p:nvSpPr>
        <p:spPr>
          <a:xfrm>
            <a:off x="7157158"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541</a:t>
            </a:r>
          </a:p>
        </p:txBody>
      </p:sp>
      <p:sp>
        <p:nvSpPr>
          <p:cNvPr id="33" name="TextBox 32">
            <a:extLst>
              <a:ext uri="{FF2B5EF4-FFF2-40B4-BE49-F238E27FC236}">
                <a16:creationId xmlns:a16="http://schemas.microsoft.com/office/drawing/2014/main" id="{689BC697-EB83-3D2C-3DFC-6FB1E42B34A6}"/>
              </a:ext>
            </a:extLst>
          </p:cNvPr>
          <p:cNvSpPr txBox="1"/>
          <p:nvPr/>
        </p:nvSpPr>
        <p:spPr>
          <a:xfrm>
            <a:off x="715715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347</a:t>
            </a:r>
          </a:p>
        </p:txBody>
      </p:sp>
    </p:spTree>
    <p:extLst>
      <p:ext uri="{BB962C8B-B14F-4D97-AF65-F5344CB8AC3E}">
        <p14:creationId xmlns:p14="http://schemas.microsoft.com/office/powerpoint/2010/main" val="1260849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B6179-38E9-3A32-B5F5-FF58F5112F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803FA4-0872-7813-6D11-0255AAFC5F4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79CCE1D-5720-73BC-6864-F0CBCA6382E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EECAE54-6155-B458-0F5C-0DDB85A63F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D39715F-B969-BF6E-96D6-58AD085E27A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E38BF55-F1AB-B238-8106-3BAFA6467B3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97727D1-133C-B66B-E07A-F261BBF86CB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2E417508-D4BE-FB77-2273-B475F82886A3}"/>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22ECB280-F021-5E4C-AAFD-05152377413B}"/>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CA2118D5-1699-5FBB-E038-5A2C63717D1A}"/>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DCAC9BA9-6B18-2A15-EE1E-0C11A5D3BA13}"/>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0D1040EA-3F2C-7D69-B620-43758A15CB54}"/>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5B892316-D911-992A-EACD-58B78D6AB476}"/>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E88755F6-6C4F-8798-48A6-A9EDB09E6DB7}"/>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C47A6369-53F1-332E-2AF6-82CE1B42F154}"/>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BDBB5F48-E065-477A-14BC-2F1ABC0E521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19332E39-0F97-66FF-0E91-6A75DA73C317}"/>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57A7A61-B607-376B-797B-ABF1EE3194C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B4F408D8-D635-333F-F69D-48DE15DA2637}"/>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EFAE499C-51B0-6A57-1702-F73DF9FA4E50}"/>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92190DB6-9165-79AE-7790-E7C60672E15B}"/>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09F00999-1844-881E-5C37-EC1BEF83EFE3}"/>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8C436E5B-44CF-E32A-FB33-14F86070D483}"/>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C97DE50D-CE1B-A3C9-7675-C5CB96EB89F9}"/>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91B72EBA-9644-3DC1-440E-733B1D987384}"/>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B772CDAC-E603-E247-6076-5780C8503740}"/>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E148B028-F0D3-824C-50C7-AE8369D4B09E}"/>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915E945C-CFE2-E43C-0240-9AEE878ED460}"/>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45515DB6-6F9E-A8D2-BC99-79FD7382E2A7}"/>
              </a:ext>
            </a:extLst>
          </p:cNvPr>
          <p:cNvSpPr txBox="1"/>
          <p:nvPr/>
        </p:nvSpPr>
        <p:spPr>
          <a:xfrm>
            <a:off x="7157158" y="3907597"/>
            <a:ext cx="570089" cy="230832"/>
          </a:xfrm>
          <a:prstGeom prst="rect">
            <a:avLst/>
          </a:prstGeom>
          <a:noFill/>
        </p:spPr>
        <p:txBody>
          <a:bodyPr wrap="square" rtlCol="0">
            <a:spAutoFit/>
          </a:bodyPr>
          <a:lstStyle/>
          <a:p>
            <a:pPr algn="ctr"/>
            <a:r>
              <a:rPr lang="en-US" sz="900" dirty="0"/>
              <a:t>134568</a:t>
            </a:r>
          </a:p>
        </p:txBody>
      </p:sp>
      <p:sp>
        <p:nvSpPr>
          <p:cNvPr id="30" name="TextBox 29">
            <a:extLst>
              <a:ext uri="{FF2B5EF4-FFF2-40B4-BE49-F238E27FC236}">
                <a16:creationId xmlns:a16="http://schemas.microsoft.com/office/drawing/2014/main" id="{41E2E760-8A99-B7B3-0340-575CA199E668}"/>
              </a:ext>
            </a:extLst>
          </p:cNvPr>
          <p:cNvSpPr txBox="1"/>
          <p:nvPr/>
        </p:nvSpPr>
        <p:spPr>
          <a:xfrm>
            <a:off x="7157158" y="4408541"/>
            <a:ext cx="570089" cy="230832"/>
          </a:xfrm>
          <a:prstGeom prst="rect">
            <a:avLst/>
          </a:prstGeom>
          <a:noFill/>
        </p:spPr>
        <p:txBody>
          <a:bodyPr wrap="square" rtlCol="0">
            <a:spAutoFit/>
          </a:bodyPr>
          <a:lstStyle/>
          <a:p>
            <a:pPr algn="ctr"/>
            <a:r>
              <a:rPr lang="en-US" sz="900" dirty="0"/>
              <a:t>865431</a:t>
            </a:r>
          </a:p>
        </p:txBody>
      </p:sp>
      <p:sp>
        <p:nvSpPr>
          <p:cNvPr id="31" name="TextBox 30">
            <a:extLst>
              <a:ext uri="{FF2B5EF4-FFF2-40B4-BE49-F238E27FC236}">
                <a16:creationId xmlns:a16="http://schemas.microsoft.com/office/drawing/2014/main" id="{0358AC0C-A965-E774-6952-D9ECE930AC5F}"/>
              </a:ext>
            </a:extLst>
          </p:cNvPr>
          <p:cNvSpPr txBox="1"/>
          <p:nvPr/>
        </p:nvSpPr>
        <p:spPr>
          <a:xfrm>
            <a:off x="665480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15</a:t>
            </a:r>
          </a:p>
        </p:txBody>
      </p:sp>
      <p:sp>
        <p:nvSpPr>
          <p:cNvPr id="32" name="TextBox 31">
            <a:extLst>
              <a:ext uri="{FF2B5EF4-FFF2-40B4-BE49-F238E27FC236}">
                <a16:creationId xmlns:a16="http://schemas.microsoft.com/office/drawing/2014/main" id="{E07989F9-2656-56DC-A1B6-48D1A9DFAA03}"/>
              </a:ext>
            </a:extLst>
          </p:cNvPr>
          <p:cNvSpPr txBox="1"/>
          <p:nvPr/>
        </p:nvSpPr>
        <p:spPr>
          <a:xfrm>
            <a:off x="7157158"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51</a:t>
            </a:r>
          </a:p>
        </p:txBody>
      </p:sp>
      <p:sp>
        <p:nvSpPr>
          <p:cNvPr id="33" name="TextBox 32">
            <a:extLst>
              <a:ext uri="{FF2B5EF4-FFF2-40B4-BE49-F238E27FC236}">
                <a16:creationId xmlns:a16="http://schemas.microsoft.com/office/drawing/2014/main" id="{87A6EB11-8C58-76CD-4DBF-8143CD01CC23}"/>
              </a:ext>
            </a:extLst>
          </p:cNvPr>
          <p:cNvSpPr txBox="1"/>
          <p:nvPr/>
        </p:nvSpPr>
        <p:spPr>
          <a:xfrm>
            <a:off x="715715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37</a:t>
            </a:r>
          </a:p>
        </p:txBody>
      </p:sp>
    </p:spTree>
    <p:extLst>
      <p:ext uri="{BB962C8B-B14F-4D97-AF65-F5344CB8AC3E}">
        <p14:creationId xmlns:p14="http://schemas.microsoft.com/office/powerpoint/2010/main" val="1165972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95B69-E6E6-4DFF-C172-5D97F35D407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466299-5419-82BF-E61E-280D729F9C4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9FF8BA3-45E6-CF7C-2383-624FD07F16B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EEF50C5-BE0A-EC37-3F83-3288C25B48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59532A-B96A-EF52-3F3E-7ECBCCD804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030FC4A-8504-A1DA-6C3A-A22D5651F4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26CE54B-9EEB-AFC7-295A-9D49DD7D97F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26C3098-09F8-F06A-4CB1-DA9ACE29BCDC}"/>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5DE553CA-7A7A-6003-170C-D4CBAC71DAF6}"/>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2F8C9CC4-E1D5-E999-7991-CD247F710A11}"/>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2E416621-FBDB-E247-E054-76A3393FB7E5}"/>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E3B86A6F-562C-B21D-8BC9-473FACFD573E}"/>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BFD8194B-FCC5-DB4D-3A66-7515F24D68C2}"/>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61093E55-F8DB-BD61-6584-7183E549AAC7}"/>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787D08F3-AC5C-B245-C472-AE3E84154120}"/>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7CDBB4DA-3F91-F167-6CB9-D954DA2D613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0C9C0AA-A592-6049-7476-53FD61399542}"/>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03C7919-0062-94FA-2D65-93288AADED9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20AB9DD-0E57-798C-9DB8-3C22A90E3973}"/>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A4AA7F5E-35C1-3D9E-AF09-213CA42C6056}"/>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FF3E4CF9-7F57-F44A-73FF-A9AD4686D85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7B15A54A-02E3-F692-25EB-698422D43A3A}"/>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39F70E41-0E50-3FF2-9F38-A9E3CC61B9C9}"/>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DC5A205C-E32F-783E-4FCE-13039B9CB18A}"/>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FB703B36-FABF-D6FD-82DF-B2392ADDDBE4}"/>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061A24D3-62B1-843C-5397-B0186812594E}"/>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19F01793-4630-4B15-27A0-3B495E3683B7}"/>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95B03D60-8D78-A5B1-0F0B-033AC1FF81EC}"/>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02CB9E95-A99C-EC57-C7EF-5A5C54C40EE9}"/>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64906998-AAC4-FA14-7768-EADA1150F6AD}"/>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1" name="TextBox 30">
            <a:extLst>
              <a:ext uri="{FF2B5EF4-FFF2-40B4-BE49-F238E27FC236}">
                <a16:creationId xmlns:a16="http://schemas.microsoft.com/office/drawing/2014/main" id="{1CE96654-C66B-102D-64BB-E4BD588E07E8}"/>
              </a:ext>
            </a:extLst>
          </p:cNvPr>
          <p:cNvSpPr txBox="1"/>
          <p:nvPr/>
        </p:nvSpPr>
        <p:spPr>
          <a:xfrm>
            <a:off x="6654802"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15</a:t>
            </a:r>
          </a:p>
        </p:txBody>
      </p:sp>
      <p:sp>
        <p:nvSpPr>
          <p:cNvPr id="32" name="TextBox 31">
            <a:extLst>
              <a:ext uri="{FF2B5EF4-FFF2-40B4-BE49-F238E27FC236}">
                <a16:creationId xmlns:a16="http://schemas.microsoft.com/office/drawing/2014/main" id="{04F6C9BC-4F83-A2E5-9568-5931C3E3FFEF}"/>
              </a:ext>
            </a:extLst>
          </p:cNvPr>
          <p:cNvSpPr txBox="1"/>
          <p:nvPr/>
        </p:nvSpPr>
        <p:spPr>
          <a:xfrm>
            <a:off x="7157158" y="4909484"/>
            <a:ext cx="570089" cy="230832"/>
          </a:xfrm>
          <a:prstGeom prst="rect">
            <a:avLst/>
          </a:prstGeom>
          <a:solidFill>
            <a:schemeClr val="accent6">
              <a:lumMod val="20000"/>
              <a:lumOff val="80000"/>
            </a:schemeClr>
          </a:solidFill>
        </p:spPr>
        <p:txBody>
          <a:bodyPr wrap="square" rtlCol="0">
            <a:spAutoFit/>
          </a:bodyPr>
          <a:lstStyle/>
          <a:p>
            <a:pPr algn="ctr"/>
            <a:r>
              <a:rPr lang="en-US" sz="900" dirty="0"/>
              <a:t>51</a:t>
            </a:r>
          </a:p>
        </p:txBody>
      </p:sp>
      <p:sp>
        <p:nvSpPr>
          <p:cNvPr id="33" name="TextBox 32">
            <a:extLst>
              <a:ext uri="{FF2B5EF4-FFF2-40B4-BE49-F238E27FC236}">
                <a16:creationId xmlns:a16="http://schemas.microsoft.com/office/drawing/2014/main" id="{3067B352-FCF4-A53E-C465-304020C3C8E4}"/>
              </a:ext>
            </a:extLst>
          </p:cNvPr>
          <p:cNvSpPr txBox="1"/>
          <p:nvPr/>
        </p:nvSpPr>
        <p:spPr>
          <a:xfrm>
            <a:off x="7157158" y="3406653"/>
            <a:ext cx="570089" cy="230832"/>
          </a:xfrm>
          <a:prstGeom prst="rect">
            <a:avLst/>
          </a:prstGeom>
          <a:solidFill>
            <a:schemeClr val="accent6">
              <a:lumMod val="20000"/>
              <a:lumOff val="80000"/>
            </a:schemeClr>
          </a:solidFill>
        </p:spPr>
        <p:txBody>
          <a:bodyPr wrap="square" rtlCol="0">
            <a:spAutoFit/>
          </a:bodyPr>
          <a:lstStyle/>
          <a:p>
            <a:pPr algn="ctr"/>
            <a:r>
              <a:rPr lang="en-US" sz="900" dirty="0"/>
              <a:t>37</a:t>
            </a:r>
          </a:p>
        </p:txBody>
      </p:sp>
    </p:spTree>
    <p:extLst>
      <p:ext uri="{BB962C8B-B14F-4D97-AF65-F5344CB8AC3E}">
        <p14:creationId xmlns:p14="http://schemas.microsoft.com/office/powerpoint/2010/main" val="1297337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67915-36E1-E908-6457-8C0DD02ED1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E7C52-D8AF-DF62-7015-8A8869D83C4B}"/>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545F6B1-B071-E2F7-CF0B-DFA6398DBDC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1F5F051-1C1B-353F-29AE-8BF1B03EF33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FC909DF-96F5-224D-6E0B-D66F6533EE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1A18D66-BD90-FBC8-B7EC-E03AE11755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93E07CA-CBE4-5129-F464-D9D16AB8858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9778AEB-9AEA-9475-46DF-B702D5266466}"/>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D3FE0ED0-7DB8-7B1E-0116-772170DEFE1E}"/>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C143C392-45C3-00BF-673D-186B11B3EE84}"/>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A346E0BA-AA85-C70E-AF93-A5E0AF3127A8}"/>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17138696-65C7-9B89-FA78-B6A21E66FBC4}"/>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28D8F28F-F84C-CF05-284E-379C0B4682BB}"/>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5537ADAA-580B-48A8-35BB-FDAD4C7CCFD5}"/>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DF033A71-0EA8-96DF-9B56-B8EC0E4EE806}"/>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0CBA225C-9AB4-A64C-9355-1B3AE3281BC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CC2F41C-0E30-241B-10A3-E10FD9CA3097}"/>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0A78924-6F34-E908-AA52-D0B2103C8B3C}"/>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95DA254C-A147-393D-50B7-C3347A96AC6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23B39982-31C2-60BA-2691-DA41D63E2502}"/>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2ACB064A-BCEA-551E-6810-0C62A4086058}"/>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0C6AF098-294E-3052-219C-42CA4D54E4DB}"/>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F22F6B30-9E11-6C78-17DC-E3A15791C921}"/>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848A63E0-189E-31B3-1598-D1170039F0E7}"/>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1EFF72A9-EFFF-B9A7-853B-91691DEB89E1}"/>
              </a:ext>
            </a:extLst>
          </p:cNvPr>
          <p:cNvSpPr txBox="1"/>
          <p:nvPr/>
        </p:nvSpPr>
        <p:spPr>
          <a:xfrm>
            <a:off x="7157158" y="2404765"/>
            <a:ext cx="570089" cy="230832"/>
          </a:xfrm>
          <a:prstGeom prst="rect">
            <a:avLst/>
          </a:prstGeom>
          <a:noFill/>
        </p:spPr>
        <p:txBody>
          <a:bodyPr wrap="square" rtlCol="0">
            <a:spAutoFit/>
          </a:bodyPr>
          <a:lstStyle/>
          <a:p>
            <a:pPr algn="ctr"/>
            <a:r>
              <a:rPr lang="en-US" sz="900" dirty="0"/>
              <a:t>456789</a:t>
            </a:r>
          </a:p>
        </p:txBody>
      </p:sp>
      <p:sp>
        <p:nvSpPr>
          <p:cNvPr id="26" name="TextBox 25">
            <a:extLst>
              <a:ext uri="{FF2B5EF4-FFF2-40B4-BE49-F238E27FC236}">
                <a16:creationId xmlns:a16="http://schemas.microsoft.com/office/drawing/2014/main" id="{2B67DB81-F1B0-E4BB-DE73-8CA376B47029}"/>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8E3D4ADE-0EEC-C722-867C-1FD1DBB50042}"/>
              </a:ext>
            </a:extLst>
          </p:cNvPr>
          <p:cNvSpPr txBox="1"/>
          <p:nvPr/>
        </p:nvSpPr>
        <p:spPr>
          <a:xfrm>
            <a:off x="7157158" y="2905709"/>
            <a:ext cx="570089" cy="230832"/>
          </a:xfrm>
          <a:prstGeom prst="rect">
            <a:avLst/>
          </a:prstGeom>
          <a:noFill/>
        </p:spPr>
        <p:txBody>
          <a:bodyPr wrap="square" rtlCol="0">
            <a:spAutoFit/>
          </a:bodyPr>
          <a:lstStyle/>
          <a:p>
            <a:pPr algn="ctr"/>
            <a:r>
              <a:rPr lang="en-US" sz="900" dirty="0"/>
              <a:t>987654</a:t>
            </a:r>
          </a:p>
        </p:txBody>
      </p:sp>
      <p:sp>
        <p:nvSpPr>
          <p:cNvPr id="28" name="TextBox 27">
            <a:extLst>
              <a:ext uri="{FF2B5EF4-FFF2-40B4-BE49-F238E27FC236}">
                <a16:creationId xmlns:a16="http://schemas.microsoft.com/office/drawing/2014/main" id="{DEE34000-7CCA-5F50-512C-0A232F8E147E}"/>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0E8C9327-9A97-74FC-6978-2E9690E26021}"/>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30DAC91E-2C68-3A8D-7D52-3D5960B72CD9}"/>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66B692CF-CFBA-CD9E-5E60-F4328475AD9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2B4F041-8C89-00BD-B5A2-8602CC9E052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189E62B-B4A7-6A34-07D3-ED9D49FCEEF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531169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DF4CC-4602-7FA8-761D-A91CF21E7D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1E33F8-2D7D-4E57-2CFB-E44C54CA9F9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C11E263-D5D7-7F0A-1107-01D7A649AA7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0244E4-5CC5-43E7-88BE-07D6284449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4C82F3-36CF-D588-B694-71802447F6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870AD84-8F6B-DF84-8E0D-7D77667AE28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9804E25-70DE-06F9-0E2C-E15F61A35070}"/>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D65F64A4-A8D8-49CB-E99C-7D454D3BB93B}"/>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641247E8-2EF6-15BF-AFA3-1C67DA567C43}"/>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36ADDD12-6DD2-598F-154A-E1DF2503CC5E}"/>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8634F188-6BC0-6D8D-E638-34E9F2E2FE74}"/>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550FA84C-A433-4223-0B6B-E8A22A98DC95}"/>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363FBD00-E45F-99F1-4475-67A3EBC3ED74}"/>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81594B0-9AD0-DE00-84F3-9F03E2D0DCD1}"/>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368E0F2E-2BB3-2744-A736-8157404FE659}"/>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1745307E-C244-DB8D-3297-CC5ADA9BE4FA}"/>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073E302-2061-5839-5701-2F6B279706DB}"/>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ABA975C-73E1-0A76-1AED-316896FAB41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26AAB3C-ADD3-68A9-CA23-4A78096002F1}"/>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814733AD-7D75-4127-D315-84EB7EDBC7E5}"/>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98862188-F2B8-F82F-0D5C-1C1C2FB8189C}"/>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A43DF45E-2CDF-DB34-E457-842FDE042A4C}"/>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1E5950F5-7E93-BEBC-CE07-630312547540}"/>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FAFACEFE-7875-8520-D81E-75C4E168960E}"/>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9E0472AF-D58A-9721-10C3-5C4443F2A8A1}"/>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CFFF2F31-3C05-BB9F-81F7-DC560F6FEB35}"/>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7F8B6A69-C5D0-503E-AA47-F4194649A870}"/>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049CF5DD-197B-C183-77B9-722932031938}"/>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BDB1B9AE-9DCA-EEF9-C5DB-EE8DCF92FDEE}"/>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9882FACD-8E0E-F8D3-0BE0-61C61DE8A0B1}"/>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5671CCE6-9B8A-EF66-788B-9B5A08E17D4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204F8AA-0FAC-5483-4A55-EBE1FDCD8535}"/>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5B8B165-17EE-4772-5C3B-67D3832FB97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697468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5C8EA-60BD-B0BB-8A68-5715517C5D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AA65DF-1983-16E7-FE20-92CC826FCFC9}"/>
              </a:ext>
            </a:extLst>
          </p:cNvPr>
          <p:cNvSpPr>
            <a:spLocks noGrp="1"/>
          </p:cNvSpPr>
          <p:nvPr>
            <p:ph sz="half" idx="1"/>
          </p:nvPr>
        </p:nvSpPr>
        <p:spPr/>
        <p:txBody>
          <a:bodyPr/>
          <a:lstStyle/>
          <a:p>
            <a:r>
              <a:rPr lang="en-US" dirty="0"/>
              <a:t>Complete [12 in 3] -&gt; [5 in 2].</a:t>
            </a:r>
          </a:p>
        </p:txBody>
      </p:sp>
      <p:pic>
        <p:nvPicPr>
          <p:cNvPr id="4" name="Picture 3" descr="A grid of sudoku puzzle&#10;&#10;Description automatically generated">
            <a:extLst>
              <a:ext uri="{FF2B5EF4-FFF2-40B4-BE49-F238E27FC236}">
                <a16:creationId xmlns:a16="http://schemas.microsoft.com/office/drawing/2014/main" id="{3F40C282-3563-2B03-1587-0EDDDAB3B55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082FF8C-6391-55BB-C207-3615941C901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78F25BA-AEF7-D32D-EBA5-88E1E973A5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4C1758-BFD6-8F14-83F9-2B2996B8AC5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531DAEB-EE72-5514-6EDF-3DA572EBB908}"/>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49B63754-5F90-7D03-8DE8-95FC23B0B29D}"/>
              </a:ext>
            </a:extLst>
          </p:cNvPr>
          <p:cNvSpPr txBox="1"/>
          <p:nvPr/>
        </p:nvSpPr>
        <p:spPr>
          <a:xfrm>
            <a:off x="3640666" y="901933"/>
            <a:ext cx="570089" cy="230832"/>
          </a:xfrm>
          <a:prstGeom prst="rect">
            <a:avLst/>
          </a:prstGeom>
          <a:noFill/>
        </p:spPr>
        <p:txBody>
          <a:bodyPr wrap="square" rtlCol="0">
            <a:spAutoFit/>
          </a:bodyPr>
          <a:lstStyle/>
          <a:p>
            <a:pPr algn="ctr"/>
            <a:r>
              <a:rPr lang="en-US" sz="900" dirty="0"/>
              <a:t>987543</a:t>
            </a:r>
          </a:p>
        </p:txBody>
      </p:sp>
      <p:sp>
        <p:nvSpPr>
          <p:cNvPr id="9" name="TextBox 8">
            <a:extLst>
              <a:ext uri="{FF2B5EF4-FFF2-40B4-BE49-F238E27FC236}">
                <a16:creationId xmlns:a16="http://schemas.microsoft.com/office/drawing/2014/main" id="{881E7176-3ECC-D8C2-368E-43B988D82A22}"/>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1A252499-83B9-7AB2-FB34-6E7C5E88B7CF}"/>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5060E822-9991-B9EB-CDD5-28296C5BD2DB}"/>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4931B269-C552-55DC-BEDB-2BA525B7A53E}"/>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58CA28BA-1394-AF44-3FAB-7482BDB92101}"/>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258BA060-D0DF-A88F-B369-26071FC3415F}"/>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951B79E7-E319-1DE7-4DAF-C97FC2D093CB}"/>
              </a:ext>
            </a:extLst>
          </p:cNvPr>
          <p:cNvSpPr txBox="1"/>
          <p:nvPr/>
        </p:nvSpPr>
        <p:spPr>
          <a:xfrm>
            <a:off x="3138310" y="901933"/>
            <a:ext cx="570089" cy="230832"/>
          </a:xfrm>
          <a:prstGeom prst="rect">
            <a:avLst/>
          </a:prstGeom>
          <a:noFill/>
        </p:spPr>
        <p:txBody>
          <a:bodyPr wrap="square" rtlCol="0">
            <a:spAutoFit/>
          </a:bodyPr>
          <a:lstStyle/>
          <a:p>
            <a:pPr algn="ctr"/>
            <a:r>
              <a:rPr lang="en-US" sz="900" dirty="0"/>
              <a:t>345789</a:t>
            </a:r>
          </a:p>
        </p:txBody>
      </p:sp>
      <p:sp>
        <p:nvSpPr>
          <p:cNvPr id="16" name="TextBox 15">
            <a:extLst>
              <a:ext uri="{FF2B5EF4-FFF2-40B4-BE49-F238E27FC236}">
                <a16:creationId xmlns:a16="http://schemas.microsoft.com/office/drawing/2014/main" id="{4EFEA9C4-0AB1-0FD8-7B52-4D26FB2152F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132B858C-F734-2A80-2721-201D9CA5DB7A}"/>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AF3D64D-3237-42F7-6CBE-1A63EBE83176}"/>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62310B6-96BA-CDA8-23DE-6D506360B25E}"/>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4AEF3D39-A0EA-FEC7-63C5-097B423C422F}"/>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F7A4E805-0590-9F2B-DE01-8C97D2AF78E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96061A10-FD18-F7E1-4749-EF9ADC49DB9E}"/>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374B2ACA-7763-CBC6-4B46-4E5350E7B116}"/>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D963F474-9D14-12E7-AE44-84E9BC0AD0B3}"/>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5B9D9BE6-33E7-7F5D-92B9-3673C0987E4B}"/>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935EF13A-C8F8-2967-E264-A39E02E64C80}"/>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291C92DA-477B-AA2B-F602-7C3381FFC95C}"/>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463E012E-3A1A-ABCE-02F4-37EE8780C80B}"/>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24A69079-91A7-D767-084E-E34A3A5B85F3}"/>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CAE7908C-9B5D-77B8-77C9-4F8349A3497C}"/>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7A6E0E24-0544-7C93-E863-89B2CA4D14C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82EDBCD-5637-F0E7-2746-4A2589399B54}"/>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993264C-91B7-24B4-2F1A-910A601DBDBE}"/>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D644D4E-E88F-A79E-9E92-3423FEDF93FF}"/>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44AAB33E-4D90-49D2-BD99-5F6195CEBF1C}"/>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Tree>
    <p:extLst>
      <p:ext uri="{BB962C8B-B14F-4D97-AF65-F5344CB8AC3E}">
        <p14:creationId xmlns:p14="http://schemas.microsoft.com/office/powerpoint/2010/main" val="7643317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42AFC-CBA0-E513-945F-A5257B29B98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BEE07B-764D-BC0D-46FF-1ECDCC2E7B7C}"/>
              </a:ext>
            </a:extLst>
          </p:cNvPr>
          <p:cNvSpPr>
            <a:spLocks noGrp="1"/>
          </p:cNvSpPr>
          <p:nvPr>
            <p:ph sz="half" idx="1"/>
          </p:nvPr>
        </p:nvSpPr>
        <p:spPr/>
        <p:txBody>
          <a:bodyPr/>
          <a:lstStyle/>
          <a:p>
            <a:r>
              <a:rPr lang="en-US" dirty="0"/>
              <a:t>In Column 1, 45–(14+6+10) = 15, in 2.</a:t>
            </a:r>
          </a:p>
        </p:txBody>
      </p:sp>
      <p:pic>
        <p:nvPicPr>
          <p:cNvPr id="4" name="Picture 3" descr="A grid of sudoku puzzle&#10;&#10;Description automatically generated">
            <a:extLst>
              <a:ext uri="{FF2B5EF4-FFF2-40B4-BE49-F238E27FC236}">
                <a16:creationId xmlns:a16="http://schemas.microsoft.com/office/drawing/2014/main" id="{F1D4FE0D-1ACF-78E3-EAEE-1786811B0D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AF88B8A-371A-D1B0-D23F-E1764BC9FFD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6AC66D0-3555-F087-659D-B2F6A2D7861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0615E7-797B-2865-6FCE-90588EAB524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E9A2A3B-5785-E162-43E6-1E2B30E64DCD}"/>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7240B8C4-3685-D7EA-7D3F-3C508F7496F3}"/>
              </a:ext>
            </a:extLst>
          </p:cNvPr>
          <p:cNvSpPr txBox="1"/>
          <p:nvPr/>
        </p:nvSpPr>
        <p:spPr>
          <a:xfrm>
            <a:off x="364066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543</a:t>
            </a:r>
          </a:p>
        </p:txBody>
      </p:sp>
      <p:sp>
        <p:nvSpPr>
          <p:cNvPr id="9" name="TextBox 8">
            <a:extLst>
              <a:ext uri="{FF2B5EF4-FFF2-40B4-BE49-F238E27FC236}">
                <a16:creationId xmlns:a16="http://schemas.microsoft.com/office/drawing/2014/main" id="{D6E60DAF-E84B-EF7C-25CF-53CF7D1047D1}"/>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4E900FA1-2428-681D-173F-205D20DF429C}"/>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820ED84A-A75B-7E25-7A4F-010458B8518C}"/>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791A96D3-35F8-C2AB-D178-BBC1DCE707C6}"/>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756BFEC1-B2AE-3426-540D-24712AC1C9E8}"/>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76871A06-AA23-DF18-4F3F-A943F50E15DF}"/>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97DDA8E5-36DB-0B0C-F992-34A70CCCA23C}"/>
              </a:ext>
            </a:extLst>
          </p:cNvPr>
          <p:cNvSpPr txBox="1"/>
          <p:nvPr/>
        </p:nvSpPr>
        <p:spPr>
          <a:xfrm>
            <a:off x="3138310"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789</a:t>
            </a:r>
          </a:p>
        </p:txBody>
      </p:sp>
      <p:sp>
        <p:nvSpPr>
          <p:cNvPr id="16" name="TextBox 15">
            <a:extLst>
              <a:ext uri="{FF2B5EF4-FFF2-40B4-BE49-F238E27FC236}">
                <a16:creationId xmlns:a16="http://schemas.microsoft.com/office/drawing/2014/main" id="{EBD27D34-DEEA-CD48-D46D-F6EC270E847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F7DFE32-4D6D-B9B7-07C2-AAC2FA8EB26E}"/>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D4BF499-4384-CC23-F85F-EB03F26201C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E6F71AB2-EFE0-A41B-99B5-03D1C448FEF9}"/>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C335AC06-D1D6-BC73-DC6B-4E0075923D44}"/>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FC19E04E-D8CB-5B5B-F175-23B2EF46C3C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399C7BFA-74E3-F034-16AF-17E14021DD96}"/>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22E3990F-C241-0B6D-81F4-734892630624}"/>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ED403F5D-3ECD-D94D-A35D-829326F03DAB}"/>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6EBF00F1-F40B-14E0-03F0-059F19EA02E6}"/>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4F741127-FEE7-4477-D1FA-99FFACE759BD}"/>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C7BCF75D-9B35-A394-101D-9E77B47455E6}"/>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E0983541-C394-430C-F516-5D4413123F8C}"/>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A936513C-843A-EFB7-7860-94AF76EA2366}"/>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D870E66E-6EF3-FFF7-6CC6-7F2ECB53FAD8}"/>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D21D8806-2446-6DA7-7E2E-A659F533DEE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36196F1-43D8-2E5B-6F73-E179786D3F2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FEA988F2-ADBB-8759-1AB3-D7022D639B8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6B0B6CA-206C-940B-3451-9CA3F82057A6}"/>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10561CF3-ADAC-246D-47EC-E47818598C89}"/>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3" name="TextBox 32">
            <a:extLst>
              <a:ext uri="{FF2B5EF4-FFF2-40B4-BE49-F238E27FC236}">
                <a16:creationId xmlns:a16="http://schemas.microsoft.com/office/drawing/2014/main" id="{9F56A664-2019-F074-714D-8412BCBB15E0}"/>
              </a:ext>
            </a:extLst>
          </p:cNvPr>
          <p:cNvSpPr txBox="1"/>
          <p:nvPr/>
        </p:nvSpPr>
        <p:spPr>
          <a:xfrm>
            <a:off x="3138310" y="4909484"/>
            <a:ext cx="570089" cy="230832"/>
          </a:xfrm>
          <a:prstGeom prst="rect">
            <a:avLst/>
          </a:prstGeom>
          <a:solidFill>
            <a:schemeClr val="accent5">
              <a:lumMod val="20000"/>
              <a:lumOff val="80000"/>
            </a:schemeClr>
          </a:solidFill>
        </p:spPr>
        <p:txBody>
          <a:bodyPr wrap="square" rtlCol="0">
            <a:spAutoFit/>
          </a:bodyPr>
          <a:lstStyle/>
          <a:p>
            <a:pPr algn="ctr"/>
            <a:r>
              <a:rPr lang="en-US" sz="900" dirty="0"/>
              <a:t>876</a:t>
            </a:r>
          </a:p>
        </p:txBody>
      </p:sp>
    </p:spTree>
    <p:extLst>
      <p:ext uri="{BB962C8B-B14F-4D97-AF65-F5344CB8AC3E}">
        <p14:creationId xmlns:p14="http://schemas.microsoft.com/office/powerpoint/2010/main" val="2344539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9A95-EDBC-C4D3-8FC8-A99D5194F8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41B8BC7-2029-68FF-2832-784276D69E41}"/>
              </a:ext>
            </a:extLst>
          </p:cNvPr>
          <p:cNvSpPr>
            <a:spLocks noGrp="1"/>
          </p:cNvSpPr>
          <p:nvPr>
            <p:ph sz="half" idx="1"/>
          </p:nvPr>
        </p:nvSpPr>
        <p:spPr/>
        <p:txBody>
          <a:bodyPr/>
          <a:lstStyle/>
          <a:p>
            <a:r>
              <a:rPr lang="en-US" dirty="0"/>
              <a:t>In Column 1, [10 in 3] cannot contain 7, being 127, because that would remove all possibilities from the [6 in 2]. So, one of the purple cells must be 7.</a:t>
            </a:r>
          </a:p>
        </p:txBody>
      </p:sp>
      <p:pic>
        <p:nvPicPr>
          <p:cNvPr id="4" name="Picture 3" descr="A grid of sudoku puzzle&#10;&#10;Description automatically generated">
            <a:extLst>
              <a:ext uri="{FF2B5EF4-FFF2-40B4-BE49-F238E27FC236}">
                <a16:creationId xmlns:a16="http://schemas.microsoft.com/office/drawing/2014/main" id="{4A6D5A67-A8E4-678F-7DDF-1AF37E1346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0920FCC-6D37-65ED-0BCB-6814D416C29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2BC1567-8D1A-D898-B83E-67052A4F844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267F42-1B7D-3C0D-E0E9-721A39E46A0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A9BE7D2-34E2-B8DB-2C90-50F08531256A}"/>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83083979-D50D-3CF9-B998-E57794438E5E}"/>
              </a:ext>
            </a:extLst>
          </p:cNvPr>
          <p:cNvSpPr txBox="1"/>
          <p:nvPr/>
        </p:nvSpPr>
        <p:spPr>
          <a:xfrm>
            <a:off x="364066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54</a:t>
            </a:r>
          </a:p>
        </p:txBody>
      </p:sp>
      <p:sp>
        <p:nvSpPr>
          <p:cNvPr id="9" name="TextBox 8">
            <a:extLst>
              <a:ext uri="{FF2B5EF4-FFF2-40B4-BE49-F238E27FC236}">
                <a16:creationId xmlns:a16="http://schemas.microsoft.com/office/drawing/2014/main" id="{7B04C4DB-67E9-A559-D4B9-A4E9FE4E5B1D}"/>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196C75AB-CF09-1A49-FF08-44AB42D0509D}"/>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53EAA1EE-8100-6479-5EEA-7755CCBC0B3D}"/>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997D630D-8EDD-7606-078D-ADFDB96E020F}"/>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7E1E2C62-8BA5-9F79-25B0-4EA2EC57B309}"/>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2D47CB61-1AD0-0F86-FDBD-68E5C2D73413}"/>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CA151A71-5A64-7AC9-3C26-03E9C0990AD9}"/>
              </a:ext>
            </a:extLst>
          </p:cNvPr>
          <p:cNvSpPr txBox="1"/>
          <p:nvPr/>
        </p:nvSpPr>
        <p:spPr>
          <a:xfrm>
            <a:off x="3138310"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83F7B15D-E08C-FBBA-61D3-BEA5613B7B6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E1D6449-85FF-1F6C-D4B2-0D9BB4A3CFAC}"/>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BF2D30D5-741F-8727-5B73-A84B05D4BA6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F29D2FC-59B7-2BE0-AD4C-438E8BB7BB77}"/>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4BF46BEA-C2DD-59EA-C647-A3967FF132DF}"/>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70637535-F016-5C2A-729A-9FDB001BEDAC}"/>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D2B18E9E-31F0-35F9-9F98-96DB5ED65959}"/>
              </a:ext>
            </a:extLst>
          </p:cNvPr>
          <p:cNvSpPr txBox="1"/>
          <p:nvPr/>
        </p:nvSpPr>
        <p:spPr>
          <a:xfrm>
            <a:off x="3138310" y="1402877"/>
            <a:ext cx="570089" cy="230832"/>
          </a:xfrm>
          <a:prstGeom prst="rect">
            <a:avLst/>
          </a:prstGeom>
          <a:noFill/>
        </p:spPr>
        <p:txBody>
          <a:bodyPr wrap="square" rtlCol="0">
            <a:spAutoFit/>
          </a:bodyPr>
          <a:lstStyle/>
          <a:p>
            <a:pPr algn="ctr"/>
            <a:r>
              <a:rPr lang="en-US" sz="900" dirty="0"/>
              <a:t>5689</a:t>
            </a:r>
          </a:p>
        </p:txBody>
      </p:sp>
      <p:sp>
        <p:nvSpPr>
          <p:cNvPr id="23" name="TextBox 22">
            <a:extLst>
              <a:ext uri="{FF2B5EF4-FFF2-40B4-BE49-F238E27FC236}">
                <a16:creationId xmlns:a16="http://schemas.microsoft.com/office/drawing/2014/main" id="{A503FB1D-A992-5C97-1ACA-4539A97F7AA2}"/>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08787F80-A14A-8341-2BB0-5A39F9ED93E3}"/>
              </a:ext>
            </a:extLst>
          </p:cNvPr>
          <p:cNvSpPr txBox="1"/>
          <p:nvPr/>
        </p:nvSpPr>
        <p:spPr>
          <a:xfrm>
            <a:off x="3138310" y="1903821"/>
            <a:ext cx="570089" cy="230832"/>
          </a:xfrm>
          <a:prstGeom prst="rect">
            <a:avLst/>
          </a:prstGeom>
          <a:noFill/>
        </p:spPr>
        <p:txBody>
          <a:bodyPr wrap="square" rtlCol="0">
            <a:spAutoFit/>
          </a:bodyPr>
          <a:lstStyle/>
          <a:p>
            <a:pPr algn="ctr"/>
            <a:r>
              <a:rPr lang="en-US" sz="900" dirty="0"/>
              <a:t>9865</a:t>
            </a:r>
          </a:p>
        </p:txBody>
      </p:sp>
      <p:sp>
        <p:nvSpPr>
          <p:cNvPr id="25" name="TextBox 24">
            <a:extLst>
              <a:ext uri="{FF2B5EF4-FFF2-40B4-BE49-F238E27FC236}">
                <a16:creationId xmlns:a16="http://schemas.microsoft.com/office/drawing/2014/main" id="{5DACF3F4-35A6-17B9-F8D8-C7884E864A8C}"/>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54FDA96D-FB8C-6FEA-B2C5-90968FDEE8D1}"/>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B552EDD1-D52E-3690-E761-B0C9E035A95D}"/>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D8D97F11-0A7F-0470-EF17-287B86528ED3}"/>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CC4B7ABE-A9BF-A475-E959-7B15701E9B8F}"/>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F33D7218-A7E5-BF65-3BCB-F13DF4E2F7D0}"/>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6E0D4878-AC66-0174-D1B5-F32954AB4B2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2EF4108-F806-80CC-A488-2598C81DE9D5}"/>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06FE56C-DF17-8206-19C3-405932B39D15}"/>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5B232365-264F-917E-F616-4575C9458CCE}"/>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61AC97D9-7CDC-3178-A783-E972DEDF5759}"/>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3" name="TextBox 32">
            <a:extLst>
              <a:ext uri="{FF2B5EF4-FFF2-40B4-BE49-F238E27FC236}">
                <a16:creationId xmlns:a16="http://schemas.microsoft.com/office/drawing/2014/main" id="{0DADB6DF-78F2-81F2-EEBB-5B65788796C7}"/>
              </a:ext>
            </a:extLst>
          </p:cNvPr>
          <p:cNvSpPr txBox="1"/>
          <p:nvPr/>
        </p:nvSpPr>
        <p:spPr>
          <a:xfrm>
            <a:off x="3138310" y="4909484"/>
            <a:ext cx="570089" cy="230832"/>
          </a:xfrm>
          <a:prstGeom prst="rect">
            <a:avLst/>
          </a:prstGeom>
          <a:solidFill>
            <a:schemeClr val="accent5">
              <a:lumMod val="20000"/>
              <a:lumOff val="80000"/>
            </a:schemeClr>
          </a:solidFill>
        </p:spPr>
        <p:txBody>
          <a:bodyPr wrap="square" rtlCol="0">
            <a:spAutoFit/>
          </a:bodyPr>
          <a:lstStyle/>
          <a:p>
            <a:pPr algn="ctr"/>
            <a:r>
              <a:rPr lang="en-US" sz="900" dirty="0"/>
              <a:t>87</a:t>
            </a:r>
          </a:p>
        </p:txBody>
      </p:sp>
    </p:spTree>
    <p:extLst>
      <p:ext uri="{BB962C8B-B14F-4D97-AF65-F5344CB8AC3E}">
        <p14:creationId xmlns:p14="http://schemas.microsoft.com/office/powerpoint/2010/main" val="3703401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F823D-0A3D-96BA-32C3-2EEB636252D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E0D60FE-23B0-DD0A-DCCD-BEE63807A6D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EAA72F1-A623-FF90-3A35-A9F1F2A7CE0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A9A6C22-9803-FC25-0E78-3BBCCC894D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469DBD5-0A46-6DCB-C22E-ADC7225EC7B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62E3797-2BDC-CC35-8E5B-FA7422C0585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78DA52E-C7F9-16EF-DA60-971AD23AF78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8" name="TextBox 7">
            <a:extLst>
              <a:ext uri="{FF2B5EF4-FFF2-40B4-BE49-F238E27FC236}">
                <a16:creationId xmlns:a16="http://schemas.microsoft.com/office/drawing/2014/main" id="{6F804D36-7427-89D4-6B60-136B0569F66D}"/>
              </a:ext>
            </a:extLst>
          </p:cNvPr>
          <p:cNvSpPr txBox="1"/>
          <p:nvPr/>
        </p:nvSpPr>
        <p:spPr>
          <a:xfrm>
            <a:off x="3640666"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54</a:t>
            </a:r>
          </a:p>
        </p:txBody>
      </p:sp>
      <p:sp>
        <p:nvSpPr>
          <p:cNvPr id="9" name="TextBox 8">
            <a:extLst>
              <a:ext uri="{FF2B5EF4-FFF2-40B4-BE49-F238E27FC236}">
                <a16:creationId xmlns:a16="http://schemas.microsoft.com/office/drawing/2014/main" id="{80F7B5B2-B6C5-4B01-2297-8D5055F60549}"/>
              </a:ext>
            </a:extLst>
          </p:cNvPr>
          <p:cNvSpPr txBox="1"/>
          <p:nvPr/>
        </p:nvSpPr>
        <p:spPr>
          <a:xfrm>
            <a:off x="4143022" y="901933"/>
            <a:ext cx="570089" cy="230832"/>
          </a:xfrm>
          <a:prstGeom prst="rect">
            <a:avLst/>
          </a:prstGeom>
          <a:noFill/>
        </p:spPr>
        <p:txBody>
          <a:bodyPr wrap="square" rtlCol="0">
            <a:spAutoFit/>
          </a:bodyPr>
          <a:lstStyle/>
          <a:p>
            <a:pPr algn="ctr"/>
            <a:r>
              <a:rPr lang="en-US" sz="900" dirty="0"/>
              <a:t>34578</a:t>
            </a:r>
          </a:p>
        </p:txBody>
      </p:sp>
      <p:sp>
        <p:nvSpPr>
          <p:cNvPr id="10" name="TextBox 9">
            <a:extLst>
              <a:ext uri="{FF2B5EF4-FFF2-40B4-BE49-F238E27FC236}">
                <a16:creationId xmlns:a16="http://schemas.microsoft.com/office/drawing/2014/main" id="{F11867D6-AFB3-A465-560C-E2D419256EC4}"/>
              </a:ext>
            </a:extLst>
          </p:cNvPr>
          <p:cNvSpPr txBox="1"/>
          <p:nvPr/>
        </p:nvSpPr>
        <p:spPr>
          <a:xfrm>
            <a:off x="4645378" y="901933"/>
            <a:ext cx="570089" cy="230832"/>
          </a:xfrm>
          <a:prstGeom prst="rect">
            <a:avLst/>
          </a:prstGeom>
          <a:noFill/>
        </p:spPr>
        <p:txBody>
          <a:bodyPr wrap="square" rtlCol="0">
            <a:spAutoFit/>
          </a:bodyPr>
          <a:lstStyle/>
          <a:p>
            <a:pPr algn="ctr"/>
            <a:r>
              <a:rPr lang="en-US" sz="900" dirty="0"/>
              <a:t>98754</a:t>
            </a:r>
          </a:p>
        </p:txBody>
      </p:sp>
      <p:sp>
        <p:nvSpPr>
          <p:cNvPr id="11" name="TextBox 10">
            <a:extLst>
              <a:ext uri="{FF2B5EF4-FFF2-40B4-BE49-F238E27FC236}">
                <a16:creationId xmlns:a16="http://schemas.microsoft.com/office/drawing/2014/main" id="{02DB9180-DA39-F2B9-30C3-F088D553661B}"/>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0DF6723C-458B-CAFF-73F3-C07612358AA5}"/>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F6EC25BD-5C88-5922-7338-34CDC9E7ABA6}"/>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892738D3-4762-B63E-669D-3A19730C97DB}"/>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5" name="TextBox 14">
            <a:extLst>
              <a:ext uri="{FF2B5EF4-FFF2-40B4-BE49-F238E27FC236}">
                <a16:creationId xmlns:a16="http://schemas.microsoft.com/office/drawing/2014/main" id="{A4B77DC5-CF0E-73E5-44F4-E87A00304F72}"/>
              </a:ext>
            </a:extLst>
          </p:cNvPr>
          <p:cNvSpPr txBox="1"/>
          <p:nvPr/>
        </p:nvSpPr>
        <p:spPr>
          <a:xfrm>
            <a:off x="3138310" y="901933"/>
            <a:ext cx="570089" cy="230832"/>
          </a:xfrm>
          <a:prstGeom prst="rect">
            <a:avLst/>
          </a:prstGeom>
          <a:solidFill>
            <a:schemeClr val="accent5">
              <a:lumMod val="20000"/>
              <a:lumOff val="80000"/>
            </a:schemeClr>
          </a:solidFill>
        </p:spPr>
        <p:txBody>
          <a:bodyPr wrap="square" rtlCol="0">
            <a:spAutoFit/>
          </a:bodyPr>
          <a:lstStyle/>
          <a:p>
            <a:pPr algn="ctr"/>
            <a:r>
              <a:rPr lang="en-US" sz="900" dirty="0"/>
              <a:t>78</a:t>
            </a:r>
          </a:p>
        </p:txBody>
      </p:sp>
      <p:sp>
        <p:nvSpPr>
          <p:cNvPr id="16" name="TextBox 15">
            <a:extLst>
              <a:ext uri="{FF2B5EF4-FFF2-40B4-BE49-F238E27FC236}">
                <a16:creationId xmlns:a16="http://schemas.microsoft.com/office/drawing/2014/main" id="{84D26C03-3E3E-C3A7-85A2-356DE2FD5C3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C758CD2-C06E-D297-8537-CDFDF13D780C}"/>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C2A55BD-F0B3-6D16-A309-DEE28378CEDC}"/>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E37B05FD-B095-1C15-6118-ABC1B2939457}"/>
              </a:ext>
            </a:extLst>
          </p:cNvPr>
          <p:cNvSpPr txBox="1"/>
          <p:nvPr/>
        </p:nvSpPr>
        <p:spPr>
          <a:xfrm>
            <a:off x="3640666" y="1402877"/>
            <a:ext cx="570089" cy="230832"/>
          </a:xfrm>
          <a:prstGeom prst="rect">
            <a:avLst/>
          </a:prstGeom>
          <a:noFill/>
        </p:spPr>
        <p:txBody>
          <a:bodyPr wrap="square" rtlCol="0">
            <a:spAutoFit/>
          </a:bodyPr>
          <a:lstStyle/>
          <a:p>
            <a:pPr algn="ctr"/>
            <a:r>
              <a:rPr lang="en-US" sz="900" dirty="0"/>
              <a:t>456789</a:t>
            </a:r>
          </a:p>
        </p:txBody>
      </p:sp>
      <p:sp>
        <p:nvSpPr>
          <p:cNvPr id="20" name="TextBox 19">
            <a:extLst>
              <a:ext uri="{FF2B5EF4-FFF2-40B4-BE49-F238E27FC236}">
                <a16:creationId xmlns:a16="http://schemas.microsoft.com/office/drawing/2014/main" id="{6914EE57-3CE1-F54C-F955-3DDF6BB69B0F}"/>
              </a:ext>
            </a:extLst>
          </p:cNvPr>
          <p:cNvSpPr txBox="1"/>
          <p:nvPr/>
        </p:nvSpPr>
        <p:spPr>
          <a:xfrm>
            <a:off x="4143022" y="1402877"/>
            <a:ext cx="570089" cy="230832"/>
          </a:xfrm>
          <a:prstGeom prst="rect">
            <a:avLst/>
          </a:prstGeom>
          <a:noFill/>
        </p:spPr>
        <p:txBody>
          <a:bodyPr wrap="square" rtlCol="0">
            <a:spAutoFit/>
          </a:bodyPr>
          <a:lstStyle/>
          <a:p>
            <a:pPr algn="ctr"/>
            <a:r>
              <a:rPr lang="en-US" sz="900" dirty="0"/>
              <a:t>987654</a:t>
            </a:r>
          </a:p>
        </p:txBody>
      </p:sp>
      <p:sp>
        <p:nvSpPr>
          <p:cNvPr id="21" name="TextBox 20">
            <a:extLst>
              <a:ext uri="{FF2B5EF4-FFF2-40B4-BE49-F238E27FC236}">
                <a16:creationId xmlns:a16="http://schemas.microsoft.com/office/drawing/2014/main" id="{1F7FABB5-684D-7F0D-6DA9-3115F635FD0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843D79F8-2C4F-B132-9065-BD21792C5C39}"/>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B208E4DA-4C0F-B02E-4DDC-2535EC7F1EE3}"/>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DC78D3F1-4711-9A0F-4123-4EEBEF137B4D}"/>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9E30B390-3536-C4D5-60E8-646989D09BF3}"/>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75ECD50F-7F0F-3E16-5BB6-B1445EE01995}"/>
              </a:ext>
            </a:extLst>
          </p:cNvPr>
          <p:cNvSpPr txBox="1"/>
          <p:nvPr/>
        </p:nvSpPr>
        <p:spPr>
          <a:xfrm>
            <a:off x="3138310" y="2404765"/>
            <a:ext cx="570089" cy="230832"/>
          </a:xfrm>
          <a:prstGeom prst="rect">
            <a:avLst/>
          </a:prstGeom>
          <a:noFill/>
        </p:spPr>
        <p:txBody>
          <a:bodyPr wrap="square" rtlCol="0">
            <a:spAutoFit/>
          </a:bodyPr>
          <a:lstStyle/>
          <a:p>
            <a:pPr algn="ctr"/>
            <a:r>
              <a:rPr lang="en-US" sz="900" dirty="0"/>
              <a:t>1245</a:t>
            </a:r>
          </a:p>
        </p:txBody>
      </p:sp>
      <p:sp>
        <p:nvSpPr>
          <p:cNvPr id="27" name="TextBox 26">
            <a:extLst>
              <a:ext uri="{FF2B5EF4-FFF2-40B4-BE49-F238E27FC236}">
                <a16:creationId xmlns:a16="http://schemas.microsoft.com/office/drawing/2014/main" id="{48034E43-8A4C-E438-5C49-1EA62F289A28}"/>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FE9C3FDE-0B8C-6365-D6E7-D109A0BBAD15}"/>
              </a:ext>
            </a:extLst>
          </p:cNvPr>
          <p:cNvSpPr txBox="1"/>
          <p:nvPr/>
        </p:nvSpPr>
        <p:spPr>
          <a:xfrm>
            <a:off x="3138310" y="2905709"/>
            <a:ext cx="570089" cy="230832"/>
          </a:xfrm>
          <a:prstGeom prst="rect">
            <a:avLst/>
          </a:prstGeom>
          <a:noFill/>
        </p:spPr>
        <p:txBody>
          <a:bodyPr wrap="square" rtlCol="0">
            <a:spAutoFit/>
          </a:bodyPr>
          <a:lstStyle/>
          <a:p>
            <a:pPr algn="ctr"/>
            <a:r>
              <a:rPr lang="en-US" sz="900" dirty="0"/>
              <a:t>5421</a:t>
            </a:r>
          </a:p>
        </p:txBody>
      </p:sp>
      <p:sp>
        <p:nvSpPr>
          <p:cNvPr id="29" name="TextBox 28">
            <a:extLst>
              <a:ext uri="{FF2B5EF4-FFF2-40B4-BE49-F238E27FC236}">
                <a16:creationId xmlns:a16="http://schemas.microsoft.com/office/drawing/2014/main" id="{7B11C8B4-6D79-CD03-58CE-06BC1CFA8D04}"/>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97D83B3E-03A1-054A-6202-16CF98B1A05F}"/>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77EF01A5-8B96-ED5D-635D-CA7A0EBE4E7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E37576A-B7D2-F5D6-259E-A4091A369457}"/>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9D2B40A-F735-D664-1E90-B25F1EA1BE0A}"/>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2485639-9CCF-2F0F-2A92-AD90312866F7}"/>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B5598400-6041-B481-70BD-EB30137C0F9A}"/>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3" name="TextBox 32">
            <a:extLst>
              <a:ext uri="{FF2B5EF4-FFF2-40B4-BE49-F238E27FC236}">
                <a16:creationId xmlns:a16="http://schemas.microsoft.com/office/drawing/2014/main" id="{423550CC-6F06-AC9F-FC15-A9D5DB282F7D}"/>
              </a:ext>
            </a:extLst>
          </p:cNvPr>
          <p:cNvSpPr txBox="1"/>
          <p:nvPr/>
        </p:nvSpPr>
        <p:spPr>
          <a:xfrm>
            <a:off x="3138310" y="4909484"/>
            <a:ext cx="570089" cy="230832"/>
          </a:xfrm>
          <a:prstGeom prst="rect">
            <a:avLst/>
          </a:prstGeom>
          <a:solidFill>
            <a:schemeClr val="accent5">
              <a:lumMod val="20000"/>
              <a:lumOff val="80000"/>
            </a:schemeClr>
          </a:solidFill>
        </p:spPr>
        <p:txBody>
          <a:bodyPr wrap="square" rtlCol="0">
            <a:spAutoFit/>
          </a:bodyPr>
          <a:lstStyle/>
          <a:p>
            <a:pPr algn="ctr"/>
            <a:r>
              <a:rPr lang="en-US" sz="900" dirty="0"/>
              <a:t>87</a:t>
            </a:r>
          </a:p>
        </p:txBody>
      </p:sp>
    </p:spTree>
    <p:extLst>
      <p:ext uri="{BB962C8B-B14F-4D97-AF65-F5344CB8AC3E}">
        <p14:creationId xmlns:p14="http://schemas.microsoft.com/office/powerpoint/2010/main" val="28231238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08056-49C3-491A-FCAD-F8CD380F22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2F67E1-1152-AB7B-5993-7E9FFFA9B191}"/>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EEB73DC-773E-D38B-91A0-EAFF1CDB3E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D9D8879-3F6B-330A-E5B3-603FC1C6EF4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1D5F05-47C6-57FD-7BE3-A4B4FFB2E47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18D8D69-A8C2-4074-E5F0-08F47C5646C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6447810-7D08-CAB9-2083-A8D7F18BA9E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4EBC621-D02A-7615-F029-B33DF230D62A}"/>
              </a:ext>
            </a:extLst>
          </p:cNvPr>
          <p:cNvSpPr txBox="1"/>
          <p:nvPr/>
        </p:nvSpPr>
        <p:spPr>
          <a:xfrm>
            <a:off x="4143022" y="901933"/>
            <a:ext cx="570089" cy="230832"/>
          </a:xfrm>
          <a:prstGeom prst="rect">
            <a:avLst/>
          </a:prstGeom>
          <a:noFill/>
        </p:spPr>
        <p:txBody>
          <a:bodyPr wrap="square" rtlCol="0">
            <a:spAutoFit/>
          </a:bodyPr>
          <a:lstStyle/>
          <a:p>
            <a:pPr algn="ctr"/>
            <a:r>
              <a:rPr lang="en-US" sz="900" dirty="0"/>
              <a:t>3478</a:t>
            </a:r>
          </a:p>
        </p:txBody>
      </p:sp>
      <p:sp>
        <p:nvSpPr>
          <p:cNvPr id="10" name="TextBox 9">
            <a:extLst>
              <a:ext uri="{FF2B5EF4-FFF2-40B4-BE49-F238E27FC236}">
                <a16:creationId xmlns:a16="http://schemas.microsoft.com/office/drawing/2014/main" id="{207068EF-0B73-36E2-C2C7-7AAF91F0A1C7}"/>
              </a:ext>
            </a:extLst>
          </p:cNvPr>
          <p:cNvSpPr txBox="1"/>
          <p:nvPr/>
        </p:nvSpPr>
        <p:spPr>
          <a:xfrm>
            <a:off x="4645378" y="901933"/>
            <a:ext cx="570089" cy="230832"/>
          </a:xfrm>
          <a:prstGeom prst="rect">
            <a:avLst/>
          </a:prstGeom>
          <a:noFill/>
        </p:spPr>
        <p:txBody>
          <a:bodyPr wrap="square" rtlCol="0">
            <a:spAutoFit/>
          </a:bodyPr>
          <a:lstStyle/>
          <a:p>
            <a:pPr algn="ctr"/>
            <a:r>
              <a:rPr lang="en-US" sz="900" dirty="0"/>
              <a:t>9854</a:t>
            </a:r>
          </a:p>
        </p:txBody>
      </p:sp>
      <p:sp>
        <p:nvSpPr>
          <p:cNvPr id="11" name="TextBox 10">
            <a:extLst>
              <a:ext uri="{FF2B5EF4-FFF2-40B4-BE49-F238E27FC236}">
                <a16:creationId xmlns:a16="http://schemas.microsoft.com/office/drawing/2014/main" id="{0D9A65C6-D3E4-8992-10D0-3531986B4771}"/>
              </a:ext>
            </a:extLst>
          </p:cNvPr>
          <p:cNvSpPr txBox="1"/>
          <p:nvPr/>
        </p:nvSpPr>
        <p:spPr>
          <a:xfrm>
            <a:off x="5147734" y="901933"/>
            <a:ext cx="570089" cy="230832"/>
          </a:xfrm>
          <a:prstGeom prst="rect">
            <a:avLst/>
          </a:prstGeom>
          <a:noFill/>
        </p:spPr>
        <p:txBody>
          <a:bodyPr wrap="square" rtlCol="0">
            <a:spAutoFit/>
          </a:bodyPr>
          <a:lstStyle/>
          <a:p>
            <a:pPr algn="ctr"/>
            <a:r>
              <a:rPr lang="en-US" sz="900" dirty="0"/>
              <a:t>4578</a:t>
            </a:r>
          </a:p>
        </p:txBody>
      </p:sp>
      <p:sp>
        <p:nvSpPr>
          <p:cNvPr id="12" name="TextBox 11">
            <a:extLst>
              <a:ext uri="{FF2B5EF4-FFF2-40B4-BE49-F238E27FC236}">
                <a16:creationId xmlns:a16="http://schemas.microsoft.com/office/drawing/2014/main" id="{3EAF6660-C98F-3575-2607-116523D6FA34}"/>
              </a:ext>
            </a:extLst>
          </p:cNvPr>
          <p:cNvSpPr txBox="1"/>
          <p:nvPr/>
        </p:nvSpPr>
        <p:spPr>
          <a:xfrm>
            <a:off x="5650090" y="901933"/>
            <a:ext cx="570089" cy="230832"/>
          </a:xfrm>
          <a:prstGeom prst="rect">
            <a:avLst/>
          </a:prstGeom>
          <a:noFill/>
        </p:spPr>
        <p:txBody>
          <a:bodyPr wrap="square" rtlCol="0">
            <a:spAutoFit/>
          </a:bodyPr>
          <a:lstStyle/>
          <a:p>
            <a:pPr algn="ctr"/>
            <a:r>
              <a:rPr lang="en-US" sz="900" dirty="0"/>
              <a:t>8754</a:t>
            </a:r>
          </a:p>
        </p:txBody>
      </p:sp>
      <p:sp>
        <p:nvSpPr>
          <p:cNvPr id="13" name="TextBox 12">
            <a:extLst>
              <a:ext uri="{FF2B5EF4-FFF2-40B4-BE49-F238E27FC236}">
                <a16:creationId xmlns:a16="http://schemas.microsoft.com/office/drawing/2014/main" id="{4D1B9F97-8C46-C823-4544-8698714D667C}"/>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C3F93FF6-EC09-F838-6E35-990C2B1D319A}"/>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5718CB84-EF4C-83F7-F3B6-B49F5A1B568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A7DA45E-9A49-26A7-4BC3-B42511916C26}"/>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81CF2F1-2C32-865E-FAF9-BC633A26AB6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A6927429-1DC4-1AA6-8A78-F7C9A92D300D}"/>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5AD9E814-CD03-2270-E5C8-A1F6FC346738}"/>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A46CCA52-B84F-1C82-FA1B-D90AF117DFB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B0BEC5EA-A825-FE46-E7E4-042885C3A928}"/>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EE4A1841-133A-43FD-3012-B9E1C29152BC}"/>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08BC2BA7-5DAD-0151-B21C-9F4F297E79EF}"/>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FF080D1A-D354-747D-DF5D-0BE18B8BE935}"/>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08030C98-52ED-ED6C-BEF9-B6B246B8D8ED}"/>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F1289AC0-C7BD-CE4F-1B23-1BA526589893}"/>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18780033-BB7E-D4C6-0086-6335419D72DA}"/>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E818ABC7-85EE-1674-DB08-27B5D5B36BB9}"/>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E999172B-5440-FA27-DDCB-855278651ECC}"/>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84FEB91E-8DCA-A99F-8540-7E999216F42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16C7E6D-FEF5-7414-D8CE-AE398282F2D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735DB352-8376-690C-36D1-1FE0625426C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CA8698C-9A3A-26A2-CC32-3E6229A83DC0}"/>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18640825-1B1D-194D-4CBA-1F5C75245734}"/>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79BCF24B-5898-5E03-FB5D-195B549827A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4C5244A-7B8D-8CA9-C2BA-F1872650A5E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26EE3468-3538-BDC9-8563-22CB4921833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6534778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706F2-7E3D-753C-6C4A-1FA0354C84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CED7D5-7BDF-7568-5FD3-977AE82F98F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E2586AC-1913-B2FD-707F-EB31FE4FA5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FBA2BC-01EE-4C17-0565-0BCC1512D8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7A5D256-EA2D-5B67-D3CB-F8E87A60617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6F780F4-3AC3-0859-7830-468AFCC78B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28668CA-710B-6FA4-9A93-ECB2026601E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D1F88E13-9D14-2D29-378A-E1242F3B82CC}"/>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EF9DD5DA-5900-C728-7CBD-ED832CA7BE19}"/>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C3835C74-CBFD-0135-621F-CA866FFB12B9}"/>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530E8ED4-43D1-A7BE-BBF7-C0A2A92AFA25}"/>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5455E7B1-EB09-E25D-2061-AA64C7297BE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4A7E10A4-1DB4-403F-94B3-42DB99153A86}"/>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C3ECA43-69EB-087E-68BE-F0B5114D929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1D06148-A188-B8F9-4DB3-25F34901A7CF}"/>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6EBC957B-84B1-50A5-88D2-D9DA946B2697}"/>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3AA4BD74-4004-39F7-FFEB-D1E0F1A9AAB3}"/>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D89E81CB-11D2-A104-20AF-51A982E5BB5B}"/>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4A635941-A52D-94A9-9406-D7C3EEA23998}"/>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8A8022CD-1322-9502-1A51-2B401DDEA25C}"/>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570C82FF-DD98-0ED8-9AD8-40800ABB0CB8}"/>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9C56FB60-374C-9061-8C6F-BA20CAC11432}"/>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C51590A1-1049-4EF6-D134-07EC6D1C0B7B}"/>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5C044EBA-D228-8E9F-7EB1-40E2A7337F59}"/>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FA23E833-9FFC-E31D-CA2D-3757C4DBFA47}"/>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796F3D96-58A9-205E-3F69-64C85B9AB831}"/>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9A7AAD46-6EBE-9014-2C5B-B52D4B7E6AA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E99BED8-59D1-529C-B3BF-703B10AA0B56}"/>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88706D6-B39D-6CF1-6DE3-6E66CCDFEF7E}"/>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03FBE6F-11FC-2939-27C3-68EF3E6D74C7}"/>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9D8F7071-FBD3-DD67-78BD-A669E328681E}"/>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25E68CB3-1C3E-34EA-5C41-51D49FA3F49A}"/>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B83A921-B4B1-6964-13D1-61CAB5A5BF1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AD20593-D40F-E052-1DA9-D2B31EBD504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436E796-3D6F-54D1-23A1-8D5A77F1FBBB}"/>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6992F08-3822-BE3D-90D3-3E8C1A5779BE}"/>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716949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37AD2-9BA8-B6BD-531F-F6FF5B2D7D3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D7F159-766F-73F5-62E9-FD85802BB0E4}"/>
              </a:ext>
            </a:extLst>
          </p:cNvPr>
          <p:cNvSpPr>
            <a:spLocks noGrp="1"/>
          </p:cNvSpPr>
          <p:nvPr>
            <p:ph sz="half" idx="1"/>
          </p:nvPr>
        </p:nvSpPr>
        <p:spPr/>
        <p:txBody>
          <a:bodyPr/>
          <a:lstStyle/>
          <a:p>
            <a:r>
              <a:rPr lang="en-US" dirty="0"/>
              <a:t>Complete Column 1.</a:t>
            </a:r>
          </a:p>
        </p:txBody>
      </p:sp>
      <p:pic>
        <p:nvPicPr>
          <p:cNvPr id="4" name="Picture 3" descr="A grid of sudoku puzzle&#10;&#10;Description automatically generated">
            <a:extLst>
              <a:ext uri="{FF2B5EF4-FFF2-40B4-BE49-F238E27FC236}">
                <a16:creationId xmlns:a16="http://schemas.microsoft.com/office/drawing/2014/main" id="{7E64C611-8301-63E6-BA51-A86CA8EA89E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5F619C3-703E-C19C-AA7A-BB427698F2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6DAC56E-AF0D-F8FB-975F-7F541280BC5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A7CF24C-55A0-EDB5-4AC3-16DA24CF203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1F0C4DD-82F2-40DE-1B73-220AE6F9AC76}"/>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1CBA6548-E4D6-50A5-6346-E4207EB7AF48}"/>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6AAFD5C4-59CF-A696-0AEC-EF8A4D82EE4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38CC9875-F299-FED9-CCAA-E3B7CA3D8E50}"/>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06753AFF-6C83-FA11-AD9E-B0E4620A422E}"/>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3E78736A-ABB7-9BC5-D9D6-81CC2201A07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2EF225F-3621-05B2-E533-14558B5E775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9184C3B-483E-AC83-4EB6-70DC91853D8C}"/>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620DAB85-39AD-9EC0-98CF-051B2617C002}"/>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48A78C21-7537-7A88-E987-9FC4E4BAEE58}"/>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0EE3A853-073E-9047-A3C4-05C1D8DAC7C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14A91D4E-184C-8FC5-0A2D-77BAA90F5C75}"/>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8BAF22BE-03A5-ED68-47B6-D6B5243C59B8}"/>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3F601F2D-A5A6-660D-34D9-300A0B326C11}"/>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CD1A292C-726E-0125-5BF6-6D6ECAFBB1EF}"/>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B59C5DDE-304C-B35D-29F6-816B4526A3FE}"/>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32BE475D-869E-4ED3-1932-A0FB4D998182}"/>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FB83A086-B703-2B26-FF50-3DDF6875E97D}"/>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A64DF264-D5C1-06C8-D1FE-7E9968B5D208}"/>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E9C30F9D-5BDD-995D-A964-7372680C3848}"/>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3C1AA695-52C0-AD9B-D0FB-984C8DA3195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0628B95-26D4-5178-CDBC-2E228262D085}"/>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A15A1F15-4ABB-9145-D92B-AB3FBC8279E4}"/>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E1D0FBF1-9CCF-8D63-DA6A-F2C352A56D60}"/>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9C5CAA0D-8B53-CA53-3E22-C64D52C2DAFD}"/>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8298D339-EF1B-0870-36C5-BA6896B178A7}"/>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BA7A4E1-CD2C-ABBB-6379-70D70739FAC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9C33FFBD-448D-387A-253B-EE5DE03547A3}"/>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1E4C17C-9F6F-AD31-B108-49DB86C9B2FC}"/>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02ABB49-3BD4-DF9E-CC50-F58516F0F524}"/>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707A4A9F-9B0C-C9B9-907D-6B3CD93C8965}"/>
              </a:ext>
            </a:extLst>
          </p:cNvPr>
          <p:cNvSpPr txBox="1"/>
          <p:nvPr/>
        </p:nvSpPr>
        <p:spPr>
          <a:xfrm>
            <a:off x="3138310" y="3406653"/>
            <a:ext cx="570089" cy="230832"/>
          </a:xfrm>
          <a:prstGeom prst="rect">
            <a:avLst/>
          </a:prstGeom>
          <a:noFill/>
        </p:spPr>
        <p:txBody>
          <a:bodyPr wrap="square" rtlCol="0">
            <a:spAutoFit/>
          </a:bodyPr>
          <a:lstStyle/>
          <a:p>
            <a:pPr algn="ctr"/>
            <a:r>
              <a:rPr lang="en-US" sz="900" dirty="0"/>
              <a:t>136</a:t>
            </a:r>
          </a:p>
        </p:txBody>
      </p:sp>
      <p:sp>
        <p:nvSpPr>
          <p:cNvPr id="40" name="TextBox 39">
            <a:extLst>
              <a:ext uri="{FF2B5EF4-FFF2-40B4-BE49-F238E27FC236}">
                <a16:creationId xmlns:a16="http://schemas.microsoft.com/office/drawing/2014/main" id="{4CE46ADA-A561-95E3-26BF-B599423B03EC}"/>
              </a:ext>
            </a:extLst>
          </p:cNvPr>
          <p:cNvSpPr txBox="1"/>
          <p:nvPr/>
        </p:nvSpPr>
        <p:spPr>
          <a:xfrm>
            <a:off x="3138310" y="3907597"/>
            <a:ext cx="570089" cy="230832"/>
          </a:xfrm>
          <a:prstGeom prst="rect">
            <a:avLst/>
          </a:prstGeom>
          <a:noFill/>
        </p:spPr>
        <p:txBody>
          <a:bodyPr wrap="square" rtlCol="0">
            <a:spAutoFit/>
          </a:bodyPr>
          <a:lstStyle/>
          <a:p>
            <a:pPr algn="ctr"/>
            <a:r>
              <a:rPr lang="en-US" sz="900" dirty="0"/>
              <a:t>136</a:t>
            </a:r>
          </a:p>
        </p:txBody>
      </p:sp>
      <p:sp>
        <p:nvSpPr>
          <p:cNvPr id="41" name="TextBox 40">
            <a:extLst>
              <a:ext uri="{FF2B5EF4-FFF2-40B4-BE49-F238E27FC236}">
                <a16:creationId xmlns:a16="http://schemas.microsoft.com/office/drawing/2014/main" id="{A69F1DD6-A0B1-2C7F-078C-7D4437ADAE92}"/>
              </a:ext>
            </a:extLst>
          </p:cNvPr>
          <p:cNvSpPr txBox="1"/>
          <p:nvPr/>
        </p:nvSpPr>
        <p:spPr>
          <a:xfrm>
            <a:off x="3138310" y="4408541"/>
            <a:ext cx="570089" cy="230832"/>
          </a:xfrm>
          <a:prstGeom prst="rect">
            <a:avLst/>
          </a:prstGeom>
          <a:noFill/>
        </p:spPr>
        <p:txBody>
          <a:bodyPr wrap="square" rtlCol="0">
            <a:spAutoFit/>
          </a:bodyPr>
          <a:lstStyle/>
          <a:p>
            <a:pPr algn="ctr"/>
            <a:r>
              <a:rPr lang="en-US" sz="900" dirty="0"/>
              <a:t>136</a:t>
            </a:r>
          </a:p>
        </p:txBody>
      </p:sp>
    </p:spTree>
    <p:extLst>
      <p:ext uri="{BB962C8B-B14F-4D97-AF65-F5344CB8AC3E}">
        <p14:creationId xmlns:p14="http://schemas.microsoft.com/office/powerpoint/2010/main" val="1714749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C582F-52C1-18E2-29CA-291A6BAD548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E32BAB-1FBF-7A66-4198-09FA2986A03D}"/>
              </a:ext>
            </a:extLst>
          </p:cNvPr>
          <p:cNvSpPr>
            <a:spLocks noGrp="1"/>
          </p:cNvSpPr>
          <p:nvPr>
            <p:ph sz="half" idx="1"/>
          </p:nvPr>
        </p:nvSpPr>
        <p:spPr/>
        <p:txBody>
          <a:bodyPr/>
          <a:lstStyle/>
          <a:p>
            <a:r>
              <a:rPr lang="en-US" dirty="0"/>
              <a:t>In Row 9, [15 in 3] -&gt; [8 in 2, no 1, 5] must be 26.</a:t>
            </a:r>
          </a:p>
          <a:p>
            <a:r>
              <a:rPr lang="en-US" dirty="0"/>
              <a:t>Then, complete Row 9.</a:t>
            </a:r>
          </a:p>
        </p:txBody>
      </p:sp>
      <p:pic>
        <p:nvPicPr>
          <p:cNvPr id="4" name="Picture 3" descr="A grid of sudoku puzzle&#10;&#10;Description automatically generated">
            <a:extLst>
              <a:ext uri="{FF2B5EF4-FFF2-40B4-BE49-F238E27FC236}">
                <a16:creationId xmlns:a16="http://schemas.microsoft.com/office/drawing/2014/main" id="{6BA097C2-2FF6-F0CD-BD1C-FE5CD6B4359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609AD86-F5CC-75B8-3E5C-44CB53E8CE3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70E2D7-5D7D-E0F1-5AE3-A36A9A00BD4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B0935A7-2E33-91CB-DF2F-F0D32820459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B88E07B-6BBA-753C-D29B-6394BEC2067D}"/>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468C559-2A91-8F8A-B8D6-56F10A1648EA}"/>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2B4ECB2E-D328-B4E6-117D-01DA537E33AF}"/>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7BA28E1D-1E9D-FCE9-2D23-F4937BD9BA64}"/>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0CDDDA24-61A7-799D-E561-3EBACAC957E4}"/>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8516A554-3B85-4B8D-05E6-96FE541E4ED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8AB5D69-F000-49D3-990B-1F78136DD014}"/>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ED3D31F-F43E-029E-9DBE-B803C1ADA78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BDF3600B-27B1-38C3-EA2C-04F153F184C7}"/>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6D75AEE2-B5AA-23E6-E1FE-6B29C822814B}"/>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592AF707-B705-0D1E-36B0-3B1DE46B7914}"/>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7AF43CF8-7754-E142-CE7B-898FFD52148A}"/>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63F682D7-1F0E-2D84-A1E0-74052E9384AE}"/>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93A6AC7B-D72D-3853-6651-A4E498265B12}"/>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AA135C65-BA2A-8161-E87A-F1FD216DB899}"/>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19ADB2FB-C839-2B93-6768-13E0D38D545C}"/>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1FBD2559-821B-CE9F-066A-35B96E477BA1}"/>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D06F739B-6D5A-7479-0CB7-17FBF8FE7C03}"/>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8E73ED6B-F343-8073-8AED-48E68237C5A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B7FB54F4-B25C-D272-5D8F-B34C8A70B715}"/>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043C3E0F-AD60-C3C9-0EFF-B76EFB5AFB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576CBE8-F677-BC12-3C3C-53740AB73382}"/>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EF54507-501E-E8E8-A2D1-C24E86135757}"/>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EA752BD-F208-4353-4A39-594B12AD13A0}"/>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3282FEB2-D704-B9DF-A337-6616A76B0FAB}"/>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330A4D8D-596E-D651-BF21-E7D9380BDA9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D6053A1-2A22-7BDD-361C-1E192C316EF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27D7EDF4-99C4-5025-1C74-C723783484F4}"/>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04771FC-7B8D-D90E-EDBE-818BF3EE7B65}"/>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0721CEF-BFE7-27D0-162B-CF44D9F1263D}"/>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22CE8F52-2B4C-4984-AF3B-6A203084E735}"/>
              </a:ext>
            </a:extLst>
          </p:cNvPr>
          <p:cNvSpPr txBox="1"/>
          <p:nvPr/>
        </p:nvSpPr>
        <p:spPr>
          <a:xfrm>
            <a:off x="3138310" y="3406653"/>
            <a:ext cx="570089" cy="230832"/>
          </a:xfrm>
          <a:prstGeom prst="rect">
            <a:avLst/>
          </a:prstGeom>
          <a:noFill/>
        </p:spPr>
        <p:txBody>
          <a:bodyPr wrap="square" rtlCol="0">
            <a:spAutoFit/>
          </a:bodyPr>
          <a:lstStyle/>
          <a:p>
            <a:pPr algn="ctr"/>
            <a:r>
              <a:rPr lang="en-US" sz="900" dirty="0"/>
              <a:t>136</a:t>
            </a:r>
          </a:p>
        </p:txBody>
      </p:sp>
      <p:sp>
        <p:nvSpPr>
          <p:cNvPr id="40" name="TextBox 39">
            <a:extLst>
              <a:ext uri="{FF2B5EF4-FFF2-40B4-BE49-F238E27FC236}">
                <a16:creationId xmlns:a16="http://schemas.microsoft.com/office/drawing/2014/main" id="{7D85E17B-1075-1E77-85D7-16129684FE6C}"/>
              </a:ext>
            </a:extLst>
          </p:cNvPr>
          <p:cNvSpPr txBox="1"/>
          <p:nvPr/>
        </p:nvSpPr>
        <p:spPr>
          <a:xfrm>
            <a:off x="3138310" y="3907597"/>
            <a:ext cx="570089" cy="230832"/>
          </a:xfrm>
          <a:prstGeom prst="rect">
            <a:avLst/>
          </a:prstGeom>
          <a:noFill/>
        </p:spPr>
        <p:txBody>
          <a:bodyPr wrap="square" rtlCol="0">
            <a:spAutoFit/>
          </a:bodyPr>
          <a:lstStyle/>
          <a:p>
            <a:pPr algn="ctr"/>
            <a:r>
              <a:rPr lang="en-US" sz="900" dirty="0"/>
              <a:t>136</a:t>
            </a:r>
          </a:p>
        </p:txBody>
      </p:sp>
      <p:sp>
        <p:nvSpPr>
          <p:cNvPr id="41" name="TextBox 40">
            <a:extLst>
              <a:ext uri="{FF2B5EF4-FFF2-40B4-BE49-F238E27FC236}">
                <a16:creationId xmlns:a16="http://schemas.microsoft.com/office/drawing/2014/main" id="{10AB42C4-C482-F038-716E-98C42F5AB176}"/>
              </a:ext>
            </a:extLst>
          </p:cNvPr>
          <p:cNvSpPr txBox="1"/>
          <p:nvPr/>
        </p:nvSpPr>
        <p:spPr>
          <a:xfrm>
            <a:off x="3138310" y="4408541"/>
            <a:ext cx="570089" cy="230832"/>
          </a:xfrm>
          <a:prstGeom prst="rect">
            <a:avLst/>
          </a:prstGeom>
          <a:noFill/>
        </p:spPr>
        <p:txBody>
          <a:bodyPr wrap="square" rtlCol="0">
            <a:spAutoFit/>
          </a:bodyPr>
          <a:lstStyle/>
          <a:p>
            <a:pPr algn="ctr"/>
            <a:r>
              <a:rPr lang="en-US" sz="900" dirty="0"/>
              <a:t>136</a:t>
            </a:r>
          </a:p>
        </p:txBody>
      </p:sp>
      <p:sp>
        <p:nvSpPr>
          <p:cNvPr id="9" name="TextBox 8">
            <a:extLst>
              <a:ext uri="{FF2B5EF4-FFF2-40B4-BE49-F238E27FC236}">
                <a16:creationId xmlns:a16="http://schemas.microsoft.com/office/drawing/2014/main" id="{18E9D05A-770D-9DAF-78B6-75EACEF34575}"/>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F84374C3-983B-1460-3C25-9E0C018B14A0}"/>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F42F2ED0-33F7-6805-7F31-D34BB6602874}"/>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69B6141A-B251-A05A-02CA-356EDED53605}"/>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D8531640-D20B-91E4-9714-F4709E6C800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936A9EBA-37EF-507E-C273-4811A1934A42}"/>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Tree>
    <p:extLst>
      <p:ext uri="{BB962C8B-B14F-4D97-AF65-F5344CB8AC3E}">
        <p14:creationId xmlns:p14="http://schemas.microsoft.com/office/powerpoint/2010/main" val="1894833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C1967-850D-C358-47B2-71FA8F22BD4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50D5767-6B90-1DFA-4288-D4F42B4714E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F6B6CBF-948B-2DAA-0E2F-963CA6E4BF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4803289-78C7-9719-4A67-BCAC193A5B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8B21DFD-41D9-12B1-6FEC-B8004C8EC5D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F0C725A-8302-6B1E-020B-6DF99B9B820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C99BF1F-B677-5171-A053-89BE25C6F9D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1E5838B9-316A-344E-9008-017277ACD252}"/>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FEA1F783-AD84-2AE7-06C5-12F7061EBE9C}"/>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A728B7EC-5ECB-82EF-75DC-5A11A3FAD2DC}"/>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4721E779-B18B-56B3-E79C-2E17C9398BCC}"/>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05F783A4-8C69-7E06-F792-7943B57683A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FEDD756-D396-A516-996E-A8311B04ACC6}"/>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CBF1A7C9-0C31-D939-E262-ECFE3FDAEA6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787D8B13-3EE5-4162-E8B2-8DF724E93E49}"/>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86AA65DD-E75C-7649-BF37-0EFC66BB0DFF}"/>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63017516-B23D-08F3-6F63-328F95CFA8EA}"/>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F5FAE3D8-7CD8-B329-DBCF-630916B0B7FD}"/>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4AA466E5-F397-D473-55CD-CCC51CA4D1F7}"/>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C1D410AD-9580-1E8A-A856-8E5F6F5462DD}"/>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33BA2841-9155-521C-AF57-B95BD0974D38}"/>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400A2FF1-4FF3-CBF5-9745-A45EDFD6A8AD}"/>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C2D011F7-1DB2-325A-A69C-6510CA4A5001}"/>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4CF2B373-17DB-F1DE-04BC-1233616DF645}"/>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96FB7699-8852-1CF7-CC15-3A0146769066}"/>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BCDB3235-00A8-3DEE-8C2F-C037B2B1BFF8}"/>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508627EA-B216-D6EE-0211-53718E84D0D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14A91C6-850C-6125-DFFD-3CBDB3E3D8E5}"/>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2E8905A3-E1D0-251B-CCDE-2818398E5A0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FCF0EB6A-DF3F-0AA3-6DA7-1FA181AB6B4C}"/>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0EF41B6E-E9DC-4350-C328-6F9891AB8C27}"/>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5FA5E77C-77BE-F803-5BAF-861FEFCF9C52}"/>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0BCACE54-3796-65F5-84EB-60154F9F4E4E}"/>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1B31207-D2B3-1176-7971-D71DC1149A77}"/>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B9F0F216-44FA-25BB-DE78-9F843F71DA3B}"/>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2E77048-B28F-4F32-695B-8765ECB78BAC}"/>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33" name="TextBox 32">
            <a:extLst>
              <a:ext uri="{FF2B5EF4-FFF2-40B4-BE49-F238E27FC236}">
                <a16:creationId xmlns:a16="http://schemas.microsoft.com/office/drawing/2014/main" id="{26875792-C257-7A30-F42E-75E1C977EF7D}"/>
              </a:ext>
            </a:extLst>
          </p:cNvPr>
          <p:cNvSpPr txBox="1"/>
          <p:nvPr/>
        </p:nvSpPr>
        <p:spPr>
          <a:xfrm>
            <a:off x="3138310" y="3406653"/>
            <a:ext cx="570089" cy="230832"/>
          </a:xfrm>
          <a:prstGeom prst="rect">
            <a:avLst/>
          </a:prstGeom>
          <a:noFill/>
        </p:spPr>
        <p:txBody>
          <a:bodyPr wrap="square" rtlCol="0">
            <a:spAutoFit/>
          </a:bodyPr>
          <a:lstStyle/>
          <a:p>
            <a:pPr algn="ctr"/>
            <a:r>
              <a:rPr lang="en-US" sz="900" dirty="0"/>
              <a:t>136</a:t>
            </a:r>
          </a:p>
        </p:txBody>
      </p:sp>
      <p:sp>
        <p:nvSpPr>
          <p:cNvPr id="40" name="TextBox 39">
            <a:extLst>
              <a:ext uri="{FF2B5EF4-FFF2-40B4-BE49-F238E27FC236}">
                <a16:creationId xmlns:a16="http://schemas.microsoft.com/office/drawing/2014/main" id="{5E22F3B8-BEB3-117A-7BC2-EA9C015A3583}"/>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58BA0530-B585-8AB4-80F2-B8A8A00D6769}"/>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ADA25A8D-62BC-F65B-0778-63F095B092B4}"/>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7C616A66-A244-8B66-9444-9F9AD965FDFB}"/>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642F7B85-0422-2D80-D193-D859090907E2}"/>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8735E24D-3D20-4D1F-2D53-0738AA935CDA}"/>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E363CA82-8468-EAF0-99EB-1F59A4985749}"/>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60067FCF-C482-84C3-1766-9D329C1B11C4}"/>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Tree>
    <p:extLst>
      <p:ext uri="{BB962C8B-B14F-4D97-AF65-F5344CB8AC3E}">
        <p14:creationId xmlns:p14="http://schemas.microsoft.com/office/powerpoint/2010/main" val="4270726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83D02-64FA-2AE0-F1A9-AE3C5607D3C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0DD1B7-D3C7-F955-7FA6-B1E2A58A7C9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A077E5A-B72E-5AC1-B446-4070CF1851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00FC2C-01EE-8E54-932D-6359AE155D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7F224DD-0B62-9D1C-5070-A5343A9512F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828B6B-30CA-27A7-3B70-EC89B8CA04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85A882B-BB50-5903-997F-0126FA85E36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F7A42FB-B688-09A3-41C9-0DE9FFC54AC5}"/>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41EB6F3B-A226-531D-22AA-E7DC097788E4}"/>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FB7A6741-BD12-56E8-E3DB-38A3C386D0C3}"/>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F4D0954-1A56-024D-C269-8D56B47BACA2}"/>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BABEBF05-65D8-F390-A423-05A66CE1CAF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6F1DE41-FEFC-B0F0-9A81-465BA283C57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701EFC5-D9DC-93E0-1A28-265257E14CBB}"/>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00D848F3-B5B9-90DB-B731-30B2C8AB4AD2}"/>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1BB30E74-FA70-990B-B767-02CAE3941263}"/>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24D7AAA5-098F-3895-3833-202E9417FC35}"/>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6F063890-39CD-3A46-BD7F-26A5160EE041}"/>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38A143A4-837B-23AC-9B2B-41345E954245}"/>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9035CCE2-386D-0517-AF96-485E830ABF66}"/>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652B02E1-D6BC-1329-7A19-46DC193AD875}"/>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1A18179A-B5FD-A901-96AE-3E9D51166748}"/>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4BCCF9C-B776-C4E6-A68E-5D2F9F5A0C44}"/>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5C072126-96C3-ED6E-0512-46DA8FA6D878}"/>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788B2B55-2595-5341-A694-9DD7E465E34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2C529075-BD27-0F45-9057-FCBE291258BE}"/>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1B62D8F8-8B95-A773-1B87-311EE41F9769}"/>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0C8E492-DD7D-469E-18F9-90E800F1E86A}"/>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9BC437B-CA48-0151-8A5D-68A2D118807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E80F1F5-83D1-8C76-561F-5780934EA5F8}"/>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B5504FC9-81EC-B827-1FA1-61521082DE66}"/>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E49406F4-2EEB-93D6-9B28-8255F64C4DC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2099137-7B71-B839-EAD8-74844FDF021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5A3878A9-6AB1-C8F1-931F-8FDF9D01D7F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EF79625-BCFF-845A-5FE3-4792A08BFBC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42A9199-F23D-82C0-0A4B-941743DBE57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B6DE90D-05C2-F876-9657-498573EC846F}"/>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B9C32C09-BAE7-406A-A0F1-773991BE7933}"/>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3F4398C2-3609-A02D-F6D4-C1FCC5B6F386}"/>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C3A1472E-6029-2BEC-74FA-87D836E13434}"/>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2B47F5D1-A816-C8A2-85E5-74021C859AD9}"/>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F489E2D0-6934-251A-923C-AC2E021EB052}"/>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800F3968-6E10-3807-AF3B-23706C37BFD2}"/>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38D0B0B0-6E03-DC1B-B63D-BCFFD94CE469}"/>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3718A86F-E46D-7218-79C2-801F15642F3D}"/>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6099376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02233-3ECF-3805-DE7C-49279786D8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302E8C6-6E7B-340D-E2A3-DEDB59822973}"/>
              </a:ext>
            </a:extLst>
          </p:cNvPr>
          <p:cNvSpPr>
            <a:spLocks noGrp="1"/>
          </p:cNvSpPr>
          <p:nvPr>
            <p:ph sz="half" idx="1"/>
          </p:nvPr>
        </p:nvSpPr>
        <p:spPr/>
        <p:txBody>
          <a:bodyPr/>
          <a:lstStyle/>
          <a:p>
            <a:r>
              <a:rPr lang="en-US" dirty="0"/>
              <a:t>Complete upper left block.</a:t>
            </a:r>
          </a:p>
          <a:p>
            <a:r>
              <a:rPr lang="en-US" dirty="0"/>
              <a:t>Then, complete [10 in 2].</a:t>
            </a:r>
          </a:p>
        </p:txBody>
      </p:sp>
      <p:pic>
        <p:nvPicPr>
          <p:cNvPr id="4" name="Picture 3" descr="A grid of sudoku puzzle&#10;&#10;Description automatically generated">
            <a:extLst>
              <a:ext uri="{FF2B5EF4-FFF2-40B4-BE49-F238E27FC236}">
                <a16:creationId xmlns:a16="http://schemas.microsoft.com/office/drawing/2014/main" id="{4F3AB008-00CE-6C21-6AAF-518AD912C6F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50E2B9-1CFE-81D2-CF90-04046EA424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0D460F1-BA3C-DF82-C3EB-F6203A6329B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7A8219A-D4D3-D9A6-6721-AC86C49CDF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8A63C94-2DC6-F23B-477D-D7832602B39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AEAC15E-A2ED-5803-4140-6C9DC45A50CC}"/>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FB617325-54F1-80D0-C61C-A6731BCA9DB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4D54080B-4364-D391-889B-6B0A802A4354}"/>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BEBE303F-B90A-2694-22BF-680806818E1B}"/>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0FDECFE3-BB24-D055-4CE8-F74FFA9603A5}"/>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C746C79-739F-ADFA-F802-F8D6CC27E10B}"/>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DDAAB26-452F-79A5-AEA4-DA0886E0AB2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699EAF44-5030-214E-C69E-DB5FB4D799A9}"/>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C12FB55C-026E-0E84-79E5-57DD6AAB4641}"/>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2D670EFB-0F3C-E4EC-7FE0-EE086C8E9B29}"/>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8009EAC2-8923-46D6-AC40-4BE1B2187B55}"/>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42477E50-702E-973B-C8AE-19C758154B61}"/>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5F1588A3-57D9-844C-780B-CD9D20BFBBB3}"/>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B817284F-5CA5-3310-907C-A4042A401EB7}"/>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AE1545FE-2038-05BF-A533-46DD3BC8CBE5}"/>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5DD4A0E9-CCBC-457A-CD45-C5D3342021EE}"/>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AB62D123-9675-C2F0-4AA2-41FBB927F4F0}"/>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26B2FA70-3381-18A2-1C4B-AD61B5EB057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2C43F8A2-8972-AB84-6E98-70823CF40145}"/>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FB849102-B12A-0620-EAB8-EDBF19AF282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2BCC30A-3A36-B0E4-3D2A-F5960D4C09B8}"/>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E584D2E-13B8-63C9-1AE0-E42BB02DBAB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6745F48-0AC0-65D9-04CB-E68A955ECF7A}"/>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E491353D-F15F-2153-5CEA-21E32FFFE8D5}"/>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A0EF4EE0-6BA2-5BAC-A56F-D2EC94E82F3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9B9098F-DC4F-86FA-E38D-D6465FB062D6}"/>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E69AC029-2034-E1CF-C6F9-905B8B4613D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228D4D2C-C57A-6522-408D-B6BDC67E676C}"/>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B0A523DB-6848-0137-3A7C-E33C119FBE65}"/>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03EB3C05-6616-E2FE-E9B9-64D314CFE729}"/>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127B5A4A-4B2D-1B6F-EDE6-B7BA43CB2CE5}"/>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D234EBF2-A24D-0DF7-783E-5ADDE9B426B3}"/>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EE2D235D-9E34-CCAA-59DB-BD96D7492DDF}"/>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5D087C1E-D837-B623-D657-BAAE82601063}"/>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5FA8D579-4BEC-6510-7AAC-CA5FB72DB3DF}"/>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C1256FDA-2D0D-1CA1-1CD8-312B822DA6C3}"/>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40A19FAF-4C3C-17B5-B0DB-614701124F92}"/>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41FD6012-F480-4686-42D2-8C85259730F7}"/>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595F366F-D3DD-DF04-AE86-29FF7B1B796F}"/>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22C97D0A-EED6-0354-87F3-40F05E10C021}"/>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78498AE7-5BFC-F77B-D051-BF238A0C771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6275621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5D05F-333B-9A0B-A37A-1C4144440B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4A03B45-3E2E-AC7F-1F29-9DF82363A2D2}"/>
              </a:ext>
            </a:extLst>
          </p:cNvPr>
          <p:cNvSpPr>
            <a:spLocks noGrp="1"/>
          </p:cNvSpPr>
          <p:nvPr>
            <p:ph sz="half" idx="1"/>
          </p:nvPr>
        </p:nvSpPr>
        <p:spPr/>
        <p:txBody>
          <a:bodyPr/>
          <a:lstStyle/>
          <a:p>
            <a:r>
              <a:rPr lang="en-US" dirty="0"/>
              <a:t>Complete upper center block.</a:t>
            </a:r>
          </a:p>
        </p:txBody>
      </p:sp>
      <p:pic>
        <p:nvPicPr>
          <p:cNvPr id="4" name="Picture 3" descr="A grid of sudoku puzzle&#10;&#10;Description automatically generated">
            <a:extLst>
              <a:ext uri="{FF2B5EF4-FFF2-40B4-BE49-F238E27FC236}">
                <a16:creationId xmlns:a16="http://schemas.microsoft.com/office/drawing/2014/main" id="{B6F5CF59-9EB1-8A2D-63EF-C445A29AB91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CCF375C-9D3F-9705-34ED-7F8E19C73CC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62C775C-07B9-A1DF-259E-A342D671B5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D95042-4897-9461-D208-0BF6E2C2C5A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57C6D0F-ED1E-8875-C110-FCEDC824E53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9751D78-AB8D-1A8B-8C5D-8B0933332E66}"/>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DE9C3333-8D7A-A717-60EF-D4357A4C21C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ECCFA3B3-E0BD-FD7E-689A-A8BEE546C440}"/>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2D1BDE3-463E-C49F-E36C-930D45784028}"/>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A90A10F0-74F1-91BF-1271-B6414DD38C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2989C04C-5508-56F5-FDA7-C4CBF7A0BCA9}"/>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2E861B3-C188-6D64-CAC2-143E420B3E11}"/>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89FA169A-A3F6-871E-6AFE-A190B323A084}"/>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7767C52E-FFEE-9E75-717B-FCDD6189DD95}"/>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BA1389F4-0BE1-7784-1EC5-0171C2741ED6}"/>
              </a:ext>
            </a:extLst>
          </p:cNvPr>
          <p:cNvSpPr txBox="1"/>
          <p:nvPr/>
        </p:nvSpPr>
        <p:spPr>
          <a:xfrm>
            <a:off x="7157158" y="1402877"/>
            <a:ext cx="570089" cy="230832"/>
          </a:xfrm>
          <a:prstGeom prst="rect">
            <a:avLst/>
          </a:prstGeom>
          <a:noFill/>
        </p:spPr>
        <p:txBody>
          <a:bodyPr wrap="square" rtlCol="0">
            <a:spAutoFit/>
          </a:bodyPr>
          <a:lstStyle/>
          <a:p>
            <a:pPr algn="ctr"/>
            <a:r>
              <a:rPr lang="en-US" sz="900" dirty="0"/>
              <a:t>4589</a:t>
            </a:r>
          </a:p>
        </p:txBody>
      </p:sp>
      <p:sp>
        <p:nvSpPr>
          <p:cNvPr id="22" name="TextBox 21">
            <a:extLst>
              <a:ext uri="{FF2B5EF4-FFF2-40B4-BE49-F238E27FC236}">
                <a16:creationId xmlns:a16="http://schemas.microsoft.com/office/drawing/2014/main" id="{48B42A51-9FEF-5AFD-11F4-EB119ED6896B}"/>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C808282E-CA2E-81D4-FE61-91395644B35A}"/>
              </a:ext>
            </a:extLst>
          </p:cNvPr>
          <p:cNvSpPr txBox="1"/>
          <p:nvPr/>
        </p:nvSpPr>
        <p:spPr>
          <a:xfrm>
            <a:off x="7157158" y="1903821"/>
            <a:ext cx="570089" cy="230832"/>
          </a:xfrm>
          <a:prstGeom prst="rect">
            <a:avLst/>
          </a:prstGeom>
          <a:noFill/>
        </p:spPr>
        <p:txBody>
          <a:bodyPr wrap="square" rtlCol="0">
            <a:spAutoFit/>
          </a:bodyPr>
          <a:lstStyle/>
          <a:p>
            <a:pPr algn="ctr"/>
            <a:r>
              <a:rPr lang="en-US" sz="900" dirty="0"/>
              <a:t>9854</a:t>
            </a:r>
          </a:p>
        </p:txBody>
      </p:sp>
      <p:sp>
        <p:nvSpPr>
          <p:cNvPr id="24" name="TextBox 23">
            <a:extLst>
              <a:ext uri="{FF2B5EF4-FFF2-40B4-BE49-F238E27FC236}">
                <a16:creationId xmlns:a16="http://schemas.microsoft.com/office/drawing/2014/main" id="{84ED93B2-90DC-02ED-4FF9-4DBA5E2228C1}"/>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92E518B1-2746-05D8-F88E-52F136D6AFEB}"/>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24CCCD23-33F7-2F78-5388-D88CAE1A903A}"/>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E59FDDFC-7F83-3224-FCC3-969F86176AAB}"/>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1D5511C8-B819-01F7-1485-E771DA6325BE}"/>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B576EBF8-9A2A-715A-DA40-0E7A27E6BB33}"/>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DAB87080-1EB4-9362-4410-2D8182D1D7DA}"/>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D1AFC4BD-62EA-043A-88E9-4B2719B297E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5C43FCB-C842-660A-A305-D1D9294439F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9B18503-59B4-28E7-D599-9400FD72A7E4}"/>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23AFCD2D-F565-2652-21EC-B30D87E2B043}"/>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A1E94F9D-F3F7-BE23-03DA-DB59153F9FF1}"/>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430B067F-1196-874E-B48A-1CFB78F2D615}"/>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313B267-F35E-B0B4-0CC3-9B298B1AF48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AE08A374-4014-8932-B0D2-3C317483B5B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E959B1E-1754-9510-5854-512E3BE1616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9E76AF1-D2A7-7372-F9AD-6E423DBDFF10}"/>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81C7F83F-BC75-5030-4E4C-C1168B269ABA}"/>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95597ED1-D12E-0B4B-FB55-CC8AF8FEEB75}"/>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AC65CC4F-1AC5-551F-837B-A480871C07E8}"/>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859EE07A-7ED4-A8EA-BD5A-EC517399EE6B}"/>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6C524C86-5B55-2277-BE47-B99FA9E955D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D165B1DA-640E-92D3-408A-539E5407EFCE}"/>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2BB383C8-2084-DB91-FB90-C501C74535A0}"/>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58DEC3F4-C2F3-0687-3596-E4E1CF1A5849}"/>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E45F74BB-958A-8856-8999-C0D1D3749AC2}"/>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492E160D-3CF7-534E-E81B-ABDE1365C216}"/>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4BCC7373-E3B6-B3A9-269F-A944EC977ED6}"/>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2BB377CB-9AD8-87CE-7186-1EC8F4F4AE52}"/>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6EBF1C7B-30A9-A2FA-E2BF-ADBEDA8632A0}"/>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48773200-080D-A702-0BB2-B71AECECFB25}"/>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83ECE876-D728-C404-4F77-0CACD84BA74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609508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6EBB2-6E2B-53B5-5E82-6974196C4B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6F2D00-BCE1-37BB-9D71-0F102B3FF718}"/>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60DD75B-9754-0BA4-31C8-18171ECBBBD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4A699B3-21E7-E13F-9D0E-5006E329B0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A53CB6A-AB4A-B1C6-6920-2F10B42DEB1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F07F8E-071E-05DC-AE9F-00F6197295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BC8B464-DA4F-9DC7-422C-0B3139E6643F}"/>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79B3FEEB-95F1-C42D-1A89-DF1EEAA4E0D4}"/>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404CDFBB-B015-AFF1-A258-4517D836859D}"/>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312C33B8-014D-B4DE-2888-EE6A95B65B1D}"/>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70DABE6B-36B4-88C0-1B39-3CA74EC0A29D}"/>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3F1771D0-AABA-B046-3310-C223712D7D0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ED9704C-74C2-BAE8-72CB-67B4ED673D3A}"/>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06B912C-A821-60AB-4A90-CD387E1F6F0B}"/>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9E9B3250-F16F-3AE4-0609-64C51619967D}"/>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19B5C3ED-C489-7B04-669A-462AEE381030}"/>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3408600E-8287-D1F6-6E27-5905F87316C6}"/>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E805697B-8728-242B-2617-5BA7C8DEDAD6}"/>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112949C9-B97C-5F48-FD31-E14BFBF2DE8B}"/>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2217BD14-BE51-BDC9-6A57-865D8D8A17DD}"/>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AE2037A7-0DBE-3438-650C-AB21EBDFE321}"/>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21EFBD21-9820-F8DA-B978-55541CFAC8AC}"/>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86665CDB-F807-AAB2-CA49-4B4C7BECA877}"/>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E153EC38-4939-6211-7BDD-C543E4FAB31D}"/>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22D3F4A5-9E29-7A6B-C799-90CED626E574}"/>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7A06994F-3C40-7995-7962-5EB21834F842}"/>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9943C8DB-C4C9-7476-986D-B2B788BAAA3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652E0FF-2D22-AFCF-9F51-5455361E1CF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8EEA397-AD66-D88A-C59D-F7C9C6A5E08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7B1E81B-8106-B2F0-7E1F-FE6E0F29BED1}"/>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609A8F1F-8552-232D-C50F-69B7A98B61E6}"/>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809684D2-52FC-0B54-527D-8E3F969B4299}"/>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DFB65AF-C577-DE4D-30D2-F4E7EAA0E55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AEEC9D85-8734-6288-F562-33638FAC272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DD55AD1-B53D-5862-B442-344893D03047}"/>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8C983E6-2242-CD16-EBF0-20130B9740C8}"/>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75C9AD67-7916-AB58-EC1C-014745E07F57}"/>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38F4BBA6-0459-2537-8D56-C043E30DDA3C}"/>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26CCD91A-2BE9-8EDF-EEC3-D1DD1652CDE5}"/>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BAC468A7-8945-C930-FA23-817290A22788}"/>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01DAA594-F509-7725-32E4-D9CE1F71B5B3}"/>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1DE1299E-AD93-785A-FEB4-B8D3C9B443A9}"/>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EF3AF779-1A91-0A2F-03EE-9F8D72ACD615}"/>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2CFE18AF-82E2-E1F5-90A5-C45B61AA9380}"/>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73CB4F17-B015-F820-DA2A-AA7AB3E2DED2}"/>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093CD637-952F-13CD-97D0-21F129BBDE2F}"/>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F157ED85-0482-D6E0-341F-042898D645CD}"/>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0840D228-D363-2F88-D515-5F4E5AA5B9EB}"/>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3D540373-7855-D523-1BB4-A6BC21D18676}"/>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74E775DD-356C-1B91-3459-42A3E6B16FB0}"/>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CDEA211E-5B8C-6E00-29AB-C6CC7CAD4ED9}"/>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4998179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1C7F-F497-6D3B-7320-AFD8C39505A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0CCE3A-F363-8D96-98F9-166B824975C1}"/>
              </a:ext>
            </a:extLst>
          </p:cNvPr>
          <p:cNvSpPr>
            <a:spLocks noGrp="1"/>
          </p:cNvSpPr>
          <p:nvPr>
            <p:ph sz="half" idx="1"/>
          </p:nvPr>
        </p:nvSpPr>
        <p:spPr/>
        <p:txBody>
          <a:bodyPr/>
          <a:lstStyle/>
          <a:p>
            <a:r>
              <a:rPr lang="en-US" dirty="0"/>
              <a:t>Complete Rows 2 and 3.</a:t>
            </a:r>
          </a:p>
        </p:txBody>
      </p:sp>
      <p:pic>
        <p:nvPicPr>
          <p:cNvPr id="4" name="Picture 3" descr="A grid of sudoku puzzle&#10;&#10;Description automatically generated">
            <a:extLst>
              <a:ext uri="{FF2B5EF4-FFF2-40B4-BE49-F238E27FC236}">
                <a16:creationId xmlns:a16="http://schemas.microsoft.com/office/drawing/2014/main" id="{42352173-86A8-79B3-3C3E-6D819CD4CAE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F038915-A695-AB5C-2AAD-00CC272E38F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E60C52E-DD20-354F-A913-EB864E6C849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50F4F4A-95AC-33C3-D015-AA7EDCBAA03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B1C0C3F-55BF-4CB3-4C2E-5EE8D48927A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E71A016-6500-88D5-AED0-CAB80EFAF335}"/>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3FB06CFE-D783-6277-2C31-5F00B8A540E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6B444722-43A9-8B00-57DF-0D8A8687BDEF}"/>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94967F44-745B-CCBB-45D5-71503A91B812}"/>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263965E4-0721-71AC-DE2F-56C99FD66C5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43159C9-7FEF-3C5C-E61F-789EEBD0ED37}"/>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CB6D40DF-4CDB-B8F2-6A4D-1284DBDE4F0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A6AEB22-CB72-136E-C831-D01DF6AE6741}"/>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767BBC0A-452F-10A4-D4A0-CD1A4DF66B8D}"/>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CE4308C9-1266-FB94-ED00-FCD0CA8C1EBF}"/>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B55FF322-D2D3-EA67-7BA8-8B0749BF0638}"/>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C561A741-86A9-0D87-5371-6AFFA96BE2F3}"/>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73CD4DCC-E04B-6E9E-DABB-2499E53C7B81}"/>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13C610A6-1D46-F81B-0A5C-32782DA03A4A}"/>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588F2B09-851E-7F2C-C7B1-6DEE3CCF812B}"/>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763F75F4-A1D0-BDBD-6595-553F7C40FDDD}"/>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942EBF77-3364-1C85-AC13-8819EC3566AA}"/>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65D446F0-FBC3-D026-338E-2B553824285E}"/>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367DAAD5-CC02-CE1A-7E9B-DADD8C682580}"/>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0368BCC8-CECF-0DC1-C0E5-637F895DD041}"/>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F02CE4F-824A-12D4-2D3A-34590CFAC60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0052EEDF-9EEE-030E-B031-F54B62B0D29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BA4CCAA-05F6-FB55-3238-D471C89778EC}"/>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4DDDAE95-E9B7-952A-E2A5-2C84B5A56AB5}"/>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838F30D8-D0D4-B6E4-9DE3-E046D1184CA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998022E0-C001-CFED-8248-A69CFB91767E}"/>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705293E6-11BD-755E-AA29-3558559E351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7497CC98-1949-F2C8-4ACA-DA9AB6674DEC}"/>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AD284A1-4A4B-741D-1BC8-36B91EEF1E7A}"/>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ED4FC837-C07B-5873-AE7C-B45045EB255F}"/>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EFFBBDA7-C5FF-6B0C-D922-0B630116D26C}"/>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B9B0C8A7-1D55-7FA7-834D-CA4B13377A65}"/>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353363A7-5B7B-A2AA-3C09-8AD484AF1C55}"/>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BDEE33B4-4E61-556A-3E40-7FAA2E8D3B3C}"/>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194AB3E4-4811-7915-9730-B063F9056115}"/>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935146CF-43F2-99E0-6C5D-24EAA277B1D7}"/>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64850EE5-94E1-D191-C358-51CF46234001}"/>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5756AE86-BC0C-703E-F675-352D01B04400}"/>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8E039E40-B8EA-586C-8F8B-336C11B5FE38}"/>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8FE24E37-2FB8-ADF4-9797-F290862CFE15}"/>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C208BEAB-A5D0-435D-B04E-90B34581C925}"/>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6485B464-DF79-E1A1-4ADE-52F6A3CC53E2}"/>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C507C3A2-07BA-BFDA-463C-41102D7F31F6}"/>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C5C9111C-1DCB-47F9-A3FB-9775A5E33848}"/>
              </a:ext>
            </a:extLst>
          </p:cNvPr>
          <p:cNvSpPr txBox="1"/>
          <p:nvPr/>
        </p:nvSpPr>
        <p:spPr>
          <a:xfrm>
            <a:off x="6152446" y="1402877"/>
            <a:ext cx="570089" cy="230832"/>
          </a:xfrm>
          <a:prstGeom prst="rect">
            <a:avLst/>
          </a:prstGeom>
          <a:noFill/>
        </p:spPr>
        <p:txBody>
          <a:bodyPr wrap="square" rtlCol="0">
            <a:spAutoFit/>
          </a:bodyPr>
          <a:lstStyle/>
          <a:p>
            <a:pPr algn="ctr"/>
            <a:r>
              <a:rPr lang="en-US" sz="900" dirty="0"/>
              <a:t>4589</a:t>
            </a:r>
          </a:p>
        </p:txBody>
      </p:sp>
      <p:sp>
        <p:nvSpPr>
          <p:cNvPr id="53" name="TextBox 52">
            <a:extLst>
              <a:ext uri="{FF2B5EF4-FFF2-40B4-BE49-F238E27FC236}">
                <a16:creationId xmlns:a16="http://schemas.microsoft.com/office/drawing/2014/main" id="{27FCBC82-28A8-E794-7464-AB7E3C50086A}"/>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4" name="TextBox 53">
            <a:extLst>
              <a:ext uri="{FF2B5EF4-FFF2-40B4-BE49-F238E27FC236}">
                <a16:creationId xmlns:a16="http://schemas.microsoft.com/office/drawing/2014/main" id="{865A5EA9-C8E1-3323-E876-8A0B6633542A}"/>
              </a:ext>
            </a:extLst>
          </p:cNvPr>
          <p:cNvSpPr txBox="1"/>
          <p:nvPr/>
        </p:nvSpPr>
        <p:spPr>
          <a:xfrm>
            <a:off x="6152446" y="1903821"/>
            <a:ext cx="570089" cy="230832"/>
          </a:xfrm>
          <a:prstGeom prst="rect">
            <a:avLst/>
          </a:prstGeom>
          <a:noFill/>
        </p:spPr>
        <p:txBody>
          <a:bodyPr wrap="square" rtlCol="0">
            <a:spAutoFit/>
          </a:bodyPr>
          <a:lstStyle/>
          <a:p>
            <a:pPr algn="ctr"/>
            <a:r>
              <a:rPr lang="en-US" sz="900" dirty="0"/>
              <a:t>37</a:t>
            </a:r>
          </a:p>
        </p:txBody>
      </p:sp>
      <p:sp>
        <p:nvSpPr>
          <p:cNvPr id="55" name="TextBox 54">
            <a:extLst>
              <a:ext uri="{FF2B5EF4-FFF2-40B4-BE49-F238E27FC236}">
                <a16:creationId xmlns:a16="http://schemas.microsoft.com/office/drawing/2014/main" id="{7CCB04B9-D11E-5AAE-0892-9E0D6E7B0A7F}"/>
              </a:ext>
            </a:extLst>
          </p:cNvPr>
          <p:cNvSpPr txBox="1"/>
          <p:nvPr/>
        </p:nvSpPr>
        <p:spPr>
          <a:xfrm>
            <a:off x="6654802" y="1903821"/>
            <a:ext cx="570089" cy="230832"/>
          </a:xfrm>
          <a:prstGeom prst="rect">
            <a:avLst/>
          </a:prstGeom>
          <a:noFill/>
        </p:spPr>
        <p:txBody>
          <a:bodyPr wrap="square" rtlCol="0">
            <a:spAutoFit/>
          </a:bodyPr>
          <a:lstStyle/>
          <a:p>
            <a:pPr algn="ctr"/>
            <a:r>
              <a:rPr lang="en-US" sz="900" dirty="0"/>
              <a:t>73</a:t>
            </a:r>
          </a:p>
        </p:txBody>
      </p:sp>
      <p:sp>
        <p:nvSpPr>
          <p:cNvPr id="56" name="TextBox 55">
            <a:extLst>
              <a:ext uri="{FF2B5EF4-FFF2-40B4-BE49-F238E27FC236}">
                <a16:creationId xmlns:a16="http://schemas.microsoft.com/office/drawing/2014/main" id="{5095C628-2E0B-E214-1415-912ECAD4CD2C}"/>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469640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CE582-8251-B196-2500-29711FE467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0BEC2D-3312-CAE4-4330-FAB72795F0D4}"/>
              </a:ext>
            </a:extLst>
          </p:cNvPr>
          <p:cNvSpPr>
            <a:spLocks noGrp="1"/>
          </p:cNvSpPr>
          <p:nvPr>
            <p:ph sz="half" idx="1"/>
          </p:nvPr>
        </p:nvSpPr>
        <p:spPr/>
        <p:txBody>
          <a:bodyPr/>
          <a:lstStyle/>
          <a:p>
            <a:r>
              <a:rPr lang="en-US" dirty="0"/>
              <a:t>In upper right block, (7+15+21+{37})–45 = {15}.</a:t>
            </a:r>
          </a:p>
        </p:txBody>
      </p:sp>
      <p:pic>
        <p:nvPicPr>
          <p:cNvPr id="4" name="Picture 3" descr="A grid of sudoku puzzle&#10;&#10;Description automatically generated">
            <a:extLst>
              <a:ext uri="{FF2B5EF4-FFF2-40B4-BE49-F238E27FC236}">
                <a16:creationId xmlns:a16="http://schemas.microsoft.com/office/drawing/2014/main" id="{623EDFE7-6EAC-155B-7DFA-BCF83DC8586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2D21168-F081-5A2C-76E8-56B92D162BC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C6EB97C-A726-30AA-F5A9-092C2152C6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8CE4D1E-C401-8451-B8EE-2A3371E08E9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2D66D64-A99E-A454-395E-19021A7E8309}"/>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DA13F03A-D48C-163B-6C26-19234EC63E6C}"/>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C6CD5C66-DBB3-6FB2-0792-2561558F976C}"/>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7A173286-8754-65B4-1EFC-E9A7E7DE169C}"/>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D658FBBF-B7F8-6965-04B5-1276CE4A7631}"/>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CCA0E54A-53CE-ECFE-8BAE-D851A0C7CE1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5573C88D-182A-2EEA-F008-9E59E1A4F08C}"/>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7FFAA726-3663-885F-09E6-5B4D10227301}"/>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CFC9448-976D-5138-BDA4-8C988B42FFC9}"/>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6FB49993-A387-FEC5-65E1-FADAA9512C15}"/>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75479D5E-182E-AABA-E71B-5EC49E997586}"/>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DB247828-2D26-EEA2-46E1-6B853CED8FB0}"/>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B8A67D1C-4C67-A2D1-1A40-676209B92DB9}"/>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6AD88C99-344A-489F-D5B3-2540F3CC1EF4}"/>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E573D1C5-E300-0ACA-64FD-7F022A0058DD}"/>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81E0F6DA-21BA-8F25-2299-E135A0C1AFBD}"/>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E182487-CC08-6B91-97D6-73712EEB9823}"/>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92A4D483-D53F-8BEE-584D-C1B61762F8E1}"/>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D97CC0C6-44B2-C4EF-2DD7-5B85701FDC51}"/>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759BE392-7CE4-230A-0808-F62EA60D4F61}"/>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410A1FBE-C97A-33BF-A67E-7ABC6C0531F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BEDE904-1C93-C8F1-5E0B-89758C3637A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0022DFE-B624-04AA-5BD5-ABED88445F17}"/>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7B0DE759-9F1A-163F-15A0-4018E217971E}"/>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B6C77875-7408-4E45-38F9-B18EB32AFA4F}"/>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1A82C156-D710-A9B4-66BF-D53D4886A1CE}"/>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F7FE0A6-87A7-EBAA-0970-EBF20B4E9F14}"/>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7184AF9-920C-D5D9-01C3-EEACF69077E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73AD0D1-5EBB-7F0D-767A-2F2EED05339E}"/>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40216F8-C7A0-4762-7B9F-A60AA6B0EFE9}"/>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B62014F-D86C-3C71-46D9-1E149F5CF1A2}"/>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54913D97-B06F-7A12-5872-56FB2D54F60B}"/>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559965FB-CDE5-1C18-123A-E500D90C9363}"/>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427EF83E-D6B0-0FE0-4876-876943E6DC5F}"/>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4FB1543C-CEA0-63C2-8B77-2FBD5F25895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7616678B-E3E4-0D20-3DAB-C59690AF7B17}"/>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A3F68CE6-AB1E-A8B2-9E78-F79B2D07D4E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6F41F15E-C0C6-5ACF-934C-72D20633186A}"/>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3A34113D-0C27-29C8-C015-32ED56762A2C}"/>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674625C-6E83-6FBA-E0E8-3F7CC3EE4C69}"/>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D0E21FA1-8AD9-40E4-BF64-27EA724C0BDB}"/>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05A9049D-ED71-D36B-5161-CF020187F74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73BF832A-C14F-87CE-9300-15A9C6A2D64D}"/>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6BB99097-AFD0-45D1-5F4D-2B685DA3A34F}"/>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C6C8BB40-F1FF-263C-3F88-874836C10111}"/>
              </a:ext>
            </a:extLst>
          </p:cNvPr>
          <p:cNvSpPr txBox="1"/>
          <p:nvPr/>
        </p:nvSpPr>
        <p:spPr>
          <a:xfrm>
            <a:off x="6152446" y="1402877"/>
            <a:ext cx="570089" cy="230832"/>
          </a:xfrm>
          <a:prstGeom prst="rect">
            <a:avLst/>
          </a:prstGeom>
          <a:noFill/>
        </p:spPr>
        <p:txBody>
          <a:bodyPr wrap="square" rtlCol="0">
            <a:spAutoFit/>
          </a:bodyPr>
          <a:lstStyle/>
          <a:p>
            <a:pPr algn="ctr"/>
            <a:r>
              <a:rPr lang="en-US" sz="900" dirty="0"/>
              <a:t>4589</a:t>
            </a:r>
          </a:p>
        </p:txBody>
      </p:sp>
      <p:sp>
        <p:nvSpPr>
          <p:cNvPr id="53" name="TextBox 52">
            <a:extLst>
              <a:ext uri="{FF2B5EF4-FFF2-40B4-BE49-F238E27FC236}">
                <a16:creationId xmlns:a16="http://schemas.microsoft.com/office/drawing/2014/main" id="{25EFBE50-F57F-A0D2-D262-353A474350D0}"/>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4" name="TextBox 53">
            <a:extLst>
              <a:ext uri="{FF2B5EF4-FFF2-40B4-BE49-F238E27FC236}">
                <a16:creationId xmlns:a16="http://schemas.microsoft.com/office/drawing/2014/main" id="{6199CE75-2844-CBCA-41CB-A34130D04BA5}"/>
              </a:ext>
            </a:extLst>
          </p:cNvPr>
          <p:cNvSpPr txBox="1"/>
          <p:nvPr/>
        </p:nvSpPr>
        <p:spPr>
          <a:xfrm>
            <a:off x="6152446" y="1903821"/>
            <a:ext cx="570089" cy="230832"/>
          </a:xfrm>
          <a:prstGeom prst="rect">
            <a:avLst/>
          </a:prstGeom>
          <a:solidFill>
            <a:schemeClr val="accent4">
              <a:lumMod val="20000"/>
              <a:lumOff val="80000"/>
            </a:schemeClr>
          </a:solidFill>
        </p:spPr>
        <p:txBody>
          <a:bodyPr wrap="square" rtlCol="0">
            <a:spAutoFit/>
          </a:bodyPr>
          <a:lstStyle/>
          <a:p>
            <a:pPr algn="ctr"/>
            <a:r>
              <a:rPr lang="en-US" sz="900" dirty="0"/>
              <a:t>37</a:t>
            </a:r>
          </a:p>
        </p:txBody>
      </p:sp>
      <p:sp>
        <p:nvSpPr>
          <p:cNvPr id="55" name="TextBox 54">
            <a:extLst>
              <a:ext uri="{FF2B5EF4-FFF2-40B4-BE49-F238E27FC236}">
                <a16:creationId xmlns:a16="http://schemas.microsoft.com/office/drawing/2014/main" id="{53E37B22-EAFA-0271-1C91-AA78BB684CD9}"/>
              </a:ext>
            </a:extLst>
          </p:cNvPr>
          <p:cNvSpPr txBox="1"/>
          <p:nvPr/>
        </p:nvSpPr>
        <p:spPr>
          <a:xfrm>
            <a:off x="6654802" y="1903821"/>
            <a:ext cx="570089" cy="230832"/>
          </a:xfrm>
          <a:prstGeom prst="rect">
            <a:avLst/>
          </a:prstGeom>
          <a:solidFill>
            <a:schemeClr val="accent4">
              <a:lumMod val="20000"/>
              <a:lumOff val="80000"/>
            </a:schemeClr>
          </a:solidFill>
        </p:spPr>
        <p:txBody>
          <a:bodyPr wrap="square" rtlCol="0">
            <a:spAutoFit/>
          </a:bodyPr>
          <a:lstStyle/>
          <a:p>
            <a:pPr algn="ctr"/>
            <a:r>
              <a:rPr lang="en-US" sz="900" dirty="0"/>
              <a:t>73</a:t>
            </a:r>
          </a:p>
        </p:txBody>
      </p:sp>
      <p:sp>
        <p:nvSpPr>
          <p:cNvPr id="56" name="TextBox 55">
            <a:extLst>
              <a:ext uri="{FF2B5EF4-FFF2-40B4-BE49-F238E27FC236}">
                <a16:creationId xmlns:a16="http://schemas.microsoft.com/office/drawing/2014/main" id="{137FC469-1479-C937-BEF4-9B0B04F2D87B}"/>
              </a:ext>
            </a:extLst>
          </p:cNvPr>
          <p:cNvSpPr txBox="1"/>
          <p:nvPr/>
        </p:nvSpPr>
        <p:spPr>
          <a:xfrm>
            <a:off x="6654802" y="2404765"/>
            <a:ext cx="570089" cy="230832"/>
          </a:xfrm>
          <a:prstGeom prst="rect">
            <a:avLst/>
          </a:prstGeom>
          <a:solidFill>
            <a:schemeClr val="accent4">
              <a:lumMod val="20000"/>
              <a:lumOff val="80000"/>
            </a:schemeClr>
          </a:solidFill>
        </p:spPr>
        <p:txBody>
          <a:bodyPr wrap="square" rtlCol="0">
            <a:spAutoFit/>
          </a:bodyPr>
          <a:lstStyle/>
          <a:p>
            <a:pPr algn="ctr"/>
            <a:r>
              <a:rPr lang="en-US" sz="900" dirty="0"/>
              <a:t>15</a:t>
            </a:r>
          </a:p>
        </p:txBody>
      </p:sp>
      <p:sp>
        <p:nvSpPr>
          <p:cNvPr id="57" name="TextBox 56">
            <a:extLst>
              <a:ext uri="{FF2B5EF4-FFF2-40B4-BE49-F238E27FC236}">
                <a16:creationId xmlns:a16="http://schemas.microsoft.com/office/drawing/2014/main" id="{D39C5E27-AB9F-C5A1-F3A9-7F843147FCF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370941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DD94E-A02A-781E-7E49-B1F6676BF0A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C9794E-8691-C3BB-8E7B-D1AD0BEBCF6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E98CAE9-9FFB-A93D-3B24-4571A5FEE26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CF1E091-7E3D-5507-9AAF-EA9ED982A85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BB84ACE-4B19-8FF3-A298-14A21E88E52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AEB7FAB-8296-4117-C155-41EB6C083C6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ADDFCA9-47C0-B90C-EBB5-E79E55D9816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156F0CF-1449-58FF-D306-6F786677E597}"/>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B7C0514-8E76-E791-E964-6267F513E8E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3" name="TextBox 12">
            <a:extLst>
              <a:ext uri="{FF2B5EF4-FFF2-40B4-BE49-F238E27FC236}">
                <a16:creationId xmlns:a16="http://schemas.microsoft.com/office/drawing/2014/main" id="{A51CC8D7-259F-3EC5-3BA4-13701F686BEB}"/>
              </a:ext>
            </a:extLst>
          </p:cNvPr>
          <p:cNvSpPr txBox="1"/>
          <p:nvPr/>
        </p:nvSpPr>
        <p:spPr>
          <a:xfrm>
            <a:off x="6152446" y="901933"/>
            <a:ext cx="570089" cy="230832"/>
          </a:xfrm>
          <a:prstGeom prst="rect">
            <a:avLst/>
          </a:prstGeom>
          <a:noFill/>
        </p:spPr>
        <p:txBody>
          <a:bodyPr wrap="square" rtlCol="0">
            <a:spAutoFit/>
          </a:bodyPr>
          <a:lstStyle/>
          <a:p>
            <a:pPr algn="ctr"/>
            <a:r>
              <a:rPr lang="en-US" sz="900" dirty="0"/>
              <a:t>16</a:t>
            </a:r>
          </a:p>
        </p:txBody>
      </p:sp>
      <p:sp>
        <p:nvSpPr>
          <p:cNvPr id="14" name="TextBox 13">
            <a:extLst>
              <a:ext uri="{FF2B5EF4-FFF2-40B4-BE49-F238E27FC236}">
                <a16:creationId xmlns:a16="http://schemas.microsoft.com/office/drawing/2014/main" id="{28D74450-47F6-44C7-8EAE-AE90E0FFE079}"/>
              </a:ext>
            </a:extLst>
          </p:cNvPr>
          <p:cNvSpPr txBox="1"/>
          <p:nvPr/>
        </p:nvSpPr>
        <p:spPr>
          <a:xfrm>
            <a:off x="6654802" y="901933"/>
            <a:ext cx="570089" cy="230832"/>
          </a:xfrm>
          <a:prstGeom prst="rect">
            <a:avLst/>
          </a:prstGeom>
          <a:noFill/>
        </p:spPr>
        <p:txBody>
          <a:bodyPr wrap="square" rtlCol="0">
            <a:spAutoFit/>
          </a:bodyPr>
          <a:lstStyle/>
          <a:p>
            <a:pPr algn="ctr"/>
            <a:r>
              <a:rPr lang="en-US" sz="900" dirty="0"/>
              <a:t>61</a:t>
            </a:r>
          </a:p>
        </p:txBody>
      </p:sp>
      <p:sp>
        <p:nvSpPr>
          <p:cNvPr id="16" name="TextBox 15">
            <a:extLst>
              <a:ext uri="{FF2B5EF4-FFF2-40B4-BE49-F238E27FC236}">
                <a16:creationId xmlns:a16="http://schemas.microsoft.com/office/drawing/2014/main" id="{1ADDED98-D6F4-B4E9-8B54-BF9BD1B5927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7ED1F48B-E2EF-5D50-FCCD-C1754D768C37}"/>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765105D-003D-A43D-1194-3613B155ADE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1FDDC6EA-AF14-F645-0852-A2125D97DAE1}"/>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23A92E17-3ECF-0FD4-5D08-0E305414D282}"/>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B0BF62C7-85E0-667F-31B7-264CC3203D7B}"/>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CF86A7E1-2425-6B07-60BE-1DBE37AAA65F}"/>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30AB5F09-B0EB-7B20-2F01-0EF1AEC2C718}"/>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4F9FA58A-C8A8-4B69-8657-B623CF37B56A}"/>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080CFBC8-9111-D488-673E-73E6BAD2FDD3}"/>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CF0FFE88-3244-131F-38BA-AB26DB5A4DAA}"/>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B305D673-7EFF-3FCF-AFDA-69AB1A465794}"/>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0618597C-BA2F-0222-B86E-0BBBE23D63B6}"/>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58377F48-9628-70B3-1D7F-60897401FDCC}"/>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5419BB16-555B-FF66-C7BC-5A5333A2F24E}"/>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66902CE6-6C1A-0139-15E4-53AF7D8218D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47092E4-AC60-6341-A14E-F719354233CE}"/>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AE5B03F3-707B-97C1-F361-BB8368C49D0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89E53A1C-69AF-963F-9D22-7EDE1CEEE83D}"/>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a:t>
            </a:r>
          </a:p>
        </p:txBody>
      </p:sp>
      <p:sp>
        <p:nvSpPr>
          <p:cNvPr id="32" name="TextBox 31">
            <a:extLst>
              <a:ext uri="{FF2B5EF4-FFF2-40B4-BE49-F238E27FC236}">
                <a16:creationId xmlns:a16="http://schemas.microsoft.com/office/drawing/2014/main" id="{7D10FE03-E5A4-9BAC-B56F-E688FCE57816}"/>
              </a:ext>
            </a:extLst>
          </p:cNvPr>
          <p:cNvSpPr txBox="1"/>
          <p:nvPr/>
        </p:nvSpPr>
        <p:spPr>
          <a:xfrm>
            <a:off x="6654802" y="3406653"/>
            <a:ext cx="570089" cy="230832"/>
          </a:xfrm>
          <a:prstGeom prst="rect">
            <a:avLst/>
          </a:prstGeom>
          <a:noFill/>
        </p:spPr>
        <p:txBody>
          <a:bodyPr wrap="square" rtlCol="0">
            <a:spAutoFit/>
          </a:bodyPr>
          <a:lstStyle/>
          <a:p>
            <a:pPr algn="ctr"/>
            <a:r>
              <a:rPr lang="en-US" sz="900" dirty="0"/>
              <a:t>4321</a:t>
            </a:r>
          </a:p>
        </p:txBody>
      </p:sp>
      <p:sp>
        <p:nvSpPr>
          <p:cNvPr id="37" name="TextBox 36">
            <a:extLst>
              <a:ext uri="{FF2B5EF4-FFF2-40B4-BE49-F238E27FC236}">
                <a16:creationId xmlns:a16="http://schemas.microsoft.com/office/drawing/2014/main" id="{580D9794-C1DE-D494-935E-6F1F446F072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E343095-6E84-68C7-4E6A-DC228B0F4416}"/>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7B532326-718F-774F-8684-75812419ED54}"/>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8F52963-3C3A-4563-57DC-6B7001F0D12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8999601B-4462-82A4-6A9E-A70648807C44}"/>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73F9738E-6E5F-1989-4CED-E3DC435CD9E8}"/>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AB89F8DB-EABD-5AA9-E2EF-9BFFD3408797}"/>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856B800B-0F38-223B-798A-47088FBFA6C1}"/>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C729B6BD-5EBF-1D1E-B5CE-F4F55A89D2D2}"/>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D0A159B2-2588-CA37-36BB-22BF43A2C3C5}"/>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CF65B82E-B5F4-6DF9-FE80-E0DCDDAF174D}"/>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66A88383-5386-9D4D-AB0B-A9F60DD5E7D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0217FFC0-31AD-DBAD-AE88-A1255BAE7215}"/>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D71A7370-090F-7E3F-4196-EB200BE4127D}"/>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0835EA31-6EF8-16DC-7C3E-B65305D8266F}"/>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5404E202-AE71-60D5-7C61-CAE70883E030}"/>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F6F348E2-48BA-ED0F-63AC-E94A9344B375}"/>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E967F044-1AB9-399E-9388-55F5DD1DD45E}"/>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5EB39FB5-2C26-3218-EBBE-6A797FBA7E17}"/>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18F00838-5ED9-A7C9-0BB4-48EB7C2BECDC}"/>
              </a:ext>
            </a:extLst>
          </p:cNvPr>
          <p:cNvSpPr txBox="1"/>
          <p:nvPr/>
        </p:nvSpPr>
        <p:spPr>
          <a:xfrm>
            <a:off x="6152446" y="1402877"/>
            <a:ext cx="570089" cy="230832"/>
          </a:xfrm>
          <a:prstGeom prst="rect">
            <a:avLst/>
          </a:prstGeom>
          <a:noFill/>
        </p:spPr>
        <p:txBody>
          <a:bodyPr wrap="square" rtlCol="0">
            <a:spAutoFit/>
          </a:bodyPr>
          <a:lstStyle/>
          <a:p>
            <a:pPr algn="ctr"/>
            <a:r>
              <a:rPr lang="en-US" sz="900" dirty="0"/>
              <a:t>4589</a:t>
            </a:r>
          </a:p>
        </p:txBody>
      </p:sp>
      <p:sp>
        <p:nvSpPr>
          <p:cNvPr id="53" name="TextBox 52">
            <a:extLst>
              <a:ext uri="{FF2B5EF4-FFF2-40B4-BE49-F238E27FC236}">
                <a16:creationId xmlns:a16="http://schemas.microsoft.com/office/drawing/2014/main" id="{01009202-6857-E5FF-7B63-91D87334E162}"/>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0636E19A-597A-F073-05E6-40EE8EDEC926}"/>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6B5B7C1C-1D72-A84D-F3EC-09535BAE00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F27DE0D7-C1C3-B748-903A-728FECFFF883}"/>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218A9FA3-9A4C-E0ED-E5C0-7E8D1B1406B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880755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31333-D049-8204-F778-12F919EB0D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0197B6D-7D4A-E423-D933-58666C99F09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2C826C1-E7D1-E4B1-3A0D-5B2D543B235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A7653BE-9585-7C2A-BEC9-105715E06FF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5B075E-713A-A91E-D902-989764E7C8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4EE184A-54DD-534B-65BF-222F35B2314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43F19FC-3C78-5E69-B99A-1BFF7AE9141D}"/>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E595C11-060C-1A13-556F-7CAC199F81AF}"/>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85B8D25-7269-00B7-A51F-69FD5A004E71}"/>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9AAF13A5-B980-9355-0737-FC7165CB884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7F49161-A3FF-6ADA-D0C7-A9F4356EE840}"/>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A8D3DA8E-FB30-C591-7C2B-64501F5E57A1}"/>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99BDEF06-D4D9-22C5-E181-E9A31B556433}"/>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DDCAF3BB-D1FA-F017-BCC7-902C6BB4BC72}"/>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55754A95-EFA3-3592-28CB-EF2BF902A15E}"/>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A8ECD507-4641-E5EC-AFAD-8CC6950E28E7}"/>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C00308DD-073C-3749-00C9-CFDB457BB3A6}"/>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F373EA51-F667-9F5E-3434-E15F0B594642}"/>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F19979A2-3D40-B87F-F19B-F9970B9C85F8}"/>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1A008829-743D-A688-5F75-6B020699DD0A}"/>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5FDBBF01-DFC8-458B-05E5-1468B31366E0}"/>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0C2C4387-27F9-BBE8-DD46-ADD42F7B6169}"/>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E314D773-D27F-0346-A160-4E7A59161C9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06C9F830-2F55-A7F2-61E7-0F9280F2DA7B}"/>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A96D190F-7797-5D08-F231-F1A16571BA6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D5608CD-EC76-763E-5B74-23F785C30976}"/>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6777650-75F2-384D-AC90-FE86819B27A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F2F46E3-D624-24AA-84B3-ABDBB4CBC040}"/>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DCA17480-C20E-1B14-D67F-C07AB63F2515}"/>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EBAC98DF-841C-2A81-A85D-47B42DC5CB5E}"/>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E070ED4-7F5A-D6DC-F831-6E43A932E56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D5B01A32-167E-27E0-4342-2262BCE69C2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9AF85B0-AEEB-F387-7962-263815D19C4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700875A-98D7-9D84-1ED3-4A53FCF9E9F2}"/>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72F45AD-9323-FCD7-BA08-39D896374B10}"/>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056132F0-43A5-E629-C3DE-444636625054}"/>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D930D81C-5513-2278-82F0-47FB9688760F}"/>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EA4D3B39-D13F-E1CF-58E1-C448ABEADD4C}"/>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73769C1E-89A6-839C-C2C1-7420AAC5F36D}"/>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AC181574-AF91-9075-F89C-61461B5AA5FA}"/>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830803D2-D717-219E-4E1D-E42F8B6862EF}"/>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B73C49FF-D1A7-9204-50BA-AD7F5AD5CF93}"/>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B7240BCA-81A6-5FF9-4A4F-B1D5D978F8B8}"/>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4DF69726-733A-6A25-72AD-79EC147D07A0}"/>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93026996-D0ED-149A-566D-554398D6F426}"/>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DD61ADAC-88E2-D08E-5914-EEBE139250FB}"/>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9974A6E6-EA46-161F-4F30-64DE2EE6F331}"/>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0541F633-804D-8903-EF13-543A37C95858}"/>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46C4FF28-7A37-21A9-A111-E3FA926D4E36}"/>
              </a:ext>
            </a:extLst>
          </p:cNvPr>
          <p:cNvSpPr txBox="1"/>
          <p:nvPr/>
        </p:nvSpPr>
        <p:spPr>
          <a:xfrm>
            <a:off x="6152446" y="1402877"/>
            <a:ext cx="570089" cy="230832"/>
          </a:xfrm>
          <a:prstGeom prst="rect">
            <a:avLst/>
          </a:prstGeom>
          <a:noFill/>
        </p:spPr>
        <p:txBody>
          <a:bodyPr wrap="square" rtlCol="0">
            <a:spAutoFit/>
          </a:bodyPr>
          <a:lstStyle/>
          <a:p>
            <a:pPr algn="ctr"/>
            <a:r>
              <a:rPr lang="en-US" sz="900" dirty="0"/>
              <a:t>4589</a:t>
            </a:r>
          </a:p>
        </p:txBody>
      </p:sp>
      <p:sp>
        <p:nvSpPr>
          <p:cNvPr id="53" name="TextBox 52">
            <a:extLst>
              <a:ext uri="{FF2B5EF4-FFF2-40B4-BE49-F238E27FC236}">
                <a16:creationId xmlns:a16="http://schemas.microsoft.com/office/drawing/2014/main" id="{FB374D79-5FA0-CA23-1302-8CCCB77AFDB6}"/>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64AC2FA8-2660-07DF-A5C2-C73230774BD7}"/>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412F4C6-6DA9-7E0E-36CD-BA0D503108B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3AD7A1B2-27E9-4530-7F7B-4EF89BBED976}"/>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996CD56-7E99-9147-6F58-1B8423C076F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96CCA318-448D-816D-69A5-7B3FB7B2337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F9FDD52D-F14F-0A13-8B27-47DE841D4D5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9781308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24C4-6A5D-DA98-74B9-9A163CA51D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A79115-9CC5-919A-5D37-C94028CB191B}"/>
              </a:ext>
            </a:extLst>
          </p:cNvPr>
          <p:cNvSpPr>
            <a:spLocks noGrp="1"/>
          </p:cNvSpPr>
          <p:nvPr>
            <p:ph sz="half" idx="1"/>
          </p:nvPr>
        </p:nvSpPr>
        <p:spPr/>
        <p:txBody>
          <a:bodyPr/>
          <a:lstStyle/>
          <a:p>
            <a:r>
              <a:rPr lang="en-US" dirty="0"/>
              <a:t>[21 in 4] -&gt; [13 in 2]</a:t>
            </a:r>
          </a:p>
        </p:txBody>
      </p:sp>
      <p:pic>
        <p:nvPicPr>
          <p:cNvPr id="4" name="Picture 3" descr="A grid of sudoku puzzle&#10;&#10;Description automatically generated">
            <a:extLst>
              <a:ext uri="{FF2B5EF4-FFF2-40B4-BE49-F238E27FC236}">
                <a16:creationId xmlns:a16="http://schemas.microsoft.com/office/drawing/2014/main" id="{0BA54C7C-D8B4-FDB3-2BEF-56DCC264B6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D41DB7-2616-5223-156A-33611FFCAB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6552C0F-A626-F991-437D-D2C658EBD6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C22D44F-41E7-B108-17BC-3A5E894D6FA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507A795-636D-7091-FCB5-CE9B24146ACF}"/>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39B7EFAB-61A5-695B-6EB7-E60CE815CA43}"/>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0B5617B-A6E8-7260-8EA8-B42BBB9F288E}"/>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547F4133-8365-B8C0-871D-9F56273419F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122988A-271A-39E0-EDF1-0454FAF8FCDF}"/>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603CAD3-3885-D40B-5E39-08F0479B1D5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A6A59A7-AC7F-76FF-AC81-C4D00C29F175}"/>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F91A94D0-15B3-1C35-71F6-E05AEC4C05C2}"/>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AB9133F7-1399-FE6D-A23E-B04FD4CCDA1D}"/>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B3492CB7-CB98-0A86-9CAA-97B22D8967B6}"/>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01E95C57-7BAA-546E-FA9D-7D5CE7D8F662}"/>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BFC04748-FA21-70CC-0B05-6D4EAD5432D4}"/>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A021A8BF-D57D-09BC-744E-D436260F03EF}"/>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435CE841-CB21-91D6-7FF1-C2EB67B87CC3}"/>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CB543AF4-41E0-F92E-A1DD-34D62200CF94}"/>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8C4CA02E-759D-DA95-8512-41978B252FE4}"/>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7DFF10CE-4D8C-0156-C0BD-E548C9DDA549}"/>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5686DA43-7572-0E3F-7FF3-33FEF365D487}"/>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361C5D03-BDD1-C6C4-4303-460CE9EC2BA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95B6B6A-688D-F5CF-57F7-9D6705AA08BE}"/>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026A9DF-7FE5-ABD0-5725-1F8A4229199F}"/>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069D10F-B98E-9C2F-7048-B7949FE707DB}"/>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9B4D36FE-F443-9713-CFBD-00AAD15ED361}"/>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13F24C6E-E671-280B-EB0C-11A9DE18A5EF}"/>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9C6A720-D686-3274-7B29-199BC0739767}"/>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D0B68BE-654C-ACF1-2034-B02B8750466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8D2BCEC-7BB1-808F-6FEA-0E5AD0745E07}"/>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249424D-1722-9752-2700-04CD56E070C3}"/>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414B95A-DFE8-5044-4AEF-494A5688268D}"/>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0AC9D4EF-4894-6E48-49CC-1C8BE87A4358}"/>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564B065B-EB79-74F3-AA32-7DC5AC349856}"/>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99F5D8BC-3B82-DA39-3C14-B1E2EEC65F02}"/>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AAB2D5B1-59B3-E528-2794-4BAE0E8C8AC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1B0F6E86-1579-93BE-46F6-36675E1ED5EE}"/>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D787694A-E208-DB0B-D120-D3CAE3DD2895}"/>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92757E6F-412A-2C1E-C337-B81F10F5BBAF}"/>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8C3064DD-0946-B44A-18C2-11C058289DC3}"/>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52CA3876-9CC7-AC14-E6DD-5ED8510B2F19}"/>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9F3C8AB1-09A3-163E-99DF-8F353A1499A2}"/>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3B4A7C5E-0A8E-DE6D-727E-21272F3C39A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8A5987B8-CBDF-7457-B3B4-5099AFBD7D74}"/>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3CBE9258-7460-8FA9-2C53-A8F3293C2A25}"/>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20CE426B-649A-4511-EBEE-1E2536225AD2}"/>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3" name="TextBox 52">
            <a:extLst>
              <a:ext uri="{FF2B5EF4-FFF2-40B4-BE49-F238E27FC236}">
                <a16:creationId xmlns:a16="http://schemas.microsoft.com/office/drawing/2014/main" id="{5F26D203-9050-4CD2-721F-FEB2DC56D857}"/>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186F1C4C-2F4B-BC32-B4E3-9B2AAC677FE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98CAF7B-885B-1175-8B29-CDB590662731}"/>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D737FBB4-824D-216F-2B6C-FDB2F0678B99}"/>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0BF6343C-BBF5-DFD0-CDCA-16708D2D723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53C3D15-3CFB-D196-706D-6DF072F5FC8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547B1F10-4441-FBB1-7632-C9382E8EC06D}"/>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6528452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C0176-DFD3-AF9D-C936-B33FE47F7C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3FBD78-0B40-6AB3-46A1-FD7E04BA51E6}"/>
              </a:ext>
            </a:extLst>
          </p:cNvPr>
          <p:cNvSpPr>
            <a:spLocks noGrp="1"/>
          </p:cNvSpPr>
          <p:nvPr>
            <p:ph sz="half" idx="1"/>
          </p:nvPr>
        </p:nvSpPr>
        <p:spPr/>
        <p:txBody>
          <a:bodyPr/>
          <a:lstStyle/>
          <a:p>
            <a:r>
              <a:rPr lang="en-US" dirty="0"/>
              <a:t>Complete Column 8.</a:t>
            </a:r>
          </a:p>
        </p:txBody>
      </p:sp>
      <p:pic>
        <p:nvPicPr>
          <p:cNvPr id="4" name="Picture 3" descr="A grid of sudoku puzzle&#10;&#10;Description automatically generated">
            <a:extLst>
              <a:ext uri="{FF2B5EF4-FFF2-40B4-BE49-F238E27FC236}">
                <a16:creationId xmlns:a16="http://schemas.microsoft.com/office/drawing/2014/main" id="{A8B5B702-EC6F-93AE-3047-5ECB539C272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652660E-9B3B-F70D-FB2E-9DA165CAF8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07828E-18C2-E204-6B57-503BDDE99E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25E9FD0-C537-964E-CF54-6C6BE37FDFF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A6D3623-63B6-D2E7-B9A6-C8A75AA62BF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096A1597-A74A-6AFC-F784-DE8A1CBB0395}"/>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8A3843E0-0F1F-D09A-D3FB-5C4B0F4BCEB3}"/>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322AE779-279C-0542-4D50-CCBF33D30B6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D7AC989-4266-C12B-374E-C9A5B7051700}"/>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71C969DA-F6CC-66CC-73CB-90FF1058453F}"/>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173D127-3A1F-E7BC-3EDC-09F5F269A322}"/>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0D68DB84-7289-80EA-0E10-51CE114C3A89}"/>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F9A2BF9D-6A53-CF00-44A5-ACA0B50CA8A1}"/>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B355E7A2-0E88-B2DD-2DC6-C6B9C12BCD2C}"/>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0CBEA57B-7010-50A4-5F01-5BA269895C92}"/>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06455A8C-5F81-EF82-AE58-2BB85FFB7D40}"/>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63CE1C73-936B-0D6E-B147-A68F99315980}"/>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0B953AB7-5E26-4D0D-AA49-01A227CE0469}"/>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4E5996C5-0301-9487-C45C-F9258F57F147}"/>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222C49A5-1198-82A2-12F7-2843D3B97B13}"/>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4F1104E9-878B-C388-1D25-48E8C689C1A7}"/>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D77A43E7-C9FB-ED32-8CEF-1CA93DC167CA}"/>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AE287E41-E9A5-CCD0-AD97-D0B81C28CB7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BE22234-B65B-ECEF-3E66-F8E358AB206A}"/>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FB59AEF8-1921-179D-E5BF-89CA3BDF0A1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F6366CB1-A30F-4CD4-B9BB-563D74B88982}"/>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870570E1-9199-CE89-0AD9-FE6D5E6FED7F}"/>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36916651-0C09-1A6A-B63B-A230C364F58D}"/>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BA48160-069D-8429-3162-CCEC9DFFC9E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81D26941-F884-CC58-5EED-5DED695A4331}"/>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45712BC-C1C0-07D0-5472-CDF4F0FD46E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FFB081BF-F021-1EC2-00BA-AD85C8998009}"/>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45AB993D-1696-F06A-8283-64E616FD204C}"/>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253845F5-D0BD-C4A3-82E8-BD689F79E7B2}"/>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B6D14CB9-01E4-B934-2275-76F3DF9BF987}"/>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06457CF8-90C4-F5B3-2366-0885C7627F5F}"/>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72256197-8863-4BE0-E9E4-C01A8F221C3B}"/>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221E96E2-1F86-9509-01D1-9FD70818A7E3}"/>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FA3E6A46-DE75-02F3-E49C-F33E3AA11687}"/>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45060ACA-2B8F-40A8-CE2A-0DDF0205F9BF}"/>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AD5FAF74-A3B2-E5E0-0A91-24E0FB763AB3}"/>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48A1B53B-F523-16D0-7E2F-1BA7AB41AF4E}"/>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F8ACDC19-3084-CA3B-C818-A51EAE241864}"/>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B00E72E2-CC91-77EF-095A-596692169DA6}"/>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7A49ADAD-9579-04EB-030B-642E9C61F32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06E2E1DA-2A6E-AF19-F76B-60CF3C36FFF5}"/>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964EEBF2-6824-57E4-15D3-FFFF1081CC8A}"/>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3" name="TextBox 52">
            <a:extLst>
              <a:ext uri="{FF2B5EF4-FFF2-40B4-BE49-F238E27FC236}">
                <a16:creationId xmlns:a16="http://schemas.microsoft.com/office/drawing/2014/main" id="{7B686A2B-9C62-DF9A-9FD2-C1DE2F3822CE}"/>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FFB54374-3C78-834B-5C2B-70367F224335}"/>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0D759B5-4290-3C66-0E6A-67D4F1CFD0A1}"/>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473B123-6328-1A0F-3D02-2D2467CA986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36E7017-A29E-B01B-96C4-FAF95560F3AC}"/>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F7223306-40F5-15DB-1517-544D2991937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FF3E4DF5-20C5-5B8E-989C-DB788E419F8D}"/>
              </a:ext>
            </a:extLst>
          </p:cNvPr>
          <p:cNvSpPr txBox="1"/>
          <p:nvPr/>
        </p:nvSpPr>
        <p:spPr>
          <a:xfrm>
            <a:off x="6654802" y="3907597"/>
            <a:ext cx="570089" cy="230832"/>
          </a:xfrm>
          <a:prstGeom prst="rect">
            <a:avLst/>
          </a:prstGeom>
          <a:noFill/>
        </p:spPr>
        <p:txBody>
          <a:bodyPr wrap="square" rtlCol="0">
            <a:spAutoFit/>
          </a:bodyPr>
          <a:lstStyle/>
          <a:p>
            <a:pPr algn="ctr"/>
            <a:r>
              <a:rPr lang="en-US" sz="900" dirty="0"/>
              <a:t>489</a:t>
            </a:r>
          </a:p>
        </p:txBody>
      </p:sp>
      <p:sp>
        <p:nvSpPr>
          <p:cNvPr id="14" name="TextBox 13">
            <a:extLst>
              <a:ext uri="{FF2B5EF4-FFF2-40B4-BE49-F238E27FC236}">
                <a16:creationId xmlns:a16="http://schemas.microsoft.com/office/drawing/2014/main" id="{D9CCA868-2B7A-93EC-87E3-C241F40EF5E3}"/>
              </a:ext>
            </a:extLst>
          </p:cNvPr>
          <p:cNvSpPr txBox="1"/>
          <p:nvPr/>
        </p:nvSpPr>
        <p:spPr>
          <a:xfrm>
            <a:off x="6654802" y="4408541"/>
            <a:ext cx="570089" cy="230832"/>
          </a:xfrm>
          <a:prstGeom prst="rect">
            <a:avLst/>
          </a:prstGeom>
          <a:noFill/>
        </p:spPr>
        <p:txBody>
          <a:bodyPr wrap="square" rtlCol="0">
            <a:spAutoFit/>
          </a:bodyPr>
          <a:lstStyle/>
          <a:p>
            <a:pPr algn="ctr"/>
            <a:r>
              <a:rPr lang="en-US" sz="900" dirty="0"/>
              <a:t>489</a:t>
            </a:r>
          </a:p>
        </p:txBody>
      </p:sp>
      <p:sp>
        <p:nvSpPr>
          <p:cNvPr id="56" name="TextBox 55">
            <a:extLst>
              <a:ext uri="{FF2B5EF4-FFF2-40B4-BE49-F238E27FC236}">
                <a16:creationId xmlns:a16="http://schemas.microsoft.com/office/drawing/2014/main" id="{008FD90B-25C1-CF81-987D-48ED408D0558}"/>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2305409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1FDE6-4BEA-7660-2D2E-216FAECC79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723D59-D2F2-D296-26DC-F766D5939766}"/>
              </a:ext>
            </a:extLst>
          </p:cNvPr>
          <p:cNvSpPr>
            <a:spLocks noGrp="1"/>
          </p:cNvSpPr>
          <p:nvPr>
            <p:ph sz="half" idx="1"/>
          </p:nvPr>
        </p:nvSpPr>
        <p:spPr/>
        <p:txBody>
          <a:bodyPr/>
          <a:lstStyle/>
          <a:p>
            <a:r>
              <a:rPr lang="en-US" dirty="0"/>
              <a:t>Complete lower right block.</a:t>
            </a:r>
          </a:p>
        </p:txBody>
      </p:sp>
      <p:pic>
        <p:nvPicPr>
          <p:cNvPr id="4" name="Picture 3" descr="A grid of sudoku puzzle&#10;&#10;Description automatically generated">
            <a:extLst>
              <a:ext uri="{FF2B5EF4-FFF2-40B4-BE49-F238E27FC236}">
                <a16:creationId xmlns:a16="http://schemas.microsoft.com/office/drawing/2014/main" id="{8A90EC7C-F3F5-7924-BB21-E750789F71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E901069-AA20-4522-C259-FAD1AEF8B5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7E8B0B-388A-B21F-D08C-8FA2E6A18E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1ABAD2-FEC5-56EC-70BD-B3825897A08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916AA97-505D-715A-4696-56057B3EBAF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EEC5A5B2-8679-AE43-62DF-18388544663A}"/>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ACFB9C45-6FC4-6C36-E262-FFC8B26DB089}"/>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6CC2C792-CA06-6DA3-1DAC-4084A43761C0}"/>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1FE2405E-CA41-E94B-9BE8-C8300F94D506}"/>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D95B83E-BD4F-1284-D3BE-D951B0628217}"/>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7CF55F93-1706-7B88-403F-0D92BC343045}"/>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34BB14AE-A31D-7009-C062-84E77B3A74B3}"/>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7AA1755E-58DC-D4BB-00DF-69D7C55AE16B}"/>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082B9DC1-DE05-5B20-4C69-8FF084B867DA}"/>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06EA866B-7DC8-1A51-3247-B8066BB62E91}"/>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2952CBCA-985A-E81A-C8AF-3541BFE5F044}"/>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A3BB006E-E51B-E8F6-EEB8-D603DB19D4A9}"/>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6F1118A8-C932-990A-3521-A84E0D444B45}"/>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8EAFDC2-2DB7-A316-C9C3-CBA436B41AB5}"/>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B2A4F70A-F761-EA0A-EBCA-EB856BF1B6EB}"/>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30554CD3-1578-E4B6-96B4-7CEC0FD73C86}"/>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05227580-08D9-53F7-CD9D-2B05BEF44995}"/>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C0EE4D7C-3779-F320-1D6F-A53DED65923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0AFB851-4F14-CEF3-2691-3718D8F42F18}"/>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4AF381C-AA9B-F9B5-C82A-F3B73F90DBF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297CBCBF-B7EC-9057-93EE-E7B91ED0FF48}"/>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1C390F9F-1083-B508-A9C5-2E38984DCEC3}"/>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D7F2BAB9-71B7-5CCB-FFC6-708B9644C29E}"/>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CDD4E28-7C6B-0A82-C162-A156BCE557E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33BAC73C-AFEE-EEA9-3C9B-965F09E82353}"/>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C231F53-AA3C-7894-D006-E3FDAC1E864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0FDF411A-DC66-DB81-DF3C-9C94F585E319}"/>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4455405-D908-5D3C-5AAF-C7744AC6607D}"/>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EA10090A-AB96-C796-032C-1C21C2607FD9}"/>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1020796A-6E08-3BCA-A9EE-E6269CC5D12F}"/>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BDBE6F00-A517-F58E-099B-2806F8A84B7A}"/>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1D8E6678-418E-209B-DE33-24E2E3506192}"/>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E1B878D5-CDB4-17CF-180B-215CD8C3D32E}"/>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0ED04355-253C-55C7-64AB-1CF5E61F1B3D}"/>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50A9C6D1-0BD2-725E-382D-0B517E034C2B}"/>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F7D6C995-2F35-074F-AE50-90419A2A5C13}"/>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7F9F8469-2CC6-8C2F-CFDF-8D9A26FFBBF9}"/>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01A23142-DC41-6519-4BB2-086963E0526E}"/>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8BD2CC74-AD4D-BCB2-834F-D1D6A739362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A3E8CE11-058A-72A9-A21A-6982BC066F4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07503EAA-123F-FF1E-3D31-075264778C6D}"/>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383599A2-5632-32AC-4A29-09E052BC6236}"/>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3" name="TextBox 52">
            <a:extLst>
              <a:ext uri="{FF2B5EF4-FFF2-40B4-BE49-F238E27FC236}">
                <a16:creationId xmlns:a16="http://schemas.microsoft.com/office/drawing/2014/main" id="{CF7CF2EF-CC59-130C-F762-DDB478473CA0}"/>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921D0D0A-B3EE-5263-5E01-64864623C9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15FF0C13-FB48-C6D7-3065-8CD7813ED56C}"/>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F910FE94-14B6-CD80-C5FA-6C1D5C4DA469}"/>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CE38D9A2-761E-773B-0336-65192D3087D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AD06690A-F29A-8CBB-CE7D-10811484C3E2}"/>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7158D3F6-F7B5-4B3B-C69E-7B59D72627C0}"/>
              </a:ext>
            </a:extLst>
          </p:cNvPr>
          <p:cNvSpPr txBox="1"/>
          <p:nvPr/>
        </p:nvSpPr>
        <p:spPr>
          <a:xfrm>
            <a:off x="6654802" y="3907597"/>
            <a:ext cx="570089" cy="230832"/>
          </a:xfrm>
          <a:prstGeom prst="rect">
            <a:avLst/>
          </a:prstGeom>
          <a:noFill/>
        </p:spPr>
        <p:txBody>
          <a:bodyPr wrap="square" rtlCol="0">
            <a:spAutoFit/>
          </a:bodyPr>
          <a:lstStyle/>
          <a:p>
            <a:pPr algn="ctr"/>
            <a:r>
              <a:rPr lang="en-US" sz="900" dirty="0"/>
              <a:t>489</a:t>
            </a:r>
          </a:p>
        </p:txBody>
      </p:sp>
      <p:sp>
        <p:nvSpPr>
          <p:cNvPr id="14" name="TextBox 13">
            <a:extLst>
              <a:ext uri="{FF2B5EF4-FFF2-40B4-BE49-F238E27FC236}">
                <a16:creationId xmlns:a16="http://schemas.microsoft.com/office/drawing/2014/main" id="{470B1C50-40AB-DD2B-2834-B447416F51A5}"/>
              </a:ext>
            </a:extLst>
          </p:cNvPr>
          <p:cNvSpPr txBox="1"/>
          <p:nvPr/>
        </p:nvSpPr>
        <p:spPr>
          <a:xfrm>
            <a:off x="6654802" y="4408541"/>
            <a:ext cx="570089" cy="230832"/>
          </a:xfrm>
          <a:prstGeom prst="rect">
            <a:avLst/>
          </a:prstGeom>
          <a:noFill/>
        </p:spPr>
        <p:txBody>
          <a:bodyPr wrap="square" rtlCol="0">
            <a:spAutoFit/>
          </a:bodyPr>
          <a:lstStyle/>
          <a:p>
            <a:pPr algn="ctr"/>
            <a:r>
              <a:rPr lang="en-US" sz="900" dirty="0"/>
              <a:t>489</a:t>
            </a:r>
          </a:p>
        </p:txBody>
      </p:sp>
      <p:sp>
        <p:nvSpPr>
          <p:cNvPr id="56" name="TextBox 55">
            <a:extLst>
              <a:ext uri="{FF2B5EF4-FFF2-40B4-BE49-F238E27FC236}">
                <a16:creationId xmlns:a16="http://schemas.microsoft.com/office/drawing/2014/main" id="{1931DECC-834C-7223-DB67-A77761A12C62}"/>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F6F3AF9D-69C6-5C7C-EA9A-6122AE69BEAF}"/>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9A54FDB9-7C9B-E2C2-5C78-322CB8C20A6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4960887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32855-9DF1-2C04-8E79-A16B96DEA7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C15036-E207-23A4-29C9-78D809E85BCA}"/>
              </a:ext>
            </a:extLst>
          </p:cNvPr>
          <p:cNvSpPr>
            <a:spLocks noGrp="1"/>
          </p:cNvSpPr>
          <p:nvPr>
            <p:ph sz="half" idx="1"/>
          </p:nvPr>
        </p:nvSpPr>
        <p:spPr/>
        <p:txBody>
          <a:bodyPr/>
          <a:lstStyle/>
          <a:p>
            <a:r>
              <a:rPr lang="en-US" dirty="0"/>
              <a:t>Complete Column 7.</a:t>
            </a:r>
          </a:p>
        </p:txBody>
      </p:sp>
      <p:pic>
        <p:nvPicPr>
          <p:cNvPr id="4" name="Picture 3" descr="A grid of sudoku puzzle&#10;&#10;Description automatically generated">
            <a:extLst>
              <a:ext uri="{FF2B5EF4-FFF2-40B4-BE49-F238E27FC236}">
                <a16:creationId xmlns:a16="http://schemas.microsoft.com/office/drawing/2014/main" id="{F4A46D31-46D9-DEB1-02A4-04F3279D98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3E9C2E2-D41E-A233-4D71-42527228C91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B582EDE-3F88-A187-B528-CF803495A6B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498344-FAD2-9B5A-FD68-B0CBCD78AB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A067B3-78FE-C683-99BB-12C67D56AA8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D5355BE4-AFD3-94B6-E0EF-7D0DE482BAAD}"/>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05E3CCC4-4E5F-88F2-1DBF-BF387F44BB38}"/>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8A0473EB-F30A-2DD5-7968-E37861BD205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2831D82-AE4C-786E-B64D-503B2963A78B}"/>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B8E222A-D198-31D8-A316-9F46CFAEE458}"/>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2564441B-7A53-4C0D-E21A-563AEB497BC2}"/>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C3617672-B83A-4D77-2F72-FDD80FF6B0D5}"/>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471DA664-323F-8304-DFB3-72E7C8870CD4}"/>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5D2E8D95-35EF-640F-562D-32F90E5940E8}"/>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86369469-E104-E0BC-BE8B-99C58DE9302B}"/>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9F1839E9-30E1-083C-C184-CBB02C0EC9B9}"/>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AD78E11E-0C12-0985-5FD7-9778F8179F69}"/>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C3D94314-C25B-6D84-0008-29069996961D}"/>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E22C5B8-769E-9E6D-84F9-AC23F4C23B43}"/>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DD5A8F56-84A6-5F5C-08BB-2326D5DE9B9A}"/>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46F7DB0B-EBF0-FF30-737A-40FB227A14E3}"/>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3EB1F2F5-AB97-B9E5-DC15-2594CEBC5FD3}"/>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6365A297-5EDF-3608-FB86-A6C5BBE4D69D}"/>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1507536-6942-5457-0DF0-91171327C549}"/>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417ADC0-DE79-F15B-314E-1BF6A70AA43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5C2ED9BA-DC01-295C-6A06-C2ABEB07F18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AF44DF38-CFCC-BC62-74E6-7F4D4BD0D9B5}"/>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F744025A-1219-7A14-3D46-AEF9F56199AB}"/>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65133D8-A703-2EF3-00CA-78707A2A1C2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683C0346-AF9C-0E43-0279-7C1EE08CEB7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051A1B5-6E60-97EF-928C-F9BF372C8920}"/>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CCE5588-1E0C-5BA7-FD69-3A027693F11E}"/>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E7D9A41-8699-3BD7-8D1A-A9405CA005C8}"/>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5B6437D4-A3FB-A56E-62FB-C83A2E70A0F0}"/>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44D4C937-D6E7-6F11-6870-C00DC22C6D4C}"/>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174770D0-3502-21C0-A58A-15A5CDBF6223}"/>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5D1FF1A4-E7E9-7A43-D6C4-22894183998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7234D10D-BFFC-5C07-F661-7DF587411753}"/>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650ABD7E-F981-8395-B9E7-4505FB4AD8E8}"/>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3631F3C8-5CFE-5823-96EA-722769988634}"/>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EAA0598E-9C33-CB17-30CB-188000288E91}"/>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0A9EB970-F6BA-1599-3AEF-10D2734F93AD}"/>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24BA825D-CDF4-E53B-C0B3-9E60619FCA57}"/>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2EBC0D97-CE6A-EDF7-69D8-F3CCBE8AEE9A}"/>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6E560C4B-954B-04D5-89C0-F0A089505A12}"/>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51DE24FC-C5A1-CA8D-5D02-DD5F9E9B7916}"/>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02E1CC30-B93F-4F5B-529A-C6AA0FECF5D8}"/>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3" name="TextBox 52">
            <a:extLst>
              <a:ext uri="{FF2B5EF4-FFF2-40B4-BE49-F238E27FC236}">
                <a16:creationId xmlns:a16="http://schemas.microsoft.com/office/drawing/2014/main" id="{9AEA6CBB-ED95-5761-F87F-B9A9881586A8}"/>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52CC48DB-79D5-266B-4D52-9785A742CF34}"/>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D5497D2-00D4-ADBE-AE06-551B368064C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DB5ECBB3-3BEE-DCA2-BFD0-43EB9FEBA0F3}"/>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D1D5AF8-4AE7-ECDA-69DA-C4CD5E3E771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10DC2119-197E-DB49-2F66-F3DA8A43EC4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16844BBA-FD8D-C0C8-3EB8-DE790966ACE2}"/>
              </a:ext>
            </a:extLst>
          </p:cNvPr>
          <p:cNvSpPr txBox="1"/>
          <p:nvPr/>
        </p:nvSpPr>
        <p:spPr>
          <a:xfrm>
            <a:off x="6654802" y="3907597"/>
            <a:ext cx="570089" cy="230832"/>
          </a:xfrm>
          <a:prstGeom prst="rect">
            <a:avLst/>
          </a:prstGeom>
          <a:noFill/>
        </p:spPr>
        <p:txBody>
          <a:bodyPr wrap="square" rtlCol="0">
            <a:spAutoFit/>
          </a:bodyPr>
          <a:lstStyle/>
          <a:p>
            <a:pPr algn="ctr"/>
            <a:r>
              <a:rPr lang="en-US" sz="900" dirty="0"/>
              <a:t>489</a:t>
            </a:r>
          </a:p>
        </p:txBody>
      </p:sp>
      <p:sp>
        <p:nvSpPr>
          <p:cNvPr id="14" name="TextBox 13">
            <a:extLst>
              <a:ext uri="{FF2B5EF4-FFF2-40B4-BE49-F238E27FC236}">
                <a16:creationId xmlns:a16="http://schemas.microsoft.com/office/drawing/2014/main" id="{0633D206-1C05-D461-5F60-29FC23528194}"/>
              </a:ext>
            </a:extLst>
          </p:cNvPr>
          <p:cNvSpPr txBox="1"/>
          <p:nvPr/>
        </p:nvSpPr>
        <p:spPr>
          <a:xfrm>
            <a:off x="6654802" y="4408541"/>
            <a:ext cx="570089" cy="230832"/>
          </a:xfrm>
          <a:prstGeom prst="rect">
            <a:avLst/>
          </a:prstGeom>
          <a:noFill/>
        </p:spPr>
        <p:txBody>
          <a:bodyPr wrap="square" rtlCol="0">
            <a:spAutoFit/>
          </a:bodyPr>
          <a:lstStyle/>
          <a:p>
            <a:pPr algn="ctr"/>
            <a:r>
              <a:rPr lang="en-US" sz="900" dirty="0"/>
              <a:t>489</a:t>
            </a:r>
          </a:p>
        </p:txBody>
      </p:sp>
      <p:sp>
        <p:nvSpPr>
          <p:cNvPr id="56" name="TextBox 55">
            <a:extLst>
              <a:ext uri="{FF2B5EF4-FFF2-40B4-BE49-F238E27FC236}">
                <a16:creationId xmlns:a16="http://schemas.microsoft.com/office/drawing/2014/main" id="{563898BA-6BC9-295B-7353-DB24CC72ED5F}"/>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61C8634B-E0E0-2B95-64DD-6B2BDA0C6B95}"/>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B35E87F2-6C5D-E512-530B-B00D4A730B8C}"/>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45689</a:t>
            </a:r>
          </a:p>
        </p:txBody>
      </p:sp>
      <p:sp>
        <p:nvSpPr>
          <p:cNvPr id="62" name="TextBox 61">
            <a:extLst>
              <a:ext uri="{FF2B5EF4-FFF2-40B4-BE49-F238E27FC236}">
                <a16:creationId xmlns:a16="http://schemas.microsoft.com/office/drawing/2014/main" id="{62CFF0C8-67B2-73E5-615F-F941EC368713}"/>
              </a:ext>
            </a:extLst>
          </p:cNvPr>
          <p:cNvSpPr txBox="1"/>
          <p:nvPr/>
        </p:nvSpPr>
        <p:spPr>
          <a:xfrm>
            <a:off x="6152446" y="2905709"/>
            <a:ext cx="570089" cy="230832"/>
          </a:xfrm>
          <a:prstGeom prst="rect">
            <a:avLst/>
          </a:prstGeom>
          <a:noFill/>
        </p:spPr>
        <p:txBody>
          <a:bodyPr wrap="square" rtlCol="0">
            <a:spAutoFit/>
          </a:bodyPr>
          <a:lstStyle/>
          <a:p>
            <a:pPr algn="ctr"/>
            <a:r>
              <a:rPr lang="en-US" sz="900" dirty="0"/>
              <a:t>45689</a:t>
            </a:r>
          </a:p>
        </p:txBody>
      </p:sp>
      <p:sp>
        <p:nvSpPr>
          <p:cNvPr id="63" name="TextBox 62">
            <a:extLst>
              <a:ext uri="{FF2B5EF4-FFF2-40B4-BE49-F238E27FC236}">
                <a16:creationId xmlns:a16="http://schemas.microsoft.com/office/drawing/2014/main" id="{9F97A5EE-E6DF-9D77-B048-9364FD08C034}"/>
              </a:ext>
            </a:extLst>
          </p:cNvPr>
          <p:cNvSpPr txBox="1"/>
          <p:nvPr/>
        </p:nvSpPr>
        <p:spPr>
          <a:xfrm>
            <a:off x="6152446" y="3406653"/>
            <a:ext cx="570089" cy="230832"/>
          </a:xfrm>
          <a:prstGeom prst="rect">
            <a:avLst/>
          </a:prstGeom>
          <a:noFill/>
        </p:spPr>
        <p:txBody>
          <a:bodyPr wrap="square" rtlCol="0">
            <a:spAutoFit/>
          </a:bodyPr>
          <a:lstStyle/>
          <a:p>
            <a:pPr algn="ctr"/>
            <a:r>
              <a:rPr lang="en-US" sz="900" dirty="0"/>
              <a:t>4589</a:t>
            </a:r>
          </a:p>
        </p:txBody>
      </p:sp>
      <p:sp>
        <p:nvSpPr>
          <p:cNvPr id="64" name="TextBox 63">
            <a:extLst>
              <a:ext uri="{FF2B5EF4-FFF2-40B4-BE49-F238E27FC236}">
                <a16:creationId xmlns:a16="http://schemas.microsoft.com/office/drawing/2014/main" id="{EDE05A5D-F0B2-F752-2F8E-40439DDA9D2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42499232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EE89F-95E5-2173-1FF4-61F8170D99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22B78A-1953-B686-808F-160592DF4CCA}"/>
              </a:ext>
            </a:extLst>
          </p:cNvPr>
          <p:cNvSpPr>
            <a:spLocks noGrp="1"/>
          </p:cNvSpPr>
          <p:nvPr>
            <p:ph sz="half" idx="1"/>
          </p:nvPr>
        </p:nvSpPr>
        <p:spPr/>
        <p:txBody>
          <a:bodyPr/>
          <a:lstStyle/>
          <a:p>
            <a:r>
              <a:rPr lang="en-US" dirty="0"/>
              <a:t>[22 in 4] is two of 489 (12, 13, or 17) plus one of 72 (19, 20, 24, 14, 15, or 19) plus one more cell (X (3 conflicts with [24 in 4]), 2, X (too large), X (8 would repeat), 7, or X (3 conflicts with [24 in 4])). The two of 489 must be 49.</a:t>
            </a:r>
          </a:p>
        </p:txBody>
      </p:sp>
      <p:pic>
        <p:nvPicPr>
          <p:cNvPr id="4" name="Picture 3" descr="A grid of sudoku puzzle&#10;&#10;Description automatically generated">
            <a:extLst>
              <a:ext uri="{FF2B5EF4-FFF2-40B4-BE49-F238E27FC236}">
                <a16:creationId xmlns:a16="http://schemas.microsoft.com/office/drawing/2014/main" id="{052080E5-224F-60E8-24F5-A6203988299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AFB80B4-D9A0-615B-BAA8-182EFEC3983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6D40FE-ADF9-3932-0674-4542439631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325ED05-FED0-DEF6-6988-36BC6F632BB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F3E9229-FEE3-B275-C249-C4A4405F0E7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29C5B246-4D5D-4044-A9EB-31F9C86A5A59}"/>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F8AB48D3-E409-A45E-CDDD-2A1A1E57CC3C}"/>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CE033C93-B573-9B41-2CFF-4B24444E81F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5F430B98-6CA5-ABDA-48E9-7B51B97DEF8F}"/>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CC6C6CA-19D1-2DB3-48A8-2B6935164A6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D4F9138-57A7-873C-68B1-937BF80136F7}"/>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0EE59C51-4101-8173-8FEC-E050999D3E49}"/>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CDB2A35D-FF5A-C9B1-FB8C-3F98DFFDB2D2}"/>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CA86182D-940A-6198-A373-77C0B97A1A3E}"/>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D57E1BC2-F4CE-B738-D8FC-437C25FF355E}"/>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3C220F68-14F0-0A3E-EF8F-741DF3B390EA}"/>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E25B02D5-A412-81F6-21B2-5E45C3E22C4F}"/>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E3F4CFE1-F6EC-9E00-2536-82B41879BBAE}"/>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89154C78-6395-1222-BACD-F0BB61438168}"/>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9A61E164-2DFC-D37F-B91E-03D7D3E32236}"/>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9EFFBD97-849B-E78F-648B-F6417DE5882E}"/>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A2F3EC65-9A1F-2A5C-8D4B-A7B6C7453BB7}"/>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5F916799-BD47-DF9D-325E-9A5B97576B7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0F9F427-74F9-BC57-E4B7-EAE193118756}"/>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B085D1E-07B4-469E-45E1-4C69CBB1C8E5}"/>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A5A6A52-6BD9-9D9F-F04F-395A60B792E3}"/>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B32D1C53-9C14-0B36-B27D-A38E783D5C40}"/>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F74EFEF5-B47E-2FE0-D6AD-35720E9D857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7A7E53B-020E-C88A-EFD3-13957822AF7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84540F3A-361E-D9BB-515B-8C2E9A44297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62076AA-84FB-57AC-DDA1-A6A3A2DAC754}"/>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BD9C1251-CC5E-A4CF-F0D9-C57459D6A3F1}"/>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5AED0B53-2251-74AB-355B-AE933F95AD10}"/>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49322968-5260-3466-3269-DEB75D719A2A}"/>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B19C7ED0-34BE-3859-A60B-110009FAAECA}"/>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BE935B90-457D-8DA1-62B7-3D1A0402910D}"/>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4A7A699A-B5A1-078A-4688-34BE75124630}"/>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874B43EE-E3E4-7E91-99FC-54030B16FB23}"/>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9022844C-E3FE-22B4-F607-F162AC0FDE5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5" name="TextBox 44">
            <a:extLst>
              <a:ext uri="{FF2B5EF4-FFF2-40B4-BE49-F238E27FC236}">
                <a16:creationId xmlns:a16="http://schemas.microsoft.com/office/drawing/2014/main" id="{CD976EE4-7885-5A97-115A-7BD420FF369A}"/>
              </a:ext>
            </a:extLst>
          </p:cNvPr>
          <p:cNvSpPr txBox="1"/>
          <p:nvPr/>
        </p:nvSpPr>
        <p:spPr>
          <a:xfrm>
            <a:off x="6152446" y="4909484"/>
            <a:ext cx="570089" cy="230832"/>
          </a:xfrm>
          <a:prstGeom prst="rect">
            <a:avLst/>
          </a:prstGeom>
          <a:noFill/>
        </p:spPr>
        <p:txBody>
          <a:bodyPr wrap="square" rtlCol="0">
            <a:spAutoFit/>
          </a:bodyPr>
          <a:lstStyle/>
          <a:p>
            <a:pPr algn="ctr"/>
            <a:r>
              <a:rPr lang="en-US" sz="900" dirty="0"/>
              <a:t>489</a:t>
            </a:r>
          </a:p>
        </p:txBody>
      </p:sp>
      <p:sp>
        <p:nvSpPr>
          <p:cNvPr id="46" name="TextBox 45">
            <a:extLst>
              <a:ext uri="{FF2B5EF4-FFF2-40B4-BE49-F238E27FC236}">
                <a16:creationId xmlns:a16="http://schemas.microsoft.com/office/drawing/2014/main" id="{A07D6601-40F2-9A94-D9F8-8EB99B3F2779}"/>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AC9DB383-F14C-C145-4D74-CEBDE16F98EB}"/>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01EBAD28-48C6-35E0-49CA-88BFD61B4B4D}"/>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1220E0B3-668D-67ED-42DB-3699613947C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C6AECDB1-930A-2834-452A-19A856F7CF1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6BAB8879-52B3-9897-4CA5-D652FA8D6F83}"/>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174999B7-C6F3-34BE-FD2C-3B050B2BF408}"/>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3" name="TextBox 52">
            <a:extLst>
              <a:ext uri="{FF2B5EF4-FFF2-40B4-BE49-F238E27FC236}">
                <a16:creationId xmlns:a16="http://schemas.microsoft.com/office/drawing/2014/main" id="{096742B6-D50D-87F7-BBD7-455CB3620019}"/>
              </a:ext>
            </a:extLst>
          </p:cNvPr>
          <p:cNvSpPr txBox="1"/>
          <p:nvPr/>
        </p:nvSpPr>
        <p:spPr>
          <a:xfrm>
            <a:off x="6654802" y="1402877"/>
            <a:ext cx="570089" cy="230832"/>
          </a:xfrm>
          <a:prstGeom prst="rect">
            <a:avLst/>
          </a:prstGeom>
          <a:noFill/>
        </p:spPr>
        <p:txBody>
          <a:bodyPr wrap="square" rtlCol="0">
            <a:spAutoFit/>
          </a:bodyPr>
          <a:lstStyle/>
          <a:p>
            <a:pPr algn="ctr"/>
            <a:r>
              <a:rPr lang="en-US" sz="900" dirty="0"/>
              <a:t>489</a:t>
            </a:r>
          </a:p>
        </p:txBody>
      </p:sp>
      <p:sp>
        <p:nvSpPr>
          <p:cNvPr id="57" name="TextBox 56">
            <a:extLst>
              <a:ext uri="{FF2B5EF4-FFF2-40B4-BE49-F238E27FC236}">
                <a16:creationId xmlns:a16="http://schemas.microsoft.com/office/drawing/2014/main" id="{DCC66C07-C2B0-B385-178F-7D06B0EBFD8C}"/>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D0F862C-1708-6D3D-E17A-7BEF6C1C094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8BF43C3-C3FB-E25A-AD33-6B83EE3473EB}"/>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4F4B1B9-FA5E-18BA-2D47-F5E6F497583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FA8508D-0127-89AF-537F-F0E5284F0B6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397085F-B7E9-01A2-B6F1-6CB88C1BAD3C}"/>
              </a:ext>
            </a:extLst>
          </p:cNvPr>
          <p:cNvSpPr txBox="1"/>
          <p:nvPr/>
        </p:nvSpPr>
        <p:spPr>
          <a:xfrm>
            <a:off x="6654802" y="3907597"/>
            <a:ext cx="570089" cy="230832"/>
          </a:xfrm>
          <a:prstGeom prst="rect">
            <a:avLst/>
          </a:prstGeom>
          <a:noFill/>
        </p:spPr>
        <p:txBody>
          <a:bodyPr wrap="square" rtlCol="0">
            <a:spAutoFit/>
          </a:bodyPr>
          <a:lstStyle/>
          <a:p>
            <a:pPr algn="ctr"/>
            <a:r>
              <a:rPr lang="en-US" sz="900" dirty="0"/>
              <a:t>49</a:t>
            </a:r>
          </a:p>
        </p:txBody>
      </p:sp>
      <p:sp>
        <p:nvSpPr>
          <p:cNvPr id="14" name="TextBox 13">
            <a:extLst>
              <a:ext uri="{FF2B5EF4-FFF2-40B4-BE49-F238E27FC236}">
                <a16:creationId xmlns:a16="http://schemas.microsoft.com/office/drawing/2014/main" id="{D822F2C7-01A2-84C6-8D11-16F11C9257FE}"/>
              </a:ext>
            </a:extLst>
          </p:cNvPr>
          <p:cNvSpPr txBox="1"/>
          <p:nvPr/>
        </p:nvSpPr>
        <p:spPr>
          <a:xfrm>
            <a:off x="6654802" y="4408541"/>
            <a:ext cx="570089" cy="230832"/>
          </a:xfrm>
          <a:prstGeom prst="rect">
            <a:avLst/>
          </a:prstGeom>
          <a:noFill/>
        </p:spPr>
        <p:txBody>
          <a:bodyPr wrap="square" rtlCol="0">
            <a:spAutoFit/>
          </a:bodyPr>
          <a:lstStyle/>
          <a:p>
            <a:pPr algn="ctr"/>
            <a:r>
              <a:rPr lang="en-US" sz="900" dirty="0"/>
              <a:t>94</a:t>
            </a:r>
          </a:p>
        </p:txBody>
      </p:sp>
      <p:sp>
        <p:nvSpPr>
          <p:cNvPr id="56" name="TextBox 55">
            <a:extLst>
              <a:ext uri="{FF2B5EF4-FFF2-40B4-BE49-F238E27FC236}">
                <a16:creationId xmlns:a16="http://schemas.microsoft.com/office/drawing/2014/main" id="{C09D5A45-2DE6-A050-C7FD-FE8772850877}"/>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A9A756BB-BF97-2020-B3E6-24DB3F65BECA}"/>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F4DA096E-439C-F287-41E7-B3C2509B40D7}"/>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45689</a:t>
            </a:r>
          </a:p>
        </p:txBody>
      </p:sp>
      <p:sp>
        <p:nvSpPr>
          <p:cNvPr id="62" name="TextBox 61">
            <a:extLst>
              <a:ext uri="{FF2B5EF4-FFF2-40B4-BE49-F238E27FC236}">
                <a16:creationId xmlns:a16="http://schemas.microsoft.com/office/drawing/2014/main" id="{E53B3236-09E1-3EA5-6BAF-BE1DF4526777}"/>
              </a:ext>
            </a:extLst>
          </p:cNvPr>
          <p:cNvSpPr txBox="1"/>
          <p:nvPr/>
        </p:nvSpPr>
        <p:spPr>
          <a:xfrm>
            <a:off x="6152446" y="2905709"/>
            <a:ext cx="570089" cy="230832"/>
          </a:xfrm>
          <a:prstGeom prst="rect">
            <a:avLst/>
          </a:prstGeom>
          <a:noFill/>
        </p:spPr>
        <p:txBody>
          <a:bodyPr wrap="square" rtlCol="0">
            <a:spAutoFit/>
          </a:bodyPr>
          <a:lstStyle/>
          <a:p>
            <a:pPr algn="ctr"/>
            <a:r>
              <a:rPr lang="en-US" sz="900" dirty="0"/>
              <a:t>45689</a:t>
            </a:r>
          </a:p>
        </p:txBody>
      </p:sp>
      <p:sp>
        <p:nvSpPr>
          <p:cNvPr id="63" name="TextBox 62">
            <a:extLst>
              <a:ext uri="{FF2B5EF4-FFF2-40B4-BE49-F238E27FC236}">
                <a16:creationId xmlns:a16="http://schemas.microsoft.com/office/drawing/2014/main" id="{5DF14A54-8387-411D-BA99-AB164FB86000}"/>
              </a:ext>
            </a:extLst>
          </p:cNvPr>
          <p:cNvSpPr txBox="1"/>
          <p:nvPr/>
        </p:nvSpPr>
        <p:spPr>
          <a:xfrm>
            <a:off x="6152446" y="3406653"/>
            <a:ext cx="570089" cy="230832"/>
          </a:xfrm>
          <a:prstGeom prst="rect">
            <a:avLst/>
          </a:prstGeom>
          <a:noFill/>
        </p:spPr>
        <p:txBody>
          <a:bodyPr wrap="square" rtlCol="0">
            <a:spAutoFit/>
          </a:bodyPr>
          <a:lstStyle/>
          <a:p>
            <a:pPr algn="ctr"/>
            <a:r>
              <a:rPr lang="en-US" sz="900" dirty="0"/>
              <a:t>4589</a:t>
            </a:r>
          </a:p>
        </p:txBody>
      </p:sp>
      <p:sp>
        <p:nvSpPr>
          <p:cNvPr id="64" name="TextBox 63">
            <a:extLst>
              <a:ext uri="{FF2B5EF4-FFF2-40B4-BE49-F238E27FC236}">
                <a16:creationId xmlns:a16="http://schemas.microsoft.com/office/drawing/2014/main" id="{8CA98949-F84F-BAED-4800-231847B3A6A5}"/>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73CAC2A2-C870-DA41-B7D8-6D7D9EAC8A3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9898438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D50C-F9CB-8783-0F3E-FA1C122F00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BA07DF-414E-B680-D67A-BE86812F7AE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B969921-A3FF-C7F2-C56C-AD8924CD8CA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65A1AA-586A-3A9E-CCA0-4C2CE66A832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D89D73-B91A-C707-E907-BA9B593CDB8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33D1E89-A01B-39C0-BC78-9402C0642AA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40BDCFA-FF40-BDB8-0D7B-882D358716E8}"/>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5A2DCBC6-9457-CAFF-7105-9C3A397448C2}"/>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8AB206AE-E82D-DA4A-D83A-D493D8C0E5F5}"/>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CBED2181-0BCB-5BA8-FEC1-8209E7ABF4A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37C6086-F1E0-C0C2-27A6-792D8B84145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DA0B710-D04E-9860-9C1B-609CB0D6F555}"/>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931BACAF-E20A-A43B-67DE-97246198EE2C}"/>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CACE4C3A-032E-FBFE-CD31-79DD3C53E5DA}"/>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1" name="TextBox 20">
            <a:extLst>
              <a:ext uri="{FF2B5EF4-FFF2-40B4-BE49-F238E27FC236}">
                <a16:creationId xmlns:a16="http://schemas.microsoft.com/office/drawing/2014/main" id="{A48DCDC8-DCFB-2639-FEDE-853B4FB01F15}"/>
              </a:ext>
            </a:extLst>
          </p:cNvPr>
          <p:cNvSpPr txBox="1"/>
          <p:nvPr/>
        </p:nvSpPr>
        <p:spPr>
          <a:xfrm>
            <a:off x="7157158" y="1402877"/>
            <a:ext cx="570089" cy="230832"/>
          </a:xfrm>
          <a:prstGeom prst="rect">
            <a:avLst/>
          </a:prstGeom>
          <a:noFill/>
        </p:spPr>
        <p:txBody>
          <a:bodyPr wrap="square" rtlCol="0">
            <a:spAutoFit/>
          </a:bodyPr>
          <a:lstStyle/>
          <a:p>
            <a:pPr algn="ctr"/>
            <a:r>
              <a:rPr lang="en-US" sz="900" dirty="0"/>
              <a:t>84</a:t>
            </a:r>
          </a:p>
        </p:txBody>
      </p:sp>
      <p:sp>
        <p:nvSpPr>
          <p:cNvPr id="22" name="TextBox 21">
            <a:extLst>
              <a:ext uri="{FF2B5EF4-FFF2-40B4-BE49-F238E27FC236}">
                <a16:creationId xmlns:a16="http://schemas.microsoft.com/office/drawing/2014/main" id="{D89C8994-DB58-8ED9-8EAE-599A9CB7D956}"/>
              </a:ext>
            </a:extLst>
          </p:cNvPr>
          <p:cNvSpPr txBox="1"/>
          <p:nvPr/>
        </p:nvSpPr>
        <p:spPr>
          <a:xfrm>
            <a:off x="3138310" y="1402877"/>
            <a:ext cx="570089" cy="230832"/>
          </a:xfrm>
          <a:prstGeom prst="rect">
            <a:avLst/>
          </a:prstGeom>
          <a:noFill/>
        </p:spPr>
        <p:txBody>
          <a:bodyPr wrap="square" rtlCol="0">
            <a:spAutoFit/>
          </a:bodyPr>
          <a:lstStyle/>
          <a:p>
            <a:pPr algn="ctr"/>
            <a:r>
              <a:rPr lang="en-US" sz="900" dirty="0"/>
              <a:t>59</a:t>
            </a:r>
          </a:p>
        </p:txBody>
      </p:sp>
      <p:sp>
        <p:nvSpPr>
          <p:cNvPr id="23" name="TextBox 22">
            <a:extLst>
              <a:ext uri="{FF2B5EF4-FFF2-40B4-BE49-F238E27FC236}">
                <a16:creationId xmlns:a16="http://schemas.microsoft.com/office/drawing/2014/main" id="{9DF1E2E8-951B-2E50-86F2-D4C2E91466F8}"/>
              </a:ext>
            </a:extLst>
          </p:cNvPr>
          <p:cNvSpPr txBox="1"/>
          <p:nvPr/>
        </p:nvSpPr>
        <p:spPr>
          <a:xfrm>
            <a:off x="7157158" y="1903821"/>
            <a:ext cx="570089" cy="230832"/>
          </a:xfrm>
          <a:prstGeom prst="rect">
            <a:avLst/>
          </a:prstGeom>
          <a:noFill/>
        </p:spPr>
        <p:txBody>
          <a:bodyPr wrap="square" rtlCol="0">
            <a:spAutoFit/>
          </a:bodyPr>
          <a:lstStyle/>
          <a:p>
            <a:pPr algn="ctr"/>
            <a:r>
              <a:rPr lang="en-US" sz="900" dirty="0"/>
              <a:t>59</a:t>
            </a:r>
          </a:p>
        </p:txBody>
      </p:sp>
      <p:sp>
        <p:nvSpPr>
          <p:cNvPr id="24" name="TextBox 23">
            <a:extLst>
              <a:ext uri="{FF2B5EF4-FFF2-40B4-BE49-F238E27FC236}">
                <a16:creationId xmlns:a16="http://schemas.microsoft.com/office/drawing/2014/main" id="{20AF26AA-B65D-45B5-D19C-496CC2518619}"/>
              </a:ext>
            </a:extLst>
          </p:cNvPr>
          <p:cNvSpPr txBox="1"/>
          <p:nvPr/>
        </p:nvSpPr>
        <p:spPr>
          <a:xfrm>
            <a:off x="3138310" y="1903821"/>
            <a:ext cx="570089" cy="230832"/>
          </a:xfrm>
          <a:prstGeom prst="rect">
            <a:avLst/>
          </a:prstGeom>
          <a:noFill/>
        </p:spPr>
        <p:txBody>
          <a:bodyPr wrap="square" rtlCol="0">
            <a:spAutoFit/>
          </a:bodyPr>
          <a:lstStyle/>
          <a:p>
            <a:pPr algn="ctr"/>
            <a:r>
              <a:rPr lang="en-US" sz="900" dirty="0"/>
              <a:t>95</a:t>
            </a:r>
          </a:p>
        </p:txBody>
      </p:sp>
      <p:sp>
        <p:nvSpPr>
          <p:cNvPr id="25" name="TextBox 24">
            <a:extLst>
              <a:ext uri="{FF2B5EF4-FFF2-40B4-BE49-F238E27FC236}">
                <a16:creationId xmlns:a16="http://schemas.microsoft.com/office/drawing/2014/main" id="{6CF3F160-3694-7AEC-7E41-18AF684A01CC}"/>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195E9463-D9C1-81D7-268A-0684B2DAC3D0}"/>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89C3799C-96DB-B8AA-64A3-87773B4952F5}"/>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F5A7DE9D-CA82-06F3-9A28-31309B2994E4}"/>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2F60ABEA-4EC3-4573-2873-D78CDCAD2ECF}"/>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697147DF-1CF7-681C-2815-8C40AC68A567}"/>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E0228BD8-296E-848D-DB33-B599AE74CD1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B2C2D0D0-2C92-5867-BBDA-B2CF024B33EA}"/>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1356578-5D3F-B7D3-BA64-83B4E398A39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CC836CA-DD70-9F4D-0BFC-479E538387D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B8B8A692-13C7-78BE-B232-73B16367AB33}"/>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CB901C0A-2855-805D-6315-6DB869EFE40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5095535-B040-5AD6-C487-4599F905B40F}"/>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69EEAE7-3BF7-EBA7-5BA2-82CD2F760D5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DBD13E1-29D1-AA76-4E4A-7BB37C6A5C37}"/>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82C05BE-0925-B7D3-09BF-4624CB66DBBA}"/>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32CA3EEF-0C0B-BB09-1B2D-DCAEE3B0F587}"/>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8AE5332D-2F26-BA27-257F-D706F6ADA846}"/>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8C0A9970-7702-2A52-3967-597BE5C019E3}"/>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3519C4E7-9B33-87B3-BD1E-3355D376A09E}"/>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A920B2DF-EF2A-8302-8869-9384CDF63FF8}"/>
              </a:ext>
            </a:extLst>
          </p:cNvPr>
          <p:cNvSpPr txBox="1"/>
          <p:nvPr/>
        </p:nvSpPr>
        <p:spPr>
          <a:xfrm>
            <a:off x="4645378" y="4909484"/>
            <a:ext cx="570089" cy="230832"/>
          </a:xfrm>
          <a:prstGeom prst="rect">
            <a:avLst/>
          </a:prstGeom>
          <a:noFill/>
        </p:spPr>
        <p:txBody>
          <a:bodyPr wrap="square" rtlCol="0">
            <a:spAutoFit/>
          </a:bodyPr>
          <a:lstStyle/>
          <a:p>
            <a:pPr algn="ctr"/>
            <a:r>
              <a:rPr lang="en-US" sz="900" dirty="0"/>
              <a:t>348</a:t>
            </a:r>
          </a:p>
        </p:txBody>
      </p:sp>
      <p:sp>
        <p:nvSpPr>
          <p:cNvPr id="43" name="TextBox 42">
            <a:extLst>
              <a:ext uri="{FF2B5EF4-FFF2-40B4-BE49-F238E27FC236}">
                <a16:creationId xmlns:a16="http://schemas.microsoft.com/office/drawing/2014/main" id="{E4E68ADA-EFE0-9CED-44F8-653B30934218}"/>
              </a:ext>
            </a:extLst>
          </p:cNvPr>
          <p:cNvSpPr txBox="1"/>
          <p:nvPr/>
        </p:nvSpPr>
        <p:spPr>
          <a:xfrm>
            <a:off x="5147734" y="4909484"/>
            <a:ext cx="570089" cy="230832"/>
          </a:xfrm>
          <a:prstGeom prst="rect">
            <a:avLst/>
          </a:prstGeom>
          <a:noFill/>
        </p:spPr>
        <p:txBody>
          <a:bodyPr wrap="square" rtlCol="0">
            <a:spAutoFit/>
          </a:bodyPr>
          <a:lstStyle/>
          <a:p>
            <a:pPr algn="ctr"/>
            <a:r>
              <a:rPr lang="en-US" sz="900" dirty="0"/>
              <a:t>3489</a:t>
            </a:r>
          </a:p>
        </p:txBody>
      </p:sp>
      <p:sp>
        <p:nvSpPr>
          <p:cNvPr id="44" name="TextBox 43">
            <a:extLst>
              <a:ext uri="{FF2B5EF4-FFF2-40B4-BE49-F238E27FC236}">
                <a16:creationId xmlns:a16="http://schemas.microsoft.com/office/drawing/2014/main" id="{6B03C83C-1131-44D9-3C00-B317FDA1B979}"/>
              </a:ext>
            </a:extLst>
          </p:cNvPr>
          <p:cNvSpPr txBox="1"/>
          <p:nvPr/>
        </p:nvSpPr>
        <p:spPr>
          <a:xfrm>
            <a:off x="5650090" y="4909484"/>
            <a:ext cx="570089" cy="230832"/>
          </a:xfrm>
          <a:prstGeom prst="rect">
            <a:avLst/>
          </a:prstGeom>
          <a:noFill/>
        </p:spPr>
        <p:txBody>
          <a:bodyPr wrap="square" rtlCol="0">
            <a:spAutoFit/>
          </a:bodyPr>
          <a:lstStyle/>
          <a:p>
            <a:pPr algn="ctr"/>
            <a:r>
              <a:rPr lang="en-US" sz="900" dirty="0"/>
              <a:t>3489</a:t>
            </a:r>
          </a:p>
        </p:txBody>
      </p:sp>
      <p:sp>
        <p:nvSpPr>
          <p:cNvPr id="46" name="TextBox 45">
            <a:extLst>
              <a:ext uri="{FF2B5EF4-FFF2-40B4-BE49-F238E27FC236}">
                <a16:creationId xmlns:a16="http://schemas.microsoft.com/office/drawing/2014/main" id="{B7FEFCD9-B610-34C7-3433-F1F2ADB19741}"/>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B2516D7D-3151-8CB8-2254-0D0C6FDD8177}"/>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EEE28F92-91D5-6ED2-C553-1FAFFDC7F8A6}"/>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B8AE16F4-2F74-5EC2-A37A-630C06C6FCF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5AE2D346-F1AC-2137-3820-7AA54CB285B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99EB8866-02AE-CB20-AFEE-589D89B128D8}"/>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2" name="TextBox 51">
            <a:extLst>
              <a:ext uri="{FF2B5EF4-FFF2-40B4-BE49-F238E27FC236}">
                <a16:creationId xmlns:a16="http://schemas.microsoft.com/office/drawing/2014/main" id="{D5ED37E1-7F2E-CA94-A59F-0027882C7839}"/>
              </a:ext>
            </a:extLst>
          </p:cNvPr>
          <p:cNvSpPr txBox="1"/>
          <p:nvPr/>
        </p:nvSpPr>
        <p:spPr>
          <a:xfrm>
            <a:off x="6152446" y="1402877"/>
            <a:ext cx="570089" cy="230832"/>
          </a:xfrm>
          <a:prstGeom prst="rect">
            <a:avLst/>
          </a:prstGeom>
          <a:noFill/>
        </p:spPr>
        <p:txBody>
          <a:bodyPr wrap="square" rtlCol="0">
            <a:spAutoFit/>
          </a:bodyPr>
          <a:lstStyle/>
          <a:p>
            <a:pPr algn="ctr"/>
            <a:r>
              <a:rPr lang="en-US" sz="900" dirty="0"/>
              <a:t>954</a:t>
            </a:r>
          </a:p>
        </p:txBody>
      </p:sp>
      <p:sp>
        <p:nvSpPr>
          <p:cNvPr id="57" name="TextBox 56">
            <a:extLst>
              <a:ext uri="{FF2B5EF4-FFF2-40B4-BE49-F238E27FC236}">
                <a16:creationId xmlns:a16="http://schemas.microsoft.com/office/drawing/2014/main" id="{C61B300F-DC16-1B74-6437-44C4E0D849A3}"/>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76498A5-4410-A740-FAD6-59651C73F626}"/>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6D2C8086-0D18-D875-C0BF-7625C2FB78F5}"/>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2F3FF9B0-87DE-4A78-B0E3-2B2C3A11EA8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4234B222-EC4D-3281-9EDD-D9E231F4B24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85A7EE0-24CB-D686-90A3-130F7331EA9C}"/>
              </a:ext>
            </a:extLst>
          </p:cNvPr>
          <p:cNvSpPr txBox="1"/>
          <p:nvPr/>
        </p:nvSpPr>
        <p:spPr>
          <a:xfrm>
            <a:off x="6654802" y="3907597"/>
            <a:ext cx="570089" cy="230832"/>
          </a:xfrm>
          <a:prstGeom prst="rect">
            <a:avLst/>
          </a:prstGeom>
          <a:noFill/>
        </p:spPr>
        <p:txBody>
          <a:bodyPr wrap="square" rtlCol="0">
            <a:spAutoFit/>
          </a:bodyPr>
          <a:lstStyle/>
          <a:p>
            <a:pPr algn="ctr"/>
            <a:r>
              <a:rPr lang="en-US" sz="900" dirty="0"/>
              <a:t>49</a:t>
            </a:r>
          </a:p>
        </p:txBody>
      </p:sp>
      <p:sp>
        <p:nvSpPr>
          <p:cNvPr id="14" name="TextBox 13">
            <a:extLst>
              <a:ext uri="{FF2B5EF4-FFF2-40B4-BE49-F238E27FC236}">
                <a16:creationId xmlns:a16="http://schemas.microsoft.com/office/drawing/2014/main" id="{C7FC743A-1753-E8B7-86DB-F3CB5D914F3A}"/>
              </a:ext>
            </a:extLst>
          </p:cNvPr>
          <p:cNvSpPr txBox="1"/>
          <p:nvPr/>
        </p:nvSpPr>
        <p:spPr>
          <a:xfrm>
            <a:off x="6654802" y="4408541"/>
            <a:ext cx="570089" cy="230832"/>
          </a:xfrm>
          <a:prstGeom prst="rect">
            <a:avLst/>
          </a:prstGeom>
          <a:noFill/>
        </p:spPr>
        <p:txBody>
          <a:bodyPr wrap="square" rtlCol="0">
            <a:spAutoFit/>
          </a:bodyPr>
          <a:lstStyle/>
          <a:p>
            <a:pPr algn="ctr"/>
            <a:r>
              <a:rPr lang="en-US" sz="900" dirty="0"/>
              <a:t>94</a:t>
            </a:r>
          </a:p>
        </p:txBody>
      </p:sp>
      <p:sp>
        <p:nvSpPr>
          <p:cNvPr id="56" name="TextBox 55">
            <a:extLst>
              <a:ext uri="{FF2B5EF4-FFF2-40B4-BE49-F238E27FC236}">
                <a16:creationId xmlns:a16="http://schemas.microsoft.com/office/drawing/2014/main" id="{F9CCB441-7104-2FC4-F7E5-5C653AAFFBF8}"/>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54DD21FB-3C44-1C5C-43C2-F2B0C6C8CF23}"/>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22E736DA-5E1F-A52F-ED05-BD3F3E24461D}"/>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45689</a:t>
            </a:r>
          </a:p>
        </p:txBody>
      </p:sp>
      <p:sp>
        <p:nvSpPr>
          <p:cNvPr id="62" name="TextBox 61">
            <a:extLst>
              <a:ext uri="{FF2B5EF4-FFF2-40B4-BE49-F238E27FC236}">
                <a16:creationId xmlns:a16="http://schemas.microsoft.com/office/drawing/2014/main" id="{8596CB5B-2F90-633E-33C1-5E2F499902A7}"/>
              </a:ext>
            </a:extLst>
          </p:cNvPr>
          <p:cNvSpPr txBox="1"/>
          <p:nvPr/>
        </p:nvSpPr>
        <p:spPr>
          <a:xfrm>
            <a:off x="6152446" y="2905709"/>
            <a:ext cx="570089" cy="230832"/>
          </a:xfrm>
          <a:prstGeom prst="rect">
            <a:avLst/>
          </a:prstGeom>
          <a:noFill/>
        </p:spPr>
        <p:txBody>
          <a:bodyPr wrap="square" rtlCol="0">
            <a:spAutoFit/>
          </a:bodyPr>
          <a:lstStyle/>
          <a:p>
            <a:pPr algn="ctr"/>
            <a:r>
              <a:rPr lang="en-US" sz="900" dirty="0"/>
              <a:t>45689</a:t>
            </a:r>
          </a:p>
        </p:txBody>
      </p:sp>
      <p:sp>
        <p:nvSpPr>
          <p:cNvPr id="63" name="TextBox 62">
            <a:extLst>
              <a:ext uri="{FF2B5EF4-FFF2-40B4-BE49-F238E27FC236}">
                <a16:creationId xmlns:a16="http://schemas.microsoft.com/office/drawing/2014/main" id="{23C214C1-9DCD-C75F-8B8A-6EB7858835C9}"/>
              </a:ext>
            </a:extLst>
          </p:cNvPr>
          <p:cNvSpPr txBox="1"/>
          <p:nvPr/>
        </p:nvSpPr>
        <p:spPr>
          <a:xfrm>
            <a:off x="6152446" y="3406653"/>
            <a:ext cx="570089" cy="230832"/>
          </a:xfrm>
          <a:prstGeom prst="rect">
            <a:avLst/>
          </a:prstGeom>
          <a:noFill/>
        </p:spPr>
        <p:txBody>
          <a:bodyPr wrap="square" rtlCol="0">
            <a:spAutoFit/>
          </a:bodyPr>
          <a:lstStyle/>
          <a:p>
            <a:pPr algn="ctr"/>
            <a:r>
              <a:rPr lang="en-US" sz="900" dirty="0"/>
              <a:t>4589</a:t>
            </a:r>
          </a:p>
        </p:txBody>
      </p:sp>
      <p:sp>
        <p:nvSpPr>
          <p:cNvPr id="64" name="TextBox 63">
            <a:extLst>
              <a:ext uri="{FF2B5EF4-FFF2-40B4-BE49-F238E27FC236}">
                <a16:creationId xmlns:a16="http://schemas.microsoft.com/office/drawing/2014/main" id="{919967D4-27AA-3734-3E08-F72447354629}"/>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D787F324-B550-7010-3B3E-62ABE162D79D}"/>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6A482972-5A09-A481-C2A3-C4944637FAC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606B0319-294B-1FD5-76C1-C3B3550291B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9062451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59BED-2CC4-FA19-E5BA-5087C55C66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B589E9-662D-C8AD-E99E-CC2D5746BF0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DB97A34-4B96-147F-71C3-0AD5F7F60F3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4A0BA0C-8D49-0C4B-0A32-66C89F57533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E821C8-5181-5B4A-9291-C29D2298E2B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8C9A017-868E-45AB-9C0B-B26735EC159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AB620C-C426-D6A8-9D8C-8CFBA4E71E1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83FCC665-CAB4-B9EF-1AFB-9C63CC79A69A}"/>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DFD77AF5-0853-DADB-73E5-AD64DA3FC6AB}"/>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565E87E2-A335-39E0-C36C-D6A9DC7C193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BDD650A-7C30-0C6B-E080-9955D3FA68B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C5D38D1-C114-62CD-DA35-C00C3C3DCF3C}"/>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114FF04-B076-88EA-4040-988469DED33F}"/>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ADBF7DF3-8912-A7F4-FE63-A08E0334E44A}"/>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4DC673AC-1143-FB47-6C0B-FF2797323D5E}"/>
              </a:ext>
            </a:extLst>
          </p:cNvPr>
          <p:cNvSpPr txBox="1"/>
          <p:nvPr/>
        </p:nvSpPr>
        <p:spPr>
          <a:xfrm>
            <a:off x="7157158" y="2404765"/>
            <a:ext cx="570089" cy="230832"/>
          </a:xfrm>
          <a:prstGeom prst="rect">
            <a:avLst/>
          </a:prstGeom>
          <a:noFill/>
        </p:spPr>
        <p:txBody>
          <a:bodyPr wrap="square" rtlCol="0">
            <a:spAutoFit/>
          </a:bodyPr>
          <a:lstStyle/>
          <a:p>
            <a:pPr algn="ctr"/>
            <a:r>
              <a:rPr lang="en-US" sz="900" dirty="0"/>
              <a:t>4589</a:t>
            </a:r>
          </a:p>
        </p:txBody>
      </p:sp>
      <p:sp>
        <p:nvSpPr>
          <p:cNvPr id="26" name="TextBox 25">
            <a:extLst>
              <a:ext uri="{FF2B5EF4-FFF2-40B4-BE49-F238E27FC236}">
                <a16:creationId xmlns:a16="http://schemas.microsoft.com/office/drawing/2014/main" id="{145A47B1-6BA0-120D-23DC-B964DA7E7F5B}"/>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14B811FD-5D4B-FDAC-E5B0-3F591D6F29D1}"/>
              </a:ext>
            </a:extLst>
          </p:cNvPr>
          <p:cNvSpPr txBox="1"/>
          <p:nvPr/>
        </p:nvSpPr>
        <p:spPr>
          <a:xfrm>
            <a:off x="7157158" y="2905709"/>
            <a:ext cx="570089" cy="230832"/>
          </a:xfrm>
          <a:prstGeom prst="rect">
            <a:avLst/>
          </a:prstGeom>
          <a:noFill/>
        </p:spPr>
        <p:txBody>
          <a:bodyPr wrap="square" rtlCol="0">
            <a:spAutoFit/>
          </a:bodyPr>
          <a:lstStyle/>
          <a:p>
            <a:pPr algn="ctr"/>
            <a:r>
              <a:rPr lang="en-US" sz="900" dirty="0"/>
              <a:t>9854</a:t>
            </a:r>
          </a:p>
        </p:txBody>
      </p:sp>
      <p:sp>
        <p:nvSpPr>
          <p:cNvPr id="28" name="TextBox 27">
            <a:extLst>
              <a:ext uri="{FF2B5EF4-FFF2-40B4-BE49-F238E27FC236}">
                <a16:creationId xmlns:a16="http://schemas.microsoft.com/office/drawing/2014/main" id="{8E7C0203-6A54-3572-DE37-BD6BA7A6C04D}"/>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7F871A9E-A7AA-5CFC-A6CE-F7887ADD28A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59556778-D739-AF8B-A0AA-44B482ACF70D}"/>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C252FBB9-582D-C4A8-6D63-BA5E4B3170C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48CAB8B6-0E66-55D9-B49A-778BB2F4D505}"/>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D2B6CE5D-0FC2-226C-4DF2-282D4303F83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EF71797-DF29-708C-2A11-D871BE893607}"/>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CD12DCD2-CF7E-C2D4-441F-1A717B750995}"/>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34ED712B-4C89-4BBA-4541-B6F623AB1AE1}"/>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26361C8-6105-AA55-42DF-836DF9B28072}"/>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E4F726E3-2333-120C-EEC4-D819B57D263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167B838-619F-0FBB-27CF-FCFC8F75716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C0422B5-CCC8-252A-2EFB-69DDD0AFFD31}"/>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A2A7F518-A22C-C8E8-A385-0100AF80F4F9}"/>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AFD9F2F5-6F96-7FAB-74E4-3D7A2455294F}"/>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E92B6094-2F0E-EFDA-CB00-5FE22587673C}"/>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96B12C39-3D1E-C0A3-C036-8223ED723DD6}"/>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D4A5CFF4-6F84-543F-CD4F-89F113A85310}"/>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40B4AA75-7C6A-23B5-3039-235C25ED4409}"/>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F58D394C-501B-69BF-2483-F5FFED70935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E01FD9C8-789C-02F9-42AA-63B5E9EF018F}"/>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991F344-6F12-C0FA-B9F1-573E65009893}"/>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C1868611-5DB8-ACD5-EDC1-443A9A605530}"/>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ADAD2FC3-7333-7D72-236A-220DDEF514E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6208A13B-6F85-420E-8136-E5BC2337026B}"/>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F1DD6CA6-CB44-443B-66BE-F37D33966484}"/>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0B16FA4F-92B1-A76F-1E01-7EA5CF113F65}"/>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7B1C3EF-ADBF-C76B-5FBD-05E3AF1C6EB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3EE0545-5412-5D8B-2074-683E3A969350}"/>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6E67B940-122C-EB78-AA8F-EF361C25EA9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8B50F25-6260-9450-2427-9CC10AB9BEC1}"/>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C954F6FC-99D3-1033-5697-6D04A9334D3A}"/>
              </a:ext>
            </a:extLst>
          </p:cNvPr>
          <p:cNvSpPr txBox="1"/>
          <p:nvPr/>
        </p:nvSpPr>
        <p:spPr>
          <a:xfrm>
            <a:off x="6654802" y="3907597"/>
            <a:ext cx="570089" cy="230832"/>
          </a:xfrm>
          <a:prstGeom prst="rect">
            <a:avLst/>
          </a:prstGeom>
          <a:noFill/>
        </p:spPr>
        <p:txBody>
          <a:bodyPr wrap="square" rtlCol="0">
            <a:spAutoFit/>
          </a:bodyPr>
          <a:lstStyle/>
          <a:p>
            <a:pPr algn="ctr"/>
            <a:r>
              <a:rPr lang="en-US" sz="900" dirty="0"/>
              <a:t>49</a:t>
            </a:r>
          </a:p>
        </p:txBody>
      </p:sp>
      <p:sp>
        <p:nvSpPr>
          <p:cNvPr id="14" name="TextBox 13">
            <a:extLst>
              <a:ext uri="{FF2B5EF4-FFF2-40B4-BE49-F238E27FC236}">
                <a16:creationId xmlns:a16="http://schemas.microsoft.com/office/drawing/2014/main" id="{A71E9B42-338E-B4E6-AAE4-2C955391C61E}"/>
              </a:ext>
            </a:extLst>
          </p:cNvPr>
          <p:cNvSpPr txBox="1"/>
          <p:nvPr/>
        </p:nvSpPr>
        <p:spPr>
          <a:xfrm>
            <a:off x="6654802" y="4408541"/>
            <a:ext cx="570089" cy="230832"/>
          </a:xfrm>
          <a:prstGeom prst="rect">
            <a:avLst/>
          </a:prstGeom>
          <a:noFill/>
        </p:spPr>
        <p:txBody>
          <a:bodyPr wrap="square" rtlCol="0">
            <a:spAutoFit/>
          </a:bodyPr>
          <a:lstStyle/>
          <a:p>
            <a:pPr algn="ctr"/>
            <a:r>
              <a:rPr lang="en-US" sz="900" dirty="0"/>
              <a:t>94</a:t>
            </a:r>
          </a:p>
        </p:txBody>
      </p:sp>
      <p:sp>
        <p:nvSpPr>
          <p:cNvPr id="56" name="TextBox 55">
            <a:extLst>
              <a:ext uri="{FF2B5EF4-FFF2-40B4-BE49-F238E27FC236}">
                <a16:creationId xmlns:a16="http://schemas.microsoft.com/office/drawing/2014/main" id="{FD0389EA-A24E-34A1-D812-741AACB40C24}"/>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29038E41-EF38-BEC8-CA2D-7E09C5DD40A4}"/>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24818AFE-0D8C-B3B2-A335-5E7B0B572A4A}"/>
              </a:ext>
            </a:extLst>
          </p:cNvPr>
          <p:cNvSpPr txBox="1"/>
          <p:nvPr/>
        </p:nvSpPr>
        <p:spPr>
          <a:xfrm>
            <a:off x="6152446" y="2404765"/>
            <a:ext cx="570089" cy="230832"/>
          </a:xfrm>
          <a:prstGeom prst="rect">
            <a:avLst/>
          </a:prstGeom>
          <a:noFill/>
        </p:spPr>
        <p:txBody>
          <a:bodyPr wrap="square" rtlCol="0">
            <a:spAutoFit/>
          </a:bodyPr>
          <a:lstStyle/>
          <a:p>
            <a:pPr algn="ctr"/>
            <a:r>
              <a:rPr lang="en-US" sz="900" dirty="0"/>
              <a:t>4569</a:t>
            </a:r>
          </a:p>
        </p:txBody>
      </p:sp>
      <p:sp>
        <p:nvSpPr>
          <p:cNvPr id="62" name="TextBox 61">
            <a:extLst>
              <a:ext uri="{FF2B5EF4-FFF2-40B4-BE49-F238E27FC236}">
                <a16:creationId xmlns:a16="http://schemas.microsoft.com/office/drawing/2014/main" id="{343959E9-4B75-0F2E-4B4E-263C31B59967}"/>
              </a:ext>
            </a:extLst>
          </p:cNvPr>
          <p:cNvSpPr txBox="1"/>
          <p:nvPr/>
        </p:nvSpPr>
        <p:spPr>
          <a:xfrm>
            <a:off x="6152446" y="2905709"/>
            <a:ext cx="570089" cy="230832"/>
          </a:xfrm>
          <a:prstGeom prst="rect">
            <a:avLst/>
          </a:prstGeom>
          <a:noFill/>
        </p:spPr>
        <p:txBody>
          <a:bodyPr wrap="square" rtlCol="0">
            <a:spAutoFit/>
          </a:bodyPr>
          <a:lstStyle/>
          <a:p>
            <a:pPr algn="ctr"/>
            <a:r>
              <a:rPr lang="en-US" sz="900" dirty="0"/>
              <a:t>4569</a:t>
            </a:r>
          </a:p>
        </p:txBody>
      </p:sp>
      <p:sp>
        <p:nvSpPr>
          <p:cNvPr id="63" name="TextBox 62">
            <a:extLst>
              <a:ext uri="{FF2B5EF4-FFF2-40B4-BE49-F238E27FC236}">
                <a16:creationId xmlns:a16="http://schemas.microsoft.com/office/drawing/2014/main" id="{5DABBC41-A4DE-E198-D3E3-6493AAB9685D}"/>
              </a:ext>
            </a:extLst>
          </p:cNvPr>
          <p:cNvSpPr txBox="1"/>
          <p:nvPr/>
        </p:nvSpPr>
        <p:spPr>
          <a:xfrm>
            <a:off x="6152446" y="3406653"/>
            <a:ext cx="570089" cy="230832"/>
          </a:xfrm>
          <a:prstGeom prst="rect">
            <a:avLst/>
          </a:prstGeom>
          <a:noFill/>
        </p:spPr>
        <p:txBody>
          <a:bodyPr wrap="square" rtlCol="0">
            <a:spAutoFit/>
          </a:bodyPr>
          <a:lstStyle/>
          <a:p>
            <a:pPr algn="ctr"/>
            <a:r>
              <a:rPr lang="en-US" sz="900" dirty="0"/>
              <a:t>459</a:t>
            </a:r>
          </a:p>
        </p:txBody>
      </p:sp>
      <p:sp>
        <p:nvSpPr>
          <p:cNvPr id="64" name="TextBox 63">
            <a:extLst>
              <a:ext uri="{FF2B5EF4-FFF2-40B4-BE49-F238E27FC236}">
                <a16:creationId xmlns:a16="http://schemas.microsoft.com/office/drawing/2014/main" id="{330CC2A7-868C-38AA-7658-EB93B64C21A2}"/>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90EFE4C8-51BC-EE29-A5AD-B7B6D8C53E7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B7FBA22-168E-90E1-5AE0-01EA43A092D2}"/>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02F079A6-C820-E909-297D-F8131A26C679}"/>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9785D332-4C58-993A-2354-E1710629550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69FCE07-AF28-0C04-C418-EF6CB5C3937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0E6C4B2B-A1F4-2F46-1D83-D108038BE4D4}"/>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A783E9C2-704E-BD30-F5A3-D71507BF1536}"/>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70" name="TextBox 69">
            <a:extLst>
              <a:ext uri="{FF2B5EF4-FFF2-40B4-BE49-F238E27FC236}">
                <a16:creationId xmlns:a16="http://schemas.microsoft.com/office/drawing/2014/main" id="{0A4056C5-658C-4D7F-9C71-EB02626EFDC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8909557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1598-C89D-BBF2-2A36-554747FE688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40E888-E847-7228-A92F-2990E57DF844}"/>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A50B57B-6C96-24C8-0AE0-69C1299134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BBFDDEF-ED26-74F0-6F5C-4D639FA9258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7E262EB-E243-2FCA-056F-78C6C3ED587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6B4EAD1-EA15-2745-0F8D-3C1C04055A1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18638D6-04DD-51E8-2F9A-E17AEC13DC5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2E72E3FD-AF96-0092-3CBE-7645898B2EBF}"/>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17D6AAA7-F305-D8A6-0673-01D09CCAFAE4}"/>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C493914B-AFDB-86EF-9E96-E2A9704D8F32}"/>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0373073-04F4-CEEC-B10D-89D3BF486E4D}"/>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B7ECA23-2B33-4534-6A3B-311181896A4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CB1E6E9A-BF9E-734D-1578-68FE31B02B42}"/>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3BFF7144-48A0-ECB5-6C72-DFCDC71B7940}"/>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2D0BCD7C-9DAE-6936-714F-EB0D3C3F672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F66AB6DF-A0BC-28B3-E1C6-D9ECCA16E31B}"/>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EA06C4F2-F318-B9E3-1BB2-7DF2EE0B1260}"/>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78958DDF-FF24-64E4-995D-4E5988604F5B}"/>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94773E8B-B92A-EBAB-F2DE-6287C0F26962}"/>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DC828CE7-32DF-B41E-5488-2C19DA9D40D1}"/>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B24711CF-945F-DE33-32BA-BFBC5AC7980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0D9AC49-0DF4-B70D-0367-E0A648584EFE}"/>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2D155E0F-0CBA-9F96-B5FF-8D5F3C85D37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38F0E2B-5841-65E2-E527-DB0F47526FE4}"/>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432EB383-807B-59BB-479F-13287F2BCF92}"/>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AB3EE5FB-4D79-82AB-58B4-2AC6A3511E09}"/>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33A453D-8686-3387-D7F9-490197B0BDD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98F5D94-DA58-5E22-29F7-976CFD2E90E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A45421D-815E-A46D-2E3A-2C2EF19DDC1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F5116AFE-6385-76DF-B81C-CB97F00B5274}"/>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9DF1E149-E88D-CBAD-FA88-103B278B8B61}"/>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6D8299A4-C55B-553C-879E-7903B4BADBC2}"/>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30D177AF-8AAE-677D-26F8-5B88F06BD73C}"/>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F4ED275A-F80F-895F-968E-AB9AD8F1DA9F}"/>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ECC82F64-3D7A-98C4-1FF0-7E05A7AB2419}"/>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7C020C52-06AF-1C23-E046-C46E49A3E88D}"/>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BBB17ED3-609D-6A00-5E76-B868DF13524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974601A6-8006-C75A-8E32-2E3DFE012F9B}"/>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5B92F6A3-4152-53E9-BA3D-B3E41CBB2DCB}"/>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93F29E70-1916-3A7C-57E4-F9D5FE669280}"/>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0AF697F8-7830-C822-71FE-F1C0C096BB28}"/>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E1344ABD-9D02-CD80-5694-B53577BE4362}"/>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9E5B72F7-8155-0875-FAAC-E72C91DBBFA5}"/>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818AE0AB-BE01-E715-9745-2204B64366F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660E701B-287F-A175-6F2F-0A58622BF435}"/>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FC26ABA2-0AE6-587A-9DA3-2096266958BE}"/>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F0D9BC0-67BE-E8E9-10E2-9240027FAC2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65B6BB9-8DA7-4C93-31F0-59634C1F731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8C4C51C4-5CD0-635F-A16F-D7AF52AD6497}"/>
              </a:ext>
            </a:extLst>
          </p:cNvPr>
          <p:cNvSpPr txBox="1"/>
          <p:nvPr/>
        </p:nvSpPr>
        <p:spPr>
          <a:xfrm>
            <a:off x="6654802" y="3907597"/>
            <a:ext cx="570089" cy="230832"/>
          </a:xfrm>
          <a:prstGeom prst="rect">
            <a:avLst/>
          </a:prstGeom>
          <a:noFill/>
        </p:spPr>
        <p:txBody>
          <a:bodyPr wrap="square" rtlCol="0">
            <a:spAutoFit/>
          </a:bodyPr>
          <a:lstStyle/>
          <a:p>
            <a:pPr algn="ctr"/>
            <a:r>
              <a:rPr lang="en-US" sz="900" dirty="0"/>
              <a:t>49</a:t>
            </a:r>
          </a:p>
        </p:txBody>
      </p:sp>
      <p:sp>
        <p:nvSpPr>
          <p:cNvPr id="14" name="TextBox 13">
            <a:extLst>
              <a:ext uri="{FF2B5EF4-FFF2-40B4-BE49-F238E27FC236}">
                <a16:creationId xmlns:a16="http://schemas.microsoft.com/office/drawing/2014/main" id="{4B90E939-5FD7-80F4-38F7-1457F5F1A9D8}"/>
              </a:ext>
            </a:extLst>
          </p:cNvPr>
          <p:cNvSpPr txBox="1"/>
          <p:nvPr/>
        </p:nvSpPr>
        <p:spPr>
          <a:xfrm>
            <a:off x="6654802" y="4408541"/>
            <a:ext cx="570089" cy="230832"/>
          </a:xfrm>
          <a:prstGeom prst="rect">
            <a:avLst/>
          </a:prstGeom>
          <a:noFill/>
        </p:spPr>
        <p:txBody>
          <a:bodyPr wrap="square" rtlCol="0">
            <a:spAutoFit/>
          </a:bodyPr>
          <a:lstStyle/>
          <a:p>
            <a:pPr algn="ctr"/>
            <a:r>
              <a:rPr lang="en-US" sz="900" dirty="0"/>
              <a:t>94</a:t>
            </a:r>
          </a:p>
        </p:txBody>
      </p:sp>
      <p:sp>
        <p:nvSpPr>
          <p:cNvPr id="56" name="TextBox 55">
            <a:extLst>
              <a:ext uri="{FF2B5EF4-FFF2-40B4-BE49-F238E27FC236}">
                <a16:creationId xmlns:a16="http://schemas.microsoft.com/office/drawing/2014/main" id="{F16270A5-D3C2-E000-54E2-4C1F6BECDF76}"/>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1E5E3C80-DEB8-7389-1BDA-35992755FC6B}"/>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BBC60B8E-5F20-CE52-BF10-2FB3EA580FB2}"/>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E17E6A63-0F11-F89A-F6F3-207BE6E16321}"/>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9EE10A4E-E268-2882-6038-E18464649194}"/>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94045892-B1C0-C014-DFCF-B2E64F6C233C}"/>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EDC7AAC0-57C3-7188-CED9-6808FD8C33B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E2265CA-F324-45DD-809E-8FB1A18EC6B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BB290613-C3B2-898A-E363-74F5FA8A3821}"/>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30245BFF-1F48-7685-C36C-F67F779A58A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4B711951-8F47-6B97-03E1-DE2A01C4DAC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94DB269E-E676-37C1-678B-C97FF7689C0F}"/>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0F543A11-2D89-15E0-20DB-C4F9190AFAE6}"/>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9CDD7379-E481-6530-0554-3EC295C8B2C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0831552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D7A6-2128-EEAC-C6B2-864518E579E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8F27C8F-070B-F5B1-6896-95F12BC053EB}"/>
              </a:ext>
            </a:extLst>
          </p:cNvPr>
          <p:cNvSpPr>
            <a:spLocks noGrp="1"/>
          </p:cNvSpPr>
          <p:nvPr>
            <p:ph sz="half" idx="1"/>
          </p:nvPr>
        </p:nvSpPr>
        <p:spPr/>
        <p:txBody>
          <a:bodyPr/>
          <a:lstStyle/>
          <a:p>
            <a:r>
              <a:rPr lang="en-US" dirty="0"/>
              <a:t>In Row 8, [18 in 4] must contain 5 and 8. -&gt; [5 in 2] could be 14 or 23, but 23 is precluded.</a:t>
            </a:r>
          </a:p>
        </p:txBody>
      </p:sp>
      <p:pic>
        <p:nvPicPr>
          <p:cNvPr id="4" name="Picture 3" descr="A grid of sudoku puzzle&#10;&#10;Description automatically generated">
            <a:extLst>
              <a:ext uri="{FF2B5EF4-FFF2-40B4-BE49-F238E27FC236}">
                <a16:creationId xmlns:a16="http://schemas.microsoft.com/office/drawing/2014/main" id="{436F92D1-21F9-C0FD-CAC0-6C70B06A0C9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6658CA-F0D2-D403-4929-CB81239DA7E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5787A3-0B2F-364C-C920-4C379744A8C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080DA45-C6BB-AEFC-BC87-93AAD68364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C7310A2-654F-996B-C979-77DFCAECDF7A}"/>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E5B073B-89F6-94B0-7DE5-1B0631B94387}"/>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F4252E8C-92D6-DDEC-092D-4C5638C13EAB}"/>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20F4349D-E9FA-CC76-2C3D-64D7BB9FF57A}"/>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47A2BEC-CAEC-4A40-BC04-39009DCCF44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3FF5C94D-501E-36D9-2257-BFA61EE1182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509420EB-209C-2B8B-78FB-337C600D3517}"/>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F6D99D2A-73E4-85BE-FB97-80AB463D6389}"/>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14A418C1-D7EB-B5F9-2EF8-A41BABA644F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14226256-ED62-E2D4-8A21-57148B6F4522}"/>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4AC44A13-D03D-66F7-1A33-3C8CCE8B775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19F8C2CF-6DB4-7B41-53F1-B48D4AF4E5E8}"/>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7D6B6189-5089-D1EB-65E7-9DEF091E6170}"/>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A910E14A-09AF-59C9-90EB-BB33FB26368C}"/>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D2180EEB-739C-D6E7-2B46-61FD7B7F898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9DD6CC2-FE68-1493-F472-2D69C3819DB2}"/>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A8D9195-029A-6495-FCBF-7B52D1F4669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38ECDDB-0488-DB88-F6AF-755DD805B2AC}"/>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0080F36D-C8B7-9C30-3E58-0B5EA15605A2}"/>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BC2FC5C8-BE4E-A068-EABA-69E4F56CB33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ADFDFF4-9D3A-372D-96DF-44B8906CA7BF}"/>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6A2E0D1E-9C80-FBA0-CDF4-F1AAC9F2E254}"/>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73AB9802-A3AC-C758-F792-C14D1A4FF76B}"/>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9B3746B-9685-A2E9-6A7C-16EC52F07A8C}"/>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0" name="TextBox 39">
            <a:extLst>
              <a:ext uri="{FF2B5EF4-FFF2-40B4-BE49-F238E27FC236}">
                <a16:creationId xmlns:a16="http://schemas.microsoft.com/office/drawing/2014/main" id="{BE7DE7CA-1EC0-7BBB-DA1B-A212F8967E71}"/>
              </a:ext>
            </a:extLst>
          </p:cNvPr>
          <p:cNvSpPr txBox="1"/>
          <p:nvPr/>
        </p:nvSpPr>
        <p:spPr>
          <a:xfrm>
            <a:off x="3138310" y="3907597"/>
            <a:ext cx="570089" cy="230832"/>
          </a:xfrm>
          <a:prstGeom prst="rect">
            <a:avLst/>
          </a:prstGeom>
          <a:noFill/>
        </p:spPr>
        <p:txBody>
          <a:bodyPr wrap="square" rtlCol="0">
            <a:spAutoFit/>
          </a:bodyPr>
          <a:lstStyle/>
          <a:p>
            <a:pPr algn="ctr"/>
            <a:r>
              <a:rPr lang="en-US" sz="900" dirty="0"/>
              <a:t>13</a:t>
            </a:r>
          </a:p>
        </p:txBody>
      </p:sp>
      <p:sp>
        <p:nvSpPr>
          <p:cNvPr id="41" name="TextBox 40">
            <a:extLst>
              <a:ext uri="{FF2B5EF4-FFF2-40B4-BE49-F238E27FC236}">
                <a16:creationId xmlns:a16="http://schemas.microsoft.com/office/drawing/2014/main" id="{C1158F11-245F-C63C-543E-CAA5E0390EDB}"/>
              </a:ext>
            </a:extLst>
          </p:cNvPr>
          <p:cNvSpPr txBox="1"/>
          <p:nvPr/>
        </p:nvSpPr>
        <p:spPr>
          <a:xfrm>
            <a:off x="3138310" y="4408541"/>
            <a:ext cx="570089" cy="230832"/>
          </a:xfrm>
          <a:prstGeom prst="rect">
            <a:avLst/>
          </a:prstGeom>
          <a:noFill/>
        </p:spPr>
        <p:txBody>
          <a:bodyPr wrap="square" rtlCol="0">
            <a:spAutoFit/>
          </a:bodyPr>
          <a:lstStyle/>
          <a:p>
            <a:pPr algn="ctr"/>
            <a:r>
              <a:rPr lang="en-US" sz="900" dirty="0"/>
              <a:t>31</a:t>
            </a:r>
          </a:p>
        </p:txBody>
      </p:sp>
      <p:sp>
        <p:nvSpPr>
          <p:cNvPr id="9" name="TextBox 8">
            <a:extLst>
              <a:ext uri="{FF2B5EF4-FFF2-40B4-BE49-F238E27FC236}">
                <a16:creationId xmlns:a16="http://schemas.microsoft.com/office/drawing/2014/main" id="{2309494C-24AE-C6A7-FCEE-41D89E329DDD}"/>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ADA70577-D7B5-378A-BA49-6B7347E44374}"/>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0C9DD018-7869-DEB2-9EE5-A62B1C6AAD8C}"/>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953B1FDC-FA8F-C129-1CB1-5BC5F0246691}"/>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CA2381FF-8CA4-1C0A-F010-4B406E60E75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8D90D4B0-EB4A-B841-07BB-4AFA89E5C458}"/>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55E1CDF-783B-9096-E2B8-6521A91022F0}"/>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5F51CFD8-8DB3-5D84-3CA9-B96C71BB495B}"/>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3BD20A43-1CF4-4002-9C33-06746274EED7}"/>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B2678E5B-DBDA-3180-75EB-F0C35B591430}"/>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55D14B69-194E-9021-3CFD-2A672A77979B}"/>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799E0B02-FA3E-9398-6703-DAA4F9CDB8E4}"/>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17CE53F8-8F62-70BD-6CAD-6AB2F21CA4E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30284880-6D60-62DC-BE2D-633BBA501927}"/>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3DD5AB82-AA8C-7F26-D687-8EC1DBCF832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916A7059-4A6E-1FAD-84D9-00E6018414C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13" name="TextBox 12">
            <a:extLst>
              <a:ext uri="{FF2B5EF4-FFF2-40B4-BE49-F238E27FC236}">
                <a16:creationId xmlns:a16="http://schemas.microsoft.com/office/drawing/2014/main" id="{E0484AE3-C2CA-4B8B-4385-B30B396D9DBD}"/>
              </a:ext>
            </a:extLst>
          </p:cNvPr>
          <p:cNvSpPr txBox="1"/>
          <p:nvPr/>
        </p:nvSpPr>
        <p:spPr>
          <a:xfrm>
            <a:off x="6654802" y="3907597"/>
            <a:ext cx="570089" cy="230832"/>
          </a:xfrm>
          <a:prstGeom prst="rect">
            <a:avLst/>
          </a:prstGeom>
          <a:noFill/>
        </p:spPr>
        <p:txBody>
          <a:bodyPr wrap="square" rtlCol="0">
            <a:spAutoFit/>
          </a:bodyPr>
          <a:lstStyle/>
          <a:p>
            <a:pPr algn="ctr"/>
            <a:r>
              <a:rPr lang="en-US" sz="900" dirty="0"/>
              <a:t>49</a:t>
            </a:r>
          </a:p>
        </p:txBody>
      </p:sp>
      <p:sp>
        <p:nvSpPr>
          <p:cNvPr id="14" name="TextBox 13">
            <a:extLst>
              <a:ext uri="{FF2B5EF4-FFF2-40B4-BE49-F238E27FC236}">
                <a16:creationId xmlns:a16="http://schemas.microsoft.com/office/drawing/2014/main" id="{B39A835B-8B4B-782C-BBF5-9D969C0348F1}"/>
              </a:ext>
            </a:extLst>
          </p:cNvPr>
          <p:cNvSpPr txBox="1"/>
          <p:nvPr/>
        </p:nvSpPr>
        <p:spPr>
          <a:xfrm>
            <a:off x="6654802" y="4408541"/>
            <a:ext cx="570089" cy="230832"/>
          </a:xfrm>
          <a:prstGeom prst="rect">
            <a:avLst/>
          </a:prstGeom>
          <a:noFill/>
        </p:spPr>
        <p:txBody>
          <a:bodyPr wrap="square" rtlCol="0">
            <a:spAutoFit/>
          </a:bodyPr>
          <a:lstStyle/>
          <a:p>
            <a:pPr algn="ctr"/>
            <a:r>
              <a:rPr lang="en-US" sz="900" dirty="0"/>
              <a:t>94</a:t>
            </a:r>
          </a:p>
        </p:txBody>
      </p:sp>
      <p:sp>
        <p:nvSpPr>
          <p:cNvPr id="56" name="TextBox 55">
            <a:extLst>
              <a:ext uri="{FF2B5EF4-FFF2-40B4-BE49-F238E27FC236}">
                <a16:creationId xmlns:a16="http://schemas.microsoft.com/office/drawing/2014/main" id="{6F171EF0-09D7-9344-DA89-B65B09385D1C}"/>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DE7D61CF-F3EE-D72F-303F-A64C73C563AF}"/>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F55F9F00-0A2A-BE44-D0A1-716B4030FBBB}"/>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D94976B5-228C-8238-0A2B-846F8AA5BFD6}"/>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3FE2B178-ABB9-90A0-812B-5BEA0DFE45D0}"/>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B81D3E68-DF68-3EF3-ED55-EE29A3925105}"/>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1556FD18-36D5-911D-94B5-BBB300BB9ABC}"/>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7C5AE28C-0C48-E2F3-9B45-F3D94F1C552A}"/>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75E12388-36E3-B995-1DCD-08F09DF0DEF5}"/>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7ED47CB2-AD6B-5A21-7CD6-EBF2526EC5E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86CBB75B-CBB4-567D-E1AB-EE37F2B69D0D}"/>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8BB8EE7E-C583-7931-C40E-56CB78D54509}"/>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18951788-7B54-F90C-D1E3-01E44E3BB3B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C7C1A122-E020-BD1D-3997-D671A1A5ADD8}"/>
              </a:ext>
            </a:extLst>
          </p:cNvPr>
          <p:cNvSpPr txBox="1"/>
          <p:nvPr/>
        </p:nvSpPr>
        <p:spPr>
          <a:xfrm>
            <a:off x="3640666" y="4408541"/>
            <a:ext cx="570089" cy="230832"/>
          </a:xfrm>
          <a:prstGeom prst="rect">
            <a:avLst/>
          </a:prstGeom>
          <a:noFill/>
        </p:spPr>
        <p:txBody>
          <a:bodyPr wrap="square" rtlCol="0">
            <a:spAutoFit/>
          </a:bodyPr>
          <a:lstStyle/>
          <a:p>
            <a:pPr algn="ctr"/>
            <a:r>
              <a:rPr lang="en-US" sz="900" dirty="0"/>
              <a:t>1458</a:t>
            </a:r>
          </a:p>
        </p:txBody>
      </p:sp>
      <p:sp>
        <p:nvSpPr>
          <p:cNvPr id="22" name="TextBox 21">
            <a:extLst>
              <a:ext uri="{FF2B5EF4-FFF2-40B4-BE49-F238E27FC236}">
                <a16:creationId xmlns:a16="http://schemas.microsoft.com/office/drawing/2014/main" id="{264AB49F-3BD7-BEDF-6D9F-A600D9CE03FA}"/>
              </a:ext>
            </a:extLst>
          </p:cNvPr>
          <p:cNvSpPr txBox="1"/>
          <p:nvPr/>
        </p:nvSpPr>
        <p:spPr>
          <a:xfrm>
            <a:off x="4143022" y="4408541"/>
            <a:ext cx="570089" cy="230832"/>
          </a:xfrm>
          <a:prstGeom prst="rect">
            <a:avLst/>
          </a:prstGeom>
          <a:noFill/>
        </p:spPr>
        <p:txBody>
          <a:bodyPr wrap="square" rtlCol="0">
            <a:spAutoFit/>
          </a:bodyPr>
          <a:lstStyle/>
          <a:p>
            <a:pPr algn="ctr"/>
            <a:r>
              <a:rPr lang="en-US" sz="900" dirty="0"/>
              <a:t>1458</a:t>
            </a:r>
          </a:p>
        </p:txBody>
      </p:sp>
      <p:sp>
        <p:nvSpPr>
          <p:cNvPr id="23" name="TextBox 22">
            <a:extLst>
              <a:ext uri="{FF2B5EF4-FFF2-40B4-BE49-F238E27FC236}">
                <a16:creationId xmlns:a16="http://schemas.microsoft.com/office/drawing/2014/main" id="{E426A4F6-8A5C-2B88-77F1-2BFA00D43371}"/>
              </a:ext>
            </a:extLst>
          </p:cNvPr>
          <p:cNvSpPr txBox="1"/>
          <p:nvPr/>
        </p:nvSpPr>
        <p:spPr>
          <a:xfrm>
            <a:off x="4645378" y="4408541"/>
            <a:ext cx="570089" cy="230832"/>
          </a:xfrm>
          <a:prstGeom prst="rect">
            <a:avLst/>
          </a:prstGeom>
          <a:noFill/>
        </p:spPr>
        <p:txBody>
          <a:bodyPr wrap="square" rtlCol="0">
            <a:spAutoFit/>
          </a:bodyPr>
          <a:lstStyle/>
          <a:p>
            <a:pPr algn="ctr"/>
            <a:r>
              <a:rPr lang="en-US" sz="900" dirty="0"/>
              <a:t>1458</a:t>
            </a:r>
          </a:p>
        </p:txBody>
      </p:sp>
      <p:sp>
        <p:nvSpPr>
          <p:cNvPr id="24" name="TextBox 23">
            <a:extLst>
              <a:ext uri="{FF2B5EF4-FFF2-40B4-BE49-F238E27FC236}">
                <a16:creationId xmlns:a16="http://schemas.microsoft.com/office/drawing/2014/main" id="{EDC99F4F-3916-3F5C-9631-CFAC255D88CD}"/>
              </a:ext>
            </a:extLst>
          </p:cNvPr>
          <p:cNvSpPr txBox="1"/>
          <p:nvPr/>
        </p:nvSpPr>
        <p:spPr>
          <a:xfrm>
            <a:off x="5147734" y="4408541"/>
            <a:ext cx="570089" cy="230832"/>
          </a:xfrm>
          <a:prstGeom prst="rect">
            <a:avLst/>
          </a:prstGeom>
          <a:noFill/>
        </p:spPr>
        <p:txBody>
          <a:bodyPr wrap="square" rtlCol="0">
            <a:spAutoFit/>
          </a:bodyPr>
          <a:lstStyle/>
          <a:p>
            <a:pPr algn="ctr"/>
            <a:r>
              <a:rPr lang="en-US" sz="900" dirty="0"/>
              <a:t>1458</a:t>
            </a:r>
          </a:p>
        </p:txBody>
      </p:sp>
      <p:sp>
        <p:nvSpPr>
          <p:cNvPr id="52" name="TextBox 51">
            <a:extLst>
              <a:ext uri="{FF2B5EF4-FFF2-40B4-BE49-F238E27FC236}">
                <a16:creationId xmlns:a16="http://schemas.microsoft.com/office/drawing/2014/main" id="{52F857B0-8FE4-D307-01B2-1753449324E2}"/>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1405844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7442F-97CC-B6B8-AB2F-414936041A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678315-444E-53DC-8D3E-B54461A3E86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83CE61C-EDCF-2520-F39F-E20EBEAC9DC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F9E27D7-12F1-DD61-CD66-6B77B4DFBDA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F321E77-520D-972D-ACD0-595B774264C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6CC225-BAB7-E143-FB5A-D3305582C8F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C220EFC-8799-CF85-180F-F7F34CD4722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8ED42534-21EC-C927-8D3D-7851073EDAD1}"/>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CF3C3F3B-5746-CE0D-4144-B3A514D297C3}"/>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9CE5F947-6802-6B85-D24B-1803E3BE6C4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FA5A85D-8CEE-D981-33FD-0CFC7116623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FCF0ECB-C433-65AA-A77C-2B16D8A647AA}"/>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443E3E5C-7217-4218-9CB7-5722581621D0}"/>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27659785-585F-AF25-449A-78663AB3720C}"/>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8228F150-79D0-604C-2ED3-7F9D31325286}"/>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22E9C761-A97C-F7ED-6377-00931FB114FE}"/>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97374A4-D47A-47F3-22C2-1AD0A424EBE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F5439B82-C829-5785-D110-DAE251145495}"/>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29" name="TextBox 28">
            <a:extLst>
              <a:ext uri="{FF2B5EF4-FFF2-40B4-BE49-F238E27FC236}">
                <a16:creationId xmlns:a16="http://schemas.microsoft.com/office/drawing/2014/main" id="{39052954-7CE6-9FC2-C5D3-406015001DE2}"/>
              </a:ext>
            </a:extLst>
          </p:cNvPr>
          <p:cNvSpPr txBox="1"/>
          <p:nvPr/>
        </p:nvSpPr>
        <p:spPr>
          <a:xfrm>
            <a:off x="7157158" y="3907597"/>
            <a:ext cx="570089" cy="230832"/>
          </a:xfrm>
          <a:prstGeom prst="rect">
            <a:avLst/>
          </a:prstGeom>
          <a:noFill/>
        </p:spPr>
        <p:txBody>
          <a:bodyPr wrap="square" rtlCol="0">
            <a:spAutoFit/>
          </a:bodyPr>
          <a:lstStyle/>
          <a:p>
            <a:pPr algn="ctr"/>
            <a:r>
              <a:rPr lang="en-US" sz="900" dirty="0"/>
              <a:t>36</a:t>
            </a:r>
          </a:p>
        </p:txBody>
      </p:sp>
      <p:sp>
        <p:nvSpPr>
          <p:cNvPr id="30" name="TextBox 29">
            <a:extLst>
              <a:ext uri="{FF2B5EF4-FFF2-40B4-BE49-F238E27FC236}">
                <a16:creationId xmlns:a16="http://schemas.microsoft.com/office/drawing/2014/main" id="{D5959D6A-8DF1-80BF-1998-A22643822D14}"/>
              </a:ext>
            </a:extLst>
          </p:cNvPr>
          <p:cNvSpPr txBox="1"/>
          <p:nvPr/>
        </p:nvSpPr>
        <p:spPr>
          <a:xfrm>
            <a:off x="7157158" y="4408541"/>
            <a:ext cx="570089" cy="230832"/>
          </a:xfrm>
          <a:prstGeom prst="rect">
            <a:avLst/>
          </a:prstGeom>
          <a:noFill/>
        </p:spPr>
        <p:txBody>
          <a:bodyPr wrap="square" rtlCol="0">
            <a:spAutoFit/>
          </a:bodyPr>
          <a:lstStyle/>
          <a:p>
            <a:pPr algn="ctr"/>
            <a:r>
              <a:rPr lang="en-US" sz="900" dirty="0"/>
              <a:t>63</a:t>
            </a:r>
          </a:p>
        </p:txBody>
      </p:sp>
      <p:sp>
        <p:nvSpPr>
          <p:cNvPr id="34" name="TextBox 33">
            <a:extLst>
              <a:ext uri="{FF2B5EF4-FFF2-40B4-BE49-F238E27FC236}">
                <a16:creationId xmlns:a16="http://schemas.microsoft.com/office/drawing/2014/main" id="{2870D3F2-274A-0ED0-6DD2-9D44C2607B0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FF864E5-8782-A70C-85BB-0AA92BA54BA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1471A867-6926-61AA-C158-1EF07DD9F92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C0BFB21D-95CA-8E60-BAF6-A40D75F8993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CBAF2773-4729-CDB8-D06D-76A25B48E633}"/>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B7AD0E1E-B761-81BF-85FA-FA3E8AAAF2D9}"/>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7D3A319-AAAD-76AC-9312-518EF36226C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560D9AD-11D1-E35A-29B5-F7D60A7E931D}"/>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83025C5-07CC-1050-6A5E-31A46DB6C78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5CA725E7-2A8D-3A14-2D38-A8C5D1E758C7}"/>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DBF00F58-2E77-32B3-A083-DA973FBE8B25}"/>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24D36728-04C5-E9FD-29AE-67D429C82607}"/>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C965A6D0-19FC-6AEC-4E43-24C613DDAC0B}"/>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D308E344-CDF7-FBA2-A9BF-ABC51E99254F}"/>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E3269AAF-81BB-52CA-5E96-8D177D7A3FC5}"/>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2200AF7F-3D48-B5AD-9030-5840940C1D84}"/>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CC332C4B-F3EC-045B-6CB8-8A9B6C6FA481}"/>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4C9D8C0B-17F9-FF29-38E2-2C7B91523128}"/>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2A23AE06-6A17-6E5D-8238-00DCDDD1EF4B}"/>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1D5BADDE-A610-F891-F89C-168EB96C6B85}"/>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73F6269E-A2EA-1946-D4B4-60EB44561195}"/>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F9C8CEA0-0D11-899D-68C1-7D85870CD79D}"/>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305D3CAF-2690-19CE-8EC8-F19C33F613FD}"/>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0F44A338-0F7F-BDE3-EC4F-21177AE904AE}"/>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CAD9ACF-1B49-FDC6-71AE-09EB40EBF5A6}"/>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16F04F7-7B47-15A9-D605-4B1E735AD4C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124F2F2F-A123-621E-5CD2-C1C4B4A1FEE3}"/>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3E25E10D-9B71-9304-B403-D819A3C17115}"/>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36FA77FF-564B-1FC0-F9BC-FC7669438142}"/>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ED5654FE-0C8C-A4D3-8132-FAE83D2BAA1E}"/>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779E3E0E-B54C-64BA-227A-457F45B50179}"/>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200C9490-13D0-6A82-DEBC-8AAE9A3D87E4}"/>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42867706-B326-20F7-B80F-F58504ED61ED}"/>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C9392D97-B9F9-060B-8D38-5CC520A2D6BC}"/>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BF516A5-3EF9-A529-DA12-9009F337D99D}"/>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FB1EC8D-4E61-38D8-3DEA-30C1743C64D5}"/>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DFA0556-B63D-A2A1-3688-3F6FA1B5AC2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04A3054-CDA4-6FE2-A850-05B1FFBF22CE}"/>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590EF958-E51B-9E1E-6E0B-D4E4C74AA68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4D84FD9-2866-6CC7-3BB3-F49A4A5E7DB2}"/>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2" name="TextBox 21">
            <a:extLst>
              <a:ext uri="{FF2B5EF4-FFF2-40B4-BE49-F238E27FC236}">
                <a16:creationId xmlns:a16="http://schemas.microsoft.com/office/drawing/2014/main" id="{1862A444-5FAB-A284-D19F-A235CA2F657D}"/>
              </a:ext>
            </a:extLst>
          </p:cNvPr>
          <p:cNvSpPr txBox="1"/>
          <p:nvPr/>
        </p:nvSpPr>
        <p:spPr>
          <a:xfrm>
            <a:off x="4143022" y="4408541"/>
            <a:ext cx="570089" cy="230832"/>
          </a:xfrm>
          <a:prstGeom prst="rect">
            <a:avLst/>
          </a:prstGeom>
          <a:noFill/>
        </p:spPr>
        <p:txBody>
          <a:bodyPr wrap="square" rtlCol="0">
            <a:spAutoFit/>
          </a:bodyPr>
          <a:lstStyle/>
          <a:p>
            <a:pPr algn="ctr"/>
            <a:r>
              <a:rPr lang="en-US" sz="900" dirty="0"/>
              <a:t>458</a:t>
            </a:r>
          </a:p>
        </p:txBody>
      </p:sp>
      <p:sp>
        <p:nvSpPr>
          <p:cNvPr id="23" name="TextBox 22">
            <a:extLst>
              <a:ext uri="{FF2B5EF4-FFF2-40B4-BE49-F238E27FC236}">
                <a16:creationId xmlns:a16="http://schemas.microsoft.com/office/drawing/2014/main" id="{8CC60A74-CC29-471F-CB75-3462BEA674DF}"/>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E9A874C3-D242-6DF0-53C8-845892B56F86}"/>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E13E6DB9-0254-6099-D862-2167C9AB6F1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B8FC7C28-DCE2-2119-F1F7-5A502313AAC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6BFF786C-D6EB-6CA7-6CD3-6F6C55E54B96}"/>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7A12C3D9-58D1-C772-47D2-61BF6DBB3D2B}"/>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2C224A72-71AD-4002-2272-42400B232463}"/>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0161321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25312-777F-F8B6-41A8-2565C4FE2E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00FED8-A388-404E-2093-BCFD86226F5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FB86031-EDA8-CA8D-A186-60C89D4CB23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435D5B6-3F93-AFB7-6779-9FE196AB6D5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6E98AB-E444-08E8-C40C-1773B7F3FD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692D567-5A1C-DC47-9B24-7BFDBF198BD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4E983AB-454F-CB62-ADF1-242635DB1F1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1C660AB5-486D-446E-D83D-E26BF18D53BE}"/>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89BB8A3-B180-0549-7F29-B485CC300639}"/>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7477FDA2-2847-80A9-39BD-F1338B913B6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9A438A7-92C5-3A50-09E5-420F5BC5A1BE}"/>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EF0C15C-3954-F2C2-31FF-1FDC1DD73C97}"/>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5897C754-04DA-9EF8-CFD5-2C35D6C3DD77}"/>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5CEF1AB7-03F9-8C86-B7E1-6D801FEE22FA}"/>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926406C1-1AD2-B77F-BA3B-734D57945D5C}"/>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6CBE68D3-7B84-4C3A-8936-FBC128F7F6A3}"/>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AE1F3529-FFB0-F307-BDEC-5D1C1B6E2EFB}"/>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9A6068D7-6B8D-03AD-361E-6037EE9A6184}"/>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045D70AD-D4E7-9012-142F-A5EB41AFF64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FE8BB437-6C78-4090-5079-62BFD0840AE8}"/>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E26AD7E-C01C-260E-9987-5A28907EEEC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84B4CB0-10CD-8009-7658-DC9C42B20263}"/>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7B9CF36F-F77C-2E1D-4721-4FBF489E760C}"/>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1C93394D-CBC0-56FA-AE76-706F85480E3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F3B9D40-C3E0-2350-9010-B0A24061454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F6A81EC-6009-68B6-52B8-FFC35275676A}"/>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806FFB55-457B-93D5-906E-D9E7B5CDB1E6}"/>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3031815-E8F4-3DBB-B48F-84D0CF042ED0}"/>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964420A5-79A3-8BEF-4F72-439D526D8DA1}"/>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D80800D9-8231-D696-B6C1-E447E853B96C}"/>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8B69910C-F454-1716-07E9-AE5E9D643EC7}"/>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42AE5DB5-CC3B-49BE-48EF-3AA191A0BE9E}"/>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F8EF05E4-03F5-5DC6-262C-754C338459E0}"/>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499642BD-A5F0-DCF3-5AF8-924F9EA57207}"/>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244B61CE-17E5-6880-AA9C-C159493AE74B}"/>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11717973-0FB6-6860-581C-C45EAF6A9001}"/>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B6004E01-AFC6-815E-4E50-D69F1E3C22F2}"/>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21C4BB4D-50D6-8872-79A5-72712DF8226E}"/>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F44D1EF6-7E9E-88DE-5852-0029A76B5AA6}"/>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A073A3FD-6A8F-A7E7-8406-F21010ED655B}"/>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7E18DD9-B17F-ABEA-C526-4A334B7203B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717436B7-8E70-48ED-A51F-502FDD8C3A05}"/>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C570F4C-EAB7-3E6E-5E1F-5E17A523328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12B23C3-0695-9E08-7E97-AE150A0AC3D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AEBF3F3C-AB1F-C1AA-C388-784170AA4D05}"/>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7A2FA293-7AF1-4195-3C59-1095B55AE934}"/>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2131200A-C50B-529E-A183-C193F4021597}"/>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E6F1C2DD-C4F7-C971-E42D-81B6898DE81C}"/>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E6511036-8373-C477-966D-10A6C2C2D9C2}"/>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4E6A9BDC-E57C-8277-6A37-75498C89B635}"/>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99AC8991-4EB5-46C3-48F1-C7B6A31B2CC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CB755FD5-03E4-8645-9635-F1A86DDB192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4B2CEEA8-C2AC-F750-5AB4-ACFF625C4526}"/>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E110FC61-ADF2-8104-E592-C46B8289348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1977CE2-500A-0FAC-5979-CD90B08241F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23411A6-EDD3-ADA4-D30F-A2D2018E6719}"/>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4DFE9662-5983-C5D2-D8F2-DE302C6DF2E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1806BD1D-1366-7993-011B-0D358C8C4723}"/>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2" name="TextBox 21">
            <a:extLst>
              <a:ext uri="{FF2B5EF4-FFF2-40B4-BE49-F238E27FC236}">
                <a16:creationId xmlns:a16="http://schemas.microsoft.com/office/drawing/2014/main" id="{9D1EDE75-B112-EBFA-3620-633CD2E10F56}"/>
              </a:ext>
            </a:extLst>
          </p:cNvPr>
          <p:cNvSpPr txBox="1"/>
          <p:nvPr/>
        </p:nvSpPr>
        <p:spPr>
          <a:xfrm>
            <a:off x="4143022" y="4408541"/>
            <a:ext cx="570089" cy="230832"/>
          </a:xfrm>
          <a:prstGeom prst="rect">
            <a:avLst/>
          </a:prstGeom>
          <a:noFill/>
        </p:spPr>
        <p:txBody>
          <a:bodyPr wrap="square" rtlCol="0">
            <a:spAutoFit/>
          </a:bodyPr>
          <a:lstStyle/>
          <a:p>
            <a:pPr algn="ctr"/>
            <a:r>
              <a:rPr lang="en-US" sz="900" dirty="0"/>
              <a:t>458</a:t>
            </a:r>
          </a:p>
        </p:txBody>
      </p:sp>
      <p:sp>
        <p:nvSpPr>
          <p:cNvPr id="23" name="TextBox 22">
            <a:extLst>
              <a:ext uri="{FF2B5EF4-FFF2-40B4-BE49-F238E27FC236}">
                <a16:creationId xmlns:a16="http://schemas.microsoft.com/office/drawing/2014/main" id="{8317EDC2-A692-7FDC-2805-81A7EEC0C964}"/>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3B660CD2-846D-184A-FBA0-0E8F8045DBE6}"/>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7E93E2FA-7EEF-5C14-001F-70DD097A607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6CDCA92E-2858-1B15-B683-0A329DB83C9B}"/>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961A582-F5A8-D8C6-6F87-AABE4FED8F5C}"/>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236F5E4-7AD5-9261-8B72-34EBC45B594B}"/>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DF7ED15E-2692-373E-BF62-49C7F79C0723}"/>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8967E2CA-6956-11FA-8F4F-C92F59E2418E}"/>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BC2FD332-B33B-8B5F-48FE-04AEF14F4E4D}"/>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709894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A2411-04B4-340C-8BD8-A7C9E168E0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86AD1A-561C-BCD0-4D48-F36D0B21E09B}"/>
              </a:ext>
            </a:extLst>
          </p:cNvPr>
          <p:cNvSpPr>
            <a:spLocks noGrp="1"/>
          </p:cNvSpPr>
          <p:nvPr>
            <p:ph sz="half" idx="1"/>
          </p:nvPr>
        </p:nvSpPr>
        <p:spPr/>
        <p:txBody>
          <a:bodyPr/>
          <a:lstStyle/>
          <a:p>
            <a:r>
              <a:rPr lang="en-US" dirty="0"/>
              <a:t>Last possible 4 in Row 8.</a:t>
            </a:r>
          </a:p>
        </p:txBody>
      </p:sp>
      <p:pic>
        <p:nvPicPr>
          <p:cNvPr id="4" name="Picture 3" descr="A grid of sudoku puzzle&#10;&#10;Description automatically generated">
            <a:extLst>
              <a:ext uri="{FF2B5EF4-FFF2-40B4-BE49-F238E27FC236}">
                <a16:creationId xmlns:a16="http://schemas.microsoft.com/office/drawing/2014/main" id="{898C1A14-CCA8-91AF-4D5E-3C5B40C24E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4BC289-2990-727F-DAC0-9D61077AC7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031CA0B-9D7D-EC3C-BC56-34FC40C4A5C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6EED47-0CC0-73FA-8EDA-C06EBEF6EEA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2072811-7E28-75AA-5E7B-974C4B74014A}"/>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41901DED-3F43-462E-FA2D-C2B5A3CF4F0E}"/>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E8E3FD3E-A16E-0876-574E-144AC0D37548}"/>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1B824BDB-910B-5F06-2E48-B9A9BD70186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FB6A483C-3748-D787-75BF-42F07E6B4E84}"/>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F010CE94-E5F9-A40A-BF82-8EC5F2049640}"/>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66125ADE-BD79-749E-300E-E1CD64B2C83E}"/>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4F7EE9E4-2993-950E-32EC-8EF917247B09}"/>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E28B6A66-8BC5-A3F2-6DA3-E5FE90C52289}"/>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9685EF28-84EC-A4AF-6AA9-BFF6D43C570E}"/>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0A86C832-327E-C0D0-225A-473EB437227C}"/>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C3BCC08C-236A-547E-65EB-580BCF495568}"/>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E15939FF-58B3-6855-DF1B-3BBE226E8B0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B90E4A7-FB7A-A3B3-4B42-1AD731425F91}"/>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0F53E0F5-D8C1-5F09-E2F2-0C065578C81F}"/>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54E8D1E-57C1-D07D-01D7-5AB54E166F4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726A7E91-DBA0-38CD-D7EF-B5F567FEFDAA}"/>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D061A234-2A15-24A1-40FA-9279116BF1AA}"/>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0090EC2-9151-7403-D109-013D40B689F4}"/>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EF879FEF-3ED4-EAFF-E8A1-A344D0CF58DD}"/>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623E8B6-BE2C-1707-F0CC-23B25ABEBE6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9A6B7BA-6F94-B39F-4AA4-52905FA3E25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91EA4F1C-9A21-FCD6-5BFB-E4A32A687B21}"/>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CE7B6CEC-2607-3D21-844D-6B29020C06C2}"/>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325FB7C3-3E06-CA5A-D717-838B7C06B941}"/>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2A916FFF-5945-1ADE-8CBF-5C3E09442E5B}"/>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1F099DC3-7864-776A-977D-CEF6782BD19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AC6DC246-EE53-00C4-A85C-FF0B3AF0DFC0}"/>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97007D73-8D3F-A18F-D150-C5D2C54DD92F}"/>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6A810C52-D466-B63F-BD74-063C26CA1E1D}"/>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3AB06C11-D794-4907-AAE4-23ECBFA6FDD5}"/>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9A3EF3C1-4D88-A971-43CF-A5EF9305788B}"/>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FE9A9A76-3AE0-D7A1-1CD5-50B9CE1986EF}"/>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8A8A196B-9F44-C5B4-D9B1-374C7C480C16}"/>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1372C7B-6F75-D15E-88DA-9EA39C6E5E6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B2CAC108-E633-8AF8-F8BF-A5464327245D}"/>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4E7CE61-AD42-8D3C-558D-3EA0496CC5F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52134D3C-C791-E802-9970-8B03E8D9284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925DE017-C900-703C-C1ED-15FB8D87A0E5}"/>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09938F9F-1008-65F7-9690-6F857DF1C855}"/>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A51BE07F-45DE-4A5C-DC3E-A90E20081C47}"/>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3B30706D-81EF-4BD5-12EA-AE98161E0C1D}"/>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6A16C8F0-474B-EC2F-293A-1E091379B9EA}"/>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CFBE0B27-0EC7-0DAB-45BF-5C85F5574E55}"/>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8D4FEFE7-02EA-1B75-F049-0DC8CD5D924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A85D0C4B-2FA1-A9A2-A922-E8E03B5AAFB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7DBB971E-56C8-AD83-4C2C-AF25C0D0390D}"/>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BD69369E-D4A7-D81E-E48C-DDABC1BE461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1B013716-FC17-8C47-A089-2A6E4B1FF4A5}"/>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8871E2B-189D-702B-DF8F-AE706C14E9E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F1BD0124-F02D-39CA-C204-2A51E953FD72}"/>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7D7FE1F9-D289-C5CC-2022-72781ADDBE2E}"/>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3" name="TextBox 22">
            <a:extLst>
              <a:ext uri="{FF2B5EF4-FFF2-40B4-BE49-F238E27FC236}">
                <a16:creationId xmlns:a16="http://schemas.microsoft.com/office/drawing/2014/main" id="{08877E6F-98B2-B73A-28E1-A66AC98EEDF0}"/>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F8998375-5E37-8DAE-FC7E-1C34D6559019}"/>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0F190E02-3D28-B426-34D7-F6F3F8D4213B}"/>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A5744481-9C88-238E-B8F0-5A7BE2D3359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D31823D-F0B3-D076-D5DC-9D8B58CAB6B3}"/>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A95B1BF-C08F-8B94-7700-48C80345A585}"/>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5E032FDF-7D8E-BC9C-C019-6EFB153C4E7A}"/>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2AF0B53-A2D7-0C64-9F34-C70E9E2D307A}"/>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9D15F95-9B0A-8283-EA61-550F66E60BF3}"/>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61C84E09-9F0A-9AE4-1E79-41FF9C171C6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160592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6AC80-2F2B-F747-89AF-A71258FB4A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53C051-F37C-4A31-66B5-0B006C5CA0EB}"/>
              </a:ext>
            </a:extLst>
          </p:cNvPr>
          <p:cNvSpPr>
            <a:spLocks noGrp="1"/>
          </p:cNvSpPr>
          <p:nvPr>
            <p:ph sz="half" idx="1"/>
          </p:nvPr>
        </p:nvSpPr>
        <p:spPr/>
        <p:txBody>
          <a:bodyPr/>
          <a:lstStyle/>
          <a:p>
            <a:r>
              <a:rPr lang="en-US" dirty="0"/>
              <a:t>Complete lower left block.</a:t>
            </a:r>
          </a:p>
        </p:txBody>
      </p:sp>
      <p:pic>
        <p:nvPicPr>
          <p:cNvPr id="4" name="Picture 3" descr="A grid of sudoku puzzle&#10;&#10;Description automatically generated">
            <a:extLst>
              <a:ext uri="{FF2B5EF4-FFF2-40B4-BE49-F238E27FC236}">
                <a16:creationId xmlns:a16="http://schemas.microsoft.com/office/drawing/2014/main" id="{0A6BFF4F-4E0C-F6DC-17B7-972138DAB69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C15E9B-84AA-599D-FBB6-9A0DD90785C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651A994-BDD5-F910-D246-262CC8B5A06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5FCD8B5-9639-F1B8-DFAD-27DB92B938F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3922049-054F-9D14-CC0D-B56CB20C5F3A}"/>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651EDD75-F52A-F766-14FB-486D4776C777}"/>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EEB1B1C7-1F3F-029C-FC05-72DCB094F6B8}"/>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78B94A2E-9E55-5D05-61B5-D1CC6B020F8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578A52F-6C30-BE06-811C-CDE141E13FB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8C1CFD6B-3FD0-B3F2-9986-8DD35F596558}"/>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0758821E-A48E-C662-B2D3-3B40D5CA2717}"/>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560F5D91-72D9-4FB3-B9E4-05997B506AAB}"/>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CCC40A3D-5FEE-DB72-FD02-28774399AD64}"/>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7EC07308-D679-B589-81AB-49D5ADE866A5}"/>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1D4AE2B8-60E1-B84B-DB16-D69F6527405E}"/>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75E485CC-8FC2-9F6F-6910-7CED583BE855}"/>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BFA08688-0287-ADB0-37C3-6BBECAB5225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3A2F668-B947-A22D-FFE1-6B5DDB201C24}"/>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0BC8B43-03D2-CE9D-6501-03423CC97EB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D1E56A35-64BD-2787-479A-DE1428F7E5C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9D2D86C2-B1F3-0E05-637F-C9F027C516BC}"/>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420E7C93-C14A-9AD5-0E6A-6B4A8057AF8F}"/>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F9ECCC5-929B-6477-5D9A-565A546C9D1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E9727AD0-C883-9289-791D-93CD5AEB0B67}"/>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9B7992C-18B2-59C9-A8D6-BA7F7762BF6B}"/>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4566B51-0142-DAC7-7DFB-429F3F3729CE}"/>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C30FBEC8-4429-CA07-AA4B-FAC99CAF40FE}"/>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E58AD3BE-2E93-597F-E7CA-2BD743506680}"/>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4195EFCC-27B8-3CDE-5920-85CF5CA573D0}"/>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AC567A53-9694-CA9F-EBA1-06788B2FAA7C}"/>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CBECED1C-350C-5ED6-9990-86527951BB5D}"/>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FB0145BD-AF85-5C93-B553-03E25B68DF2E}"/>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F1BE405E-F9FC-A45B-6504-056BAEB7B054}"/>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C2D18144-D05D-90DB-48C1-6839FE859BAD}"/>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8A82E850-90E4-E120-6DBC-5339D97A863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0E126B2E-7A13-A4FD-0743-DA8E8331B6D5}"/>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22E2D461-2407-0AAA-3997-8AB3A2F97A8B}"/>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13FEE264-CBF7-B891-EB2F-1532724CB17B}"/>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419F4F6-FFB4-20B8-769F-F5327728329D}"/>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33D11FA-2348-61CE-BE34-25C94D7DD0F6}"/>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9EAD2DFF-39E0-3551-2DDD-7A310D43D9C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F790156A-48BE-2FC4-758D-3F0C8127457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0A847407-6A7D-34E3-EB27-E178C89D8DD5}"/>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105E57C7-34E4-4864-EDB6-9E174C6B13BD}"/>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25BC7193-FA78-9841-7676-1D8F4CCEC853}"/>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3EE04D6D-4E3B-381A-076F-E473728EF5ED}"/>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A0F09063-4324-AE7B-3A4B-53AB339E69BB}"/>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469BDA3B-B06D-DAF0-C08A-0CE4FF62A2E0}"/>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4348DF11-E09F-483D-926F-794FF289DF7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9FD6BA42-59E0-E34A-A2C5-DB2674FD4B7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8B9E5221-0379-6D00-E386-96150DE6C0BC}"/>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C892925C-E10C-D297-05B9-20D29202AF3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5CB6D028-9CEB-FA05-F49C-267E320B7DB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861DC0E-FA08-9F71-4D62-6BBB2378276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5D7AB8ED-FD58-F2C2-A2D6-A53462A6D01C}"/>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42F04C98-AA00-4062-1349-5A7766589039}"/>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3" name="TextBox 22">
            <a:extLst>
              <a:ext uri="{FF2B5EF4-FFF2-40B4-BE49-F238E27FC236}">
                <a16:creationId xmlns:a16="http://schemas.microsoft.com/office/drawing/2014/main" id="{264D2FFD-23CA-83CC-3250-8687F58ACD5A}"/>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9A5481E6-CD78-F5A3-99E4-CDACDE7DCD81}"/>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79846C12-4510-439C-CC1B-EDEC00F6839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E3000012-0B4A-D6B5-665F-29DC3F21853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CC949AD-183A-5AE5-1F54-2F8DED2DBA3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302FA66-E3C6-5D69-F128-6FBF4267F9DD}"/>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CB1E43B0-1769-406A-0499-85A9A80FF761}"/>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B5BD2570-9BC4-191D-FFDC-2EAE9A3B5AFA}"/>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59A18821-D946-EC16-9238-2E032C3E36B4}"/>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FD8775FE-C414-3E46-47EC-35F4B018434C}"/>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1CA6D516-C450-41C8-A058-118D42CD9915}"/>
              </a:ext>
            </a:extLst>
          </p:cNvPr>
          <p:cNvSpPr txBox="1"/>
          <p:nvPr/>
        </p:nvSpPr>
        <p:spPr>
          <a:xfrm>
            <a:off x="4143022" y="3907597"/>
            <a:ext cx="570089" cy="230832"/>
          </a:xfrm>
          <a:prstGeom prst="rect">
            <a:avLst/>
          </a:prstGeom>
          <a:noFill/>
        </p:spPr>
        <p:txBody>
          <a:bodyPr wrap="square" rtlCol="0">
            <a:spAutoFit/>
          </a:bodyPr>
          <a:lstStyle/>
          <a:p>
            <a:pPr algn="ctr"/>
            <a:r>
              <a:rPr lang="en-US" sz="900" dirty="0"/>
              <a:t>589</a:t>
            </a:r>
          </a:p>
        </p:txBody>
      </p:sp>
      <p:sp>
        <p:nvSpPr>
          <p:cNvPr id="33" name="TextBox 32">
            <a:extLst>
              <a:ext uri="{FF2B5EF4-FFF2-40B4-BE49-F238E27FC236}">
                <a16:creationId xmlns:a16="http://schemas.microsoft.com/office/drawing/2014/main" id="{14F0D78D-147D-722A-CDC3-0C6AE674AD03}"/>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51536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2A8A0-2250-586E-0654-715C469B496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6523F2-AF1F-8CDE-3377-783578FC4D4E}"/>
              </a:ext>
            </a:extLst>
          </p:cNvPr>
          <p:cNvSpPr>
            <a:spLocks noGrp="1"/>
          </p:cNvSpPr>
          <p:nvPr>
            <p:ph sz="half" idx="1"/>
          </p:nvPr>
        </p:nvSpPr>
        <p:spPr/>
        <p:txBody>
          <a:bodyPr/>
          <a:lstStyle/>
          <a:p>
            <a:r>
              <a:rPr lang="en-US" dirty="0"/>
              <a:t>Complete Row 7.</a:t>
            </a:r>
          </a:p>
        </p:txBody>
      </p:sp>
      <p:pic>
        <p:nvPicPr>
          <p:cNvPr id="4" name="Picture 3" descr="A grid of sudoku puzzle&#10;&#10;Description automatically generated">
            <a:extLst>
              <a:ext uri="{FF2B5EF4-FFF2-40B4-BE49-F238E27FC236}">
                <a16:creationId xmlns:a16="http://schemas.microsoft.com/office/drawing/2014/main" id="{7BB69895-523E-1A21-850F-E60C06F27C1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15A9E58-B76E-5E3B-26BE-BFB6500F5E4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1A5E5D4-759A-A1CE-780E-6A89B2447F3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621CF27-8675-DC82-F7AE-62E1327F3F1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9FD5A29-85D7-B466-3DB1-E9098D6BCC5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BBFA07A6-4758-8584-2C06-2971EAB80A8C}"/>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D12AE2DA-29B4-DECC-086E-A1D0403A58D7}"/>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0ABCAFA3-D2EF-7CCA-E2D8-9C95CE3FC62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CC9A4F1-C16E-CA66-6EE7-6F7A15545718}"/>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08833DC7-AA6F-DF43-D840-18044499477A}"/>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FCF2AED7-767F-B727-15CF-9FDFB99BD87B}"/>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E9718A07-CF86-17E4-572A-5A3D8530F7E5}"/>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A525BE53-54AE-26D7-3DCE-BB6ADF42924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51E2C75A-946F-BD3F-F63B-46A9DE749F14}"/>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8016962E-6BDA-52F0-3495-9BADD0DFFD16}"/>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A89FECAB-9C03-8981-FAE1-90C146D71EF2}"/>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751D3467-EC73-F3B5-378F-D72C8942617D}"/>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82ED542-8793-EF39-09C0-8D8C439E140E}"/>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1E3BD53A-6BCD-5C4B-2D3A-086EAE282B5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39F68D93-16C6-310A-B38F-6A4F0631C09B}"/>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C82C814E-896E-F66A-AA84-3B528E0701F9}"/>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2DFA9017-8BE5-5174-5D37-B4781782B4EA}"/>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69068DC9-22BA-F30F-28D9-5EC19BBE66C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1C549D60-2E01-4AF1-C736-BAD60BF19D7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8DED27B-4747-F62F-1159-8AACC487070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3A8B6E9-FC9B-E4C9-9209-844EADD2422E}"/>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8ACDAABE-59F2-E253-2492-88FBB641BE0F}"/>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DD96F02B-A2A9-3C4D-3C42-241291BF50A7}"/>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22E89B3F-81D6-1B97-F58C-E30BD20989DC}"/>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D7579C96-4753-51E9-32B9-7268B4282304}"/>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F9BC3833-1315-7655-D080-279D9BEF94FD}"/>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A9B91295-4AB1-814D-6A8E-A2B148419D5B}"/>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99FD04CD-11DE-52EE-2CB1-629CB43E9C4C}"/>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2974AAEC-712B-90E0-6501-ACFB48D237A6}"/>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DB58B764-D709-1634-4F6D-5C62D8F50F44}"/>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304DE136-E83A-E3DA-5CC3-57BF5834FD41}"/>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74802A7D-9E99-16ED-B8FD-D6D89C44C134}"/>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394AA69A-9DE8-A902-7B1A-CF91C543F8E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B02675F-E813-E1C9-8BD8-94462841688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685C236C-6877-37D0-57B1-568B1CE6EA7D}"/>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D308148E-6BC8-674F-8B97-318FC83A518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3669CBC4-D8DF-AF0E-B2D3-188D91597AC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688BC222-C4DF-1784-1B3F-D24F1CF4809A}"/>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11A4DA59-51AB-4FBB-1491-9A2A4320A373}"/>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0E535EEE-AC25-0E97-AB6C-A44847A0CDFD}"/>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114C5515-6E89-197B-DA49-66201D25F28E}"/>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12B8C1EB-5AD3-67ED-C484-008E0F8F30CF}"/>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E88634A9-F69B-B162-5184-A0B15CBE06BD}"/>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7F9186AE-64C2-1196-0392-6F8D838021A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14E851A-6779-8CD9-B624-295E7B20CF2C}"/>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8B710CE6-8161-76C4-0D9A-08BB56869917}"/>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F04C6E3-7653-38C5-97AF-6D516BFD584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3C70BA0C-1AD3-2EAA-9784-0A567C623B7D}"/>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94F5A3DA-FB3C-2715-CBB4-10B39FE74DD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62AE2F0E-C784-5D5E-7FC1-8CE8BD02BB86}"/>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AEA409F7-EFFD-E0FB-76BC-52B872EA6F1D}"/>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3" name="TextBox 22">
            <a:extLst>
              <a:ext uri="{FF2B5EF4-FFF2-40B4-BE49-F238E27FC236}">
                <a16:creationId xmlns:a16="http://schemas.microsoft.com/office/drawing/2014/main" id="{4AD4D8C2-73DD-6C10-89D8-0E77ED2DFE79}"/>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F5930121-8986-5E69-B5CD-15A9C2D9CD97}"/>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1DAB14FF-32D2-C47D-F86B-25EF1F699E12}"/>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A0B4747-A42D-3124-333B-6B7249C40C5F}"/>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81ACEB48-959D-7D1C-3768-3697C65E6993}"/>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AA7A5835-74A0-64C6-61E2-6A097BE2DA34}"/>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14324EBB-3817-3308-D68A-34FAD6F2D16B}"/>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58A52B1-D422-824C-8709-EB858A3A712C}"/>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F187640-B1A5-87C7-EB2B-D7BA1CB3CA30}"/>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EA5573D5-1594-1937-132B-741BE1E0CE5B}"/>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30" name="TextBox 29">
            <a:extLst>
              <a:ext uri="{FF2B5EF4-FFF2-40B4-BE49-F238E27FC236}">
                <a16:creationId xmlns:a16="http://schemas.microsoft.com/office/drawing/2014/main" id="{88BFCCF4-691B-DC47-0197-AF91410613F3}"/>
              </a:ext>
            </a:extLst>
          </p:cNvPr>
          <p:cNvSpPr txBox="1"/>
          <p:nvPr/>
        </p:nvSpPr>
        <p:spPr>
          <a:xfrm>
            <a:off x="4143022" y="3907597"/>
            <a:ext cx="570089" cy="230832"/>
          </a:xfrm>
          <a:prstGeom prst="rect">
            <a:avLst/>
          </a:prstGeom>
          <a:noFill/>
        </p:spPr>
        <p:txBody>
          <a:bodyPr wrap="square" rtlCol="0">
            <a:spAutoFit/>
          </a:bodyPr>
          <a:lstStyle/>
          <a:p>
            <a:pPr algn="ctr"/>
            <a:r>
              <a:rPr lang="en-US" sz="900" dirty="0"/>
              <a:t>589</a:t>
            </a:r>
          </a:p>
        </p:txBody>
      </p:sp>
      <p:sp>
        <p:nvSpPr>
          <p:cNvPr id="33" name="TextBox 32">
            <a:extLst>
              <a:ext uri="{FF2B5EF4-FFF2-40B4-BE49-F238E27FC236}">
                <a16:creationId xmlns:a16="http://schemas.microsoft.com/office/drawing/2014/main" id="{6E25F29D-B2C8-EF2B-A8A7-E04D24316A00}"/>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25678</a:t>
            </a:r>
          </a:p>
        </p:txBody>
      </p:sp>
      <p:sp>
        <p:nvSpPr>
          <p:cNvPr id="40" name="TextBox 39">
            <a:extLst>
              <a:ext uri="{FF2B5EF4-FFF2-40B4-BE49-F238E27FC236}">
                <a16:creationId xmlns:a16="http://schemas.microsoft.com/office/drawing/2014/main" id="{A33A96CA-0587-3B5C-0490-2A346DCA4D7F}"/>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25678</a:t>
            </a:r>
          </a:p>
        </p:txBody>
      </p:sp>
      <p:sp>
        <p:nvSpPr>
          <p:cNvPr id="41" name="TextBox 40">
            <a:extLst>
              <a:ext uri="{FF2B5EF4-FFF2-40B4-BE49-F238E27FC236}">
                <a16:creationId xmlns:a16="http://schemas.microsoft.com/office/drawing/2014/main" id="{670DBAB8-09AB-DEA7-8E35-9BE6E932640F}"/>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25678</a:t>
            </a:r>
          </a:p>
        </p:txBody>
      </p:sp>
      <p:sp>
        <p:nvSpPr>
          <p:cNvPr id="74" name="TextBox 73">
            <a:extLst>
              <a:ext uri="{FF2B5EF4-FFF2-40B4-BE49-F238E27FC236}">
                <a16:creationId xmlns:a16="http://schemas.microsoft.com/office/drawing/2014/main" id="{3782416E-2BCE-B081-3B4F-AB9A8839AA8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070114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4F6F2-685F-4C25-261F-3C0478C41A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4D2E55-37A8-1E0F-A9E7-6852960C3B42}"/>
              </a:ext>
            </a:extLst>
          </p:cNvPr>
          <p:cNvSpPr>
            <a:spLocks noGrp="1"/>
          </p:cNvSpPr>
          <p:nvPr>
            <p:ph sz="half" idx="1"/>
          </p:nvPr>
        </p:nvSpPr>
        <p:spPr/>
        <p:txBody>
          <a:bodyPr/>
          <a:lstStyle/>
          <a:p>
            <a:r>
              <a:rPr lang="en-US" dirty="0"/>
              <a:t>[18 in 3] must contain 3, then -&gt; [15 in 2]</a:t>
            </a:r>
          </a:p>
        </p:txBody>
      </p:sp>
      <p:pic>
        <p:nvPicPr>
          <p:cNvPr id="4" name="Picture 3" descr="A grid of sudoku puzzle&#10;&#10;Description automatically generated">
            <a:extLst>
              <a:ext uri="{FF2B5EF4-FFF2-40B4-BE49-F238E27FC236}">
                <a16:creationId xmlns:a16="http://schemas.microsoft.com/office/drawing/2014/main" id="{582BD1CC-BBD3-F0D4-7895-21BE13C62AE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7CEF337-E916-0F3C-B086-ED43EF899C0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E25952-038B-3B82-3435-8C77146C5C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B6DB14-666E-5367-A2CE-987813BE754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DA3AB96-22D4-8240-F255-485EC586B24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50711C64-5189-3781-82E3-A204D7BE29BD}"/>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9DBF654-C05D-5B3A-F7AD-79F0A21B4E2E}"/>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ABC66282-4D50-B430-F3FB-96237503A00E}"/>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6DACC5B6-8A3C-8390-ED65-80556685928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5AAC1104-EFB7-EEEB-9195-8BF952CF55F0}"/>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FAF3D8FF-2400-2766-EED3-536E3815A7BC}"/>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063DBD87-D23F-D2D2-66D4-5B7AA83D5242}"/>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E79C2ECF-5EE7-6BF5-2596-7C80D00F0149}"/>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F4A0D470-2074-F002-F077-813234213EA3}"/>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95CA9537-0A88-3C92-4674-57B058485F8D}"/>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0A6AEDF9-01AD-5BC5-EA22-51498EDE4B84}"/>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99CA5DED-ECA2-6254-37E2-888A76CDC6E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737F892-1C67-2622-41CC-654A00A2E59F}"/>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24F73E3F-46E5-5FD4-52A3-4009E73379A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926CDD41-CB50-556C-6D0C-4F21B0A50CF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A4BA4EAB-048B-9E3F-8307-2950B0433948}"/>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E0697A59-0C65-6DF6-2C1B-99E6AB4BEF6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FEDE5B2-9FE3-6037-6980-3BF3B9309B0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D3D93365-B1EA-6B58-1CCA-36B3EE82924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1F30867-C824-A89D-7BEF-C7703C76AA5A}"/>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29E2DF2-15AC-67BB-D884-73D4C4EA5CC3}"/>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9" name="TextBox 8">
            <a:extLst>
              <a:ext uri="{FF2B5EF4-FFF2-40B4-BE49-F238E27FC236}">
                <a16:creationId xmlns:a16="http://schemas.microsoft.com/office/drawing/2014/main" id="{4A6DB6A9-A04D-A458-E3A2-263B817E2EC2}"/>
              </a:ext>
            </a:extLst>
          </p:cNvPr>
          <p:cNvSpPr txBox="1"/>
          <p:nvPr/>
        </p:nvSpPr>
        <p:spPr>
          <a:xfrm>
            <a:off x="3640666" y="4909484"/>
            <a:ext cx="570089" cy="230832"/>
          </a:xfrm>
          <a:prstGeom prst="rect">
            <a:avLst/>
          </a:prstGeom>
          <a:noFill/>
        </p:spPr>
        <p:txBody>
          <a:bodyPr wrap="square" rtlCol="0">
            <a:spAutoFit/>
          </a:bodyPr>
          <a:lstStyle/>
          <a:p>
            <a:pPr algn="ctr"/>
            <a:r>
              <a:rPr lang="en-US" sz="900" dirty="0"/>
              <a:t>26</a:t>
            </a:r>
          </a:p>
        </p:txBody>
      </p:sp>
      <p:sp>
        <p:nvSpPr>
          <p:cNvPr id="10" name="TextBox 9">
            <a:extLst>
              <a:ext uri="{FF2B5EF4-FFF2-40B4-BE49-F238E27FC236}">
                <a16:creationId xmlns:a16="http://schemas.microsoft.com/office/drawing/2014/main" id="{0AEFB066-D8EA-8FEA-12F4-ADD211A0D04F}"/>
              </a:ext>
            </a:extLst>
          </p:cNvPr>
          <p:cNvSpPr txBox="1"/>
          <p:nvPr/>
        </p:nvSpPr>
        <p:spPr>
          <a:xfrm>
            <a:off x="4143022" y="4909484"/>
            <a:ext cx="570089" cy="230832"/>
          </a:xfrm>
          <a:prstGeom prst="rect">
            <a:avLst/>
          </a:prstGeom>
          <a:noFill/>
        </p:spPr>
        <p:txBody>
          <a:bodyPr wrap="square" rtlCol="0">
            <a:spAutoFit/>
          </a:bodyPr>
          <a:lstStyle/>
          <a:p>
            <a:pPr algn="ctr"/>
            <a:r>
              <a:rPr lang="en-US" sz="900" dirty="0"/>
              <a:t>62</a:t>
            </a:r>
          </a:p>
        </p:txBody>
      </p:sp>
      <p:sp>
        <p:nvSpPr>
          <p:cNvPr id="42" name="TextBox 41">
            <a:extLst>
              <a:ext uri="{FF2B5EF4-FFF2-40B4-BE49-F238E27FC236}">
                <a16:creationId xmlns:a16="http://schemas.microsoft.com/office/drawing/2014/main" id="{C8A4DE1C-1D37-D8FD-C06D-F017FC5AA0F9}"/>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DE56096A-DC2D-6F76-0C49-B9C4EB67AA89}"/>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50905007-8143-F0CD-49BD-DDE5DEF2D563}"/>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B3419614-0309-D9CB-E040-334E41D0EF96}"/>
              </a:ext>
            </a:extLst>
          </p:cNvPr>
          <p:cNvSpPr txBox="1"/>
          <p:nvPr/>
        </p:nvSpPr>
        <p:spPr>
          <a:xfrm>
            <a:off x="3640666" y="1903821"/>
            <a:ext cx="570089" cy="230832"/>
          </a:xfrm>
          <a:prstGeom prst="rect">
            <a:avLst/>
          </a:prstGeom>
          <a:no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3A24EAFA-4652-6E2E-AD7E-63CB0B8418E2}"/>
              </a:ext>
            </a:extLst>
          </p:cNvPr>
          <p:cNvSpPr txBox="1"/>
          <p:nvPr/>
        </p:nvSpPr>
        <p:spPr>
          <a:xfrm>
            <a:off x="4143022" y="1903821"/>
            <a:ext cx="570089" cy="230832"/>
          </a:xfrm>
          <a:prstGeom prst="rect">
            <a:avLst/>
          </a:prstGeom>
          <a:no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DDCDF907-28B7-10F0-F518-3A2BA5F4427B}"/>
              </a:ext>
            </a:extLst>
          </p:cNvPr>
          <p:cNvSpPr txBox="1"/>
          <p:nvPr/>
        </p:nvSpPr>
        <p:spPr>
          <a:xfrm>
            <a:off x="3640666" y="2404765"/>
            <a:ext cx="570089" cy="230832"/>
          </a:xfrm>
          <a:prstGeom prst="rect">
            <a:avLst/>
          </a:prstGeom>
          <a:no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31195A0F-4A14-4D62-724F-9145073B2A0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1DD5513D-A8A3-1E3E-BACE-5FBB25EE683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A863B144-CF2E-A317-5428-B68BA4FF99C2}"/>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6ACA0643-5E3E-46CB-C230-123D11AF857E}"/>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60D4D010-A9A6-A830-7D02-B4B9EC89A15F}"/>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FE772CC-4227-75C1-195A-5BEA4F64F74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D212F6E4-0AD4-5A8D-9E15-C56235362F6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D90C503-FC0C-7D68-4B79-B80BA070C8D5}"/>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B464B7E9-FD5B-3308-E6B3-6DE2D9E7D6D6}"/>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0C8E9CDF-B0B9-9A8B-1B28-9A51F826921B}"/>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CF793288-881A-90EF-0602-C887B763A1CB}"/>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A97498A3-DF7D-0282-F97D-C510F182E5E8}"/>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8311CD6A-C574-E233-DB49-D2FE166EAB57}"/>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DAEE1591-9181-0578-3783-0BB6CA4B424D}"/>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602F5CE6-A24A-182D-2882-5F74BB158BB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3356D6FA-5404-424B-68F3-D5B0BDC624D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152B363-5F74-FEF3-3B68-4C4A5D719EF7}"/>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C78CEF0C-B083-5326-E0B5-73A5AD3E4DD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EE340A0F-C98F-D549-F2AC-F7F7824A4A5A}"/>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BDAB340-BAB8-8C40-C0C4-578BE2E0C47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94DB616D-FC50-D392-6734-57DAE9CE0242}"/>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1" name="TextBox 20">
            <a:extLst>
              <a:ext uri="{FF2B5EF4-FFF2-40B4-BE49-F238E27FC236}">
                <a16:creationId xmlns:a16="http://schemas.microsoft.com/office/drawing/2014/main" id="{3A71F7D6-4C7E-B38C-11E8-6E2D184E20DE}"/>
              </a:ext>
            </a:extLst>
          </p:cNvPr>
          <p:cNvSpPr txBox="1"/>
          <p:nvPr/>
        </p:nvSpPr>
        <p:spPr>
          <a:xfrm>
            <a:off x="3640666" y="4408541"/>
            <a:ext cx="570089" cy="230832"/>
          </a:xfrm>
          <a:prstGeom prst="rect">
            <a:avLst/>
          </a:prstGeom>
          <a:noFill/>
        </p:spPr>
        <p:txBody>
          <a:bodyPr wrap="square" rtlCol="0">
            <a:spAutoFit/>
          </a:bodyPr>
          <a:lstStyle/>
          <a:p>
            <a:pPr algn="ctr"/>
            <a:r>
              <a:rPr lang="en-US" sz="900" dirty="0"/>
              <a:t>58</a:t>
            </a:r>
          </a:p>
        </p:txBody>
      </p:sp>
      <p:sp>
        <p:nvSpPr>
          <p:cNvPr id="23" name="TextBox 22">
            <a:extLst>
              <a:ext uri="{FF2B5EF4-FFF2-40B4-BE49-F238E27FC236}">
                <a16:creationId xmlns:a16="http://schemas.microsoft.com/office/drawing/2014/main" id="{A8C542B3-0301-DF54-E8E4-B7EF2445B2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8326C6F4-4F70-94B7-F26F-27AB8F2D2083}"/>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55DA7ABC-1C61-AB0C-9F28-285D07AEC6D9}"/>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721ACC8-6F37-B12E-AA02-764DE84CACBB}"/>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2FB5CC08-4220-739D-7BA5-C883D0BBEDD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75C41327-CE55-325F-5DF8-01A8B9C1AF17}"/>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BBA5564F-9251-FF08-2BBF-82AFAAAB0621}"/>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A9CDECF-B6A4-4C67-DF20-30BA5EB0EDFD}"/>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CCA8D81F-D35C-13E4-A90C-A5B37B94D26B}"/>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972AF8DA-07BC-DB0D-7012-16FB1686021C}"/>
              </a:ext>
            </a:extLst>
          </p:cNvPr>
          <p:cNvSpPr txBox="1"/>
          <p:nvPr/>
        </p:nvSpPr>
        <p:spPr>
          <a:xfrm>
            <a:off x="3640666" y="390759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571D4EE7-E285-BE75-1FFB-043DFE97B900}"/>
              </a:ext>
            </a:extLst>
          </p:cNvPr>
          <p:cNvSpPr txBox="1"/>
          <p:nvPr/>
        </p:nvSpPr>
        <p:spPr>
          <a:xfrm>
            <a:off x="4143022" y="3907597"/>
            <a:ext cx="570089" cy="230832"/>
          </a:xfrm>
          <a:prstGeom prst="rect">
            <a:avLst/>
          </a:prstGeom>
          <a:noFill/>
        </p:spPr>
        <p:txBody>
          <a:bodyPr wrap="square" rtlCol="0">
            <a:spAutoFit/>
          </a:bodyPr>
          <a:lstStyle/>
          <a:p>
            <a:pPr algn="ctr"/>
            <a:r>
              <a:rPr lang="en-US" sz="900" dirty="0"/>
              <a:t>589</a:t>
            </a:r>
          </a:p>
        </p:txBody>
      </p:sp>
      <p:sp>
        <p:nvSpPr>
          <p:cNvPr id="33" name="TextBox 32">
            <a:extLst>
              <a:ext uri="{FF2B5EF4-FFF2-40B4-BE49-F238E27FC236}">
                <a16:creationId xmlns:a16="http://schemas.microsoft.com/office/drawing/2014/main" id="{834526DF-D6D4-7473-3A57-4AE46766A270}"/>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25678</a:t>
            </a:r>
          </a:p>
        </p:txBody>
      </p:sp>
      <p:sp>
        <p:nvSpPr>
          <p:cNvPr id="40" name="TextBox 39">
            <a:extLst>
              <a:ext uri="{FF2B5EF4-FFF2-40B4-BE49-F238E27FC236}">
                <a16:creationId xmlns:a16="http://schemas.microsoft.com/office/drawing/2014/main" id="{26268490-47E8-6814-B0EC-19F9F2102616}"/>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25678</a:t>
            </a:r>
          </a:p>
        </p:txBody>
      </p:sp>
      <p:sp>
        <p:nvSpPr>
          <p:cNvPr id="41" name="TextBox 40">
            <a:extLst>
              <a:ext uri="{FF2B5EF4-FFF2-40B4-BE49-F238E27FC236}">
                <a16:creationId xmlns:a16="http://schemas.microsoft.com/office/drawing/2014/main" id="{D66E1DFE-91E2-5CD5-5411-EB3994DE212A}"/>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25678</a:t>
            </a:r>
          </a:p>
        </p:txBody>
      </p:sp>
      <p:sp>
        <p:nvSpPr>
          <p:cNvPr id="74" name="TextBox 73">
            <a:extLst>
              <a:ext uri="{FF2B5EF4-FFF2-40B4-BE49-F238E27FC236}">
                <a16:creationId xmlns:a16="http://schemas.microsoft.com/office/drawing/2014/main" id="{36A9CE2A-14AF-FA92-3D66-75A90E9CC440}"/>
              </a:ext>
            </a:extLst>
          </p:cNvPr>
          <p:cNvSpPr txBox="1"/>
          <p:nvPr/>
        </p:nvSpPr>
        <p:spPr>
          <a:xfrm>
            <a:off x="3640666" y="2905709"/>
            <a:ext cx="570089" cy="230832"/>
          </a:xfrm>
          <a:prstGeom prst="rect">
            <a:avLst/>
          </a:prstGeom>
          <a:noFill/>
        </p:spPr>
        <p:txBody>
          <a:bodyPr wrap="square" rtlCol="0">
            <a:spAutoFit/>
          </a:bodyPr>
          <a:lstStyle/>
          <a:p>
            <a:pPr algn="ctr"/>
            <a:r>
              <a:rPr lang="en-US" sz="900" dirty="0"/>
              <a:t>376</a:t>
            </a:r>
          </a:p>
        </p:txBody>
      </p:sp>
      <p:sp>
        <p:nvSpPr>
          <p:cNvPr id="75" name="TextBox 74">
            <a:extLst>
              <a:ext uri="{FF2B5EF4-FFF2-40B4-BE49-F238E27FC236}">
                <a16:creationId xmlns:a16="http://schemas.microsoft.com/office/drawing/2014/main" id="{54D212B1-65BA-91B2-8FC2-430022CEDCF8}"/>
              </a:ext>
            </a:extLst>
          </p:cNvPr>
          <p:cNvSpPr txBox="1"/>
          <p:nvPr/>
        </p:nvSpPr>
        <p:spPr>
          <a:xfrm>
            <a:off x="3640666" y="3406653"/>
            <a:ext cx="570089" cy="230832"/>
          </a:xfrm>
          <a:prstGeom prst="rect">
            <a:avLst/>
          </a:prstGeom>
          <a:noFill/>
        </p:spPr>
        <p:txBody>
          <a:bodyPr wrap="square" rtlCol="0">
            <a:spAutoFit/>
          </a:bodyPr>
          <a:lstStyle/>
          <a:p>
            <a:pPr algn="ctr"/>
            <a:r>
              <a:rPr lang="en-US" sz="900" dirty="0"/>
              <a:t>376</a:t>
            </a:r>
          </a:p>
        </p:txBody>
      </p:sp>
      <p:sp>
        <p:nvSpPr>
          <p:cNvPr id="76" name="TextBox 75">
            <a:extLst>
              <a:ext uri="{FF2B5EF4-FFF2-40B4-BE49-F238E27FC236}">
                <a16:creationId xmlns:a16="http://schemas.microsoft.com/office/drawing/2014/main" id="{05D5BAA9-D29B-B0D1-CDCE-90AFF28F2E6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8633747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7BDCE-613E-057B-FBD0-5CA3DDFD66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B2CDCE-DCEB-EA34-DDE5-8FD5B8DC14DD}"/>
              </a:ext>
            </a:extLst>
          </p:cNvPr>
          <p:cNvSpPr>
            <a:spLocks noGrp="1"/>
          </p:cNvSpPr>
          <p:nvPr>
            <p:ph sz="half" idx="1"/>
          </p:nvPr>
        </p:nvSpPr>
        <p:spPr/>
        <p:txBody>
          <a:bodyPr/>
          <a:lstStyle/>
          <a:p>
            <a:r>
              <a:rPr lang="en-US" dirty="0"/>
              <a:t>Reduce.  (Note 98/89 pair.  Note 67/376/376 triplet.)</a:t>
            </a:r>
          </a:p>
        </p:txBody>
      </p:sp>
      <p:pic>
        <p:nvPicPr>
          <p:cNvPr id="4" name="Picture 3" descr="A grid of sudoku puzzle&#10;&#10;Description automatically generated">
            <a:extLst>
              <a:ext uri="{FF2B5EF4-FFF2-40B4-BE49-F238E27FC236}">
                <a16:creationId xmlns:a16="http://schemas.microsoft.com/office/drawing/2014/main" id="{A30DEE9D-3EBF-13FD-7B95-F63E9B233F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843B9AE-1EAD-9B42-3B26-D3546DCA64B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03355B-829B-4C0B-EF05-0E80BB09766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5D86BEF-384F-0230-9637-727E39109E1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17C4F9C-4024-68F3-FA2E-F7C6A1C89BD4}"/>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B2746D0F-BBCC-491C-4E1A-6B3C3216D5AD}"/>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8A1BEF5A-79C1-79E6-4EEF-DB340790BF4F}"/>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0AC84161-F816-019F-A479-A6ED7ECCFE8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09CFCB4C-EBB4-4D17-22B7-4146D0D8DD12}"/>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9E25DD2-C75F-9FBC-AB82-DE40B9B91648}"/>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F0223890-E43F-23D1-2571-50FE936C7C55}"/>
              </a:ext>
            </a:extLst>
          </p:cNvPr>
          <p:cNvSpPr txBox="1"/>
          <p:nvPr/>
        </p:nvSpPr>
        <p:spPr>
          <a:xfrm>
            <a:off x="3640666" y="1402877"/>
            <a:ext cx="570089" cy="230832"/>
          </a:xfrm>
          <a:prstGeom prst="rect">
            <a:avLst/>
          </a:prstGeom>
          <a:noFill/>
        </p:spPr>
        <p:txBody>
          <a:bodyPr wrap="square" rtlCol="0">
            <a:spAutoFit/>
          </a:bodyPr>
          <a:lstStyle/>
          <a:p>
            <a:pPr algn="ctr"/>
            <a:r>
              <a:rPr lang="en-US" sz="900" dirty="0"/>
              <a:t>67</a:t>
            </a:r>
          </a:p>
        </p:txBody>
      </p:sp>
      <p:sp>
        <p:nvSpPr>
          <p:cNvPr id="20" name="TextBox 19">
            <a:extLst>
              <a:ext uri="{FF2B5EF4-FFF2-40B4-BE49-F238E27FC236}">
                <a16:creationId xmlns:a16="http://schemas.microsoft.com/office/drawing/2014/main" id="{103070D6-BC60-2451-393B-7534FDFF533C}"/>
              </a:ext>
            </a:extLst>
          </p:cNvPr>
          <p:cNvSpPr txBox="1"/>
          <p:nvPr/>
        </p:nvSpPr>
        <p:spPr>
          <a:xfrm>
            <a:off x="4143022" y="1402877"/>
            <a:ext cx="570089" cy="230832"/>
          </a:xfrm>
          <a:prstGeom prst="rect">
            <a:avLst/>
          </a:prstGeom>
          <a:noFill/>
        </p:spPr>
        <p:txBody>
          <a:bodyPr wrap="square" rtlCol="0">
            <a:spAutoFit/>
          </a:bodyPr>
          <a:lstStyle/>
          <a:p>
            <a:pPr algn="ctr"/>
            <a:r>
              <a:rPr lang="en-US" sz="900" dirty="0"/>
              <a:t>76</a:t>
            </a:r>
          </a:p>
        </p:txBody>
      </p:sp>
      <p:sp>
        <p:nvSpPr>
          <p:cNvPr id="25" name="TextBox 24">
            <a:extLst>
              <a:ext uri="{FF2B5EF4-FFF2-40B4-BE49-F238E27FC236}">
                <a16:creationId xmlns:a16="http://schemas.microsoft.com/office/drawing/2014/main" id="{7EE7191E-729B-1A26-2521-E2EE0579BC43}"/>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D233AD4B-270D-DBD8-AD9F-85A10F939027}"/>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10D145E-81B1-EDC8-1A18-A4BE18AD2CF9}"/>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70EDB5EC-F09D-8FB7-7A2B-149691F10119}"/>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FA38DB04-EEA1-F15C-422B-5CD09516B26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9928B57-D52B-9F17-E574-AC51B336020D}"/>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B7480C1D-C2E5-C044-EB1F-F38869D18A1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755ABE4F-79B3-AA0D-0EEB-7F67EFEC079D}"/>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F8B63FB4-665A-20BB-2744-1224F2AC705D}"/>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E3884237-9AC3-6A5A-E990-DE24B321C43F}"/>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B13C99F-DD12-9ED5-5A93-DA1E5025AAFE}"/>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EA14ADEE-C5B9-CE8A-2D26-8003330C8394}"/>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5E044BE-8FFB-5347-1E6A-3CEC35F4C1A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EE675F7-CBC9-8B5E-98B0-358D18645C42}"/>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9CEAF483-1B18-09D4-D2B0-3A1AA0BD4083}"/>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F7BC514B-65DB-7AB3-9F9A-F8F91707CDF1}"/>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4C2E4478-765E-BE1C-54DE-B73DE289E9AE}"/>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6" name="TextBox 45">
            <a:extLst>
              <a:ext uri="{FF2B5EF4-FFF2-40B4-BE49-F238E27FC236}">
                <a16:creationId xmlns:a16="http://schemas.microsoft.com/office/drawing/2014/main" id="{6D8164A3-0AA3-CA54-1CE3-E6B2EE10C8B0}"/>
              </a:ext>
            </a:extLst>
          </p:cNvPr>
          <p:cNvSpPr txBox="1"/>
          <p:nvPr/>
        </p:nvSpPr>
        <p:spPr>
          <a:xfrm>
            <a:off x="3640666"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12</a:t>
            </a:r>
          </a:p>
        </p:txBody>
      </p:sp>
      <p:sp>
        <p:nvSpPr>
          <p:cNvPr id="47" name="TextBox 46">
            <a:extLst>
              <a:ext uri="{FF2B5EF4-FFF2-40B4-BE49-F238E27FC236}">
                <a16:creationId xmlns:a16="http://schemas.microsoft.com/office/drawing/2014/main" id="{B06DB4F7-0A0C-C0BD-67DE-C785F3FA2199}"/>
              </a:ext>
            </a:extLst>
          </p:cNvPr>
          <p:cNvSpPr txBox="1"/>
          <p:nvPr/>
        </p:nvSpPr>
        <p:spPr>
          <a:xfrm>
            <a:off x="4143022" y="1903821"/>
            <a:ext cx="570089" cy="230832"/>
          </a:xfrm>
          <a:prstGeom prst="rect">
            <a:avLst/>
          </a:prstGeom>
          <a:solidFill>
            <a:schemeClr val="accent6">
              <a:lumMod val="20000"/>
              <a:lumOff val="80000"/>
            </a:schemeClr>
          </a:solidFill>
        </p:spPr>
        <p:txBody>
          <a:bodyPr wrap="square" rtlCol="0">
            <a:spAutoFit/>
          </a:bodyPr>
          <a:lstStyle/>
          <a:p>
            <a:pPr algn="ctr"/>
            <a:r>
              <a:rPr lang="en-US" sz="900" dirty="0"/>
              <a:t>21</a:t>
            </a:r>
          </a:p>
        </p:txBody>
      </p:sp>
      <p:sp>
        <p:nvSpPr>
          <p:cNvPr id="48" name="TextBox 47">
            <a:extLst>
              <a:ext uri="{FF2B5EF4-FFF2-40B4-BE49-F238E27FC236}">
                <a16:creationId xmlns:a16="http://schemas.microsoft.com/office/drawing/2014/main" id="{5D8D0DAD-C8B4-1202-663A-8DB5481465C4}"/>
              </a:ext>
            </a:extLst>
          </p:cNvPr>
          <p:cNvSpPr txBox="1"/>
          <p:nvPr/>
        </p:nvSpPr>
        <p:spPr>
          <a:xfrm>
            <a:off x="3640666" y="2404765"/>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49" name="TextBox 48">
            <a:extLst>
              <a:ext uri="{FF2B5EF4-FFF2-40B4-BE49-F238E27FC236}">
                <a16:creationId xmlns:a16="http://schemas.microsoft.com/office/drawing/2014/main" id="{7C94892F-43D2-F7C9-0B8A-C7F750A8AFF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232BEEC8-6C7F-E0CF-A146-1B19E4F10182}"/>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22A127E6-2EDD-BE05-D755-F1961525D074}"/>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3D2914FE-186D-BE74-447B-9EE982E3B2B6}"/>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CBB4C15F-2F35-EAD7-A364-83AC04A86646}"/>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8968A82-E14F-026F-3382-0E193776BE7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88885D2-9572-CC3C-E820-72099753773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3AEE027-6299-09C3-03CE-AB07EABC927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84E38E0C-FD1B-C8EB-99FB-8713CBCEA51D}"/>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8FE3DC5A-7940-F0A7-E250-C98BB388CA5A}"/>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7A18B293-365E-8066-86C8-81116D084086}"/>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4DD30AB1-9017-F834-BFB6-64BF84128736}"/>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4C1650F9-6784-5938-4F2E-F9E6CA3E7AA9}"/>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74D59B45-B8FD-740E-7480-CD6204C083BF}"/>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9A96492D-1ED2-F67C-0D4A-5A4C824FA19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9B5EBC88-422A-BFFC-87BE-B093EE711C8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503E956-78D7-ED27-0B11-F2E46BA71BDF}"/>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51869A6C-7361-3CCF-53D5-535591EDB74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742DABF-CC64-FA1F-FD0C-A95001244CA1}"/>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521FD4C5-5A1B-96BD-7D11-91ACA1E84A9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0F8D86F0-0FA6-21A3-D911-20CE013A24F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C78DAF3A-B769-802F-644F-ED4FD8688DC6}"/>
              </a:ext>
            </a:extLst>
          </p:cNvPr>
          <p:cNvSpPr txBox="1"/>
          <p:nvPr/>
        </p:nvSpPr>
        <p:spPr>
          <a:xfrm>
            <a:off x="4645378" y="4408541"/>
            <a:ext cx="570089" cy="230832"/>
          </a:xfrm>
          <a:prstGeom prst="rect">
            <a:avLst/>
          </a:prstGeom>
          <a:noFill/>
        </p:spPr>
        <p:txBody>
          <a:bodyPr wrap="square" rtlCol="0">
            <a:spAutoFit/>
          </a:bodyPr>
          <a:lstStyle/>
          <a:p>
            <a:pPr algn="ctr"/>
            <a:r>
              <a:rPr lang="en-US" sz="900" dirty="0"/>
              <a:t>158</a:t>
            </a:r>
          </a:p>
        </p:txBody>
      </p:sp>
      <p:sp>
        <p:nvSpPr>
          <p:cNvPr id="24" name="TextBox 23">
            <a:extLst>
              <a:ext uri="{FF2B5EF4-FFF2-40B4-BE49-F238E27FC236}">
                <a16:creationId xmlns:a16="http://schemas.microsoft.com/office/drawing/2014/main" id="{F58C3BD5-8AC1-E525-B227-A46A60F4112E}"/>
              </a:ext>
            </a:extLst>
          </p:cNvPr>
          <p:cNvSpPr txBox="1"/>
          <p:nvPr/>
        </p:nvSpPr>
        <p:spPr>
          <a:xfrm>
            <a:off x="5147734" y="4408541"/>
            <a:ext cx="570089" cy="230832"/>
          </a:xfrm>
          <a:prstGeom prst="rect">
            <a:avLst/>
          </a:prstGeom>
          <a:noFill/>
        </p:spPr>
        <p:txBody>
          <a:bodyPr wrap="square" rtlCol="0">
            <a:spAutoFit/>
          </a:bodyPr>
          <a:lstStyle/>
          <a:p>
            <a:pPr algn="ctr"/>
            <a:r>
              <a:rPr lang="en-US" sz="900" dirty="0"/>
              <a:t>158</a:t>
            </a:r>
          </a:p>
        </p:txBody>
      </p:sp>
      <p:sp>
        <p:nvSpPr>
          <p:cNvPr id="52" name="TextBox 51">
            <a:extLst>
              <a:ext uri="{FF2B5EF4-FFF2-40B4-BE49-F238E27FC236}">
                <a16:creationId xmlns:a16="http://schemas.microsoft.com/office/drawing/2014/main" id="{CE272338-9DE9-C711-E2C1-AD5C484DD25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0B4B9DCD-9B09-AFA4-487B-E1AFEB3E6BCF}"/>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54C25EA-423D-7064-C17F-E0E42D44976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233453E6-D80A-E9D5-2918-AE9E77A156B9}"/>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8435D52D-83A1-2DFC-0BF2-9A9ECA9F215D}"/>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B4B389F5-8F5E-073E-1A04-E002AE243E88}"/>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8B5BB6D6-4669-F3B5-BF67-E7188B23A8D1}"/>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D250E323-D016-46BC-A6C3-0ADD050E4709}"/>
              </a:ext>
            </a:extLst>
          </p:cNvPr>
          <p:cNvSpPr txBox="1"/>
          <p:nvPr/>
        </p:nvSpPr>
        <p:spPr>
          <a:xfrm>
            <a:off x="3640666" y="390759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5652C40D-81A4-69FF-1D5E-3A3D53BA2E50}"/>
              </a:ext>
            </a:extLst>
          </p:cNvPr>
          <p:cNvSpPr txBox="1"/>
          <p:nvPr/>
        </p:nvSpPr>
        <p:spPr>
          <a:xfrm>
            <a:off x="4143022" y="3907597"/>
            <a:ext cx="570089" cy="230832"/>
          </a:xfrm>
          <a:prstGeom prst="rect">
            <a:avLst/>
          </a:prstGeom>
          <a:noFill/>
        </p:spPr>
        <p:txBody>
          <a:bodyPr wrap="square" rtlCol="0">
            <a:spAutoFit/>
          </a:bodyPr>
          <a:lstStyle/>
          <a:p>
            <a:pPr algn="ctr"/>
            <a:r>
              <a:rPr lang="en-US" sz="900" dirty="0"/>
              <a:t>589</a:t>
            </a:r>
          </a:p>
        </p:txBody>
      </p:sp>
      <p:sp>
        <p:nvSpPr>
          <p:cNvPr id="33" name="TextBox 32">
            <a:extLst>
              <a:ext uri="{FF2B5EF4-FFF2-40B4-BE49-F238E27FC236}">
                <a16:creationId xmlns:a16="http://schemas.microsoft.com/office/drawing/2014/main" id="{5D918E4F-ADE1-1ABE-9266-19A8033C0CA5}"/>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25678</a:t>
            </a:r>
          </a:p>
        </p:txBody>
      </p:sp>
      <p:sp>
        <p:nvSpPr>
          <p:cNvPr id="40" name="TextBox 39">
            <a:extLst>
              <a:ext uri="{FF2B5EF4-FFF2-40B4-BE49-F238E27FC236}">
                <a16:creationId xmlns:a16="http://schemas.microsoft.com/office/drawing/2014/main" id="{5C46B080-CEFD-3D37-A85B-68155964C0C9}"/>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25678</a:t>
            </a:r>
          </a:p>
        </p:txBody>
      </p:sp>
      <p:sp>
        <p:nvSpPr>
          <p:cNvPr id="41" name="TextBox 40">
            <a:extLst>
              <a:ext uri="{FF2B5EF4-FFF2-40B4-BE49-F238E27FC236}">
                <a16:creationId xmlns:a16="http://schemas.microsoft.com/office/drawing/2014/main" id="{FE439790-ED2A-4CB6-F35A-C7B8312A78E5}"/>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25678</a:t>
            </a:r>
          </a:p>
        </p:txBody>
      </p:sp>
      <p:sp>
        <p:nvSpPr>
          <p:cNvPr id="74" name="TextBox 73">
            <a:extLst>
              <a:ext uri="{FF2B5EF4-FFF2-40B4-BE49-F238E27FC236}">
                <a16:creationId xmlns:a16="http://schemas.microsoft.com/office/drawing/2014/main" id="{997B9BF3-82F5-83A7-5F79-8DCAAB1EF8CD}"/>
              </a:ext>
            </a:extLst>
          </p:cNvPr>
          <p:cNvSpPr txBox="1"/>
          <p:nvPr/>
        </p:nvSpPr>
        <p:spPr>
          <a:xfrm>
            <a:off x="3640666" y="2905709"/>
            <a:ext cx="570089" cy="230832"/>
          </a:xfrm>
          <a:prstGeom prst="rect">
            <a:avLst/>
          </a:prstGeom>
          <a:noFill/>
        </p:spPr>
        <p:txBody>
          <a:bodyPr wrap="square" rtlCol="0">
            <a:spAutoFit/>
          </a:bodyPr>
          <a:lstStyle/>
          <a:p>
            <a:pPr algn="ctr"/>
            <a:r>
              <a:rPr lang="en-US" sz="900" dirty="0"/>
              <a:t>376</a:t>
            </a:r>
          </a:p>
        </p:txBody>
      </p:sp>
      <p:sp>
        <p:nvSpPr>
          <p:cNvPr id="75" name="TextBox 74">
            <a:extLst>
              <a:ext uri="{FF2B5EF4-FFF2-40B4-BE49-F238E27FC236}">
                <a16:creationId xmlns:a16="http://schemas.microsoft.com/office/drawing/2014/main" id="{C8D5F839-65D0-8756-4D79-E6C78DD507D3}"/>
              </a:ext>
            </a:extLst>
          </p:cNvPr>
          <p:cNvSpPr txBox="1"/>
          <p:nvPr/>
        </p:nvSpPr>
        <p:spPr>
          <a:xfrm>
            <a:off x="3640666" y="3406653"/>
            <a:ext cx="570089" cy="230832"/>
          </a:xfrm>
          <a:prstGeom prst="rect">
            <a:avLst/>
          </a:prstGeom>
          <a:noFill/>
        </p:spPr>
        <p:txBody>
          <a:bodyPr wrap="square" rtlCol="0">
            <a:spAutoFit/>
          </a:bodyPr>
          <a:lstStyle/>
          <a:p>
            <a:pPr algn="ctr"/>
            <a:r>
              <a:rPr lang="en-US" sz="900" dirty="0"/>
              <a:t>376</a:t>
            </a:r>
          </a:p>
        </p:txBody>
      </p:sp>
      <p:sp>
        <p:nvSpPr>
          <p:cNvPr id="76" name="TextBox 75">
            <a:extLst>
              <a:ext uri="{FF2B5EF4-FFF2-40B4-BE49-F238E27FC236}">
                <a16:creationId xmlns:a16="http://schemas.microsoft.com/office/drawing/2014/main" id="{3AA3A785-FF20-C6F9-5C78-211872AE121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C06AC35D-9417-50B8-AC49-205A3108392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78" name="TextBox 77">
            <a:extLst>
              <a:ext uri="{FF2B5EF4-FFF2-40B4-BE49-F238E27FC236}">
                <a16:creationId xmlns:a16="http://schemas.microsoft.com/office/drawing/2014/main" id="{FA9787C4-00DE-43DC-4DB2-9F7848C540AE}"/>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12AC4BBE-2D19-0755-A1E3-64E9662B7BA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4437610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4CB0A-8A41-2967-0714-B0DB7FF0FA0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C6C358-BDA4-18EA-0EC3-02A17D43D69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E0A80F5-DBB9-C1AF-6B4C-D5111FE9A91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AA318D8-6141-DD69-F6D5-B0104884EC4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946FEA-33F1-8D23-5E13-8B19BFE28F3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8933C30-71FD-101B-9EA2-2EA9758F47F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50CD2ED-039B-A779-EB05-E33EFD8BF69F}"/>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B9875298-FA1E-9C2C-F8CB-DDDC77E6F8BD}"/>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6689ECE6-8FAF-F859-B9E9-3DFA1A5385FE}"/>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42EFCFB5-4104-D9AD-18C5-32A8032EE2A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6A5922C-F8CA-E1E2-7ED6-C4496F9E601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951A2C8E-8F14-0450-AD90-FF869100E9D9}"/>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C4073691-C845-8806-5E4F-6D69B1B9E92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8D7053BF-A4B2-039A-7FA9-636AA6E9BAF0}"/>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AE33E3F5-3D25-4A7E-48C0-7E29F83642DE}"/>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6BCDE455-36F7-AF21-667F-6461303A5D77}"/>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7B41C321-0ED4-D5B3-1521-D4D7874D5525}"/>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F148193-A8FD-E02D-F7F3-8E005896AD8F}"/>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F612C4C-8C9D-2C7C-C772-BEA6DC27934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7866D1B-283F-40FF-D86E-C29877F49FEF}"/>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6082D157-C392-33B8-7C54-6544A748C55A}"/>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FB2F16A5-F6C6-4A1A-D4FE-AB8F1652416E}"/>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2303134-3C12-52FC-6635-770CEC92886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5086EC86-DD2F-7E8A-E7FF-B29052088BE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155A5B9-08C6-964F-BD63-69DDA5EE1CC9}"/>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8483C8BF-8331-E2ED-AB26-27CA3148BCE3}"/>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97540FD-C77F-A00A-2CDE-A58858349666}"/>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E4B5FA04-2365-8CAE-AB7D-7794A599DEFF}"/>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6570FE62-D08D-C0AE-753F-BB602482D08E}"/>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B125F58D-AF9C-008D-A097-635801AAF57D}"/>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0F18AC1B-CCEF-2EE4-DAD6-79464DB0907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B45AB579-896D-5A21-33A3-1BD42FB62DA4}"/>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A70E7B74-48E7-0C4A-1C00-7FE80CF6AEC0}"/>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5204964-04AF-1700-5F95-9B20256F13A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A6597099-46F0-5339-1D0C-CBF1BC314633}"/>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5DBAC836-9709-5AD1-7087-704E7812C0A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26FD2C8-AD4D-FE20-3391-1E64E53EF14E}"/>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77659592-DDCB-9949-7500-AD1E2F5BB62F}"/>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8397030D-46C1-ED75-D067-BCECA7F661C0}"/>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69C061A6-873D-3F53-8D98-7434BE287578}"/>
              </a:ext>
            </a:extLst>
          </p:cNvPr>
          <p:cNvSpPr txBox="1"/>
          <p:nvPr/>
        </p:nvSpPr>
        <p:spPr>
          <a:xfrm>
            <a:off x="6152446" y="2404765"/>
            <a:ext cx="570089" cy="230832"/>
          </a:xfrm>
          <a:prstGeom prst="rect">
            <a:avLst/>
          </a:prstGeom>
          <a:noFill/>
        </p:spPr>
        <p:txBody>
          <a:bodyPr wrap="square" rtlCol="0">
            <a:spAutoFit/>
          </a:bodyPr>
          <a:lstStyle/>
          <a:p>
            <a:pPr algn="ctr"/>
            <a:r>
              <a:rPr lang="en-US" sz="900" dirty="0"/>
              <a:t>469</a:t>
            </a:r>
          </a:p>
        </p:txBody>
      </p:sp>
      <p:sp>
        <p:nvSpPr>
          <p:cNvPr id="62" name="TextBox 61">
            <a:extLst>
              <a:ext uri="{FF2B5EF4-FFF2-40B4-BE49-F238E27FC236}">
                <a16:creationId xmlns:a16="http://schemas.microsoft.com/office/drawing/2014/main" id="{25D47E0A-0C44-2194-9FB8-1AEFEB197185}"/>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B4E420BD-742A-4403-AA2F-2089DC8946A0}"/>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CFDFA0C8-8E22-EDE8-B335-FE8826D5C6EE}"/>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394B3424-E5C6-8ECC-AA4E-853CB9BB52F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A42B6B7E-D00C-41B5-3DCC-D370BE4A556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514F0F48-0390-AA9E-5433-6CDD105CEB67}"/>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9CDE7BD2-6E56-0787-4D26-234287850E80}"/>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5BDF7D7-BFA7-0FC9-4819-99E7D074D79F}"/>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E937BF5-6FE9-551A-09A1-D1BE3D6EBB0A}"/>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4007D735-0F23-4DEC-3711-030F8D709AA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CF0C188-8194-386A-7943-3A18BFB1930C}"/>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F06A3AE8-C7E3-99D5-82A4-DE33D7923131}"/>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083671EC-CEC6-228A-51CF-68DD750CAD25}"/>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CD44741-B68B-8CCA-1725-D64FAF647C15}"/>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C18C8A0F-B6EE-9795-C123-4261C90BA7B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395C0F7-ED94-548C-0BCD-F7EE5A7A54A3}"/>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2DD6715A-49CF-FDB5-B767-52E085BD6346}"/>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6EAE124-4AFA-AAE1-E7A0-C3763B30E7E0}"/>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D3619484-0058-8087-F874-CAADC176D2E5}"/>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29" name="TextBox 28">
            <a:extLst>
              <a:ext uri="{FF2B5EF4-FFF2-40B4-BE49-F238E27FC236}">
                <a16:creationId xmlns:a16="http://schemas.microsoft.com/office/drawing/2014/main" id="{0DA4E328-4F33-C049-E1FC-E5F0F79D2E82}"/>
              </a:ext>
            </a:extLst>
          </p:cNvPr>
          <p:cNvSpPr txBox="1"/>
          <p:nvPr/>
        </p:nvSpPr>
        <p:spPr>
          <a:xfrm>
            <a:off x="3640666" y="3907597"/>
            <a:ext cx="570089" cy="230832"/>
          </a:xfrm>
          <a:prstGeom prst="rect">
            <a:avLst/>
          </a:prstGeom>
          <a:noFill/>
        </p:spPr>
        <p:txBody>
          <a:bodyPr wrap="square" rtlCol="0">
            <a:spAutoFit/>
          </a:bodyPr>
          <a:lstStyle/>
          <a:p>
            <a:pPr algn="ctr"/>
            <a:r>
              <a:rPr lang="en-US" sz="900" dirty="0"/>
              <a:t>89</a:t>
            </a:r>
          </a:p>
        </p:txBody>
      </p:sp>
      <p:sp>
        <p:nvSpPr>
          <p:cNvPr id="30" name="TextBox 29">
            <a:extLst>
              <a:ext uri="{FF2B5EF4-FFF2-40B4-BE49-F238E27FC236}">
                <a16:creationId xmlns:a16="http://schemas.microsoft.com/office/drawing/2014/main" id="{0C596BF0-AD6B-184C-98F6-93747B99E21C}"/>
              </a:ext>
            </a:extLst>
          </p:cNvPr>
          <p:cNvSpPr txBox="1"/>
          <p:nvPr/>
        </p:nvSpPr>
        <p:spPr>
          <a:xfrm>
            <a:off x="4143022" y="3907597"/>
            <a:ext cx="570089" cy="230832"/>
          </a:xfrm>
          <a:prstGeom prst="rect">
            <a:avLst/>
          </a:prstGeom>
          <a:noFill/>
        </p:spPr>
        <p:txBody>
          <a:bodyPr wrap="square" rtlCol="0">
            <a:spAutoFit/>
          </a:bodyPr>
          <a:lstStyle/>
          <a:p>
            <a:pPr algn="ctr"/>
            <a:r>
              <a:rPr lang="en-US" sz="900" dirty="0"/>
              <a:t>98</a:t>
            </a:r>
          </a:p>
        </p:txBody>
      </p:sp>
      <p:sp>
        <p:nvSpPr>
          <p:cNvPr id="33" name="TextBox 32">
            <a:extLst>
              <a:ext uri="{FF2B5EF4-FFF2-40B4-BE49-F238E27FC236}">
                <a16:creationId xmlns:a16="http://schemas.microsoft.com/office/drawing/2014/main" id="{43F6C01A-956E-8CC5-CDF8-B5620D110055}"/>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25678</a:t>
            </a:r>
          </a:p>
        </p:txBody>
      </p:sp>
      <p:sp>
        <p:nvSpPr>
          <p:cNvPr id="40" name="TextBox 39">
            <a:extLst>
              <a:ext uri="{FF2B5EF4-FFF2-40B4-BE49-F238E27FC236}">
                <a16:creationId xmlns:a16="http://schemas.microsoft.com/office/drawing/2014/main" id="{020706A3-A1D8-E8A5-490C-7C35B0D191AC}"/>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25678</a:t>
            </a:r>
          </a:p>
        </p:txBody>
      </p:sp>
      <p:sp>
        <p:nvSpPr>
          <p:cNvPr id="41" name="TextBox 40">
            <a:extLst>
              <a:ext uri="{FF2B5EF4-FFF2-40B4-BE49-F238E27FC236}">
                <a16:creationId xmlns:a16="http://schemas.microsoft.com/office/drawing/2014/main" id="{D86C03DE-FF5D-02CA-79E4-A3F5CF53D2CC}"/>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25678</a:t>
            </a:r>
          </a:p>
        </p:txBody>
      </p:sp>
      <p:sp>
        <p:nvSpPr>
          <p:cNvPr id="74" name="TextBox 73">
            <a:extLst>
              <a:ext uri="{FF2B5EF4-FFF2-40B4-BE49-F238E27FC236}">
                <a16:creationId xmlns:a16="http://schemas.microsoft.com/office/drawing/2014/main" id="{09B247C9-3F57-DEE6-78C3-90EA3EE4D5E4}"/>
              </a:ext>
            </a:extLst>
          </p:cNvPr>
          <p:cNvSpPr txBox="1"/>
          <p:nvPr/>
        </p:nvSpPr>
        <p:spPr>
          <a:xfrm>
            <a:off x="3640666" y="2905709"/>
            <a:ext cx="570089" cy="230832"/>
          </a:xfrm>
          <a:prstGeom prst="rect">
            <a:avLst/>
          </a:prstGeom>
          <a:noFill/>
        </p:spPr>
        <p:txBody>
          <a:bodyPr wrap="square" rtlCol="0">
            <a:spAutoFit/>
          </a:bodyPr>
          <a:lstStyle/>
          <a:p>
            <a:pPr algn="ctr"/>
            <a:r>
              <a:rPr lang="en-US" sz="900" dirty="0"/>
              <a:t>376</a:t>
            </a:r>
          </a:p>
        </p:txBody>
      </p:sp>
      <p:sp>
        <p:nvSpPr>
          <p:cNvPr id="75" name="TextBox 74">
            <a:extLst>
              <a:ext uri="{FF2B5EF4-FFF2-40B4-BE49-F238E27FC236}">
                <a16:creationId xmlns:a16="http://schemas.microsoft.com/office/drawing/2014/main" id="{E275108C-795E-3C58-2CB7-882A85A022CB}"/>
              </a:ext>
            </a:extLst>
          </p:cNvPr>
          <p:cNvSpPr txBox="1"/>
          <p:nvPr/>
        </p:nvSpPr>
        <p:spPr>
          <a:xfrm>
            <a:off x="3640666" y="3406653"/>
            <a:ext cx="570089" cy="230832"/>
          </a:xfrm>
          <a:prstGeom prst="rect">
            <a:avLst/>
          </a:prstGeom>
          <a:noFill/>
        </p:spPr>
        <p:txBody>
          <a:bodyPr wrap="square" rtlCol="0">
            <a:spAutoFit/>
          </a:bodyPr>
          <a:lstStyle/>
          <a:p>
            <a:pPr algn="ctr"/>
            <a:r>
              <a:rPr lang="en-US" sz="900" dirty="0"/>
              <a:t>376</a:t>
            </a:r>
          </a:p>
        </p:txBody>
      </p:sp>
      <p:sp>
        <p:nvSpPr>
          <p:cNvPr id="76" name="TextBox 75">
            <a:extLst>
              <a:ext uri="{FF2B5EF4-FFF2-40B4-BE49-F238E27FC236}">
                <a16:creationId xmlns:a16="http://schemas.microsoft.com/office/drawing/2014/main" id="{49E1C2F9-7DF4-20C4-2972-1024815A062B}"/>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5EEC578-A70D-8A2B-4B4C-783B4D022A4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56B1F987-5AC9-8F46-AF08-F762B9998E09}"/>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D10372C1-01A9-8833-6376-C3BDCA01BD2E}"/>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78" name="TextBox 77">
            <a:extLst>
              <a:ext uri="{FF2B5EF4-FFF2-40B4-BE49-F238E27FC236}">
                <a16:creationId xmlns:a16="http://schemas.microsoft.com/office/drawing/2014/main" id="{4A4A52C5-796A-CC50-B433-DC1BE7BBF958}"/>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91FE24BA-71C4-DD52-BC47-6FE29DACB0EA}"/>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80" name="TextBox 79">
            <a:extLst>
              <a:ext uri="{FF2B5EF4-FFF2-40B4-BE49-F238E27FC236}">
                <a16:creationId xmlns:a16="http://schemas.microsoft.com/office/drawing/2014/main" id="{54106B0A-815C-96FB-4614-7B902B31F79D}"/>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81" name="TextBox 80">
            <a:extLst>
              <a:ext uri="{FF2B5EF4-FFF2-40B4-BE49-F238E27FC236}">
                <a16:creationId xmlns:a16="http://schemas.microsoft.com/office/drawing/2014/main" id="{F6A46F7C-6E14-7FBB-2065-280322D78F6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CE4A9834-99E5-70BD-FD57-B070A101A0C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009830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0531F-5F5A-40A6-0BBD-993B28B157E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531634-9722-3EA7-2DB4-532CB7CF440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CE1BBD7-7363-80BB-2486-9129FA45E1B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EA8FE0A-77F5-0746-2CCA-52A684473A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F2BFA61-8E68-DFAB-7519-BF2801BFB30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00FD7CE-8050-F8B4-BAE9-C1D91E59AA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411DE08-6980-AAC7-744A-529DD95E49B9}"/>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3CA8477D-E040-23AD-E0A6-157E8379D2B3}"/>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3DCDF7DB-9839-C8E9-9E5E-9310CB7E6E08}"/>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BD65A0C7-8656-6802-1759-6B84B6FB506C}"/>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BB43973-3360-CB04-E782-4147B5018DB6}"/>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E7EA85D3-150A-FEC7-7F66-3F785BF332DF}"/>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8BD71186-9EC0-B4FA-F0E3-98D02C82E34C}"/>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5681A2C2-9440-DC52-005B-AD74825B04E7}"/>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FCED94E1-8419-4D12-653B-7110C26D2ABB}"/>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2A5FFA72-41FE-072A-660A-CCA00B6E2D9B}"/>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DB48119E-EFB2-D474-5C59-093CC053BEB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90619C1-A571-9B08-5EF5-0318071CEF00}"/>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F9E4AA58-A17C-85DF-27F0-A0E7A02B0C24}"/>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B7332AB1-A701-F256-07D1-95BB04F4B8C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3B852F9F-8DEB-4E81-AF1E-A88EE3C9DE91}"/>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6E8E0C1F-EB1A-4351-E7EC-D8B92BBBD14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3298797-20A9-50EE-5345-7B26A2CCA0E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D63C9811-26D4-4801-DB24-2EFEB9065CC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02A38CA-5434-965C-09FB-06E5AD20486E}"/>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AF0E2AC8-4ADA-3202-22E3-B765E8D3A24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EE874CC8-A9EB-D08E-9867-2FA150690EEB}"/>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83FAEC98-0056-7CAF-1FCB-8C1BEBBB37A9}"/>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F75B7A0E-1C87-C2F1-919B-2CA7C356042E}"/>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76E1F39A-B6A6-1302-2372-5B768ACD57FD}"/>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663F402D-9989-C062-C688-946FDE8CC8B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13AAA8F7-5673-0B9A-D46B-17D3AF9CB2EE}"/>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BF7CA7E9-B2C4-E757-A6FA-B4C4A81E8DFE}"/>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F9F8D90C-5F97-3437-797B-F8C6CAD8589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7DC0F85E-E369-5357-AA73-D42B6534EC9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F3ABDFC7-594E-B3B9-7524-66D343A391D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5D8B436-9C58-01E2-C247-5B8C9BD622C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0B6297B4-0607-2FA2-202F-EEAF8CB4E177}"/>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BCA91530-EDC3-8BAD-74BF-B65C6C5020E0}"/>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7FFF76DB-046D-5E59-B9C2-0623419DD612}"/>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B83D493F-CB65-B697-E9C6-8F00FF13B3F0}"/>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E796BE7B-4CC5-AEB7-E542-575312247799}"/>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C295C443-2203-B2DB-DECD-B9110C2CABFC}"/>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A85FEA6F-F790-93EA-7EDB-D7351B9600BD}"/>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AF12C32-28C9-748F-CB67-2FB3E947A05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2ABEDF9D-EB06-E905-1CF0-B1ADAC543F9F}"/>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BD6C2A56-0D7F-5273-652E-F1DA679F4096}"/>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F515A65-3E24-36E7-E11B-886B476E9C9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E9D73B26-A312-C180-9EB8-75338E1AC81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79115B22-5CCE-568B-2E48-1F8324436C4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A62A2BB4-A5DB-B687-D207-D1ECFE8E36BA}"/>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1442856C-12D8-2798-2600-3292C0984F4B}"/>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12A33CFF-5F93-B974-F141-16C613306751}"/>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5DB69D56-F412-AFD9-A903-00D0BB160571}"/>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588E51F-38F1-0788-24B0-17A36EB3C223}"/>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B4919842-739F-430C-19B5-00A34A900C1B}"/>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FD9356CD-DADD-34DA-9A50-8767C2E2C35A}"/>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663CC0B-F963-FB06-355E-F3C01C23C50D}"/>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7E4CE379-36B6-AE0C-CDB9-E83511E599DA}"/>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08210BF8-7DDE-0A9E-51D5-9EED1E3A5C28}"/>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3C5B9084-52B5-1DEF-B1D4-415CC6A40329}"/>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E8BAA811-F2EF-7D43-6072-A0C2B85D632F}"/>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4" name="TextBox 73">
            <a:extLst>
              <a:ext uri="{FF2B5EF4-FFF2-40B4-BE49-F238E27FC236}">
                <a16:creationId xmlns:a16="http://schemas.microsoft.com/office/drawing/2014/main" id="{7D319C61-BD00-997E-3A3C-B9A37136E956}"/>
              </a:ext>
            </a:extLst>
          </p:cNvPr>
          <p:cNvSpPr txBox="1"/>
          <p:nvPr/>
        </p:nvSpPr>
        <p:spPr>
          <a:xfrm>
            <a:off x="3640666" y="2905709"/>
            <a:ext cx="570089" cy="230832"/>
          </a:xfrm>
          <a:prstGeom prst="rect">
            <a:avLst/>
          </a:prstGeom>
          <a:noFill/>
        </p:spPr>
        <p:txBody>
          <a:bodyPr wrap="square" rtlCol="0">
            <a:spAutoFit/>
          </a:bodyPr>
          <a:lstStyle/>
          <a:p>
            <a:pPr algn="ctr"/>
            <a:r>
              <a:rPr lang="en-US" sz="900" dirty="0"/>
              <a:t>37</a:t>
            </a:r>
          </a:p>
        </p:txBody>
      </p:sp>
      <p:sp>
        <p:nvSpPr>
          <p:cNvPr id="75" name="TextBox 74">
            <a:extLst>
              <a:ext uri="{FF2B5EF4-FFF2-40B4-BE49-F238E27FC236}">
                <a16:creationId xmlns:a16="http://schemas.microsoft.com/office/drawing/2014/main" id="{9352B0B8-F648-C668-4B5F-F3F3563228D8}"/>
              </a:ext>
            </a:extLst>
          </p:cNvPr>
          <p:cNvSpPr txBox="1"/>
          <p:nvPr/>
        </p:nvSpPr>
        <p:spPr>
          <a:xfrm>
            <a:off x="3640666" y="3406653"/>
            <a:ext cx="570089" cy="230832"/>
          </a:xfrm>
          <a:prstGeom prst="rect">
            <a:avLst/>
          </a:prstGeom>
          <a:noFill/>
        </p:spPr>
        <p:txBody>
          <a:bodyPr wrap="square" rtlCol="0">
            <a:spAutoFit/>
          </a:bodyPr>
          <a:lstStyle/>
          <a:p>
            <a:pPr algn="ctr"/>
            <a:r>
              <a:rPr lang="en-US" sz="900" dirty="0"/>
              <a:t>73</a:t>
            </a:r>
          </a:p>
        </p:txBody>
      </p:sp>
      <p:sp>
        <p:nvSpPr>
          <p:cNvPr id="76" name="TextBox 75">
            <a:extLst>
              <a:ext uri="{FF2B5EF4-FFF2-40B4-BE49-F238E27FC236}">
                <a16:creationId xmlns:a16="http://schemas.microsoft.com/office/drawing/2014/main" id="{E1D7C90D-FC08-382A-BB89-C54BAED05C2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4A67E32-9F12-F481-59E1-F3A0AFB3DC72}"/>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7BE8FB1F-D703-4CA2-8C60-F0D245570B3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992283A-78F5-3C69-9FEE-8B5C2012F651}"/>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2ADDC83-7F2E-2A48-3771-179D06CD1D18}"/>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F3602F70-67FE-07C8-CC7D-5D6DCF190EE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6A46F39-CA7B-56C9-BC1F-BFA63861DC6D}"/>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11C12D2D-D941-A137-3B61-B6E0BA9E25E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39B7F199-3F89-E79F-CCFD-646BB848244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AC1A9941-9814-547F-69E1-F574629F9917}"/>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DA301680-6EEE-0876-D010-BC10FD4C32E0}"/>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422750980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83EC-14A6-ACAF-BD86-069F45F5CE3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B7D167-2254-03AD-2589-7122F706EEDD}"/>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9108B07-ABDD-A2EC-9997-5D4BA6B714D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1FBEAB9-3C5A-E782-9512-9597FB17153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F76BA32-941A-54BF-76B2-4680BAF21B1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9D6FE1C-3EAE-6C3D-E580-877479729B9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4B8E5D-C452-DF82-7860-0A9FE3666238}"/>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E023A1C-622E-056C-14E5-AB906D948DD3}"/>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9E5559F2-DA58-7396-B808-792CFF73A055}"/>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92089C4E-6C58-26AD-25AA-F7395B6555C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969E953A-CD51-7E06-3F01-048276762132}"/>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6096170B-4F6D-CB21-9767-4A051568CB2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47E45AA7-66E6-2628-0548-2FA17DCF399A}"/>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8078FCA0-F318-3297-09D7-6B6CE7567E09}"/>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16A6E772-1D4C-4016-4FE2-FF19C99982DC}"/>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121E8420-9130-AA55-122F-7E140D815444}"/>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E9D27874-6EC5-EE8F-A73A-FD8F9071FF4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0196C1FE-7D8F-0CAD-AF8C-BE3932BEBFE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57F3425-7A47-A64A-B3FD-501DA168C2D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1" name="TextBox 30">
            <a:extLst>
              <a:ext uri="{FF2B5EF4-FFF2-40B4-BE49-F238E27FC236}">
                <a16:creationId xmlns:a16="http://schemas.microsoft.com/office/drawing/2014/main" id="{0EBF86FF-BC0E-2A5B-6EEE-593505C87D24}"/>
              </a:ext>
            </a:extLst>
          </p:cNvPr>
          <p:cNvSpPr txBox="1"/>
          <p:nvPr/>
        </p:nvSpPr>
        <p:spPr>
          <a:xfrm>
            <a:off x="6654802" y="2905709"/>
            <a:ext cx="570089" cy="230832"/>
          </a:xfrm>
          <a:prstGeom prst="rect">
            <a:avLst/>
          </a:prstGeom>
          <a:noFill/>
        </p:spPr>
        <p:txBody>
          <a:bodyPr wrap="square" rtlCol="0">
            <a:spAutoFit/>
          </a:bodyPr>
          <a:lstStyle/>
          <a:p>
            <a:pPr algn="ctr"/>
            <a:r>
              <a:rPr lang="en-US" sz="900" dirty="0"/>
              <a:t>23</a:t>
            </a:r>
          </a:p>
        </p:txBody>
      </p:sp>
      <p:sp>
        <p:nvSpPr>
          <p:cNvPr id="32" name="TextBox 31">
            <a:extLst>
              <a:ext uri="{FF2B5EF4-FFF2-40B4-BE49-F238E27FC236}">
                <a16:creationId xmlns:a16="http://schemas.microsoft.com/office/drawing/2014/main" id="{DED9F1B9-C95C-36B8-B208-31B99CE8DC75}"/>
              </a:ext>
            </a:extLst>
          </p:cNvPr>
          <p:cNvSpPr txBox="1"/>
          <p:nvPr/>
        </p:nvSpPr>
        <p:spPr>
          <a:xfrm>
            <a:off x="6654802" y="3406653"/>
            <a:ext cx="570089" cy="230832"/>
          </a:xfrm>
          <a:prstGeom prst="rect">
            <a:avLst/>
          </a:prstGeom>
          <a:noFill/>
        </p:spPr>
        <p:txBody>
          <a:bodyPr wrap="square" rtlCol="0">
            <a:spAutoFit/>
          </a:bodyPr>
          <a:lstStyle/>
          <a:p>
            <a:pPr algn="ctr"/>
            <a:r>
              <a:rPr lang="en-US" sz="900" dirty="0"/>
              <a:t>32</a:t>
            </a:r>
          </a:p>
        </p:txBody>
      </p:sp>
      <p:sp>
        <p:nvSpPr>
          <p:cNvPr id="37" name="TextBox 36">
            <a:extLst>
              <a:ext uri="{FF2B5EF4-FFF2-40B4-BE49-F238E27FC236}">
                <a16:creationId xmlns:a16="http://schemas.microsoft.com/office/drawing/2014/main" id="{94E5DD78-22A1-C31E-6E40-A1790740507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F92AB415-AEAB-5804-ECC4-6FE07913316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A1FA0708-44C2-1ED1-5141-C40FCF829DD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BEDB575-CB01-F36E-96EC-9F91CB84686D}"/>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71A7FB4-08B5-390A-8E6F-F6DA8519E59B}"/>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37BAB68C-BFDD-EFF0-9CB2-C5B98392F859}"/>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B176C42D-B5A1-7D1B-CB17-D37B63DFAA23}"/>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B861E748-9C26-D299-A72D-81EF26A183B7}"/>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2EB1A035-753D-B923-FAC5-43B5DD0F0D3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40F94F09-8D74-26A6-8AFB-886B782C718E}"/>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30D1CB20-A417-C209-E214-6FBE1A24C5D1}"/>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4E123164-81C5-5E46-60F7-F1431B44D32B}"/>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1832985F-C555-357A-6518-9050E1C6246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3D06097D-3481-2343-990E-755EDC08D4C6}"/>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FF1DB56-7366-4CC0-E9C5-CE9D605AA9E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8A93ED78-F793-0B45-1727-B88B49510F02}"/>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DF0201F2-EC22-424D-7180-2DFE730463D1}"/>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C08AFA3E-7B8B-5BE4-54B3-EF37A946FE80}"/>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76C80383-3D9F-238C-22C0-245623C2F9BE}"/>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394FFB0A-96BD-E156-1AA9-6B0B291A14E3}"/>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C160F448-3092-F153-FC5F-E1EDA8211218}"/>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825FBD22-6D0A-EE3B-0C49-3D59F604502B}"/>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9BC862C4-8650-949A-FE72-1F94C7E2321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14D6CC94-F93E-8970-007A-8B1D3EF487C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DF1ED92A-0B69-12D7-597F-FA7807CE40EB}"/>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4513408F-1C8F-D10F-452C-A031943974F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3D2CB495-301B-6241-529B-4909B35293E4}"/>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72804549-8F0E-D48C-E329-64918CE53BBE}"/>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F0D1FB35-8DA6-C3D8-55AF-5592E6282911}"/>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129CEEED-9D19-951D-E8C4-CDE92888D325}"/>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49F46FF3-4EB6-8084-0894-61B94E955C8D}"/>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F303D2D7-DA2D-2DAB-7CEC-03D3C79217C7}"/>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626A3E51-AB9C-A70D-8063-57963499052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6D9B096A-4C8D-162F-E1BA-433736AFFA7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B35244BF-9572-EBCD-36E8-84102D71FA33}"/>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481294D6-D961-F000-E3B0-301082BF01DF}"/>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08587A4-7786-C3FF-0033-E3F158C95C35}"/>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22CCEF89-568D-BF65-1696-A2E02F3B849F}"/>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12CA9AF-AC71-5E13-F510-452B233ED133}"/>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A6BE9E5C-1A12-2C78-CD34-7FA3C1685391}"/>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5F3D2F7A-5406-2CE9-6078-09E3DF84E089}"/>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689698E9-1BB2-FBD4-57EA-3C045BCBE91C}"/>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DA8ECF4-FF20-B105-D68B-BA29CACA230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0ECC4FA-2D5B-E38A-1755-08213451FEB9}"/>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C8BABA8-2DBC-9D85-F55C-8CCDA4A6C105}"/>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B1EC396D-C44C-13C8-BC53-0679C20DB16E}"/>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2CFF449D-E6FC-A1AC-030C-924F475387A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078BF4B-33C2-8B55-428C-932EF3A0F657}"/>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CD1565F-A392-D99E-6BA8-E22FD6A84BF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AA242CB5-F25B-5575-7083-D09F20A8932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A7933628-0CC0-9028-06E6-8C44E13AB853}"/>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CD6FC6C9-CF6E-AF1A-CB5C-27C48DB36E09}"/>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D169834-DB73-21C4-E11F-6BD3904D767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1D9DF5D-2F55-C0EE-74AB-CA4872ACF299}"/>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3554820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D0DAF-1DAA-46C1-1D21-4F318448A4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1C3422-293F-4B11-14A5-21982417F29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2031AD1-B11F-5F2C-3C7F-F9AB2847BD1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8B5B11-A353-B120-7DCE-45FE1A8E29A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CC74CB4-9D82-3109-57C7-4FC688B4FE9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D58FCE0-00A2-2A15-0782-6CAD97D2DE1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74852CD-F01C-E79D-D8F9-20FDF9DB22B6}"/>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C9CCCF78-D4B3-836C-E5AE-5A3191D7FEF7}"/>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2B53619A-1C1B-D72D-F169-CC01DCEF7166}"/>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EAECA42C-4F2F-B0C6-6068-3A4C35E1FC3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A52939BF-DB97-D394-D4EF-9B4DFAAC46B0}"/>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3C07A88-D75A-E9CC-7F9A-C8B2C8A24EA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9C02332B-BF3B-D9CC-D883-096B2F059AEA}"/>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4230F45B-EA2D-C08B-E6CA-6F0D90593642}"/>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5F99852-1DCC-3540-6854-E6C00F7BB585}"/>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BDF579E2-3C22-5633-543C-BFE417CD9902}"/>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F6374B70-62E5-4F28-CA0E-ABBEF4BADD81}"/>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ABC1310-0EFE-4D67-84B5-A9AA806962B2}"/>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4600399C-566F-0F06-6619-44FA723CDDF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48B6440-4AA3-1A17-9C0D-20CFB26A5DD2}"/>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7CFA04E-F96A-210A-8FEF-33F3657BE926}"/>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5F3FFA0B-6285-E19C-2A6E-41B92CC9958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4A531D5-8F2C-E59D-A50C-4C8B7842A64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F12DC7A5-F14B-B5CD-FF3A-F4571C759565}"/>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85BBCC42-3334-B887-B3B1-6C6E283E73A1}"/>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64706CBC-7F14-C8B8-DB0F-5CC18C5CB8AF}"/>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1A606FB3-9903-C7CA-9A44-0FAFDCEE82E7}"/>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FEAF8F38-5C57-C5FD-20C8-109B2653AC13}"/>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E74B642A-E684-BEE6-11A3-DE3C18EF939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EF3AC10B-67C9-4735-BFF6-1E3D0101BB97}"/>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CEF4EC9F-FF45-A221-AD35-8176CF9AC76A}"/>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7EFB997-5F52-1CB3-51EB-45C9239C193D}"/>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1D72E55-E2AB-4DAE-87CE-4B3AD25D623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0A1E9251-CC71-0B8D-EB35-5EEF9A4A6A5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47DAD43A-5ED3-ED3F-320C-0C38D405D32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2DD27866-8455-8DE6-F904-4154573E1F16}"/>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FF709A4B-3872-F021-B803-B0BFFA9FE002}"/>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31FBE8D5-CB2B-0866-D6B7-E43D0B404E10}"/>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B8B88397-2AD0-AB8C-DEF2-C9C9B1DFFFB0}"/>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BC66A8D2-FC40-3274-1EE7-DBDA2DB60220}"/>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4E5DB16A-AD61-354D-2D13-B13A1EBBF811}"/>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9CED0080-DFBE-FDDF-869D-3D63ADAC76E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6CB857F-B6BD-A02B-1231-2449DB32CF5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70DB329-9F87-6285-2D2C-51E073762BCE}"/>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7E51D32C-9338-385C-7FE3-276491F9B335}"/>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722310AC-1D2E-FEA2-FF6D-4A3242C51D7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1DDABEA4-1D4A-A858-05DE-EF9C0A1B9862}"/>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C1B20E73-29BC-1E3A-65C1-F9E428084498}"/>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0DC567B-4429-F336-7151-123D915F6D7C}"/>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97B5FD8-075B-967A-32EB-F549A8FA1363}"/>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FDA483F1-67B6-11BB-BE39-3FC8C582285B}"/>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5AC2D91-2CCE-9CD3-340B-DAF338ED872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9753A3F-0A80-187E-B484-FE63FEA2FC2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0BF5AD0-2A50-2397-5854-CB00AAACD9A3}"/>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CEE3738B-D13A-2A69-0971-CFD7538C5700}"/>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F0311AE-9653-4F88-A28A-F1E2CBB13D36}"/>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6E59D90-674C-3C84-EF0B-748FB7D06D6B}"/>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34494FF-CC4A-536D-FB8E-12C98D439A84}"/>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306F0DA6-E76C-5F98-C862-717A49FB64F2}"/>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AC228590-6FCA-23E9-6472-817A28A49C8E}"/>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120765ED-7D65-9AFA-ED5E-2B0C7F492ACA}"/>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7867E5C-F120-12BE-8E58-EC21D86470DF}"/>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C175CEF7-6619-9ADD-4078-E8277F32D67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E61D7C38-1BCE-8E11-726C-29A12BCA82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058E8AF-1D50-4824-215E-A0FEFAAA81F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DD232A7D-A2A5-6592-9501-B6E83E18661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19A46779-DEA1-2237-E080-94F1F66BE176}"/>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3863E3E2-6663-9439-3BD1-99DEB526EE1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FBBB2E1D-3A91-7711-C32E-5C38B48BB41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8ABB503-DD10-D981-F1AC-FB09FA5DCF9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6173FC61-E9E9-C3F2-8349-475CFDA15127}"/>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5E2B0E2-B158-559E-73B7-D0425B65DDD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EF1ACC98-CE47-BC3C-A8FE-9716D6F9E84A}"/>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D789B8E3-7DA4-623E-449A-961E5BBB1437}"/>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0668759-687F-59A0-7844-0A84B63135EB}"/>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379451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1BB1E-6DE9-6630-DD67-ED97BFFC63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E8B688-87B0-C0E1-92CE-3BE0F1FF6F72}"/>
              </a:ext>
            </a:extLst>
          </p:cNvPr>
          <p:cNvSpPr>
            <a:spLocks noGrp="1"/>
          </p:cNvSpPr>
          <p:nvPr>
            <p:ph sz="half" idx="1"/>
          </p:nvPr>
        </p:nvSpPr>
        <p:spPr/>
        <p:txBody>
          <a:bodyPr/>
          <a:lstStyle/>
          <a:p>
            <a:r>
              <a:rPr lang="en-US" dirty="0"/>
              <a:t>Complete left center block.</a:t>
            </a:r>
          </a:p>
        </p:txBody>
      </p:sp>
      <p:pic>
        <p:nvPicPr>
          <p:cNvPr id="4" name="Picture 3" descr="A grid of sudoku puzzle&#10;&#10;Description automatically generated">
            <a:extLst>
              <a:ext uri="{FF2B5EF4-FFF2-40B4-BE49-F238E27FC236}">
                <a16:creationId xmlns:a16="http://schemas.microsoft.com/office/drawing/2014/main" id="{B85D6D2B-4F48-0F73-C569-2BE58E29A5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BA65640-ACDB-9FCA-1A3D-EA0092FF33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892F025-B0DF-C830-5810-F6C441084F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D7D813-5462-2CEE-D498-BFE4AA049F1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E7D346D-1DF6-A372-F6E8-B693F9D95AA0}"/>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2A73CEDC-10E6-C09C-D1CB-F45E00361783}"/>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EB3D8A70-8FB6-BB8F-51FD-01E2AEA27192}"/>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52EE1EC3-7778-1792-0A4E-83ADFD567C7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848E704C-AB9E-20F6-998E-B53D0C7E8BC8}"/>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4C0CEF9B-C4BA-5AFC-0AC5-CA380C2E311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AFE2BB35-1C75-0A5B-479E-0743D8F2AC39}"/>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1EA0CCBE-BE16-F05C-0841-A5EBBC8B4E98}"/>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42FE3AC0-BB43-17A7-1D20-FAFE8677B3E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4ABBF076-AAF4-7584-E99D-C9582B31868F}"/>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3675B1A1-D57D-4E38-E954-AB04A445A59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2615921-E4E8-FB7C-1C4E-9EBFA252423D}"/>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FA82CD25-9834-6F33-D11F-42D97250544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DCC7A115-9F6A-EDE7-0DAB-2736A2F9459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F976C2B-87B7-ECE2-FB33-7984FC1E07B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0826EAB-A57C-97A0-CF4F-C8E06D26D76C}"/>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AD3E4C3-F6DC-15F2-F1C1-D0B0A54F387F}"/>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50E0E34-32C7-94A3-249C-B577D495EC62}"/>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4EB94A48-82CF-DC2E-C099-31D47E6B7E75}"/>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10F2BAF0-7BC4-DF94-A52F-D415689A7E95}"/>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303BC21B-4A96-8DFF-A2C3-6BC852AB83C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A819C610-0DA3-B71E-D04F-7372F357AD37}"/>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9D0B8B75-637A-42FF-762D-ED6CAB36EE4B}"/>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70CAB6BA-8B27-83F8-3615-99591BBDE660}"/>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71E1E0B0-E709-BD2B-7B19-C8553E78F4A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67595283-B730-B01F-93DE-0911C40BEC97}"/>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7FB78F6C-D6BE-BC17-3122-423C2A95DB60}"/>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C53DF59E-F05D-A27A-CFF3-DCECF722088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70434C9F-A554-5183-071E-EB36AE4C242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7F937FE1-31F1-A25C-F915-57CE26C25897}"/>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0B2C9210-1D0B-C86B-F0A1-DFD7925A8DC8}"/>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8034AD96-5174-1ABF-E1A7-61491A26C8D1}"/>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64D30E28-9CE2-25C2-C30D-CC7FA84130C7}"/>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93B41411-0050-F28B-3B26-1085587DB2BF}"/>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737F1139-ABA0-C44B-D0E7-72DBAFE6B053}"/>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0E623BA2-5B5D-6F10-544C-E5DE55DEEAFC}"/>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3947AE1A-799D-82C1-2BA6-EE50BED03452}"/>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3C05CBC2-4536-4419-EB0A-3345EF0100D9}"/>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EFEDEBFC-ACDC-ED20-A369-74781C435FA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992FC95-880F-92D8-C58D-183E48CC92F3}"/>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68B46608-A614-319F-7D35-D42510A09B57}"/>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05C0A254-27F6-5483-15D9-13700BE129D2}"/>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F772FBF-1ACE-3C17-35E8-74BF2583C3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20F203FB-6C87-DDDB-2B20-9D4EF0059133}"/>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5AECA5FD-F7AC-4D40-1E25-0B644B6FE473}"/>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4A192F3-AC58-4CA3-846C-752FE1470C72}"/>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035075D1-2E38-56FB-6E31-8E8BD9274535}"/>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45E75F7B-9EA4-279D-95F1-E1D571AA629C}"/>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ACFD6633-718B-54E6-7826-1426C1F5FFF2}"/>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8A39AFC1-9874-8875-DFC3-D172B4DAFDA7}"/>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B40BED6B-327C-DA7F-F655-729DA87F4F7B}"/>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A1EED40-7A71-A4EA-C3A5-2A5F44022163}"/>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1CCAEACF-99F6-8D94-4032-511C91EEF861}"/>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EEEFA2D2-AE1E-08EE-8A63-9FCF5E8AA304}"/>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737D7453-DFCB-8D77-0ECF-96CBD3EB8F75}"/>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475E1AE6-C848-6407-1D29-60801D8A0A1A}"/>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07CA5B1C-FC35-33B8-E7E7-CB5CC84EB208}"/>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188B67A7-6473-CF1E-389B-D4241EBD882C}"/>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EEC5B7A-5B5F-6B8D-13AF-3981E9C82529}"/>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BECD7BB4-F032-C38D-98FE-575FF10983C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A7422081-8185-90B5-34F9-539F96691365}"/>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8274A5E-504E-24D0-4048-8F1A15A22B5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3106058-A73B-7C72-4C7A-CDC60B4BA13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6BC78C20-DA17-2F13-DB7C-87B2DDD6607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D0677032-47AC-4724-78D1-FB38AF3BD6DA}"/>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9EE313C-4150-C3F0-3667-EB4686D39571}"/>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44F7E9E-A39D-52BE-9683-A82A88AB52BE}"/>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243EDD93-B34D-E13B-1E4F-98B97F1F5293}"/>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18386788-DDB1-D415-FC57-017CDF944A8C}"/>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9EABE8B-BB26-06C7-28C7-F89C0821E6B0}"/>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E98941AC-5705-BA72-377C-31EED59BC0F0}"/>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46B3D715-6F8E-2F62-77D8-6F790F4735E2}"/>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Tree>
    <p:extLst>
      <p:ext uri="{BB962C8B-B14F-4D97-AF65-F5344CB8AC3E}">
        <p14:creationId xmlns:p14="http://schemas.microsoft.com/office/powerpoint/2010/main" val="25092511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28186-B98B-860E-340E-AD98C75879E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578310-DD8B-84CA-FD37-54D8D472FDE9}"/>
              </a:ext>
            </a:extLst>
          </p:cNvPr>
          <p:cNvSpPr>
            <a:spLocks noGrp="1"/>
          </p:cNvSpPr>
          <p:nvPr>
            <p:ph sz="half" idx="1"/>
          </p:nvPr>
        </p:nvSpPr>
        <p:spPr/>
        <p:txBody>
          <a:bodyPr>
            <a:normAutofit lnSpcReduction="10000"/>
          </a:bodyPr>
          <a:lstStyle/>
          <a:p>
            <a:r>
              <a:rPr lang="en-US" dirty="0"/>
              <a:t>In the center block, there are five cells inside of the cross and four cells outside of the cross. These four cells must have the same values as the cells in the cross beyond the center block. They don’t include 3, so 3 is inside of the cross. It fits in only one place.</a:t>
            </a:r>
          </a:p>
        </p:txBody>
      </p:sp>
      <p:pic>
        <p:nvPicPr>
          <p:cNvPr id="4" name="Picture 3" descr="A grid of sudoku puzzle&#10;&#10;Description automatically generated">
            <a:extLst>
              <a:ext uri="{FF2B5EF4-FFF2-40B4-BE49-F238E27FC236}">
                <a16:creationId xmlns:a16="http://schemas.microsoft.com/office/drawing/2014/main" id="{6C308DF4-FD0C-4840-E7B5-AF9B33B540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322A45E-578B-DDEF-4B02-7B230C91A8D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66270D3-BCBA-2054-7F0C-5CFC20B8819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392304F-17B7-8A75-90C1-D2D180F9141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0F550A-823C-86ED-29BD-190BB1C971A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39782473-CB37-91F7-A6B4-E1D3F9F9444B}"/>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6C6DB699-6EC0-3D39-04D4-CC991CDC5807}"/>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BAF35C81-C376-71EC-74FE-6C46C24E814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CF242035-ABE4-7676-B4E0-30A57A50CC64}"/>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D746508E-7947-45FB-1E92-31537707F69F}"/>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D7E8C3AF-2D79-24D3-A667-2A32BAF8423A}"/>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B7203A83-D0A2-8110-C9FD-9CFA783AA1CF}"/>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91E4DE14-01E1-4DE4-BAD0-EA4122D870BD}"/>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59EBA4C1-CD80-8A19-42C2-627EDF0D68BF}"/>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404E8B0D-3735-1FFC-BD3E-9CC7DE1588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DB39C64A-C468-BE3B-96D3-E249F19D7ED8}"/>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BDDB2A78-D1E4-B205-6290-C8FDD6CFC3E5}"/>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440DF06-652E-6731-D257-C4A4B82A3E45}"/>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214CF627-4BE7-5AB0-0F31-67E4D472B44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D5B61857-017E-A360-CD94-5DC67D122A13}"/>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2A40427E-ACAC-5E0D-3591-90CFCB6E9ECD}"/>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58650D5-725F-CFC0-4F9C-4EED333CE282}"/>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6D4D3EE0-DCD1-F686-4225-CF7238C9FF4A}"/>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E8F2D89A-9853-432F-73CC-61688E7CED3D}"/>
              </a:ext>
            </a:extLst>
          </p:cNvPr>
          <p:cNvSpPr txBox="1"/>
          <p:nvPr/>
        </p:nvSpPr>
        <p:spPr>
          <a:xfrm>
            <a:off x="5147734" y="4909484"/>
            <a:ext cx="570089" cy="230832"/>
          </a:xfrm>
          <a:prstGeom prst="rect">
            <a:avLst/>
          </a:prstGeom>
          <a:noFill/>
        </p:spPr>
        <p:txBody>
          <a:bodyPr wrap="square" rtlCol="0">
            <a:spAutoFit/>
          </a:bodyPr>
          <a:lstStyle/>
          <a:p>
            <a:pPr algn="ctr"/>
            <a:r>
              <a:rPr lang="en-US" sz="900" dirty="0"/>
              <a:t>349</a:t>
            </a:r>
          </a:p>
        </p:txBody>
      </p:sp>
      <p:sp>
        <p:nvSpPr>
          <p:cNvPr id="44" name="TextBox 43">
            <a:extLst>
              <a:ext uri="{FF2B5EF4-FFF2-40B4-BE49-F238E27FC236}">
                <a16:creationId xmlns:a16="http://schemas.microsoft.com/office/drawing/2014/main" id="{93861ADD-3A66-2C99-A8E9-97D9A656888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1BC0B6BC-7E87-FA24-B175-149DA83051C3}"/>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CD3E6B04-FD9A-8C40-58A4-F697A638AFB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A0EB7998-4852-056D-E7FE-519189132B6A}"/>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1FAAA9FC-24B1-F5C4-9FE1-C1101498C44C}"/>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3916AC2-F178-8B4D-B5A8-4938D2375FC4}"/>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2D80C4A4-17F2-BD92-EA12-808BA195AC89}"/>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FACEE01-B882-5E93-9BA3-1E6A4EAE66C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8B1ACBE-3CC6-614D-0B52-3EFE6752EFF9}"/>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3E51D1AC-3CAE-AF07-2F14-435C2ED7462C}"/>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E0771CA1-F3C6-2555-42DD-C629F6CACEFB}"/>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F378508A-83DC-3ECD-29EE-8649FA57A406}"/>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5E488864-A16C-1DBC-12DE-D2F66BFF5FC2}"/>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DEBF7D2E-B1BB-7720-ABCC-EAA1E22853B2}"/>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A3FE4D12-A5FF-49F1-8121-0A1DECD01102}"/>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33EE43BF-0D5A-BAE7-9D62-ECE6685C5933}"/>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8B542366-1B23-1CBF-0731-65F5A5EDFA7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D4582612-68F6-B139-6F5B-8BC4632ECB8E}"/>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383B83E1-FA19-DFE1-56E2-696ADC17E2D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AE510799-FE81-41F7-FA41-BB5EA0C7A5C6}"/>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809953A1-BB5B-4815-5E56-CFC8F1A728D8}"/>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B77497E5-F4F7-C451-3701-9FF7BA17075D}"/>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244FC79-5ED2-BF8F-C4E6-8EFCFBEFC799}"/>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A5FDA3C9-A703-283F-E940-771951E98775}"/>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01514D8D-B205-E37C-4A30-C371F247489D}"/>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3AFB398B-CC8D-1187-9623-EB7D40F8E064}"/>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C23B4DB-E19F-6326-66DA-74E6FD2CB315}"/>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CB03214-7B03-377C-5832-64C704BA3C33}"/>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8406F376-5C69-79BF-8309-7DF86B5BFC1F}"/>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8168003-2720-5AE0-27DA-E85A80BF1CB3}"/>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C90450C4-0D65-6D5A-1E47-59AB54A7F7B2}"/>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885BE62-6776-DFB8-DB30-F9D6558952D2}"/>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8BDF2149-D364-92F0-D306-914BB6BC859F}"/>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913379DA-11D6-3323-9DE5-591E1B5A8E5A}"/>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FC486EC9-4B34-56A9-CAB8-860C3A80DE4B}"/>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E09A44ED-929F-8562-986C-DA771F2FEFA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20D2B8A8-BF06-D887-0541-A5FD603E907F}"/>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998A2CD-BB7A-093B-4722-0F5DB15E53D7}"/>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5AA69768-D61D-449F-CC11-B0ED3B22E7D5}"/>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32521C85-E2A6-5AB9-5633-4A99175C0F91}"/>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B3D30ECB-415C-41A0-8D4C-F285BABC99A3}"/>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ABCBE5E9-3862-85D0-10A5-A0ADA7C66CC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0407665B-337F-ADFD-1FDB-612CFE472A2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D78D2F0-7D1E-C9A4-655E-2C00757CC61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7C41C695-7CC0-0112-232D-C93231FD9BFB}"/>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66B8CDE-EFB9-D494-ADA1-0FE7073EFB96}"/>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B29DFACF-0022-FEE5-F41C-8D60D13652B7}"/>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853F458-39FC-8468-2417-74E56225753F}"/>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763059E4-21E2-69F1-BCE4-83502E2676AB}"/>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6D8A26E-39E2-C38C-3A5B-A84EBFC1417B}"/>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F2A4D4B9-5798-069A-93F5-6E356A64D671}"/>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8CC5FC73-CBBB-53E7-DE27-018ACBCC6CD4}"/>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420AD8A9-AA6F-9EC5-E166-97A789540F8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2560131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62E86-0B79-B911-F696-9B861243594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CFADFE-7A43-A50D-A03F-CE18A74CC23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99FEA45B-9FAA-2B1C-A7F4-D001D03E6B1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08C29CB-57BA-0168-D4CD-9E30AB8A0D1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54AF216-ED56-CF6A-5A76-229CA182239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79513F9-6F99-4725-81E4-39CEB77A9AF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80DAFD-BDBB-8887-9A41-4F8864169EF7}"/>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0EEB893A-332D-7EDD-D2CF-916A7988A11B}"/>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72D2F9D7-328A-8877-F16E-11953F9F4975}"/>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006B2318-FB22-F76D-C53D-212F26BDACAF}"/>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555C9D0E-D794-F2D1-6B93-A76CCED4EC5A}"/>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61BB48B9-4908-549A-A99E-6761C4B443B2}"/>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46B7E9A0-B2E5-19DE-6641-32961336AC5B}"/>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92C6D787-2409-7D2A-0ED0-0C6B32B28493}"/>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0E61FE6E-D6CA-EDF2-239F-9FB165AA0039}"/>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B0117DB9-F1E1-35FE-935B-3539158F3BE2}"/>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A3CE1D9A-F9E4-52C3-4354-E02AFD674EA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E4E1603-1A51-1476-CA39-2F96DAD53522}"/>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00A85B10-14EC-2BFF-21B6-D0AE55934DF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1F5A723B-3756-A59E-6C5C-7F4ACD74374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6F6FE22-7628-45E8-D96B-6C0B8B2E56E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380EB8D7-26F8-F945-15B0-29F9FE14CD4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815F0D2A-C6A7-83B3-B452-C9FF2103C23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634821B-5981-96A8-7B60-698C8DAD087D}"/>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53A15AD3-9692-3F7F-0006-6CF3F880B484}"/>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C60BF23C-E152-CDB3-6198-E2EC19F28C46}"/>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476527CF-7F7A-8CCB-790B-81CE775C9A68}"/>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BECBA1E4-5D0A-E04D-A487-AC87AA5EF641}"/>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FC01271C-8CBE-12E4-AA23-0C222679D0F9}"/>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6797A0E5-4611-13D4-B1A6-968176BFA84D}"/>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9F474E7B-FACD-7023-2F6B-744F872B4EB0}"/>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0916B6F5-8816-EC14-61F1-79178184C12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B1896912-0000-0674-3155-D1AD2D5653F5}"/>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8DD259E8-CA6A-9A7B-7F4C-9413768A42A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F03FDDB7-DFAC-A850-9E3B-E61163D9557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085C628E-FFBF-47F9-CF52-67E40E2D5626}"/>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EB96CB66-4027-B471-2743-B56A7B93EEAE}"/>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9C4C599D-F1D1-D2A7-8D90-3F7EE2A89D38}"/>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33EA1C30-115C-23BE-8055-F6846636E3D6}"/>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C7B715B5-2829-BA2A-AD0B-FFA47A2D6001}"/>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5BF96168-4A79-E896-3DB8-63DFDF5BD27B}"/>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F159E7EA-4773-6C40-84BA-CCC60B7ED54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4640E37B-609A-41C2-4111-E5C59F3BE57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3C3C243B-F92E-5F56-671D-7E562F4C4FBD}"/>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81419CA5-A428-E06F-EBA2-B164A60430A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212B9C09-B6EA-6C33-AFD9-7B2973BFD76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BCEEE0B-B470-7AF0-233E-9D72CAAF5EDF}"/>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6E715149-CF31-F5D9-589E-DFB1FBC621BF}"/>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46EED134-B264-9355-E605-6004BF9255D7}"/>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2EA6AAB1-0B17-22FE-AB05-E8E3A1BD23A2}"/>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8417EF26-7428-1416-D453-5470E5F0485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0141FC3E-5B8C-0988-AD83-4FAE43748A9F}"/>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E1C34689-BC53-076D-0D71-739604912203}"/>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FB130842-1979-ABF2-D4A1-AD05402507AF}"/>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BD384586-3569-28C8-F31D-6217318DB903}"/>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0B6602D-4091-056E-CC56-B3BEBE2CE6E9}"/>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5423519-2B24-BF61-398E-53840228E468}"/>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B70EE27F-9847-15E7-DBD0-FB79D20F68CB}"/>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0" name="TextBox 39">
            <a:extLst>
              <a:ext uri="{FF2B5EF4-FFF2-40B4-BE49-F238E27FC236}">
                <a16:creationId xmlns:a16="http://schemas.microsoft.com/office/drawing/2014/main" id="{F7526190-309A-0217-940A-7B64C6250176}"/>
              </a:ext>
            </a:extLst>
          </p:cNvPr>
          <p:cNvSpPr txBox="1"/>
          <p:nvPr/>
        </p:nvSpPr>
        <p:spPr>
          <a:xfrm>
            <a:off x="5147734"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1732AF75-2E79-BE0B-6792-E645D6DDA5AC}"/>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104EE13F-D852-3C7E-EBF3-D994BA3BF9F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FE42DF35-B7F2-6D3D-F911-1ACBA30A925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D12911D3-1F01-7F60-A5A7-9EE52866DD3C}"/>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5769B16A-D783-2AFE-73FA-3D7BEFD01A00}"/>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DEA77C7-8EBD-E847-D075-353651F5C7E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B1B74944-51AB-A786-C1F2-9B4D0936022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509AD1FB-42FC-20DE-B62B-846DCB5CD507}"/>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C521C827-501D-B149-5159-FCAEC402ABA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1B5CC1E5-5A56-042B-E0C4-D07A22623CC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45645D2-7F40-FC79-E7C2-EB8802CA15B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D588973-F62C-D51F-D001-6205465606B1}"/>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D2AC7A0-F8E4-150D-6862-1C98760C1A85}"/>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9F7A7AB3-DD31-4370-D9AB-F6A4E444E89C}"/>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969A622-6487-1C78-AD3C-70AC98C482D2}"/>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E3A3A336-3D13-D3EF-5F40-02E71530E571}"/>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FD42020-0676-81E5-DDD8-94686DB454C3}"/>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4023078A-0C47-A216-36BE-A73CF650CC7F}"/>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DD8830F4-6DD2-A90E-4120-C5E9764084FC}"/>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FE5F4C6E-E417-47ED-B700-B03293F0FAAD}"/>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6451065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0A0C6-27F1-726B-B306-3E22FE9DBF3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7DCAB9-B149-A62D-0685-1B45E69290CB}"/>
              </a:ext>
            </a:extLst>
          </p:cNvPr>
          <p:cNvSpPr>
            <a:spLocks noGrp="1"/>
          </p:cNvSpPr>
          <p:nvPr>
            <p:ph sz="half" idx="1"/>
          </p:nvPr>
        </p:nvSpPr>
        <p:spPr/>
        <p:txBody>
          <a:bodyPr>
            <a:normAutofit/>
          </a:bodyPr>
          <a:lstStyle/>
          <a:p>
            <a:r>
              <a:rPr lang="en-US" dirty="0"/>
              <a:t>In the center block, 7 must be outside of the cross. There is only one cell in the extended cross where it can fit.</a:t>
            </a:r>
          </a:p>
        </p:txBody>
      </p:sp>
      <p:pic>
        <p:nvPicPr>
          <p:cNvPr id="4" name="Picture 3" descr="A grid of sudoku puzzle&#10;&#10;Description automatically generated">
            <a:extLst>
              <a:ext uri="{FF2B5EF4-FFF2-40B4-BE49-F238E27FC236}">
                <a16:creationId xmlns:a16="http://schemas.microsoft.com/office/drawing/2014/main" id="{47B84BE0-ECE7-45FF-CCDF-01550CC1DDD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00E4D22-59E2-C378-E9AB-34E8081E5F0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D7189A4-5B4C-8C38-B2C0-48F043FF676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08AEF9-7AC9-2237-1437-7AE816111E0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7577A2C-92BD-4310-37CC-1D61C425071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1" name="TextBox 10">
            <a:extLst>
              <a:ext uri="{FF2B5EF4-FFF2-40B4-BE49-F238E27FC236}">
                <a16:creationId xmlns:a16="http://schemas.microsoft.com/office/drawing/2014/main" id="{F7ABEAD6-9EFF-0EDE-7DF0-C2DB3AE31F88}"/>
              </a:ext>
            </a:extLst>
          </p:cNvPr>
          <p:cNvSpPr txBox="1"/>
          <p:nvPr/>
        </p:nvSpPr>
        <p:spPr>
          <a:xfrm>
            <a:off x="5147734" y="901933"/>
            <a:ext cx="570089" cy="230832"/>
          </a:xfrm>
          <a:prstGeom prst="rect">
            <a:avLst/>
          </a:prstGeom>
          <a:noFill/>
        </p:spPr>
        <p:txBody>
          <a:bodyPr wrap="square" rtlCol="0">
            <a:spAutoFit/>
          </a:bodyPr>
          <a:lstStyle/>
          <a:p>
            <a:pPr algn="ctr"/>
            <a:r>
              <a:rPr lang="en-US" sz="900" dirty="0"/>
              <a:t>57</a:t>
            </a:r>
          </a:p>
        </p:txBody>
      </p:sp>
      <p:sp>
        <p:nvSpPr>
          <p:cNvPr id="12" name="TextBox 11">
            <a:extLst>
              <a:ext uri="{FF2B5EF4-FFF2-40B4-BE49-F238E27FC236}">
                <a16:creationId xmlns:a16="http://schemas.microsoft.com/office/drawing/2014/main" id="{B5E05E5F-0B23-6154-72E5-D00C2743A4A2}"/>
              </a:ext>
            </a:extLst>
          </p:cNvPr>
          <p:cNvSpPr txBox="1"/>
          <p:nvPr/>
        </p:nvSpPr>
        <p:spPr>
          <a:xfrm>
            <a:off x="5650090" y="901933"/>
            <a:ext cx="570089" cy="230832"/>
          </a:xfrm>
          <a:prstGeom prst="rect">
            <a:avLst/>
          </a:prstGeom>
          <a:noFill/>
        </p:spPr>
        <p:txBody>
          <a:bodyPr wrap="square" rtlCol="0">
            <a:spAutoFit/>
          </a:bodyPr>
          <a:lstStyle/>
          <a:p>
            <a:pPr algn="ctr"/>
            <a:r>
              <a:rPr lang="en-US" sz="900" dirty="0"/>
              <a:t>75</a:t>
            </a:r>
          </a:p>
        </p:txBody>
      </p:sp>
      <p:sp>
        <p:nvSpPr>
          <p:cNvPr id="16" name="TextBox 15">
            <a:extLst>
              <a:ext uri="{FF2B5EF4-FFF2-40B4-BE49-F238E27FC236}">
                <a16:creationId xmlns:a16="http://schemas.microsoft.com/office/drawing/2014/main" id="{7C438C73-6B81-9930-977B-2B7BCE8D1895}"/>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90064C7-2575-4234-48E5-98AC3348B61E}"/>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8B764A80-98EE-7145-8907-7BE5F32EA244}"/>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B4208A71-A624-AD4B-1E58-492041A358E2}"/>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0158EB9E-CF29-727C-B3EE-F5DC7F46175E}"/>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C3FD814C-3E75-4C91-806F-231AD956A343}"/>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4F8763F3-287C-EA3E-2805-66451B2FE1BC}"/>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F5AF1438-7B73-6974-27B9-7AE090DC7F2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8FECEB02-8309-0BA7-D6FF-B3558FBA7A5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6621ABA-CE66-765C-BE60-AB140A65BE17}"/>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54CBBA90-93A1-0DB6-39A8-5ADC73E88D22}"/>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BFCAADDE-83B1-1BFE-843D-E3657D3B6C24}"/>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22E7B2B-F606-8925-B748-C0C2623002F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7B13C54E-B22B-D9F5-78D1-5E2C57FAF93C}"/>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3C87C45A-DAAD-E432-B59D-6D52339FB8D9}"/>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5A164A37-826F-F915-A78C-77786C698DC5}"/>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D8BEBE9A-9BAC-77EC-99B9-31DC74626F9F}"/>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4D3CF1D1-2C08-C7A9-2B1B-0BF8CFA645D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720FF13F-91D1-1BC8-D592-4FADA641976F}"/>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30936616-F112-EF95-7734-B7E7E02DEC46}"/>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6A8F01AE-2A88-27BA-6F88-6528011B2FC9}"/>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ADDA2599-7019-9942-85F8-A1B3A510CD3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719F7E4-6E99-5E59-CF9A-A64891AE6873}"/>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CC8F8FF-375C-C29B-D7D6-FE9F9BA989DF}"/>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2DCD24CD-5A5D-CA21-F87D-33A17DE46B53}"/>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BEB4E756-50C7-7CE1-3427-6AB63E6B1BC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56" name="TextBox 55">
            <a:extLst>
              <a:ext uri="{FF2B5EF4-FFF2-40B4-BE49-F238E27FC236}">
                <a16:creationId xmlns:a16="http://schemas.microsoft.com/office/drawing/2014/main" id="{A4C724B0-6E06-3E75-1BDA-374A0D05BC7F}"/>
              </a:ext>
            </a:extLst>
          </p:cNvPr>
          <p:cNvSpPr txBox="1"/>
          <p:nvPr/>
        </p:nvSpPr>
        <p:spPr>
          <a:xfrm>
            <a:off x="6152446" y="3907597"/>
            <a:ext cx="570089" cy="230832"/>
          </a:xfrm>
          <a:prstGeom prst="rect">
            <a:avLst/>
          </a:prstGeom>
          <a:noFill/>
        </p:spPr>
        <p:txBody>
          <a:bodyPr wrap="square" rtlCol="0">
            <a:spAutoFit/>
          </a:bodyPr>
          <a:lstStyle/>
          <a:p>
            <a:pPr algn="ctr"/>
            <a:r>
              <a:rPr lang="en-US" sz="900" dirty="0"/>
              <a:t>27</a:t>
            </a:r>
          </a:p>
        </p:txBody>
      </p:sp>
      <p:sp>
        <p:nvSpPr>
          <p:cNvPr id="60" name="TextBox 59">
            <a:extLst>
              <a:ext uri="{FF2B5EF4-FFF2-40B4-BE49-F238E27FC236}">
                <a16:creationId xmlns:a16="http://schemas.microsoft.com/office/drawing/2014/main" id="{44E0B2D8-3F19-7D3C-D919-7B8BFF909EBD}"/>
              </a:ext>
            </a:extLst>
          </p:cNvPr>
          <p:cNvSpPr txBox="1"/>
          <p:nvPr/>
        </p:nvSpPr>
        <p:spPr>
          <a:xfrm>
            <a:off x="6152446" y="4408541"/>
            <a:ext cx="570089" cy="230832"/>
          </a:xfrm>
          <a:prstGeom prst="rect">
            <a:avLst/>
          </a:prstGeom>
          <a:noFill/>
        </p:spPr>
        <p:txBody>
          <a:bodyPr wrap="square" rtlCol="0">
            <a:spAutoFit/>
          </a:bodyPr>
          <a:lstStyle/>
          <a:p>
            <a:pPr algn="ctr"/>
            <a:r>
              <a:rPr lang="en-US" sz="900" dirty="0"/>
              <a:t>72</a:t>
            </a:r>
          </a:p>
        </p:txBody>
      </p:sp>
      <p:sp>
        <p:nvSpPr>
          <p:cNvPr id="61" name="TextBox 60">
            <a:extLst>
              <a:ext uri="{FF2B5EF4-FFF2-40B4-BE49-F238E27FC236}">
                <a16:creationId xmlns:a16="http://schemas.microsoft.com/office/drawing/2014/main" id="{CF658B55-C210-43D5-F37C-48B776558D2A}"/>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78BA0585-DBD5-5671-170C-2D60DDE9FE51}"/>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064C0CDE-2CA2-E278-ACEA-156CD97D2240}"/>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4" name="TextBox 63">
            <a:extLst>
              <a:ext uri="{FF2B5EF4-FFF2-40B4-BE49-F238E27FC236}">
                <a16:creationId xmlns:a16="http://schemas.microsoft.com/office/drawing/2014/main" id="{80708CFA-2F04-9087-3E1C-3B09C8E709D2}"/>
              </a:ext>
            </a:extLst>
          </p:cNvPr>
          <p:cNvSpPr txBox="1"/>
          <p:nvPr/>
        </p:nvSpPr>
        <p:spPr>
          <a:xfrm>
            <a:off x="5650090" y="4408541"/>
            <a:ext cx="570089" cy="230832"/>
          </a:xfrm>
          <a:prstGeom prst="rect">
            <a:avLst/>
          </a:prstGeom>
          <a:noFill/>
        </p:spPr>
        <p:txBody>
          <a:bodyPr wrap="square" rtlCol="0">
            <a:spAutoFit/>
          </a:bodyPr>
          <a:lstStyle/>
          <a:p>
            <a:pPr algn="ctr"/>
            <a:r>
              <a:rPr lang="en-US" sz="900" dirty="0"/>
              <a:t>27</a:t>
            </a:r>
          </a:p>
        </p:txBody>
      </p:sp>
      <p:sp>
        <p:nvSpPr>
          <p:cNvPr id="65" name="TextBox 64">
            <a:extLst>
              <a:ext uri="{FF2B5EF4-FFF2-40B4-BE49-F238E27FC236}">
                <a16:creationId xmlns:a16="http://schemas.microsoft.com/office/drawing/2014/main" id="{D5A21457-3328-815C-22A8-6B6158660444}"/>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191C5260-BC51-26B7-432E-EF18CCCFAD54}"/>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D23F6442-8CE6-EA12-C2B2-EFE56611C620}"/>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3C4C44BF-32C9-8ADB-6A8D-8D0819644C2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F9150B0-23FA-545C-E587-85F5FB7C222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685B0A07-4416-B514-5629-FDF97E17E51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572A44F-0500-A97C-3FC6-835D49D0895C}"/>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3E016986-4283-D89B-E084-4F78150FD6E2}"/>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DEB7ADB1-D65C-F174-AF9A-07E6A4A1C7F7}"/>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FA40AECB-56D4-5EC0-6481-70B442527D1E}"/>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4705C3C-7132-CE21-A107-E78020351AE8}"/>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09E0D71-3AC5-DB45-2AB5-F320C9DD3E5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5E3E4DCB-CBEB-E339-37A7-2ABC8754177A}"/>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188FBE3E-63BC-4D34-EC02-9D977AFF33CE}"/>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8596F76-682F-5C41-FD78-3FB0D63E7350}"/>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7D1BB501-2A72-5A3C-E2A9-73594F0C1E3D}"/>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F9E5ED4-D587-F8E9-291E-478CC0B41F3F}"/>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2567</a:t>
            </a:r>
          </a:p>
        </p:txBody>
      </p:sp>
      <p:sp>
        <p:nvSpPr>
          <p:cNvPr id="41" name="TextBox 40">
            <a:extLst>
              <a:ext uri="{FF2B5EF4-FFF2-40B4-BE49-F238E27FC236}">
                <a16:creationId xmlns:a16="http://schemas.microsoft.com/office/drawing/2014/main" id="{67071EDB-5CC6-0F2B-E651-B8FCFCD3A507}"/>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2567</a:t>
            </a:r>
          </a:p>
        </p:txBody>
      </p:sp>
      <p:sp>
        <p:nvSpPr>
          <p:cNvPr id="76" name="TextBox 75">
            <a:extLst>
              <a:ext uri="{FF2B5EF4-FFF2-40B4-BE49-F238E27FC236}">
                <a16:creationId xmlns:a16="http://schemas.microsoft.com/office/drawing/2014/main" id="{89FE031A-23B1-F28A-368B-45FD2A78B33B}"/>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560BB1B1-4FEB-5A40-1FBF-896D6F2185D0}"/>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7149CD08-4D3F-F4B5-1056-F75EF7B3A770}"/>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4E2F4A7-8887-9FF7-7F16-795E540CF4F5}"/>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14F9392-5C74-0AE7-0FAE-0B257FE18451}"/>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1E710CE0-5F06-107C-3BE1-A7114CD9EA32}"/>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C1C9D6F-9857-A5AE-B10A-9A079532EEE4}"/>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E2F4F55-1437-0C22-6642-F317AF96FF9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7933B43A-E0F4-1ECC-90F0-AF9CFB589B59}"/>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7D88CD0-6096-5402-DEE7-F28104F27A2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37CD986B-92B5-CD44-8484-202FA14503DA}"/>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8772620-EB42-1CFB-701D-C9B3859E551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0190E1A-88EF-0448-C679-14A500915E6E}"/>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BF470B2F-6490-15E8-465C-1BE2E1DF2C4A}"/>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AEEEF28-7FA8-87B1-E0BD-A03342B2CF93}"/>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2BEAADB-2B07-8E89-5CC5-ACAFB7ABC272}"/>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E7EA5DB8-5797-0BD9-F35C-D72C67FAEB0F}"/>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7847A46E-9752-E841-FFA2-A5D02025C699}"/>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CB4C913C-1162-2E82-321C-E3AB31E69D1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741BACBA-200A-664D-A773-0FC417E65244}"/>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7687257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B7211-D392-5DF0-2E68-D553ED1EB68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D28F3CC-D04F-46C3-73DE-5BFCBA6F4ED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DBB3A6C-0F38-D7FE-91F8-31825FDD7AB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D8C2605-7803-9D87-C9C3-80F17530018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079E7CE-03F2-6B8B-9C0B-E880BBC587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A064F23-B8A4-1F50-817F-1A54DE2FFB5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B376D26-1780-8729-3508-B26B20B99EEF}"/>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7FAAED2E-78EB-C5F6-781A-B35A8779DF9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07C44D4E-FA13-49B3-E802-A46D096DCDFB}"/>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EBC7CC6-05E4-4BCE-062F-2830E5F16F63}"/>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a:t>
            </a:r>
          </a:p>
        </p:txBody>
      </p:sp>
      <p:sp>
        <p:nvSpPr>
          <p:cNvPr id="25" name="TextBox 24">
            <a:extLst>
              <a:ext uri="{FF2B5EF4-FFF2-40B4-BE49-F238E27FC236}">
                <a16:creationId xmlns:a16="http://schemas.microsoft.com/office/drawing/2014/main" id="{D52C899A-599E-4AFC-C4B2-914ED4B36A8A}"/>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F605F58F-2B78-F18C-1E1A-B984155504C0}"/>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E379B85-3BFA-4D94-5DF7-F7AB67F8BB99}"/>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7AAF2FF3-2EBA-A669-4524-C41B5F178E08}"/>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5B584C57-C091-9E6B-64B4-C1EDAFA9182F}"/>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BCE7EF7-FD73-E643-E8DA-152893427706}"/>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091B2CA-1154-FED8-1C89-9E5D30FE56F5}"/>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EBE9ADE3-3E8A-D7F9-79F7-45159FBD6AFD}"/>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89439614-0A23-6359-5A08-7A0288B1A1E7}"/>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AA1D8C0B-7754-2328-0051-53C385731B8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5D0CA883-CAA4-7342-E508-767532C90D2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04EAB80-3328-7453-3013-F0E031C098E1}"/>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E123A4B7-A54E-A9B0-88B9-CAC4CC2B292B}"/>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944CF852-F2DB-C3F1-C756-331477811105}"/>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B1793CDC-A5FE-9951-87AF-9B3A211800E4}"/>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8CAF5251-B9E9-F738-4F8A-D1D677899A7A}"/>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C3CE235A-0EEE-CCF0-15A6-4CA61F97787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3F57E66D-D033-F722-54E8-CB3032C55323}"/>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6A28DEBC-CA51-99A6-331B-5E1836599366}"/>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9DA2BE45-4365-CA16-77F4-4F8DA5EF7B8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C9701E3-99BA-3A1E-6FA6-26DEEA9C324B}"/>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5E5B9F06-6A82-817A-34CE-27DB645569C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1FB2DF1C-FDBE-DDCB-214A-2EDB642BB817}"/>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A3B26667-7F37-F6E7-3C93-ED8E94F262AD}"/>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A8A7F311-192B-E00C-D0FC-F4B1A73CC3B9}"/>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6A277F0C-979D-209E-D700-150BD7E90BC6}"/>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5" name="TextBox 64">
            <a:extLst>
              <a:ext uri="{FF2B5EF4-FFF2-40B4-BE49-F238E27FC236}">
                <a16:creationId xmlns:a16="http://schemas.microsoft.com/office/drawing/2014/main" id="{7164F41F-1F4E-9586-FDA5-93EFFFE067C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86D6BF57-1490-2E88-1532-7073535AEF7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A8DED44B-66A0-1B73-201E-79AA0AA00259}"/>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A252A563-C69E-3003-4CC9-A345435AD66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B57EA36F-88CE-CE4B-71C2-612EDB1AFC1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EB1E5A4A-8772-8B2C-4B7F-91B285CA5BCC}"/>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5A03EF4-0C3A-1987-088C-A5B7C183F94A}"/>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E4114BAB-FE48-7091-3859-9D16BB037D8E}"/>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75029E2B-0431-3C3A-C0E5-391DD040B9CD}"/>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B9CDA04B-67B5-895B-D8A3-92D9B4AD7358}"/>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7305A01-82AF-96CE-1B71-7362935D24C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CD99A1E-A4DB-22DC-8C09-F7A334611DA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B8B74BD8-48CA-7415-020E-50986355E391}"/>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F6A5BEC4-A7A3-684B-3217-3C13B0C9B9CC}"/>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EA84B7F-BE2F-D2AC-73DF-7E1D94ED2961}"/>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E4B6F08-6B6B-A703-004C-BD5ACD384C3C}"/>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101C0154-481E-8F55-7328-7E5176B6A264}"/>
              </a:ext>
            </a:extLst>
          </p:cNvPr>
          <p:cNvSpPr txBox="1"/>
          <p:nvPr/>
        </p:nvSpPr>
        <p:spPr>
          <a:xfrm>
            <a:off x="4645378" y="3907597"/>
            <a:ext cx="570089" cy="230832"/>
          </a:xfrm>
          <a:prstGeom prst="rect">
            <a:avLst/>
          </a:prstGeom>
          <a:noFill/>
        </p:spPr>
        <p:txBody>
          <a:bodyPr wrap="square" rtlCol="0">
            <a:spAutoFit/>
          </a:bodyPr>
          <a:lstStyle/>
          <a:p>
            <a:pPr algn="ctr"/>
            <a:r>
              <a:rPr lang="en-US" sz="900" dirty="0"/>
              <a:t>256</a:t>
            </a:r>
          </a:p>
        </p:txBody>
      </p:sp>
      <p:sp>
        <p:nvSpPr>
          <p:cNvPr id="41" name="TextBox 40">
            <a:extLst>
              <a:ext uri="{FF2B5EF4-FFF2-40B4-BE49-F238E27FC236}">
                <a16:creationId xmlns:a16="http://schemas.microsoft.com/office/drawing/2014/main" id="{2F349D61-D2BD-5F44-2D47-565E1CC81D83}"/>
              </a:ext>
            </a:extLst>
          </p:cNvPr>
          <p:cNvSpPr txBox="1"/>
          <p:nvPr/>
        </p:nvSpPr>
        <p:spPr>
          <a:xfrm>
            <a:off x="5650090" y="3907597"/>
            <a:ext cx="570089" cy="230832"/>
          </a:xfrm>
          <a:prstGeom prst="rect">
            <a:avLst/>
          </a:prstGeom>
          <a:noFill/>
        </p:spPr>
        <p:txBody>
          <a:bodyPr wrap="square" rtlCol="0">
            <a:spAutoFit/>
          </a:bodyPr>
          <a:lstStyle/>
          <a:p>
            <a:pPr algn="ctr"/>
            <a:r>
              <a:rPr lang="en-US" sz="900" dirty="0"/>
              <a:t>256</a:t>
            </a:r>
          </a:p>
        </p:txBody>
      </p:sp>
      <p:sp>
        <p:nvSpPr>
          <p:cNvPr id="76" name="TextBox 75">
            <a:extLst>
              <a:ext uri="{FF2B5EF4-FFF2-40B4-BE49-F238E27FC236}">
                <a16:creationId xmlns:a16="http://schemas.microsoft.com/office/drawing/2014/main" id="{29F36CFC-7A49-B353-CD18-B63BA15CFFF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D9A5D73D-26E5-5CDD-8CF5-ED714E407CE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246978A-1130-0C50-CA2C-72F7085254F6}"/>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BA101BC1-3658-2AFA-CE91-89AA619AA526}"/>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2212BC40-46C3-D2BF-02E0-2CA998EA4919}"/>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08322CDA-BEC9-DC26-BF42-0F753A8503A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73E929B-D3FA-AE1C-D783-E565B1A9FB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631E54B4-C569-C848-D481-BB927135EB9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428B3BA1-28D4-40D2-36CB-B2F9F26985C7}"/>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9D3429F-81A4-A32D-0BC0-531E72684EA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CC6E331E-2635-7061-E3F6-A7A4A3A904F4}"/>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D13BE73-C0D5-1ED9-52D3-333CF071708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2F1EFF90-7A8C-D48E-D9C5-69EED3544B02}"/>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5AC364E-C270-B2E8-0CA1-626D9800E974}"/>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D1F5E657-8EEF-2979-45EC-B2A114B04129}"/>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44AAE75A-1988-27F6-DE43-C8453DFC2E4E}"/>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BBA1F048-94B6-D084-93F6-97811C129D7F}"/>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B0068FD6-4E1E-5C30-8818-407B3E44C662}"/>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37F9A57D-C698-571A-4A6B-CC68E1B7E0D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17423BA5-2C92-55CE-9ABF-8A36D3F3E33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868ED3F-293D-93F3-B80D-137CA14BE9D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C7BB76FD-3616-AFD1-F69C-F7883CDEF46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3A20AA80-8E59-4FAC-DDF4-3A80AF27D9A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83" name="TextBox 82">
            <a:extLst>
              <a:ext uri="{FF2B5EF4-FFF2-40B4-BE49-F238E27FC236}">
                <a16:creationId xmlns:a16="http://schemas.microsoft.com/office/drawing/2014/main" id="{37118B39-3DC4-04DB-BBB4-CC4A51A0719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908413CC-725C-8B81-EA40-2F5BCBD1969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5123150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E03A8-9151-67F7-7F3C-2862B3B8106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3F750F-6776-0C7B-1FA0-67F87245771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D0241DF-8F60-000D-91B5-5EA011358EA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18AD7C4-2AD0-AB0F-CA0F-4D4EB9646AD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4DD52D9-B8B5-589B-EBE5-5FB753C6C7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D16EE11-5860-D2D6-4F32-9F0A837E75E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EE5095A-6B7F-63A5-CAA1-44F8508A3116}"/>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0C237080-130C-828C-121F-4ECC11C030C3}"/>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BAA9DBEB-C59E-90D4-AD8A-BE7527E1F4BE}"/>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B834667-E14D-DA32-6480-BC2AD8BC497D}"/>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371C5E74-28A1-D978-A4C7-78EB898749FE}"/>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FEBA76A4-8F6B-C763-BCCB-87FECD617637}"/>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42C259B7-6F00-088B-CC36-CCC74BD8EF18}"/>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74F46FDB-4160-2647-7EB0-A86542D175DD}"/>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DFEC1FFE-23B0-2E21-25A6-E81F69604183}"/>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2E576E83-5B3A-92C7-A8A8-78E053C4EE41}"/>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0735EC88-F17B-147A-32A0-B4E853FE652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1FD631DA-F800-A1BB-C486-F3873750E11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60984699-381E-161E-42A1-7CD1F53DCD0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D4401540-E745-E118-0B6F-CEFAE40CB85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DB2B383B-7060-1EC9-A0E5-3567D19258ED}"/>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D66AD55-5E78-91EE-85AA-4E1203A34043}"/>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744B133F-34EC-C313-8C38-2C0A5F113C1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C24A9A18-9D7D-BCFC-9B17-C07973EFF77A}"/>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2AC5C133-F74D-3FEF-6020-A8AEFAB7872F}"/>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148B5D76-2893-376F-3814-1AA85A6C947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4BAE9D60-BE36-53A0-4A8A-DF539B38E157}"/>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C20AFAB1-F3B5-18AE-E00F-9B76403064D3}"/>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0C3D5503-BE52-3F76-3E46-5DE9AF76E03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D27709DA-F1FE-A12E-B198-D0BB0C4571A2}"/>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C7BCD76-0C65-E1E7-3464-A2E1B3CA0959}"/>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6C0C10DA-E9C3-43B9-F2BF-F2A9EF4801E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0DA7E1D-FC10-25E2-9FBB-521342E6E80A}"/>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85675D42-5C24-DB1B-6F5D-BB807AD5E372}"/>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92B4242A-7ACC-7D27-2285-20A3198957D8}"/>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AFFA73F9-FA52-9019-86E7-93A85A0C6DDA}"/>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5" name="TextBox 64">
            <a:extLst>
              <a:ext uri="{FF2B5EF4-FFF2-40B4-BE49-F238E27FC236}">
                <a16:creationId xmlns:a16="http://schemas.microsoft.com/office/drawing/2014/main" id="{226957C9-8061-2255-2E0E-C763AACD5C2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7A427307-96A9-1762-62F8-5E2669B00EC1}"/>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AE88F5A1-0D5A-E06D-FA5C-86A08B39875F}"/>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EA8CC95F-77C0-6F63-525D-E36E2C1D624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F8B592BC-9869-57A6-7EF0-A89BD2E4380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4F6B0EB-96C4-81A9-8C62-1567EF176CC5}"/>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54070D1F-F1C0-F0A4-313C-B5D49523F38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DB11C4B9-FD30-1054-8287-68E12B656120}"/>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86C919C-78A9-4F5B-67CA-B31CBCEB8398}"/>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9D86BD23-93F4-F3D9-6EEC-ADCBC6FE91E5}"/>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7145CF78-237E-6970-1AB3-62E870DE3C87}"/>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E47C377A-C483-C29A-490C-870908F8FD3E}"/>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F8CE13B-79AC-9C25-FE8B-C7C627ADCED9}"/>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CAC1168B-5A88-B12E-3EF4-1C0AE65706B0}"/>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3CBFCC6-2551-54F9-F425-2CFE781A7C09}"/>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DA1EC655-2B8D-88C1-E436-7F02EB79156D}"/>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57F0D35-604E-E01D-25CD-CCF2A8FA765A}"/>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1628C85B-F608-EC26-0C7D-EB92AF96DE62}"/>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3AC792D3-6B24-75B4-C85A-EA1A3C2E55D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698C63E1-76DA-2AC0-57D1-3706F9D5D85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BAFFE0A0-4205-B38B-2C83-75AC0A9DD149}"/>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7FF65AD1-7570-3309-4A6D-D56BE2E2E0A0}"/>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D44D9A6-2498-21C0-9500-96BA22CB7842}"/>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F414C54-449A-5866-D127-2DCFB07594B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DBAE3348-1A6C-A9EE-1EA0-C2C63CDBB8B4}"/>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337A20EC-A346-7CF6-0859-FB07C83CA8A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B017EFEF-EF6C-1A19-31C7-515BFA8D15F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BFC475D-B7D8-258E-53FC-F770CBD2B4F1}"/>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7945BD81-AF5C-6800-4E49-28236EF3AECD}"/>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07F2B012-6785-E869-9A1C-1DD7602B585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4240C3F-BB11-DB16-1912-25B481C73773}"/>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AE088847-D817-1968-B216-9FE1A55B654A}"/>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52CAAC00-4C52-4B1D-2BCC-F4060B3A1C4F}"/>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7F421D6D-075B-A3D7-6876-16A004DA2590}"/>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D5D7EFBE-B1C5-2354-D273-8D2EC9B327E8}"/>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2A5DA2FC-939B-1B4A-78D5-459885EA3AF4}"/>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66BAF665-705E-2BA2-DAED-7EE21A1C27F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2AA31E5-1DDC-7AEB-5D54-29C6DAAB565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7E82CBB7-1F1E-3177-AA00-2403DA70898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324BB515-4987-1B0D-1E00-6B7502E420D8}"/>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A04873D1-7D98-B920-9FB8-71509EB7D1E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6D8473DF-C7D3-7BE5-2CCB-45AD6A4712A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35ACD973-B439-AD33-4D0A-F2F4FBC7890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6492476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FBEFF-68BA-6414-A8C4-92C924E1321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A00AA0-1BE5-44CD-616A-89EC666E50E8}"/>
              </a:ext>
            </a:extLst>
          </p:cNvPr>
          <p:cNvSpPr>
            <a:spLocks noGrp="1"/>
          </p:cNvSpPr>
          <p:nvPr>
            <p:ph sz="half" idx="1"/>
          </p:nvPr>
        </p:nvSpPr>
        <p:spPr/>
        <p:txBody>
          <a:bodyPr>
            <a:normAutofit/>
          </a:bodyPr>
          <a:lstStyle/>
          <a:p>
            <a:r>
              <a:rPr lang="en-US" dirty="0"/>
              <a:t>Last possible place for 7 in center block.</a:t>
            </a:r>
          </a:p>
        </p:txBody>
      </p:sp>
      <p:pic>
        <p:nvPicPr>
          <p:cNvPr id="4" name="Picture 3" descr="A grid of sudoku puzzle&#10;&#10;Description automatically generated">
            <a:extLst>
              <a:ext uri="{FF2B5EF4-FFF2-40B4-BE49-F238E27FC236}">
                <a16:creationId xmlns:a16="http://schemas.microsoft.com/office/drawing/2014/main" id="{1A9CD0CF-631A-4958-3494-29EE591C12F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CB1BCD-32B0-C31A-D66A-9F9D4907C0A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C3E8604-444C-55AD-86C9-066F6C28B20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C0C4602-0ECF-9815-7E78-865D893FE8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B0C6BE-C3F6-7FB9-2070-A2AA4A3E2708}"/>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49DC2A13-FD7D-DDDD-E5CB-B3FE7D613264}"/>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A1303B1-B6A6-48A1-0A9E-B7543F899162}"/>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9631C0FF-2B68-9F39-0A0A-A5E3D160AD00}"/>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44B39D9D-7D23-BE0D-98FC-D9A2FA28E29F}"/>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2B2CE81F-63B9-D716-E150-E0F508ADB06C}"/>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65F5CDB3-A95B-697C-2BF8-8065078C655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C1B3C2B4-2BF3-18E0-1C90-C7D1BC90EEB6}"/>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2965EC8F-B886-4FCB-C052-371540BFC627}"/>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699D8B0-1745-4962-981C-4544E80DFDE0}"/>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5F8EAF4-1081-011E-EA38-0E76CC6C576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DED50F7A-B8FD-3BF6-EB33-E35A1716E10B}"/>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57428FF3-4284-EFE0-9849-574B291F14D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78B2DB3-6734-7B8A-7BE4-4BA9B2990A2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5531054-F40E-DB1F-CEDF-49CA287BCB77}"/>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64A71E5-B461-89D5-FD1B-81CC148AA9B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27D8EF38-4F94-BBEA-1251-D3FB647225EE}"/>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C2E79391-9B50-E91C-B3E8-C836DDF3E076}"/>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9149F7DF-1256-E6BD-1474-72E0A7367BA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E9D4B316-955C-5D9C-6E01-16596B25615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4A77FAD9-6100-3F5E-1670-16E9AA3C4F3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185DFA24-90F8-B3D1-A50A-B122BEAE9DD3}"/>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947A4EFC-A2A2-2096-73A2-DE3D340F91E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6F67659-F2E5-410E-5F5A-659E7B8B4D1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EF87998-D387-0BC8-8ACA-682777025CC2}"/>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ED6D3A6-EA9F-9083-9CF7-150FB744E39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7A24FCBC-79EB-1195-ED7F-C609E4AF1578}"/>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6381ADC1-69AA-82F9-7B48-A5459001EC04}"/>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363CB58A-B988-0B28-DB77-552926D83C9E}"/>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3433BEBF-AF5D-667A-640F-7C123C0333EA}"/>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5" name="TextBox 64">
            <a:extLst>
              <a:ext uri="{FF2B5EF4-FFF2-40B4-BE49-F238E27FC236}">
                <a16:creationId xmlns:a16="http://schemas.microsoft.com/office/drawing/2014/main" id="{53B9032C-7362-7360-EC80-060CBDD438A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80DC9ED7-D33D-58EC-9853-D01A92E51FA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3FEE7EFF-0140-30D0-305B-29CE3E6968B1}"/>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4A4B1B98-F641-7A74-F73E-74786E72432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EEC1C2A-4D5D-1AD8-26DE-43552F57E58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D7408B4-92AD-7DC9-CE4F-5BA9D6A7D5EF}"/>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460AB1F-7307-D16E-0D84-D9B53ED925B3}"/>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16BB01EE-4A50-4794-E040-FBD7A983E701}"/>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474FCFF-EF36-78C0-12D5-89D5A5853A93}"/>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332FC828-A661-643B-47B8-CC14346E2A5B}"/>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B7B48109-5A23-FAD4-5A6A-7DFD6067744C}"/>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EA96A381-CCCB-D9A2-EBA0-E20B5055366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00D7E2C-AA5E-4308-D0EC-4FFD83E11FAB}"/>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6B3FDEF5-A84B-0AF8-B1E6-BA5112739485}"/>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812471D-9CA3-9C9E-EF25-06D521BB1380}"/>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B7162171-D674-E3AE-BD31-C8F9C5DEE8DC}"/>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5026032E-0855-9540-E09D-FA8651BB5E74}"/>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7147356-D1C4-8459-A6D1-FB536AC9189C}"/>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D8F6B5E3-691D-3229-D018-30A807E52CA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5799D1C-9D6B-463E-1AC2-0E7D9D3D20DA}"/>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CE7F07E8-F69B-0317-C94E-F239960F61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082AC98-DE75-8530-1B38-1ED503CCEF28}"/>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0D1171BE-6430-F9C2-1924-36688D21BE0A}"/>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6FC6B535-5A6F-B696-F763-EA1ABE33097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AA2A6AA-1886-D009-D6EB-C811069F811F}"/>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9ED21AB-3FFE-259E-EBA1-954B14F23888}"/>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8D55E624-8CD2-73CE-D5FE-BA36CFFE548A}"/>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79C92E5B-3472-4ABF-8377-5221144E9B7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8C32BF73-7F6D-E73E-F44C-C78C55DF6856}"/>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EBC1CCB-0705-86DD-B421-129EB59D29D3}"/>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D456366F-9924-08CF-A588-E22D4478F7AC}"/>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F945523C-E3AF-B351-DFF7-F44C32A29E9C}"/>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BA875D68-2BBB-8A12-516B-F367B6976A07}"/>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D8BC8AF-3057-C05C-46E9-D9AB4BFF144A}"/>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1DDEA69-09CA-8A01-CB34-E4D60F0792C4}"/>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B3D9C25C-CF96-14BA-F6EF-C6A83B10F8BF}"/>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8BA3A913-E49C-DFAC-0CBB-2D8501ED65C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55181DE-A617-CB2A-D06D-E101B4EA86C3}"/>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511674DA-BB2F-17EE-8784-FBF3EC23733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FD558426-75F5-B9E7-F615-7158C99C0863}"/>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9E31E967-9779-D427-3511-17120130CE9C}"/>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A66AF823-19B1-E45A-624C-DF025DA60E7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42F74ECB-FF71-464F-A8D6-9137BC28832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17EE387C-9402-A451-C61D-3118634C14C7}"/>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5258696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83463-F41E-FB74-6C10-1EBEF809F5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818900-DAB2-6460-4029-FDA8E03FD7BF}"/>
              </a:ext>
            </a:extLst>
          </p:cNvPr>
          <p:cNvSpPr>
            <a:spLocks noGrp="1"/>
          </p:cNvSpPr>
          <p:nvPr>
            <p:ph sz="half" idx="1"/>
          </p:nvPr>
        </p:nvSpPr>
        <p:spPr/>
        <p:txBody>
          <a:bodyPr>
            <a:normAutofit/>
          </a:bodyPr>
          <a:lstStyle/>
          <a:p>
            <a:r>
              <a:rPr lang="en-US" dirty="0"/>
              <a:t>Complete Row 4.</a:t>
            </a:r>
          </a:p>
        </p:txBody>
      </p:sp>
      <p:pic>
        <p:nvPicPr>
          <p:cNvPr id="4" name="Picture 3" descr="A grid of sudoku puzzle&#10;&#10;Description automatically generated">
            <a:extLst>
              <a:ext uri="{FF2B5EF4-FFF2-40B4-BE49-F238E27FC236}">
                <a16:creationId xmlns:a16="http://schemas.microsoft.com/office/drawing/2014/main" id="{50E58C63-9E4D-675D-F344-8F3577C6AA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58878B7-8C15-C543-535A-C2B843101FA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0F7521F-C81B-A605-9F90-C8EEFAEABBB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2DE7C2-4AFC-720B-852F-9BEDA035B8B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7979EA8-6CFF-3C39-A3D7-B4D819B3742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7284BD79-8543-2B6B-CF9D-780E2BF69E7D}"/>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5649A13-730C-348C-D2B9-266D82D350C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01A0AA56-6FB7-9DCE-77E7-693F25BDEFCB}"/>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481FC154-B5BB-A33B-0C92-6FDCAFCF17F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6" name="TextBox 25">
            <a:extLst>
              <a:ext uri="{FF2B5EF4-FFF2-40B4-BE49-F238E27FC236}">
                <a16:creationId xmlns:a16="http://schemas.microsoft.com/office/drawing/2014/main" id="{1A8FD75E-9A8D-25AA-3B2B-8726E79AD3CC}"/>
              </a:ext>
            </a:extLst>
          </p:cNvPr>
          <p:cNvSpPr txBox="1"/>
          <p:nvPr/>
        </p:nvSpPr>
        <p:spPr>
          <a:xfrm>
            <a:off x="3138310" y="2404765"/>
            <a:ext cx="570089" cy="230832"/>
          </a:xfrm>
          <a:prstGeom prst="rect">
            <a:avLst/>
          </a:prstGeom>
          <a:noFill/>
        </p:spPr>
        <p:txBody>
          <a:bodyPr wrap="square" rtlCol="0">
            <a:spAutoFit/>
          </a:bodyPr>
          <a:lstStyle/>
          <a:p>
            <a:pPr algn="ctr"/>
            <a:r>
              <a:rPr lang="en-US" sz="900" dirty="0"/>
              <a:t>24</a:t>
            </a:r>
          </a:p>
        </p:txBody>
      </p:sp>
      <p:sp>
        <p:nvSpPr>
          <p:cNvPr id="27" name="TextBox 26">
            <a:extLst>
              <a:ext uri="{FF2B5EF4-FFF2-40B4-BE49-F238E27FC236}">
                <a16:creationId xmlns:a16="http://schemas.microsoft.com/office/drawing/2014/main" id="{53181B4F-E0DD-680D-1F24-762D29FA1ADC}"/>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28" name="TextBox 27">
            <a:extLst>
              <a:ext uri="{FF2B5EF4-FFF2-40B4-BE49-F238E27FC236}">
                <a16:creationId xmlns:a16="http://schemas.microsoft.com/office/drawing/2014/main" id="{24E1D84D-624C-D578-FA82-20C0E63008FA}"/>
              </a:ext>
            </a:extLst>
          </p:cNvPr>
          <p:cNvSpPr txBox="1"/>
          <p:nvPr/>
        </p:nvSpPr>
        <p:spPr>
          <a:xfrm>
            <a:off x="3138310" y="2905709"/>
            <a:ext cx="570089" cy="230832"/>
          </a:xfrm>
          <a:prstGeom prst="rect">
            <a:avLst/>
          </a:prstGeom>
          <a:noFill/>
        </p:spPr>
        <p:txBody>
          <a:bodyPr wrap="square" rtlCol="0">
            <a:spAutoFit/>
          </a:bodyPr>
          <a:lstStyle/>
          <a:p>
            <a:pPr algn="ctr"/>
            <a:r>
              <a:rPr lang="en-US" sz="900" dirty="0"/>
              <a:t>42</a:t>
            </a:r>
          </a:p>
        </p:txBody>
      </p:sp>
      <p:sp>
        <p:nvSpPr>
          <p:cNvPr id="34" name="TextBox 33">
            <a:extLst>
              <a:ext uri="{FF2B5EF4-FFF2-40B4-BE49-F238E27FC236}">
                <a16:creationId xmlns:a16="http://schemas.microsoft.com/office/drawing/2014/main" id="{2E92CFEC-D50D-1BB6-90F3-CCEDCB6AE82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8FD0591-2DDF-325B-3AAC-8079420B9837}"/>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CE14797A-AACA-F511-91C1-B9FA8229857E}"/>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AC76203-E968-5573-0299-C343F7C90A4F}"/>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CE9C2B8-E71C-9C9D-E464-0DD0E0572ED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B0869483-B00F-6F9A-E8AB-3F4225D36CBD}"/>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9CD51F49-B898-49E9-AC71-6A1EBF91812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46356DB-D1A1-AF75-B762-42A0BB8AECD5}"/>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4C65FFA5-D2AF-A4D5-764F-AE2C60C28148}"/>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BE911B1F-3975-0C32-9FD7-C2AED4CB2F7E}"/>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CA15E1FC-E4B5-4CCD-34D8-BB7BA5EA78DC}"/>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4DA865FB-C849-AA76-14B2-318092408C72}"/>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013E379D-B587-17D6-0BDD-390778E1AFF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13794562-1F96-07F3-A69E-4F6E910A17E9}"/>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96AD801C-AC96-0CC2-C33E-3E68BCB0D41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A69B5D0-92BD-EE14-D837-9454C17BCC2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0A3D4A5-A7B4-BDE9-62AE-1C29FFB0B22F}"/>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9BFCEEE-335D-E394-1027-2D3BC85980F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DFE83549-4770-C340-A340-745ED20DCE1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4BC4D894-9D9C-7A61-094E-748F9221FF0F}"/>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3253F95F-4D75-28DC-7CF2-06F50D4325CB}"/>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B72B31D7-7047-6A0F-210C-D5951C9EB848}"/>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5" name="TextBox 64">
            <a:extLst>
              <a:ext uri="{FF2B5EF4-FFF2-40B4-BE49-F238E27FC236}">
                <a16:creationId xmlns:a16="http://schemas.microsoft.com/office/drawing/2014/main" id="{5F2BBFEE-919D-A76A-86D8-EAE181B67C65}"/>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05EC007B-B280-8C92-6C89-0E1C259A06E5}"/>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5B4426C-7EFC-0CA5-8AAE-CC09665CA3CE}"/>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5AC97FBF-ECE8-FD8A-975F-F2B84F2DA88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82ED267C-5175-57C4-E5D9-18376EF18F9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B6FADE82-BBF9-4FE7-AFF3-9A6E1446A479}"/>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30CAB13A-2B6D-5600-4446-2489D61CF8A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F8E0FA2-D78D-4750-8E11-EB59A3EC7EB0}"/>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4C6D995D-0C8F-8424-069D-DCD5FD04DF6A}"/>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441D21DC-1724-C150-57A6-1B95B08ECDFE}"/>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DD9DFF7C-EC29-C1D7-B275-FE61CEB3D1FE}"/>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7160B29B-DB47-3307-F326-A60C1D436B13}"/>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51D17C0-E3F0-5E09-C8A8-E92DB743ABEF}"/>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148D0AA6-E5EC-A177-3CDE-27B9A650CF44}"/>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0560E58-4C33-1C69-423E-8A344A6EB4EA}"/>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A040D02F-4D46-F77C-8605-5F79FAD15C93}"/>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A1A4E88E-0144-D442-85FD-471926E736F4}"/>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333BF3FB-3A93-60CF-1A5B-F9AC5152184E}"/>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B76C6303-A03B-6E13-0AEA-0653D2FEB0B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37565A1B-8B26-15AF-DBF7-EF132DF0693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E373C3FD-FA67-ECDD-5AC7-6C8025F81321}"/>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AC5B2D2E-0E32-0602-7FDA-8A59716E44F6}"/>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80562BC7-8E02-5FB1-2D8E-A747C32B7DF7}"/>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AFAD0E6-2EBF-E5BC-A403-C94C350BDCD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F473B43-92B5-2632-783D-85B1ECE60914}"/>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77FB75B-413D-C218-E058-6FEF85D6774B}"/>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24109E5E-FA1E-6B6E-5D34-DF2AED73D12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CA09FB7-CEDF-7064-D4F5-6425629E3BE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1820CEED-A02E-1DD8-A861-D700AA7DCA5B}"/>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E8EF742-D52B-F905-18A7-33CC0354262C}"/>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712589AE-E291-0E26-9854-89181CB9D87E}"/>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4670FB6C-D033-7CA8-93C1-C2059BAF7CB3}"/>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BA9666C-1A09-204C-FF4D-4E41618C7235}"/>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6716069C-BA00-4133-04E6-52AAA56C1446}"/>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4FC8C616-5F6A-E9C3-AF8D-6867F5CEAA5F}"/>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BB779F37-9FC4-C2B7-3D14-2D28F2389BA1}"/>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24DB1D15-13AA-F835-6E20-FE8497BA964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E5914DAB-EFDD-1264-E6EA-B80C0A812115}"/>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96C6025-64C8-CABF-3ACA-573157EF77A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B5651367-3619-0DF3-276A-21825FB896A7}"/>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ED5D291D-C994-AF60-E11B-BEBAFE1AEC4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371A3852-50C2-BE06-73A6-5CA4C540107D}"/>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3EAEB44B-6CF7-CAD7-8903-0310F4EB2A79}"/>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476D117-A18F-F0CA-C20C-F2896DAC5F7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7570BD5-00A2-2141-9CFC-7DAE520FC4EB}"/>
              </a:ext>
            </a:extLst>
          </p:cNvPr>
          <p:cNvSpPr txBox="1"/>
          <p:nvPr/>
        </p:nvSpPr>
        <p:spPr>
          <a:xfrm>
            <a:off x="5650090" y="2404765"/>
            <a:ext cx="570089" cy="230832"/>
          </a:xfrm>
          <a:prstGeom prst="rect">
            <a:avLst/>
          </a:prstGeom>
          <a:noFill/>
        </p:spPr>
        <p:txBody>
          <a:bodyPr wrap="square" rtlCol="0">
            <a:spAutoFit/>
          </a:bodyPr>
          <a:lstStyle/>
          <a:p>
            <a:pPr algn="ctr"/>
            <a:r>
              <a:rPr lang="en-US" sz="900" dirty="0"/>
              <a:t>64</a:t>
            </a:r>
          </a:p>
        </p:txBody>
      </p:sp>
    </p:spTree>
    <p:extLst>
      <p:ext uri="{BB962C8B-B14F-4D97-AF65-F5344CB8AC3E}">
        <p14:creationId xmlns:p14="http://schemas.microsoft.com/office/powerpoint/2010/main" val="38293565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86713-AE36-B839-2C7D-4C6F458077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B502042-75A8-D914-34A4-DC496878BAC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DF3C459-5F3D-F029-BC16-6CC99C7A51A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0D8222E-63CD-4758-F8AB-B343C312791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47DCA23-9B73-6E2D-D816-20CECB4F53A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A6D276A-5DC1-44F4-A1CA-0B630B34650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14FD8FD-62DB-4518-0CE0-45218EA3BF02}"/>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E52D5DB8-5BA5-D700-9FDC-FE6CFFED45D9}"/>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E59BEB03-826C-78D6-ABD7-5B48D82261F3}"/>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DCC42A11-BF03-D8A3-1592-128D41F6685F}"/>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4B813A86-2CF3-7E64-B88E-ACC255ECF7AA}"/>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F8F500EE-908B-0F65-D016-763F36BCFF0D}"/>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E12D8259-3275-264D-00AD-DAB17335E4F9}"/>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5769A0A5-7385-5AF2-3B48-2C6B69373127}"/>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C5B8E96-C838-EF37-856F-FD36FC9C451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3CBF9E9B-776B-AF91-73CA-C6EC8A9AD0C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5A55BEB-8EFA-5A80-73A4-29383BB83C42}"/>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7CBBF4D-192F-0871-726D-81B7AEBF070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07050C58-F37A-E539-FE6F-9592C979CCD5}"/>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68D096C6-F719-12BB-4CE5-C8B3C1CE6F6F}"/>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7C0D962A-8428-5FAB-B671-B1CF1A50692C}"/>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E3D8BBEF-9688-5969-AD63-63B0AC5AF7D0}"/>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4DFA64EE-F85A-85FE-FEC8-B625E021ADB8}"/>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5AB1543F-56D2-6E9E-2070-FB52B19C3030}"/>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3B800EC8-3967-7866-D824-7FDB9441DD0A}"/>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024EF555-8637-4467-EA19-B2898889F1D7}"/>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4637B6AB-5D67-87AE-7AF1-F3B810868D14}"/>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553BB2D-3239-63C4-5140-66748BE949C5}"/>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8B0963A8-D0EB-29BE-A192-7764E7BA1289}"/>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26C89ACC-434A-12FC-422B-F73148719BE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BD756532-BF8F-777E-68D7-96A010E1A40D}"/>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30606AD2-6DFA-B561-C8E0-ADB6AFEA9A74}"/>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9B738543-DBC4-54C5-5FC6-6A11E23730C8}"/>
              </a:ext>
            </a:extLst>
          </p:cNvPr>
          <p:cNvSpPr txBox="1"/>
          <p:nvPr/>
        </p:nvSpPr>
        <p:spPr>
          <a:xfrm>
            <a:off x="6152446" y="2905709"/>
            <a:ext cx="570089" cy="230832"/>
          </a:xfrm>
          <a:prstGeom prst="rect">
            <a:avLst/>
          </a:prstGeom>
          <a:noFill/>
        </p:spPr>
        <p:txBody>
          <a:bodyPr wrap="square" rtlCol="0">
            <a:spAutoFit/>
          </a:bodyPr>
          <a:lstStyle/>
          <a:p>
            <a:pPr algn="ctr"/>
            <a:r>
              <a:rPr lang="en-US" sz="900" dirty="0"/>
              <a:t>469</a:t>
            </a:r>
          </a:p>
        </p:txBody>
      </p:sp>
      <p:sp>
        <p:nvSpPr>
          <p:cNvPr id="63" name="TextBox 62">
            <a:extLst>
              <a:ext uri="{FF2B5EF4-FFF2-40B4-BE49-F238E27FC236}">
                <a16:creationId xmlns:a16="http://schemas.microsoft.com/office/drawing/2014/main" id="{BA27A005-345F-8A6A-4A02-02E8DC6A81CF}"/>
              </a:ext>
            </a:extLst>
          </p:cNvPr>
          <p:cNvSpPr txBox="1"/>
          <p:nvPr/>
        </p:nvSpPr>
        <p:spPr>
          <a:xfrm>
            <a:off x="6152446" y="3406653"/>
            <a:ext cx="570089" cy="230832"/>
          </a:xfrm>
          <a:prstGeom prst="rect">
            <a:avLst/>
          </a:prstGeom>
          <a:noFill/>
        </p:spPr>
        <p:txBody>
          <a:bodyPr wrap="square" rtlCol="0">
            <a:spAutoFit/>
          </a:bodyPr>
          <a:lstStyle/>
          <a:p>
            <a:pPr algn="ctr"/>
            <a:r>
              <a:rPr lang="en-US" sz="900" dirty="0"/>
              <a:t>49</a:t>
            </a:r>
          </a:p>
        </p:txBody>
      </p:sp>
      <p:sp>
        <p:nvSpPr>
          <p:cNvPr id="65" name="TextBox 64">
            <a:extLst>
              <a:ext uri="{FF2B5EF4-FFF2-40B4-BE49-F238E27FC236}">
                <a16:creationId xmlns:a16="http://schemas.microsoft.com/office/drawing/2014/main" id="{7E021A0B-E9C6-A899-FB91-930527C3CE6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FF75B3C-857E-92CF-407E-94C56D67CCD3}"/>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00C39656-4972-4F36-5038-ECFD047BDAA2}"/>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A693081-5BD0-C214-EDBF-0942466A8A2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16453A2B-2895-752C-E0CF-97DAA4FEBD2D}"/>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A03ED2F8-1DDC-84AE-9FAD-ACC077F8E94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A7C58B20-52D8-DB48-B887-76A1F4BB8D09}"/>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0BB168C4-AFA9-52E2-B5AC-399C48F5E9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FBB1AB5F-02A5-202C-F4CA-1C6762B507B1}"/>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33BBE89D-52B6-81DA-648C-2704AC62949D}"/>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35596EAF-EE40-DD90-929E-36D5DE379848}"/>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FF1434E-DCF1-869C-5380-22E6AA01484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2F92E9FE-C6AE-9EF6-6E75-17F5375D78D6}"/>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6A85651E-4376-5218-8555-2D3F77F1E2CD}"/>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5EC1AF3-EC72-24BD-B15A-83B83147B21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AE8F04A8-FC41-3BC7-E098-D7DB5C551F4F}"/>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0BE7F1D0-5EE4-C0FD-B767-531168283B85}"/>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34621F8A-00D0-E6B5-F2A3-50D22DA05E6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3628FE3D-C4AC-5872-DC3F-7690FE203CD4}"/>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1B7BE12-1C2E-2372-69D9-AD02BB59B9D4}"/>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385A488-0D6C-9324-7646-62304212CD81}"/>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48B61F6-1936-06E5-6DFA-CF9E66E899F1}"/>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75531D4-E7DC-85FF-93C5-8AA2A47299B8}"/>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AC6AB36D-D084-3A83-B1E9-5C991F4FC99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5C60F7BD-17CA-BBEA-4132-279C67ECFD3E}"/>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844D510-B514-DC26-1FE6-74A9A0F32561}"/>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A1B36517-F0EA-A715-0A70-2AA73F73BAF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7DF86131-06B7-DB10-F149-CAB94FD40EC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7A47DAFF-FA74-D326-B900-6F62E95FE5E1}"/>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D559A83-5C11-93B0-CCB5-1CCAC7A55CC8}"/>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AC38D57C-DFC4-DA7F-DB91-A7AA9E7FE8DA}"/>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EF327B4C-6176-2804-77BF-514A08DD8242}"/>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98A8710C-B4D1-EBD8-8E73-65255C1FC56B}"/>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B06AC31-0B37-6C8F-998C-FC482AE03F25}"/>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46F0F851-39CF-9E7E-338E-731CB4A8453D}"/>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2727C6E2-37AA-3F12-613E-CC28CB181CA2}"/>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6BBEFD4E-B865-9AE9-F365-46B765C2C6C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F152E2B0-E268-1EE6-21F5-17EF7B8E3AA9}"/>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CCC3CE3-23EC-2FB0-11ED-A8798CC848A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4506D964-BA83-BBED-6504-085D319AB746}"/>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894C5D3F-E2F4-0AF9-EFF1-9767B726548D}"/>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26425769-A85E-4B9C-B39A-E708475A2A5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47FE442E-2DDE-6553-B2CE-59EB81A865A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FE7D900-BF3B-CB1D-8E39-9314E39B51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FCAB002-0BB2-9FFC-267C-412858A97CF3}"/>
              </a:ext>
            </a:extLst>
          </p:cNvPr>
          <p:cNvSpPr txBox="1"/>
          <p:nvPr/>
        </p:nvSpPr>
        <p:spPr>
          <a:xfrm>
            <a:off x="5650090" y="2404765"/>
            <a:ext cx="570089" cy="230832"/>
          </a:xfrm>
          <a:prstGeom prst="rect">
            <a:avLst/>
          </a:prstGeom>
          <a:no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37B0902C-D6AF-CEBE-EC67-9ABDD126A5F9}"/>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40EB66B-D4BE-E402-56F1-37BDA64E459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0337718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5F770-CFA2-CD72-8374-EA5D8FA23F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2D932A-B777-C1E8-C6B2-205437795CF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B5E333D-2C1B-9054-9B2F-9CEF94E539C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05977F-9DA1-A2F2-5DF2-E5297B5BE2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145F8EA-9778-8933-7361-967E67576CB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03279F0-0691-FDE4-B323-79CF53F3048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7FFA164-0611-8CFC-1130-25FE60A6393D}"/>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876DFF4C-6607-C63B-B954-3CE245267FA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D65F659F-F7F1-C377-8DA3-2C6816D2A2D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E5020043-BA9A-BCA6-1271-80AF26C25FD2}"/>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6A6DED32-A44C-3F48-7B25-896C739E1A88}"/>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0B4FBA13-8C9D-E1BA-B155-0C477C6368C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5EA3AE15-2E0A-95E0-7DF8-5F3AEAC0F596}"/>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25B5D50A-2EB0-E4A9-DB8D-4BE49107F62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79BE3312-5EEA-0C52-8DB7-54C6095835D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4E9DB75-A6D4-5991-DB60-CF99411B31E9}"/>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037664A2-FADF-6693-170E-5E8873B6834E}"/>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6171DDA6-8D9F-0613-4EC0-8ADDA86A3D8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C3848FF6-6BA0-213C-D190-D7DEA3C8AF4A}"/>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57560BF4-A942-92C8-06D0-7918A658CCAF}"/>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BA73A669-D142-6922-567A-5348BEE11D4B}"/>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0DC90293-5E1D-7E6E-5AE5-E67CE9B5AD66}"/>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B6652E70-9119-1CE2-812C-04C3377C97C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9A4C0265-A927-EB8C-36E7-EEF2AFC9D7E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E3ABD727-22C3-3893-B603-9F2941EBF9EB}"/>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AE164617-FF01-3910-2D37-7FEF03B3E7CD}"/>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4D8756A3-BE23-EADB-01F0-91E3C14A7101}"/>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0EC7D46C-9DA6-3748-DA55-9EF5B2FD479C}"/>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ECC5CF18-0815-3508-A4FE-8399B51CE4CA}"/>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22FFA2AD-697A-A1C5-422F-CEAAE1114CE4}"/>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268530BF-7523-2C03-EC84-EB72C2BD6DA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D4C6FE07-37A0-1601-E35D-1027358517CB}"/>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EE4A2F5C-2C92-2D80-EF11-EFDF3C3B6F5C}"/>
              </a:ext>
            </a:extLst>
          </p:cNvPr>
          <p:cNvSpPr txBox="1"/>
          <p:nvPr/>
        </p:nvSpPr>
        <p:spPr>
          <a:xfrm>
            <a:off x="6152446" y="2905709"/>
            <a:ext cx="570089" cy="230832"/>
          </a:xfrm>
          <a:prstGeom prst="rect">
            <a:avLst/>
          </a:prstGeom>
          <a:noFill/>
        </p:spPr>
        <p:txBody>
          <a:bodyPr wrap="square" rtlCol="0">
            <a:spAutoFit/>
          </a:bodyPr>
          <a:lstStyle/>
          <a:p>
            <a:pPr algn="ctr"/>
            <a:r>
              <a:rPr lang="en-US" sz="900" dirty="0"/>
              <a:t>69</a:t>
            </a:r>
          </a:p>
        </p:txBody>
      </p:sp>
      <p:sp>
        <p:nvSpPr>
          <p:cNvPr id="63" name="TextBox 62">
            <a:extLst>
              <a:ext uri="{FF2B5EF4-FFF2-40B4-BE49-F238E27FC236}">
                <a16:creationId xmlns:a16="http://schemas.microsoft.com/office/drawing/2014/main" id="{CA504296-C53D-C9E5-AE6A-636B088088B8}"/>
              </a:ext>
            </a:extLst>
          </p:cNvPr>
          <p:cNvSpPr txBox="1"/>
          <p:nvPr/>
        </p:nvSpPr>
        <p:spPr>
          <a:xfrm>
            <a:off x="6152446" y="3406653"/>
            <a:ext cx="570089" cy="230832"/>
          </a:xfrm>
          <a:prstGeom prst="rect">
            <a:avLst/>
          </a:prstGeom>
          <a:no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27506E29-FC11-F243-289F-02F309DF56B1}"/>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B9C24ED-F3C8-66D3-E07A-E077F35065A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B088B86B-118D-A734-FA66-ACD71470BB12}"/>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3F9AEBE5-35BB-ED01-EA7E-CAB313360A8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4248BCD2-1176-954C-1909-A8EB9FA169C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B2C76F7-D0ED-B3DD-3C1B-565ED9C90264}"/>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C64B31EA-5072-B9CA-6DFB-8E7FA8892D89}"/>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0405CB8D-2A94-A388-9CFF-934CAF0C68C9}"/>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F7E8C4A1-A14D-736A-C9F8-564060E409D0}"/>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D8639501-0834-90D3-A27E-CB4C5E9C7911}"/>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B0C1D0C1-05FF-490E-1558-4132BBFDA0C2}"/>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1578C07-6B71-1107-D3E5-4E92D1B9A98E}"/>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32E529E3-5C07-D65B-E9DE-6BA98BCF882A}"/>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3CDAA981-8763-352C-8E9E-967B3E5526E5}"/>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1813DB0-EC21-8305-07EA-408094664F2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5E6DB8F-9241-B1E4-D4D9-5C3A069A6460}"/>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29F9416B-DE35-F162-28ED-23EAEBBB1C63}"/>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6570C929-F8FE-C815-3F5B-A1832A785096}"/>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1B5AA0C5-37B1-4FD3-6F34-B5577EA1FD5E}"/>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FD09324B-D6CE-435D-EB63-B478F8200688}"/>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A2DD3B7F-63A0-EA09-A60A-C3DFE861202A}"/>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BF275642-075B-4D8A-6DF5-B6D6CFAC8F77}"/>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12376C61-0EEE-6F6E-AEFE-F4D68ABF10D7}"/>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43DD766E-283D-6AC5-0AC3-911166234FF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F63F1566-7F91-7768-1E8A-6DB6E4C9D652}"/>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6969FE20-3384-8521-AED8-C65B860F9A6A}"/>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DF7BB521-CED1-A3C2-59E9-198B05DA5852}"/>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043900E5-7C43-8241-A93E-06336064BB6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3651CB58-12F5-1048-9FB8-8F905459A2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D8D9761-4F4C-591F-54A0-9C851E3052F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054789E6-DE17-19C6-FEB3-D58B4E7CA0AC}"/>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EEF17F62-900B-1845-02DA-68D9E1E0ED8A}"/>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E6914637-A05E-AAD3-5ED8-0FFB984561D4}"/>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DC30CDD-70F6-4CD6-FFD0-01DA4C6914CA}"/>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C6EC7E0-F031-55C8-EEE0-0C924FCF16A6}"/>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5EF2B74E-91B6-792A-EE35-D606F283F9D1}"/>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1D43052D-CACF-3A6F-0242-F0539D181B45}"/>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4D30A70-4A16-D856-10A1-0EE786589D46}"/>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6440EAF5-1EDF-5EDD-25B3-FBF601809F6B}"/>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04A2C54F-E4B8-2AE9-ED5E-214B0825C80B}"/>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4C9050AE-D59A-BFFF-11FE-96E75C57AF3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C6F952D8-03FA-0FF6-8BEA-5B30BD5546D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E528BFF-C79B-0F30-7CA0-A782CF7B3DD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022D1D8-AA63-87E1-00E6-65A454A3FB0D}"/>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9C959163-02D7-AC64-2C84-71D5771CAF31}"/>
              </a:ext>
            </a:extLst>
          </p:cNvPr>
          <p:cNvSpPr txBox="1"/>
          <p:nvPr/>
        </p:nvSpPr>
        <p:spPr>
          <a:xfrm>
            <a:off x="5650090" y="2404765"/>
            <a:ext cx="570089" cy="230832"/>
          </a:xfrm>
          <a:prstGeom prst="rect">
            <a:avLst/>
          </a:prstGeom>
          <a:no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4CCE35A3-7550-02D4-314E-C0C7F7790EFB}"/>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710FADFE-E5A4-1B85-9735-E1E97A7DA2A8}"/>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5762384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D19CE-C261-4458-7A01-8B3C89FD92A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3E2312F-CFE8-457A-FECB-5CB860E44A28}"/>
              </a:ext>
            </a:extLst>
          </p:cNvPr>
          <p:cNvSpPr>
            <a:spLocks noGrp="1"/>
          </p:cNvSpPr>
          <p:nvPr>
            <p:ph sz="half" idx="1"/>
          </p:nvPr>
        </p:nvSpPr>
        <p:spPr/>
        <p:txBody>
          <a:bodyPr>
            <a:normAutofit/>
          </a:bodyPr>
          <a:lstStyle/>
          <a:p>
            <a:r>
              <a:rPr lang="en-US" dirty="0"/>
              <a:t>Complete Rows 5 and 6.</a:t>
            </a:r>
          </a:p>
        </p:txBody>
      </p:sp>
      <p:pic>
        <p:nvPicPr>
          <p:cNvPr id="4" name="Picture 3" descr="A grid of sudoku puzzle&#10;&#10;Description automatically generated">
            <a:extLst>
              <a:ext uri="{FF2B5EF4-FFF2-40B4-BE49-F238E27FC236}">
                <a16:creationId xmlns:a16="http://schemas.microsoft.com/office/drawing/2014/main" id="{0552F617-3E73-2F89-6DCA-92AAF2B544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253E492-1D2C-C46A-6693-0CDF9836888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CEBDFDD-90DA-2CBE-0E4C-8FD2374230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ABB153F-3220-2941-5DCC-C7A4E6C5C78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F8358A6-C927-F334-69BA-24843B175EB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6DC52A4C-748C-D078-CAD3-25D3FF0AD757}"/>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17CA2870-6174-B2F0-4F33-A583626E54A5}"/>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5FDC51E-4CA9-BF91-CC11-1464AE300EFF}"/>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F4AA4BF6-AD7A-E494-26A9-FA74AD3524AB}"/>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1FA5F892-F266-E7B5-187F-ED8A1BCDAE2D}"/>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E01C4DC9-77C1-5CBE-F21C-2F8BA6FC572E}"/>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C3D5A51-12C5-731F-1EED-CF185AA44646}"/>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64041D6-4FB8-4A33-B571-AB14F4FE772F}"/>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558B159D-8F3A-3151-7BC2-B01A81992BD2}"/>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4A2ED978-1855-1626-B1B5-E7AD877F33F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5BB7D410-BEBC-A811-B482-E416DA310BF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6CA59F93-55C4-799A-33C3-691471908299}"/>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6F16E9B-C3D7-8FDE-27F5-DC57D5D327F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71F14AE-9E77-52DA-9594-D26CFB4A63E8}"/>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81FA4F99-6288-6AB9-56F5-114AE98DB5D3}"/>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D192D7C9-CEF2-47F2-AC1F-EBF9F8442CCF}"/>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353BE8DB-0615-3CB1-BF4B-3378C197259C}"/>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B225CDCD-9036-A4D1-ACF8-AB026934C0CF}"/>
              </a:ext>
            </a:extLst>
          </p:cNvPr>
          <p:cNvSpPr txBox="1"/>
          <p:nvPr/>
        </p:nvSpPr>
        <p:spPr>
          <a:xfrm>
            <a:off x="5147734"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085324F3-CBD8-7491-CE96-B3DA77ED2B6D}"/>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BD6BA2EA-BD5E-E209-EBF1-2E10FE5F2024}"/>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92372345-51C6-95C7-AB3E-D80896F5DCC9}"/>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EF5884A8-2051-CDC0-592D-133364BDF29A}"/>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4B71203-8039-F3C7-1D22-A7110DD04BE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6A80F65A-5136-7AD4-167B-B5D716A04BB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A091283F-1C0F-9EF2-B48C-F81786B8055E}"/>
              </a:ext>
            </a:extLst>
          </p:cNvPr>
          <p:cNvSpPr txBox="1"/>
          <p:nvPr/>
        </p:nvSpPr>
        <p:spPr>
          <a:xfrm>
            <a:off x="6152446" y="2404765"/>
            <a:ext cx="570089" cy="230832"/>
          </a:xfrm>
          <a:prstGeom prst="rect">
            <a:avLst/>
          </a:prstGeom>
          <a:no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27F8F65B-7D5E-3319-32C8-61EA241E650C}"/>
              </a:ext>
            </a:extLst>
          </p:cNvPr>
          <p:cNvSpPr txBox="1"/>
          <p:nvPr/>
        </p:nvSpPr>
        <p:spPr>
          <a:xfrm>
            <a:off x="6152446" y="2905709"/>
            <a:ext cx="570089" cy="230832"/>
          </a:xfrm>
          <a:prstGeom prst="rect">
            <a:avLst/>
          </a:prstGeom>
          <a:noFill/>
        </p:spPr>
        <p:txBody>
          <a:bodyPr wrap="square" rtlCol="0">
            <a:spAutoFit/>
          </a:bodyPr>
          <a:lstStyle/>
          <a:p>
            <a:pPr algn="ctr"/>
            <a:r>
              <a:rPr lang="en-US" sz="900" dirty="0"/>
              <a:t>69</a:t>
            </a:r>
          </a:p>
        </p:txBody>
      </p:sp>
      <p:sp>
        <p:nvSpPr>
          <p:cNvPr id="63" name="TextBox 62">
            <a:extLst>
              <a:ext uri="{FF2B5EF4-FFF2-40B4-BE49-F238E27FC236}">
                <a16:creationId xmlns:a16="http://schemas.microsoft.com/office/drawing/2014/main" id="{47E4DF95-8D92-96C3-11BE-A945EBCF34E1}"/>
              </a:ext>
            </a:extLst>
          </p:cNvPr>
          <p:cNvSpPr txBox="1"/>
          <p:nvPr/>
        </p:nvSpPr>
        <p:spPr>
          <a:xfrm>
            <a:off x="6152446" y="3406653"/>
            <a:ext cx="570089" cy="230832"/>
          </a:xfrm>
          <a:prstGeom prst="rect">
            <a:avLst/>
          </a:prstGeom>
          <a:no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E22A085A-0D05-C752-27A0-5C22BE9A10C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6417568E-1D8E-5589-8ECE-020B5F0776AE}"/>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576362C2-D57E-92D0-0210-939A2F20FB08}"/>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2ADC112D-381C-CCFB-7ED5-6E1E336F217B}"/>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9472CEE8-C938-C62A-3F7B-A0AC6D7547A4}"/>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E465D4CD-74FE-3508-38BC-B6E356AB1A4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7D87E979-2B24-6C35-419F-835E1901E827}"/>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4B6AE075-DD41-19A5-F25F-976F887D7D3E}"/>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AE6B961-3B95-7804-FC80-478CAF9F9E44}"/>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7E18B2BC-FBA7-A7F3-9F84-E33F4C3CBBE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54DCE921-64EF-77B7-E9D2-6CC0F0A4F62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EF68D1CD-2BE3-A96D-3E75-8538A044F0E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B7F90D1B-FD6D-D83A-5DE8-C84F16B2BACA}"/>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08DCE96F-A3A7-B387-B483-190591E9DB69}"/>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1139A90-881A-5BCF-C804-A42A564A4759}"/>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18D94F0F-A66B-EF0C-E7BC-1B0CCAADB90D}"/>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2347826-1C12-A78C-E364-1C75B3EC7194}"/>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EE300B3-7BB3-48E2-0E27-D685332CD2DA}"/>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990BBD90-AD67-61D9-7B39-BED9E18D4FC0}"/>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57A8A475-9D0B-71D2-17A4-633E2D0F9E9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AA01F3D-B647-0E92-2236-3CD7851F13CC}"/>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883DC28C-6767-A80D-4E83-7C3DAF8FEBB0}"/>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3ED9006F-802A-FC24-B65E-636F2813CBD3}"/>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E1096DD-4FDA-9404-3013-462C120AFF0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0ABA060-8B5C-3785-4CD4-5EFBB41D97F6}"/>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913C79F1-C4A0-DF60-0C20-7312A065854F}"/>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D327907B-1DF4-910C-E6B7-ACEF191D568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A53ED854-CD5A-2C18-F41E-443FADF75F5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55743F2-260C-0844-2144-00DAFC046F16}"/>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7A65917-A360-F406-5DC3-A097E9E5D23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B36FAE9A-076A-F399-DA95-1AAEC65EF55E}"/>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48576D08-53C6-657B-1A5F-3B6DE03DC554}"/>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FCFECA55-8DF0-47DC-3FEB-FFBFB7B2818D}"/>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137A275-3476-FA39-5172-33C0C71FBF42}"/>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BD0A414C-E7C6-620A-306B-93BEFAC12C6A}"/>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FD056533-F6DF-6708-A5A9-97699332FB84}"/>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183F10BE-CE28-84D9-658D-0425D40DB44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16308A09-623A-894F-B9CE-FF99B8EFCBD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A7E9CE11-C847-E72A-FE90-A4F5F227EFE7}"/>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F06F5D7F-19FB-8B92-65AC-22CDF607CA08}"/>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13C935F6-D402-DB92-F989-2052BDE316F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C44A158F-0BF3-2D77-07D8-7DD9E1E6D44B}"/>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4651BBE7-93C0-F0C9-5BFD-0919B245B85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E41234B-728F-D64B-2071-B639D4E192E0}"/>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0FB5BF8E-CD99-2E21-FE50-F5EDB64E41C4}"/>
              </a:ext>
            </a:extLst>
          </p:cNvPr>
          <p:cNvSpPr txBox="1"/>
          <p:nvPr/>
        </p:nvSpPr>
        <p:spPr>
          <a:xfrm>
            <a:off x="5650090" y="2404765"/>
            <a:ext cx="570089" cy="230832"/>
          </a:xfrm>
          <a:prstGeom prst="rect">
            <a:avLst/>
          </a:prstGeom>
          <a:no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3E4CC3C7-6DD9-B12B-A3C6-39414C36FAE1}"/>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7C0FE2D-1BF4-07DC-A2DC-327A4969FF4F}"/>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F5B9DF44-3352-D7E5-B222-C9B6CB33D221}"/>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12568</a:t>
            </a:r>
          </a:p>
        </p:txBody>
      </p:sp>
      <p:sp>
        <p:nvSpPr>
          <p:cNvPr id="28" name="TextBox 27">
            <a:extLst>
              <a:ext uri="{FF2B5EF4-FFF2-40B4-BE49-F238E27FC236}">
                <a16:creationId xmlns:a16="http://schemas.microsoft.com/office/drawing/2014/main" id="{2335BCF6-0975-5F4C-2A3E-166A5D72180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12689</a:t>
            </a:r>
          </a:p>
        </p:txBody>
      </p:sp>
      <p:sp>
        <p:nvSpPr>
          <p:cNvPr id="84" name="TextBox 83">
            <a:extLst>
              <a:ext uri="{FF2B5EF4-FFF2-40B4-BE49-F238E27FC236}">
                <a16:creationId xmlns:a16="http://schemas.microsoft.com/office/drawing/2014/main" id="{23D7AFAB-2D50-3A44-E895-B9585DEDAE8C}"/>
              </a:ext>
            </a:extLst>
          </p:cNvPr>
          <p:cNvSpPr txBox="1"/>
          <p:nvPr/>
        </p:nvSpPr>
        <p:spPr>
          <a:xfrm>
            <a:off x="5650090" y="2905709"/>
            <a:ext cx="570089" cy="230832"/>
          </a:xfrm>
          <a:prstGeom prst="rect">
            <a:avLst/>
          </a:prstGeom>
          <a:noFill/>
        </p:spPr>
        <p:txBody>
          <a:bodyPr wrap="square" rtlCol="0">
            <a:spAutoFit/>
          </a:bodyPr>
          <a:lstStyle/>
          <a:p>
            <a:pPr algn="ctr"/>
            <a:r>
              <a:rPr lang="en-US" sz="900" dirty="0"/>
              <a:t>15689</a:t>
            </a:r>
          </a:p>
        </p:txBody>
      </p:sp>
      <p:sp>
        <p:nvSpPr>
          <p:cNvPr id="85" name="TextBox 84">
            <a:extLst>
              <a:ext uri="{FF2B5EF4-FFF2-40B4-BE49-F238E27FC236}">
                <a16:creationId xmlns:a16="http://schemas.microsoft.com/office/drawing/2014/main" id="{55EACD1F-E094-8D0C-3D1D-C362D99F386E}"/>
              </a:ext>
            </a:extLst>
          </p:cNvPr>
          <p:cNvSpPr txBox="1"/>
          <p:nvPr/>
        </p:nvSpPr>
        <p:spPr>
          <a:xfrm>
            <a:off x="4645378" y="3406653"/>
            <a:ext cx="570089" cy="230832"/>
          </a:xfrm>
          <a:prstGeom prst="rect">
            <a:avLst/>
          </a:prstGeom>
          <a:noFill/>
        </p:spPr>
        <p:txBody>
          <a:bodyPr wrap="square" rtlCol="0">
            <a:spAutoFit/>
          </a:bodyPr>
          <a:lstStyle/>
          <a:p>
            <a:pPr algn="ctr"/>
            <a:r>
              <a:rPr lang="en-US" sz="900" dirty="0"/>
              <a:t>1458</a:t>
            </a:r>
          </a:p>
        </p:txBody>
      </p:sp>
      <p:sp>
        <p:nvSpPr>
          <p:cNvPr id="86" name="TextBox 85">
            <a:extLst>
              <a:ext uri="{FF2B5EF4-FFF2-40B4-BE49-F238E27FC236}">
                <a16:creationId xmlns:a16="http://schemas.microsoft.com/office/drawing/2014/main" id="{0DC27B62-A51F-86DA-6B5A-1B99D1ED2799}"/>
              </a:ext>
            </a:extLst>
          </p:cNvPr>
          <p:cNvSpPr txBox="1"/>
          <p:nvPr/>
        </p:nvSpPr>
        <p:spPr>
          <a:xfrm>
            <a:off x="5147734" y="3406653"/>
            <a:ext cx="570089" cy="230832"/>
          </a:xfrm>
          <a:prstGeom prst="rect">
            <a:avLst/>
          </a:prstGeom>
          <a:noFill/>
        </p:spPr>
        <p:txBody>
          <a:bodyPr wrap="square" rtlCol="0">
            <a:spAutoFit/>
          </a:bodyPr>
          <a:lstStyle/>
          <a:p>
            <a:pPr algn="ctr"/>
            <a:r>
              <a:rPr lang="en-US" sz="900" dirty="0"/>
              <a:t>1489</a:t>
            </a:r>
          </a:p>
        </p:txBody>
      </p:sp>
      <p:sp>
        <p:nvSpPr>
          <p:cNvPr id="87" name="TextBox 86">
            <a:extLst>
              <a:ext uri="{FF2B5EF4-FFF2-40B4-BE49-F238E27FC236}">
                <a16:creationId xmlns:a16="http://schemas.microsoft.com/office/drawing/2014/main" id="{7300F7F2-DF67-70AB-4187-77A68EB00406}"/>
              </a:ext>
            </a:extLst>
          </p:cNvPr>
          <p:cNvSpPr txBox="1"/>
          <p:nvPr/>
        </p:nvSpPr>
        <p:spPr>
          <a:xfrm>
            <a:off x="5650090" y="3406653"/>
            <a:ext cx="570089" cy="230832"/>
          </a:xfrm>
          <a:prstGeom prst="rect">
            <a:avLst/>
          </a:prstGeom>
          <a:noFill/>
        </p:spPr>
        <p:txBody>
          <a:bodyPr wrap="square" rtlCol="0">
            <a:spAutoFit/>
          </a:bodyPr>
          <a:lstStyle/>
          <a:p>
            <a:pPr algn="ctr"/>
            <a:r>
              <a:rPr lang="en-US" sz="900" dirty="0"/>
              <a:t>14589</a:t>
            </a:r>
          </a:p>
        </p:txBody>
      </p:sp>
    </p:spTree>
    <p:extLst>
      <p:ext uri="{BB962C8B-B14F-4D97-AF65-F5344CB8AC3E}">
        <p14:creationId xmlns:p14="http://schemas.microsoft.com/office/powerpoint/2010/main" val="368286926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4D16-CF40-0562-D8E3-D385653F65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0ED9D0-407C-651A-641C-321216F6D486}"/>
              </a:ext>
            </a:extLst>
          </p:cNvPr>
          <p:cNvSpPr>
            <a:spLocks noGrp="1"/>
          </p:cNvSpPr>
          <p:nvPr>
            <p:ph sz="half" idx="1"/>
          </p:nvPr>
        </p:nvSpPr>
        <p:spPr/>
        <p:txBody>
          <a:bodyPr>
            <a:normAutofit lnSpcReduction="10000"/>
          </a:bodyPr>
          <a:lstStyle/>
          <a:p>
            <a:r>
              <a:rPr lang="en-US" dirty="0"/>
              <a:t>On the first possibility of the purple cells, there would be a 6 in the cross, so the blue cell couldn’t be six. On the second possibility of the purple cells, there would need to be a 4 on the extended cross. The blue cell would be the only possibility. Therefore, the blue cell can’t be 6.</a:t>
            </a:r>
          </a:p>
        </p:txBody>
      </p:sp>
      <p:pic>
        <p:nvPicPr>
          <p:cNvPr id="4" name="Picture 3" descr="A grid of sudoku puzzle&#10;&#10;Description automatically generated">
            <a:extLst>
              <a:ext uri="{FF2B5EF4-FFF2-40B4-BE49-F238E27FC236}">
                <a16:creationId xmlns:a16="http://schemas.microsoft.com/office/drawing/2014/main" id="{43B93796-AE93-2176-4754-CD8FD96BA65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EC31173-A05A-9C90-7EF6-B043B332B6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887E1EB-D543-0AE3-A6D1-15D4D85D08F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79E1A1C-7ED3-E7D8-DD93-25925C97B59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D57CA5A-7492-55D7-5BC1-7899936CF0D0}"/>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F691D158-FCAE-72FB-03F1-914954BB747B}"/>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7" name="TextBox 16">
            <a:extLst>
              <a:ext uri="{FF2B5EF4-FFF2-40B4-BE49-F238E27FC236}">
                <a16:creationId xmlns:a16="http://schemas.microsoft.com/office/drawing/2014/main" id="{323D7C8A-6239-A719-26B0-93DF5D0722BA}"/>
              </a:ext>
            </a:extLst>
          </p:cNvPr>
          <p:cNvSpPr txBox="1"/>
          <p:nvPr/>
        </p:nvSpPr>
        <p:spPr>
          <a:xfrm>
            <a:off x="5147734" y="1402877"/>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AD53CEC0-275C-4613-F34D-361D2D833C6E}"/>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84F117E8-9D70-EC8C-317B-9DB59FBFBE63}"/>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55B568E6-F005-44FD-1AE5-EF2DBC910739}"/>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4854EF77-2095-003B-C9CB-EDB1711FCAA0}"/>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7AD47F1F-F972-93F9-63B7-D615BE757B3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773816C-4326-2713-F076-D47F95CEDC15}"/>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075359D-BA0F-F8DD-F14D-6A365A9F38D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383C40C4-CE28-41EC-2473-AB0E0F802AD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719A2CFC-0D89-627E-34C7-AD05B990AC80}"/>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8729D0D-20D4-D045-F446-125578253AB3}"/>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6F1071A-B71B-B887-BD45-DDFFBEE67781}"/>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1DEDEE24-C41B-3B71-3D03-55E7F7BFD40A}"/>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7CDEE29C-F671-465A-C993-35AAB4877CFE}"/>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798B334C-B241-628A-2DA4-B7BB200DFF8A}"/>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740321BF-147B-AE43-A1B7-7668CD26145F}"/>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2BAED068-3514-E6D4-EC5F-805B3D7B06A4}"/>
              </a:ext>
            </a:extLst>
          </p:cNvPr>
          <p:cNvSpPr txBox="1"/>
          <p:nvPr/>
        </p:nvSpPr>
        <p:spPr>
          <a:xfrm>
            <a:off x="5147734" y="1903821"/>
            <a:ext cx="570089" cy="230832"/>
          </a:xfrm>
          <a:prstGeom prst="rect">
            <a:avLst/>
          </a:prstGeom>
          <a:solidFill>
            <a:schemeClr val="accent4">
              <a:lumMod val="20000"/>
              <a:lumOff val="80000"/>
            </a:schemeClr>
          </a:solidFill>
        </p:spPr>
        <p:txBody>
          <a:bodyPr wrap="square" rtlCol="0">
            <a:spAutoFit/>
          </a:bodyPr>
          <a:lstStyle/>
          <a:p>
            <a:pPr algn="ctr"/>
            <a:r>
              <a:rPr lang="en-US" sz="900" dirty="0"/>
              <a:t>48</a:t>
            </a:r>
          </a:p>
        </p:txBody>
      </p:sp>
      <p:sp>
        <p:nvSpPr>
          <p:cNvPr id="51" name="TextBox 50">
            <a:extLst>
              <a:ext uri="{FF2B5EF4-FFF2-40B4-BE49-F238E27FC236}">
                <a16:creationId xmlns:a16="http://schemas.microsoft.com/office/drawing/2014/main" id="{58727A66-7949-F1AE-F502-EC4BD7FE5FE2}"/>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744B4E02-7548-F999-A70D-E1AF4CCCD8CC}"/>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35DBAB4-9739-3A2F-978B-B6BE7D0F4407}"/>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C143BEB1-D838-A9D7-41AE-FA9E2C2792A0}"/>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963F93F7-B78A-7527-FA29-4A1521A1AC44}"/>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70E61E94-76BB-6DCC-1895-726456733F1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BA06284D-682F-187A-56EA-38292081F7A1}"/>
              </a:ext>
            </a:extLst>
          </p:cNvPr>
          <p:cNvSpPr txBox="1"/>
          <p:nvPr/>
        </p:nvSpPr>
        <p:spPr>
          <a:xfrm>
            <a:off x="615244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EC6B2451-AA12-C908-5E67-A2521310F9A2}"/>
              </a:ext>
            </a:extLst>
          </p:cNvPr>
          <p:cNvSpPr txBox="1"/>
          <p:nvPr/>
        </p:nvSpPr>
        <p:spPr>
          <a:xfrm>
            <a:off x="6152446"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69</a:t>
            </a:r>
          </a:p>
        </p:txBody>
      </p:sp>
      <p:sp>
        <p:nvSpPr>
          <p:cNvPr id="63" name="TextBox 62">
            <a:extLst>
              <a:ext uri="{FF2B5EF4-FFF2-40B4-BE49-F238E27FC236}">
                <a16:creationId xmlns:a16="http://schemas.microsoft.com/office/drawing/2014/main" id="{ACA83FA9-0A5C-1EC9-6794-D4061DC25D27}"/>
              </a:ext>
            </a:extLst>
          </p:cNvPr>
          <p:cNvSpPr txBox="1"/>
          <p:nvPr/>
        </p:nvSpPr>
        <p:spPr>
          <a:xfrm>
            <a:off x="615244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0B2A4FD0-1D33-EAAC-AEEF-7FF954B6B5AA}"/>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98A11D85-B164-9695-5D57-43758DF1D37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21D32D7A-7CD1-5EEA-3483-9506188CE23D}"/>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54D089D2-2B98-3EB6-E35C-B94331210DB1}"/>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17CC0ADA-B573-10B1-D34D-EED2F259928B}"/>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9E0D643B-ED9A-7A9B-EA02-66C12AF75AC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8B32DE6C-07A1-DC03-8EA8-0DC08E0F8CB5}"/>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E5267E6-0F1D-9953-4DDC-75DBF72CDBA0}"/>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FD8E5D08-7B99-B8E4-F95A-7EEC6C15E76C}"/>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1E3979ED-4829-D9C3-C7EB-652D24EF9817}"/>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43DF7F73-0A05-82F1-1C4D-5B2D0E662505}"/>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386FEBD-61BC-58A3-FA7F-A8E13CD4E71B}"/>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57BB46A8-9DA6-B7C3-97DF-66EB4ED058AB}"/>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1DB218CB-E941-7587-06F4-78F9FB3F48A1}"/>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7C55AC5-14F0-98F0-5D11-7349A8D67E74}"/>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D01CD09-D731-FA66-E5A2-DD7B9D138C96}"/>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F5BC435-7BEE-63DF-DA2E-661E5898D481}"/>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67183852-16BC-4914-B1EF-CC052D810D8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27E64DAE-5E1C-3D3F-E4F4-10B86B8A5D6C}"/>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592458F-2CCE-E9C7-5F82-036F764F9849}"/>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8BD3FE3B-01E9-179D-F397-982079E4D804}"/>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3C969274-435E-8649-F753-101D7C94B125}"/>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D212D79E-D3E8-1B03-ABBD-082491262B7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1DB3EB3-1BF1-7A04-D6C3-6FCF143920BB}"/>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42AC114-EF7E-5214-1099-B86BC9E6A026}"/>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064321D4-3F36-C388-DFF8-66D07956AFF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5F7C131-052E-4F20-AEA8-E3CE93E2E66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DCE3611-6F10-C613-FC0C-075F745AA50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040C7C02-C2B5-C97A-9F91-E6CDA5BD1D0D}"/>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B20E44BB-1A26-A8D3-31FE-93DEF449A7BA}"/>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6BC26522-61B2-4C61-D426-B730939A3FE9}"/>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14DFA888-2819-AD98-020C-B3ECCF631FEE}"/>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3E3BB517-6C58-DCBC-4A01-5E285BF60D2C}"/>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8A878251-CAF9-378B-AEA4-A3F01E5DB8BD}"/>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482D22A-BD17-DFCE-33C5-217CD538D521}"/>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50FBDBE5-C2B2-E74B-3932-2B700013D184}"/>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BFCC9A50-1FB8-1DFB-378A-C1F0ABCA86A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0E035494-4B7B-9A02-A62B-1F25A783D9F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A24AAF7E-7A12-7EB6-7840-ACF985BA70B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8BADCEB3-47E8-9A53-D4E4-89D513AAF2F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1F821F7D-71AD-5D92-7277-9CFE75F3A1B1}"/>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73659FE8-4FCA-FBD1-95BC-969FF3A3B22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84A680D-40A0-05EC-1A60-ABCB563C888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DC58B83C-72D1-EBC1-4F92-0161403F69C8}"/>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8919F49C-4661-7F73-3A46-24C8F35E846F}"/>
              </a:ext>
            </a:extLst>
          </p:cNvPr>
          <p:cNvSpPr txBox="1"/>
          <p:nvPr/>
        </p:nvSpPr>
        <p:spPr>
          <a:xfrm>
            <a:off x="565009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492144A1-F43F-F566-BAEA-9A90CD74F58F}"/>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DDA354C4-85C7-10B3-930A-BE3B49ABD0B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1F836F84-8B0C-016F-291C-182763668C72}"/>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12568</a:t>
            </a:r>
          </a:p>
        </p:txBody>
      </p:sp>
      <p:sp>
        <p:nvSpPr>
          <p:cNvPr id="28" name="TextBox 27">
            <a:extLst>
              <a:ext uri="{FF2B5EF4-FFF2-40B4-BE49-F238E27FC236}">
                <a16:creationId xmlns:a16="http://schemas.microsoft.com/office/drawing/2014/main" id="{D4D73280-0D71-A117-1AB8-85F7014428DF}"/>
              </a:ext>
            </a:extLst>
          </p:cNvPr>
          <p:cNvSpPr txBox="1"/>
          <p:nvPr/>
        </p:nvSpPr>
        <p:spPr>
          <a:xfrm>
            <a:off x="5147734" y="2905709"/>
            <a:ext cx="570089" cy="230832"/>
          </a:xfrm>
          <a:prstGeom prst="rect">
            <a:avLst/>
          </a:prstGeom>
          <a:noFill/>
        </p:spPr>
        <p:txBody>
          <a:bodyPr wrap="square" rtlCol="0">
            <a:spAutoFit/>
          </a:bodyPr>
          <a:lstStyle/>
          <a:p>
            <a:pPr algn="ctr"/>
            <a:r>
              <a:rPr lang="en-US" sz="900" dirty="0"/>
              <a:t>12689</a:t>
            </a:r>
          </a:p>
        </p:txBody>
      </p:sp>
      <p:sp>
        <p:nvSpPr>
          <p:cNvPr id="84" name="TextBox 83">
            <a:extLst>
              <a:ext uri="{FF2B5EF4-FFF2-40B4-BE49-F238E27FC236}">
                <a16:creationId xmlns:a16="http://schemas.microsoft.com/office/drawing/2014/main" id="{16B3FC94-6872-A3D3-E74D-675D9EED17A4}"/>
              </a:ext>
            </a:extLst>
          </p:cNvPr>
          <p:cNvSpPr txBox="1"/>
          <p:nvPr/>
        </p:nvSpPr>
        <p:spPr>
          <a:xfrm>
            <a:off x="5650090" y="2905709"/>
            <a:ext cx="570089" cy="230832"/>
          </a:xfrm>
          <a:prstGeom prst="rect">
            <a:avLst/>
          </a:prstGeom>
          <a:noFill/>
        </p:spPr>
        <p:txBody>
          <a:bodyPr wrap="square" rtlCol="0">
            <a:spAutoFit/>
          </a:bodyPr>
          <a:lstStyle/>
          <a:p>
            <a:pPr algn="ctr"/>
            <a:r>
              <a:rPr lang="en-US" sz="900" dirty="0"/>
              <a:t>15689</a:t>
            </a:r>
          </a:p>
        </p:txBody>
      </p:sp>
      <p:sp>
        <p:nvSpPr>
          <p:cNvPr id="85" name="TextBox 84">
            <a:extLst>
              <a:ext uri="{FF2B5EF4-FFF2-40B4-BE49-F238E27FC236}">
                <a16:creationId xmlns:a16="http://schemas.microsoft.com/office/drawing/2014/main" id="{B66ABE10-21D2-2C15-6623-4EC897DB05A4}"/>
              </a:ext>
            </a:extLst>
          </p:cNvPr>
          <p:cNvSpPr txBox="1"/>
          <p:nvPr/>
        </p:nvSpPr>
        <p:spPr>
          <a:xfrm>
            <a:off x="4645378" y="3406653"/>
            <a:ext cx="570089" cy="230832"/>
          </a:xfrm>
          <a:prstGeom prst="rect">
            <a:avLst/>
          </a:prstGeom>
          <a:noFill/>
        </p:spPr>
        <p:txBody>
          <a:bodyPr wrap="square" rtlCol="0">
            <a:spAutoFit/>
          </a:bodyPr>
          <a:lstStyle/>
          <a:p>
            <a:pPr algn="ctr"/>
            <a:r>
              <a:rPr lang="en-US" sz="900" dirty="0"/>
              <a:t>1458</a:t>
            </a:r>
          </a:p>
        </p:txBody>
      </p:sp>
      <p:sp>
        <p:nvSpPr>
          <p:cNvPr id="86" name="TextBox 85">
            <a:extLst>
              <a:ext uri="{FF2B5EF4-FFF2-40B4-BE49-F238E27FC236}">
                <a16:creationId xmlns:a16="http://schemas.microsoft.com/office/drawing/2014/main" id="{01AC06C8-4835-7564-C838-C13B1D1A324A}"/>
              </a:ext>
            </a:extLst>
          </p:cNvPr>
          <p:cNvSpPr txBox="1"/>
          <p:nvPr/>
        </p:nvSpPr>
        <p:spPr>
          <a:xfrm>
            <a:off x="5147734" y="3406653"/>
            <a:ext cx="570089" cy="230832"/>
          </a:xfrm>
          <a:prstGeom prst="rect">
            <a:avLst/>
          </a:prstGeom>
          <a:noFill/>
        </p:spPr>
        <p:txBody>
          <a:bodyPr wrap="square" rtlCol="0">
            <a:spAutoFit/>
          </a:bodyPr>
          <a:lstStyle/>
          <a:p>
            <a:pPr algn="ctr"/>
            <a:r>
              <a:rPr lang="en-US" sz="900" dirty="0"/>
              <a:t>1489</a:t>
            </a:r>
          </a:p>
        </p:txBody>
      </p:sp>
      <p:sp>
        <p:nvSpPr>
          <p:cNvPr id="87" name="TextBox 86">
            <a:extLst>
              <a:ext uri="{FF2B5EF4-FFF2-40B4-BE49-F238E27FC236}">
                <a16:creationId xmlns:a16="http://schemas.microsoft.com/office/drawing/2014/main" id="{50067DF4-DDEB-ABE0-DB0C-0AED2BEE3750}"/>
              </a:ext>
            </a:extLst>
          </p:cNvPr>
          <p:cNvSpPr txBox="1"/>
          <p:nvPr/>
        </p:nvSpPr>
        <p:spPr>
          <a:xfrm>
            <a:off x="5650090" y="3406653"/>
            <a:ext cx="570089" cy="230832"/>
          </a:xfrm>
          <a:prstGeom prst="rect">
            <a:avLst/>
          </a:prstGeom>
          <a:noFill/>
        </p:spPr>
        <p:txBody>
          <a:bodyPr wrap="square" rtlCol="0">
            <a:spAutoFit/>
          </a:bodyPr>
          <a:lstStyle/>
          <a:p>
            <a:pPr algn="ctr"/>
            <a:r>
              <a:rPr lang="en-US" sz="900" dirty="0"/>
              <a:t>14589</a:t>
            </a:r>
          </a:p>
        </p:txBody>
      </p:sp>
    </p:spTree>
    <p:extLst>
      <p:ext uri="{BB962C8B-B14F-4D97-AF65-F5344CB8AC3E}">
        <p14:creationId xmlns:p14="http://schemas.microsoft.com/office/powerpoint/2010/main" val="21474021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C9E2D-EE1E-A3B7-CA52-DED31EECAA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39AF6D-C571-B742-8FE8-DB7EB812D815}"/>
              </a:ext>
            </a:extLst>
          </p:cNvPr>
          <p:cNvSpPr>
            <a:spLocks noGrp="1"/>
          </p:cNvSpPr>
          <p:nvPr>
            <p:ph sz="half" idx="1"/>
          </p:nvPr>
        </p:nvSpPr>
        <p:spPr/>
        <p:txBody>
          <a:bodyPr>
            <a:normAutofit/>
          </a:bodyPr>
          <a:lstStyle/>
          <a:p>
            <a:r>
              <a:rPr lang="en-US" dirty="0"/>
              <a:t>Note 48/1489/81/49 quartet in Column 5.</a:t>
            </a:r>
          </a:p>
        </p:txBody>
      </p:sp>
      <p:pic>
        <p:nvPicPr>
          <p:cNvPr id="4" name="Picture 3" descr="A grid of sudoku puzzle&#10;&#10;Description automatically generated">
            <a:extLst>
              <a:ext uri="{FF2B5EF4-FFF2-40B4-BE49-F238E27FC236}">
                <a16:creationId xmlns:a16="http://schemas.microsoft.com/office/drawing/2014/main" id="{B21C8419-B485-4938-FDE0-CB1AEDE75A8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975F76A-E558-F177-A6BC-3FECFF5766F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6A0A66F-C539-4B47-D6E9-4F0357C194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B8FB872-4BED-3A38-028F-39FE43CDEE0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1165C7B-B803-188A-4C45-8DAF2B4A6703}"/>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0EE312AD-117C-5594-D0A3-C1E932E36736}"/>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a:t>
            </a:r>
          </a:p>
        </p:txBody>
      </p:sp>
      <p:sp>
        <p:nvSpPr>
          <p:cNvPr id="18" name="TextBox 17">
            <a:extLst>
              <a:ext uri="{FF2B5EF4-FFF2-40B4-BE49-F238E27FC236}">
                <a16:creationId xmlns:a16="http://schemas.microsoft.com/office/drawing/2014/main" id="{2C04BD83-DB93-24E4-C8F4-374596067520}"/>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E53C93C3-40FF-F0BE-1D2E-83ECAD6DB1CF}"/>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37B573B2-5FBA-0A0D-3B48-1BC9B15FCC4B}"/>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7DF50B91-CC37-98B9-7FBF-915E8AEE84CC}"/>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D6A3E2A-06A8-ED40-808E-EC03ECD087F1}"/>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038B61E4-E710-0176-0389-A429EE06C19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4F7CDB2D-BFDA-44DA-E322-282E0243E4B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D092C337-E8DB-CAE4-5B04-03A49579F27F}"/>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718FAF30-A392-440F-E4D6-2B2768997922}"/>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B9F16A26-A466-CB8B-E368-6F43E1EA28C3}"/>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E24E057-E4F0-AEFC-5963-97241F563D34}"/>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10768E91-672B-23D8-FB95-C4AF5D74EE52}"/>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F919B588-C2FA-D9E0-241A-3E725FA2102E}"/>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61350A2E-004C-3507-9BBC-F916012CDE31}"/>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B794FB47-BF8A-A9F8-FC96-2854A6D766A1}"/>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257E72E7-8392-7074-ED67-38FC28E24A4B}"/>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51" name="TextBox 50">
            <a:extLst>
              <a:ext uri="{FF2B5EF4-FFF2-40B4-BE49-F238E27FC236}">
                <a16:creationId xmlns:a16="http://schemas.microsoft.com/office/drawing/2014/main" id="{6FB846F2-67F0-EA8D-920D-A76E5401EFBE}"/>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93E6F8B2-9B23-2A91-A196-F03E0E20BCFA}"/>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13BDC1E-4943-5089-7368-329B2EE92D95}"/>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9EEA075D-08BB-7837-4DF7-C709B1A162DC}"/>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4C9C562-E8D9-A369-941C-9DFB6F83F7E4}"/>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B100EC73-C8FA-3795-2EE3-A46C1B728A9C}"/>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E7A7E9E9-0720-F4AB-81E6-C57E3A7845D4}"/>
              </a:ext>
            </a:extLst>
          </p:cNvPr>
          <p:cNvSpPr txBox="1"/>
          <p:nvPr/>
        </p:nvSpPr>
        <p:spPr>
          <a:xfrm>
            <a:off x="615244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E4E60834-C575-2FFE-8BB5-CB9A045F374E}"/>
              </a:ext>
            </a:extLst>
          </p:cNvPr>
          <p:cNvSpPr txBox="1"/>
          <p:nvPr/>
        </p:nvSpPr>
        <p:spPr>
          <a:xfrm>
            <a:off x="6152446"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69</a:t>
            </a:r>
          </a:p>
        </p:txBody>
      </p:sp>
      <p:sp>
        <p:nvSpPr>
          <p:cNvPr id="63" name="TextBox 62">
            <a:extLst>
              <a:ext uri="{FF2B5EF4-FFF2-40B4-BE49-F238E27FC236}">
                <a16:creationId xmlns:a16="http://schemas.microsoft.com/office/drawing/2014/main" id="{071EE1AC-81F4-C94B-94D8-C54FBFBFD329}"/>
              </a:ext>
            </a:extLst>
          </p:cNvPr>
          <p:cNvSpPr txBox="1"/>
          <p:nvPr/>
        </p:nvSpPr>
        <p:spPr>
          <a:xfrm>
            <a:off x="615244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F707D6D8-2199-0E69-8BCE-18376A2300B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F8A05A28-768B-3177-26F6-FEDEAF9BC5B0}"/>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1FE4F5D-C0A5-0E7A-1B3D-DA7D7F036814}"/>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A69AC023-A043-F5D0-E772-8179B9CA135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2DA0956E-9678-E75B-1CA6-D39D3BD586E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FC21E0DB-9F4A-0C45-2E97-B08F61CE74EC}"/>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3775C65-B123-E905-E037-4899CCCF796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E792318-3535-121C-E434-0785A685CAAC}"/>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CFFE335-8CE5-71B8-29E0-58B9D985FDA8}"/>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EF697EAD-57C0-E857-F133-69509305B61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0DFFC9B-5098-161F-ED76-888AD746C16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BA85753-EF77-0FF4-931A-4452505AA897}"/>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54633D6-1CC9-E6D2-D288-6BDAE42D42F8}"/>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30C024FF-F870-3F3B-0AAB-609F6AF19A28}"/>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806838D-62DE-DD17-F39B-62859F8AD4DF}"/>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5317D41-ED5B-0834-321E-4C6AFB25532F}"/>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7147341B-EDE8-3DF8-10DA-240382E060B7}"/>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D5735FA3-6742-5D71-2A66-EAAFC914C308}"/>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3F75E1C9-AF06-4E48-94D5-7BEB2C72230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7DB3E66-7F80-44A9-E446-0A1CC7747F9D}"/>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25086117-1B1D-0E38-5AAD-937C52148134}"/>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ABC20F9A-9DE6-C9E1-12C0-1AC5A8E659BC}"/>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D9C473A-B558-3C2A-A3C8-B16B61A26D67}"/>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6F743AD9-6580-EC39-0473-72C1EA187558}"/>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66C10CC-970A-6D2A-5463-4B2FA137B0D2}"/>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4FFF7496-FFD5-3EC9-8C3E-FC225C7FE390}"/>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7D5D281F-CDCE-F402-262C-5AF99B63898C}"/>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F170252-9867-E1E2-69B4-4D0B48FA0C50}"/>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EC1CDA6-DC0E-7FE4-F12E-0A6C0A7CA237}"/>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096A5C9-1297-0E7F-5458-10592A80889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B4162F78-2B49-4C48-BAAC-F7194BC2EAF5}"/>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B4BCE34A-7D50-0407-D269-9D1371B1DA4F}"/>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9820FD3F-975B-5A0B-4785-A818D4E6463F}"/>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1DEF592-E002-B245-2BB9-87ED119D068C}"/>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B562D493-1124-8DEB-85CE-645DE2783176}"/>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D3F8BC84-D96F-3E8B-4E3A-5C9629CC389A}"/>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3556BCE0-4E25-81DA-9EE0-6DADF2EDD38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29BEF6D-3F48-8B51-3BDF-D762B3D4674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8296ECC1-FA4A-CFC8-2DF5-962E2C70FD5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8DA0B98D-B761-5684-87FE-A871B4FD915F}"/>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796542BC-7B89-F452-24A7-0FC863857065}"/>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50D44639-3313-A9C3-77A6-092A97FB4F97}"/>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B6F51E31-A2A5-96FA-5A7C-BEFC5C71F4C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05F332EF-CE2C-2AA3-F097-01917FC195F8}"/>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D0EE7646-CD16-4BB9-DF71-BBE5A02C8CF8}"/>
              </a:ext>
            </a:extLst>
          </p:cNvPr>
          <p:cNvSpPr txBox="1"/>
          <p:nvPr/>
        </p:nvSpPr>
        <p:spPr>
          <a:xfrm>
            <a:off x="565009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7FF479EF-0B6C-091D-8B3C-9A5C09502D19}"/>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F19FA4EA-3312-77DC-E211-7CAA0C8E404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27BD574C-BCAC-32CC-17EC-2DE0D972541F}"/>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12568</a:t>
            </a:r>
          </a:p>
        </p:txBody>
      </p:sp>
      <p:sp>
        <p:nvSpPr>
          <p:cNvPr id="84" name="TextBox 83">
            <a:extLst>
              <a:ext uri="{FF2B5EF4-FFF2-40B4-BE49-F238E27FC236}">
                <a16:creationId xmlns:a16="http://schemas.microsoft.com/office/drawing/2014/main" id="{F02E9940-C424-FFAA-7E34-A82D2E848944}"/>
              </a:ext>
            </a:extLst>
          </p:cNvPr>
          <p:cNvSpPr txBox="1"/>
          <p:nvPr/>
        </p:nvSpPr>
        <p:spPr>
          <a:xfrm>
            <a:off x="5650090" y="2905709"/>
            <a:ext cx="570089" cy="230832"/>
          </a:xfrm>
          <a:prstGeom prst="rect">
            <a:avLst/>
          </a:prstGeom>
          <a:noFill/>
        </p:spPr>
        <p:txBody>
          <a:bodyPr wrap="square" rtlCol="0">
            <a:spAutoFit/>
          </a:bodyPr>
          <a:lstStyle/>
          <a:p>
            <a:pPr algn="ctr"/>
            <a:r>
              <a:rPr lang="en-US" sz="900" dirty="0"/>
              <a:t>15689</a:t>
            </a:r>
          </a:p>
        </p:txBody>
      </p:sp>
      <p:sp>
        <p:nvSpPr>
          <p:cNvPr id="85" name="TextBox 84">
            <a:extLst>
              <a:ext uri="{FF2B5EF4-FFF2-40B4-BE49-F238E27FC236}">
                <a16:creationId xmlns:a16="http://schemas.microsoft.com/office/drawing/2014/main" id="{115A1C23-82EC-F319-A779-49CAF3F537A9}"/>
              </a:ext>
            </a:extLst>
          </p:cNvPr>
          <p:cNvSpPr txBox="1"/>
          <p:nvPr/>
        </p:nvSpPr>
        <p:spPr>
          <a:xfrm>
            <a:off x="4645378" y="3406653"/>
            <a:ext cx="570089" cy="230832"/>
          </a:xfrm>
          <a:prstGeom prst="rect">
            <a:avLst/>
          </a:prstGeom>
          <a:noFill/>
        </p:spPr>
        <p:txBody>
          <a:bodyPr wrap="square" rtlCol="0">
            <a:spAutoFit/>
          </a:bodyPr>
          <a:lstStyle/>
          <a:p>
            <a:pPr algn="ctr"/>
            <a:r>
              <a:rPr lang="en-US" sz="900" dirty="0"/>
              <a:t>1458</a:t>
            </a:r>
          </a:p>
        </p:txBody>
      </p:sp>
      <p:sp>
        <p:nvSpPr>
          <p:cNvPr id="86" name="TextBox 85">
            <a:extLst>
              <a:ext uri="{FF2B5EF4-FFF2-40B4-BE49-F238E27FC236}">
                <a16:creationId xmlns:a16="http://schemas.microsoft.com/office/drawing/2014/main" id="{F8138209-7CB5-44D8-40CF-F456823CB543}"/>
              </a:ext>
            </a:extLst>
          </p:cNvPr>
          <p:cNvSpPr txBox="1"/>
          <p:nvPr/>
        </p:nvSpPr>
        <p:spPr>
          <a:xfrm>
            <a:off x="5147734" y="3406653"/>
            <a:ext cx="570089" cy="230832"/>
          </a:xfrm>
          <a:prstGeom prst="rect">
            <a:avLst/>
          </a:prstGeom>
          <a:noFill/>
        </p:spPr>
        <p:txBody>
          <a:bodyPr wrap="square" rtlCol="0">
            <a:spAutoFit/>
          </a:bodyPr>
          <a:lstStyle/>
          <a:p>
            <a:pPr algn="ctr"/>
            <a:r>
              <a:rPr lang="en-US" sz="900" dirty="0"/>
              <a:t>1489</a:t>
            </a:r>
          </a:p>
        </p:txBody>
      </p:sp>
      <p:sp>
        <p:nvSpPr>
          <p:cNvPr id="87" name="TextBox 86">
            <a:extLst>
              <a:ext uri="{FF2B5EF4-FFF2-40B4-BE49-F238E27FC236}">
                <a16:creationId xmlns:a16="http://schemas.microsoft.com/office/drawing/2014/main" id="{B1119663-7922-B342-2F6A-7E67953D8A8B}"/>
              </a:ext>
            </a:extLst>
          </p:cNvPr>
          <p:cNvSpPr txBox="1"/>
          <p:nvPr/>
        </p:nvSpPr>
        <p:spPr>
          <a:xfrm>
            <a:off x="5650090" y="3406653"/>
            <a:ext cx="570089" cy="230832"/>
          </a:xfrm>
          <a:prstGeom prst="rect">
            <a:avLst/>
          </a:prstGeom>
          <a:noFill/>
        </p:spPr>
        <p:txBody>
          <a:bodyPr wrap="square" rtlCol="0">
            <a:spAutoFit/>
          </a:bodyPr>
          <a:lstStyle/>
          <a:p>
            <a:pPr algn="ctr"/>
            <a:r>
              <a:rPr lang="en-US" sz="900" dirty="0"/>
              <a:t>14589</a:t>
            </a:r>
          </a:p>
        </p:txBody>
      </p:sp>
      <p:sp>
        <p:nvSpPr>
          <p:cNvPr id="88" name="TextBox 87">
            <a:extLst>
              <a:ext uri="{FF2B5EF4-FFF2-40B4-BE49-F238E27FC236}">
                <a16:creationId xmlns:a16="http://schemas.microsoft.com/office/drawing/2014/main" id="{898BD333-A3F4-CC83-834E-E30BCD0B4FF0}"/>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90" name="TextBox 89">
            <a:extLst>
              <a:ext uri="{FF2B5EF4-FFF2-40B4-BE49-F238E27FC236}">
                <a16:creationId xmlns:a16="http://schemas.microsoft.com/office/drawing/2014/main" id="{53EFAEBD-1897-D180-1581-9639614ECCBE}"/>
              </a:ext>
            </a:extLst>
          </p:cNvPr>
          <p:cNvSpPr txBox="1"/>
          <p:nvPr/>
        </p:nvSpPr>
        <p:spPr>
          <a:xfrm>
            <a:off x="5147734" y="2905709"/>
            <a:ext cx="570089" cy="230832"/>
          </a:xfrm>
          <a:prstGeom prst="rect">
            <a:avLst/>
          </a:prstGeom>
          <a:noFill/>
        </p:spPr>
        <p:txBody>
          <a:bodyPr wrap="square" rtlCol="0">
            <a:spAutoFit/>
          </a:bodyPr>
          <a:lstStyle/>
          <a:p>
            <a:pPr algn="ctr"/>
            <a:r>
              <a:rPr lang="en-US" sz="900" dirty="0"/>
              <a:t>26</a:t>
            </a:r>
          </a:p>
        </p:txBody>
      </p:sp>
    </p:spTree>
    <p:extLst>
      <p:ext uri="{BB962C8B-B14F-4D97-AF65-F5344CB8AC3E}">
        <p14:creationId xmlns:p14="http://schemas.microsoft.com/office/powerpoint/2010/main" val="7778066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6B2E4-C1B7-954E-AD6D-E3F4F7E386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085242-AB79-69A2-8E0D-ADB40D2845D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31DD031-515E-7AE4-C430-02C96CD0A04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DAB9DE1-73B7-8BCD-3771-D45A3EC15BE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4BD20DE-FEDB-CE38-11EF-432EC937380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FE76134-56E3-8529-1AAF-209F4352EE8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9191511-2D94-EDC1-2BB3-3558DAE988B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1D3A3D3B-430D-AE27-6111-A3F9F6C63EE1}"/>
              </a:ext>
            </a:extLst>
          </p:cNvPr>
          <p:cNvSpPr txBox="1"/>
          <p:nvPr/>
        </p:nvSpPr>
        <p:spPr>
          <a:xfrm>
            <a:off x="4645378" y="1402877"/>
            <a:ext cx="570089" cy="230832"/>
          </a:xfrm>
          <a:prstGeom prst="rect">
            <a:avLst/>
          </a:prstGeom>
          <a:noFill/>
        </p:spPr>
        <p:txBody>
          <a:bodyPr wrap="square" rtlCol="0">
            <a:spAutoFit/>
          </a:bodyPr>
          <a:lstStyle/>
          <a:p>
            <a:pPr algn="ctr"/>
            <a:r>
              <a:rPr lang="en-US" sz="900" dirty="0"/>
              <a:t>31</a:t>
            </a:r>
          </a:p>
        </p:txBody>
      </p:sp>
      <p:sp>
        <p:nvSpPr>
          <p:cNvPr id="18" name="TextBox 17">
            <a:extLst>
              <a:ext uri="{FF2B5EF4-FFF2-40B4-BE49-F238E27FC236}">
                <a16:creationId xmlns:a16="http://schemas.microsoft.com/office/drawing/2014/main" id="{DEB159EA-D657-1940-9924-BCA36F4BF55C}"/>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D1992626-2DF8-23BA-95BE-CA4FD13A9C9B}"/>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EC8694AD-7342-373A-7EBD-B6FF7BA0FED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B592C4C8-6599-4586-DDAA-F4F3298BE28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CD4EF658-3D46-0A4D-8F5C-323C371EE0D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D322C98A-FCBD-56D3-0BE5-5E651630F69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9CA98FC-371E-5CBC-6F62-CA1993EC105D}"/>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32E82DF-A273-981A-4345-85016927CD8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38ADE5AC-5273-7C0F-E983-EFB719DA5246}"/>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43898BC6-EED3-1A04-B04B-D0D082E9C15C}"/>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7C33D15-B514-61A7-9FB2-27107629615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60BACBA6-699F-017E-CB54-386FACE1C962}"/>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323EEB75-3383-D7DD-B9FA-93603A06338C}"/>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DEB0853D-1E8B-FFF8-012D-BB9722D33535}"/>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2913C006-2B30-305F-D8D3-C7D079D8C0CE}"/>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486C18D6-9DDB-53A1-7A66-E9D145907B5E}"/>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51" name="TextBox 50">
            <a:extLst>
              <a:ext uri="{FF2B5EF4-FFF2-40B4-BE49-F238E27FC236}">
                <a16:creationId xmlns:a16="http://schemas.microsoft.com/office/drawing/2014/main" id="{687499BA-6332-CEAD-84DF-C91AA8946891}"/>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6D4014BC-6AC6-91C7-F737-D91CAFC871B3}"/>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6C26FBE-01BF-2295-CABE-39F3BA932628}"/>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B484F4CF-8592-F181-D977-CE6E6EB40F37}"/>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0022537-D303-4B68-91A5-958091B02C9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1E83856-B4CB-4A9D-7B10-564C82EBCAE0}"/>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04379B44-2F98-352F-B35B-F977DF09EB2A}"/>
              </a:ext>
            </a:extLst>
          </p:cNvPr>
          <p:cNvSpPr txBox="1"/>
          <p:nvPr/>
        </p:nvSpPr>
        <p:spPr>
          <a:xfrm>
            <a:off x="6152446"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46</a:t>
            </a:r>
          </a:p>
        </p:txBody>
      </p:sp>
      <p:sp>
        <p:nvSpPr>
          <p:cNvPr id="62" name="TextBox 61">
            <a:extLst>
              <a:ext uri="{FF2B5EF4-FFF2-40B4-BE49-F238E27FC236}">
                <a16:creationId xmlns:a16="http://schemas.microsoft.com/office/drawing/2014/main" id="{6BACCBE5-75F3-ED5B-B63C-6BE0A0C2FEB8}"/>
              </a:ext>
            </a:extLst>
          </p:cNvPr>
          <p:cNvSpPr txBox="1"/>
          <p:nvPr/>
        </p:nvSpPr>
        <p:spPr>
          <a:xfrm>
            <a:off x="6152446"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69</a:t>
            </a:r>
          </a:p>
        </p:txBody>
      </p:sp>
      <p:sp>
        <p:nvSpPr>
          <p:cNvPr id="63" name="TextBox 62">
            <a:extLst>
              <a:ext uri="{FF2B5EF4-FFF2-40B4-BE49-F238E27FC236}">
                <a16:creationId xmlns:a16="http://schemas.microsoft.com/office/drawing/2014/main" id="{8B6B8E22-3769-D735-6DBD-892E104F0ED9}"/>
              </a:ext>
            </a:extLst>
          </p:cNvPr>
          <p:cNvSpPr txBox="1"/>
          <p:nvPr/>
        </p:nvSpPr>
        <p:spPr>
          <a:xfrm>
            <a:off x="6152446" y="3406653"/>
            <a:ext cx="570089" cy="230832"/>
          </a:xfrm>
          <a:prstGeom prst="rect">
            <a:avLst/>
          </a:prstGeom>
          <a:solidFill>
            <a:schemeClr val="accent5">
              <a:lumMod val="20000"/>
              <a:lumOff val="80000"/>
            </a:schemeClr>
          </a:solidFill>
        </p:spPr>
        <p:txBody>
          <a:bodyPr wrap="square" rtlCol="0">
            <a:spAutoFit/>
          </a:bodyPr>
          <a:lstStyle/>
          <a:p>
            <a:pPr algn="ctr"/>
            <a:r>
              <a:rPr lang="en-US" sz="900" dirty="0"/>
              <a:t>94</a:t>
            </a:r>
          </a:p>
        </p:txBody>
      </p:sp>
      <p:sp>
        <p:nvSpPr>
          <p:cNvPr id="65" name="TextBox 64">
            <a:extLst>
              <a:ext uri="{FF2B5EF4-FFF2-40B4-BE49-F238E27FC236}">
                <a16:creationId xmlns:a16="http://schemas.microsoft.com/office/drawing/2014/main" id="{E0967D16-1607-8DC3-6DA0-405FCB13FD8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1AB16CA-721A-D88A-F9F5-AD0BA4F759D7}"/>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2CF16ABC-7096-8FE7-AAF8-B527DD268384}"/>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020BDE1-05C2-1145-E1A1-E4C509CE7104}"/>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647B87E8-A129-E543-BF77-EE3291AB3C8E}"/>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A7B62D7E-4AE2-9957-3EBF-4921F59E80B0}"/>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CB54B26A-7619-0018-D63F-54F2169925F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842620B1-8AC2-3288-E2F2-31FB7AE24412}"/>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86303C4-1792-865A-9F00-B90575684432}"/>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EEAAAF0B-C08E-C040-00B9-649624E9427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D18D6B38-B10A-9647-6986-B7083D496615}"/>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70656AA-BB8A-8EAE-88E8-D69C35EF43E5}"/>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48512A6B-A219-D105-5E16-A2C045304AD6}"/>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36A39904-1BFB-48CD-3220-DCFE7085C6D8}"/>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775004A-D445-061B-3EA4-4FDD14A967D3}"/>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60DEC73E-3E9B-D34B-1735-F245A6BBF659}"/>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908D0A0A-C996-2501-E35F-66B30796CBFC}"/>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937F2C65-0AD9-6231-502F-97C8CC56AA7A}"/>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600F4169-6DD0-880A-7AC3-B3D7606028B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323335DB-78BA-C87F-86BF-AB8B1D4D98AB}"/>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31C652A4-964E-3984-B8FE-8C5D72B4E8E6}"/>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9BB143B4-B9E6-F32D-C2D8-F0371C2E342D}"/>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E9D98E9-4C06-2ABC-76DD-551564A7F783}"/>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3AE35E6B-E0EC-1FEC-8713-AE47AC078714}"/>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7D355563-06A3-869A-D5D0-959C5AA520DF}"/>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AA4E1B57-8897-BFDF-14CC-B2E734FF91D7}"/>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5A93690-1CB7-F6F7-FBD4-FD11C655D4A6}"/>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5B5D2132-A7DF-A5FD-6FAE-7DF93F5CD23D}"/>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C3D6387F-D179-50B3-C424-F2ABE96AEE78}"/>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3A9477A7-4C94-C3CB-9E6C-EA444253C184}"/>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29A8837-63AB-A80E-1628-4E131A3F25F1}"/>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1EFE9946-09B7-DB52-C627-03EEB3511F1F}"/>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DEF880A1-6749-1260-F2EC-F5B82F343915}"/>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D4AE4F34-0539-EEF5-0090-B3CFBC9727D3}"/>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30C3AE53-65D8-B007-308B-D2B48CB734BC}"/>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C232CA6F-77ED-D165-CE8C-D345434CB8E2}"/>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2B45A5A1-38D9-76F8-BF64-2443ADCE18D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565DDFC-3EC9-C0BA-5A37-5DC876857FE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8EA0EF4-F0DC-E6F2-DA02-AB82034D7915}"/>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EEF7EFC8-FC13-1CE7-F71A-57E0419BFD27}"/>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F17B19F5-77C2-3087-BD6E-D9DD7CA7A6C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A9C93DE7-C29B-04D5-0074-A29D0A11F350}"/>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E5BF9CF2-CA63-C4A4-BA68-7352FB716D7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2AA220A6-B0D2-7CB8-AC72-01DE70C26B42}"/>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12" name="TextBox 11">
            <a:extLst>
              <a:ext uri="{FF2B5EF4-FFF2-40B4-BE49-F238E27FC236}">
                <a16:creationId xmlns:a16="http://schemas.microsoft.com/office/drawing/2014/main" id="{92FC2B5F-47C0-EEFF-B5A4-63C438F4D027}"/>
              </a:ext>
            </a:extLst>
          </p:cNvPr>
          <p:cNvSpPr txBox="1"/>
          <p:nvPr/>
        </p:nvSpPr>
        <p:spPr>
          <a:xfrm>
            <a:off x="5650090" y="2404765"/>
            <a:ext cx="570089" cy="230832"/>
          </a:xfrm>
          <a:prstGeom prst="rect">
            <a:avLst/>
          </a:prstGeom>
          <a:solidFill>
            <a:schemeClr val="accent5">
              <a:lumMod val="20000"/>
              <a:lumOff val="80000"/>
            </a:schemeClr>
          </a:solidFill>
        </p:spPr>
        <p:txBody>
          <a:bodyPr wrap="square" rtlCol="0">
            <a:spAutoFit/>
          </a:bodyPr>
          <a:lstStyle/>
          <a:p>
            <a:pPr algn="ctr"/>
            <a:r>
              <a:rPr lang="en-US" sz="900" dirty="0"/>
              <a:t>64</a:t>
            </a:r>
          </a:p>
        </p:txBody>
      </p:sp>
      <p:sp>
        <p:nvSpPr>
          <p:cNvPr id="64" name="TextBox 63">
            <a:extLst>
              <a:ext uri="{FF2B5EF4-FFF2-40B4-BE49-F238E27FC236}">
                <a16:creationId xmlns:a16="http://schemas.microsoft.com/office/drawing/2014/main" id="{E259665D-6C88-1A50-8B70-E820DF26E5D7}"/>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07B38549-4CE6-6CB4-ACE0-EAE706041B94}"/>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EA254B30-73DE-2A9A-EEEA-19F83F25C66B}"/>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12568</a:t>
            </a:r>
          </a:p>
        </p:txBody>
      </p:sp>
      <p:sp>
        <p:nvSpPr>
          <p:cNvPr id="84" name="TextBox 83">
            <a:extLst>
              <a:ext uri="{FF2B5EF4-FFF2-40B4-BE49-F238E27FC236}">
                <a16:creationId xmlns:a16="http://schemas.microsoft.com/office/drawing/2014/main" id="{D9765245-23C5-3F9F-211F-18362186C63A}"/>
              </a:ext>
            </a:extLst>
          </p:cNvPr>
          <p:cNvSpPr txBox="1"/>
          <p:nvPr/>
        </p:nvSpPr>
        <p:spPr>
          <a:xfrm>
            <a:off x="5650090" y="2905709"/>
            <a:ext cx="570089" cy="230832"/>
          </a:xfrm>
          <a:prstGeom prst="rect">
            <a:avLst/>
          </a:prstGeom>
          <a:noFill/>
        </p:spPr>
        <p:txBody>
          <a:bodyPr wrap="square" rtlCol="0">
            <a:spAutoFit/>
          </a:bodyPr>
          <a:lstStyle/>
          <a:p>
            <a:pPr algn="ctr"/>
            <a:r>
              <a:rPr lang="en-US" sz="900" dirty="0"/>
              <a:t>15689</a:t>
            </a:r>
          </a:p>
        </p:txBody>
      </p:sp>
      <p:sp>
        <p:nvSpPr>
          <p:cNvPr id="85" name="TextBox 84">
            <a:extLst>
              <a:ext uri="{FF2B5EF4-FFF2-40B4-BE49-F238E27FC236}">
                <a16:creationId xmlns:a16="http://schemas.microsoft.com/office/drawing/2014/main" id="{71900AD7-DB66-126E-AC11-9123B43FB478}"/>
              </a:ext>
            </a:extLst>
          </p:cNvPr>
          <p:cNvSpPr txBox="1"/>
          <p:nvPr/>
        </p:nvSpPr>
        <p:spPr>
          <a:xfrm>
            <a:off x="4645378" y="3406653"/>
            <a:ext cx="570089" cy="230832"/>
          </a:xfrm>
          <a:prstGeom prst="rect">
            <a:avLst/>
          </a:prstGeom>
          <a:noFill/>
        </p:spPr>
        <p:txBody>
          <a:bodyPr wrap="square" rtlCol="0">
            <a:spAutoFit/>
          </a:bodyPr>
          <a:lstStyle/>
          <a:p>
            <a:pPr algn="ctr"/>
            <a:r>
              <a:rPr lang="en-US" sz="900" dirty="0"/>
              <a:t>1458</a:t>
            </a:r>
          </a:p>
        </p:txBody>
      </p:sp>
      <p:sp>
        <p:nvSpPr>
          <p:cNvPr id="86" name="TextBox 85">
            <a:extLst>
              <a:ext uri="{FF2B5EF4-FFF2-40B4-BE49-F238E27FC236}">
                <a16:creationId xmlns:a16="http://schemas.microsoft.com/office/drawing/2014/main" id="{D740FB95-879E-8603-15BF-D04EC28C41FF}"/>
              </a:ext>
            </a:extLst>
          </p:cNvPr>
          <p:cNvSpPr txBox="1"/>
          <p:nvPr/>
        </p:nvSpPr>
        <p:spPr>
          <a:xfrm>
            <a:off x="5147734" y="3406653"/>
            <a:ext cx="570089" cy="230832"/>
          </a:xfrm>
          <a:prstGeom prst="rect">
            <a:avLst/>
          </a:prstGeom>
          <a:noFill/>
        </p:spPr>
        <p:txBody>
          <a:bodyPr wrap="square" rtlCol="0">
            <a:spAutoFit/>
          </a:bodyPr>
          <a:lstStyle/>
          <a:p>
            <a:pPr algn="ctr"/>
            <a:r>
              <a:rPr lang="en-US" sz="900" dirty="0"/>
              <a:t>1489</a:t>
            </a:r>
          </a:p>
        </p:txBody>
      </p:sp>
      <p:sp>
        <p:nvSpPr>
          <p:cNvPr id="87" name="TextBox 86">
            <a:extLst>
              <a:ext uri="{FF2B5EF4-FFF2-40B4-BE49-F238E27FC236}">
                <a16:creationId xmlns:a16="http://schemas.microsoft.com/office/drawing/2014/main" id="{CC0F62B5-0E05-849A-5871-C53193056D9B}"/>
              </a:ext>
            </a:extLst>
          </p:cNvPr>
          <p:cNvSpPr txBox="1"/>
          <p:nvPr/>
        </p:nvSpPr>
        <p:spPr>
          <a:xfrm>
            <a:off x="5650090" y="3406653"/>
            <a:ext cx="570089" cy="230832"/>
          </a:xfrm>
          <a:prstGeom prst="rect">
            <a:avLst/>
          </a:prstGeom>
          <a:noFill/>
        </p:spPr>
        <p:txBody>
          <a:bodyPr wrap="square" rtlCol="0">
            <a:spAutoFit/>
          </a:bodyPr>
          <a:lstStyle/>
          <a:p>
            <a:pPr algn="ctr"/>
            <a:r>
              <a:rPr lang="en-US" sz="900" dirty="0"/>
              <a:t>14589</a:t>
            </a:r>
          </a:p>
        </p:txBody>
      </p:sp>
      <p:sp>
        <p:nvSpPr>
          <p:cNvPr id="88" name="TextBox 87">
            <a:extLst>
              <a:ext uri="{FF2B5EF4-FFF2-40B4-BE49-F238E27FC236}">
                <a16:creationId xmlns:a16="http://schemas.microsoft.com/office/drawing/2014/main" id="{C05A3213-4151-11A5-3497-B07F7E340852}"/>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31472E0D-216A-DD10-DAE4-6E08D283C307}"/>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950396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2872F-AFA0-B8D1-F749-453B6378BF5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07D05B-F0E2-78E6-ADBE-CBDFA5B0209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449ABC3-0CB2-7A97-B670-9E0AC2A0C22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33D46A-8ED7-B75C-D675-FE6F691A005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F7E38F-7752-85FA-0A0C-B87EC1190F5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2BE444-6B4B-09DD-BD64-7D799A384D0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FDAAF6E-F968-4796-E237-F27BF83BD0E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CCDF405D-2B2A-DAE5-09E8-7536A8FBF8C3}"/>
              </a:ext>
            </a:extLst>
          </p:cNvPr>
          <p:cNvSpPr txBox="1"/>
          <p:nvPr/>
        </p:nvSpPr>
        <p:spPr>
          <a:xfrm>
            <a:off x="4645378" y="1402877"/>
            <a:ext cx="570089" cy="230832"/>
          </a:xfrm>
          <a:prstGeom prst="rect">
            <a:avLst/>
          </a:prstGeom>
          <a:noFill/>
        </p:spPr>
        <p:txBody>
          <a:bodyPr wrap="square" rtlCol="0">
            <a:spAutoFit/>
          </a:bodyPr>
          <a:lstStyle/>
          <a:p>
            <a:pPr algn="ctr"/>
            <a:r>
              <a:rPr lang="en-US" sz="900" dirty="0"/>
              <a:t>31</a:t>
            </a:r>
          </a:p>
        </p:txBody>
      </p:sp>
      <p:sp>
        <p:nvSpPr>
          <p:cNvPr id="18" name="TextBox 17">
            <a:extLst>
              <a:ext uri="{FF2B5EF4-FFF2-40B4-BE49-F238E27FC236}">
                <a16:creationId xmlns:a16="http://schemas.microsoft.com/office/drawing/2014/main" id="{EEADB39C-7497-9FCB-575E-B0095DA24892}"/>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79197871-9EFE-A551-7355-2C0AC899AB4E}"/>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BBA90DC5-768D-2598-D0C5-B9341E6B2765}"/>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8045AFCD-424A-F03A-530B-43456227DBA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64BF189B-6268-832D-979A-81187694339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61E27ACF-6C65-89E2-D36C-401BFBB691FA}"/>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92E4CDC-C7B7-7605-FF63-9F8396B07F96}"/>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8594666-3A52-54C3-C0AF-8B556E626E42}"/>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6EBC18A9-6122-B239-5B41-9FCEB27A7CAF}"/>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3C7AD6A5-DE85-A29A-A9A1-7605C4E6FF1E}"/>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9E9B499A-09E7-2F0B-2C6A-AA393D06F7AA}"/>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796CB9CC-4EF4-2E65-3959-BA30D4369BB6}"/>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D77ABF5F-F32F-EEF7-2242-990CF3599D6D}"/>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94647111-494F-8C22-99EF-B83A16F1C1F6}"/>
              </a:ext>
            </a:extLst>
          </p:cNvPr>
          <p:cNvSpPr txBox="1"/>
          <p:nvPr/>
        </p:nvSpPr>
        <p:spPr>
          <a:xfrm>
            <a:off x="5650090" y="4909484"/>
            <a:ext cx="570089" cy="230832"/>
          </a:xfrm>
          <a:prstGeom prst="rect">
            <a:avLst/>
          </a:prstGeom>
          <a:noFill/>
        </p:spPr>
        <p:txBody>
          <a:bodyPr wrap="square" rtlCol="0">
            <a:spAutoFit/>
          </a:bodyPr>
          <a:lstStyle/>
          <a:p>
            <a:pPr algn="ctr"/>
            <a:r>
              <a:rPr lang="en-US" sz="900" dirty="0"/>
              <a:t>349</a:t>
            </a:r>
          </a:p>
        </p:txBody>
      </p:sp>
      <p:sp>
        <p:nvSpPr>
          <p:cNvPr id="49" name="TextBox 48">
            <a:extLst>
              <a:ext uri="{FF2B5EF4-FFF2-40B4-BE49-F238E27FC236}">
                <a16:creationId xmlns:a16="http://schemas.microsoft.com/office/drawing/2014/main" id="{D66D96CF-ED4C-82E8-3422-2EA802DD1519}"/>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8629460F-AD08-B9C8-1E61-DDB7BDE9B19E}"/>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51" name="TextBox 50">
            <a:extLst>
              <a:ext uri="{FF2B5EF4-FFF2-40B4-BE49-F238E27FC236}">
                <a16:creationId xmlns:a16="http://schemas.microsoft.com/office/drawing/2014/main" id="{5214D407-B553-3A66-5736-50BE01D336AF}"/>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A8EB8390-9F47-9BC0-4EE3-E39DC47ECDA5}"/>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E404154D-996B-3CD6-60F4-55A0882ACD5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D639046D-8D0C-411B-3412-6E3C1F0162A5}"/>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B9988EA-CB11-B459-6FA2-9D689F095E79}"/>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66042D16-4C67-4CD7-3E00-0CA10AFA1B7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193FFE09-B905-0381-53B2-7F782DE8627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2F21505A-5A15-78F6-2C11-E5B334E7A0E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B2DEF680-3F55-E686-295C-BD4BA36FBBBA}"/>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C3D27823-CF82-E90C-0491-5AB7742C1CAD}"/>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4F61BC10-F9DA-050D-CEA2-A6B6332C218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D0AFC91C-41DF-5428-3510-C6EF23D46D4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FC19AB17-137D-58ED-6116-B63DC7A070B3}"/>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1C18120D-82CB-7B68-7981-6597CAD3807B}"/>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5C1204A7-0F8D-91EF-4F8C-DC301F97E129}"/>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DC9B92C7-F2EF-B31D-C435-F684841131F5}"/>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EA7AEE18-BD70-17FB-2E3F-7C1B098595D6}"/>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742B85F-13A7-93F5-9504-10DCEAF0652C}"/>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376C6A6E-32B4-F9B1-E8A1-5A0176BA920A}"/>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A9C0D299-884E-60F9-3516-82E5CAA8005B}"/>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B672DBF-61A7-037D-3958-F19062A8BA8B}"/>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FDDCCEF-E469-E5B4-AAC5-BA504A837091}"/>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E4C44B0C-DAA4-6CF2-5EDD-0380D936B1FC}"/>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13EF3713-B25D-6521-2709-518DEE291AA7}"/>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39FE2B60-8D1C-2D78-1399-2BFF2B87D256}"/>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C1B1E4FB-FBB0-CF44-4793-D8B469668938}"/>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D6232A6-D2A4-2E73-6439-2C4FF262C67E}"/>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48BD6CC4-D6F5-D282-D704-5C0D89BDE618}"/>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4EAF420F-D88A-8D7F-0F27-58B752AB1D0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83A3216F-5ECE-8311-0066-DFA464632851}"/>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BBE3C9A7-F5E9-607A-F468-2FB9196736D1}"/>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1A650179-A158-C733-A7BC-557D93CEA859}"/>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258D5183-A402-B77C-6E3D-1B02CBC8D4A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343898D5-6A19-603B-63AF-D0195A5B6D7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EB39490C-729A-55CC-24CE-014371AE30E8}"/>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499948B-FAAC-E5E5-2B27-B25AE7D71870}"/>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0D5B5C9D-2942-0621-BDA1-2B6DF519C9D6}"/>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E47DBCFB-4C0F-3349-0D0E-AA41F262ED74}"/>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10E0820D-45EB-FB90-1D2F-9E864C975714}"/>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10C0C34B-811C-B793-3251-FAA9B6CC4FD3}"/>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559324A8-0E9D-D604-3826-0A187711C335}"/>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659085D7-7E5D-993B-38DA-49FA6A28A05D}"/>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138AB3EE-FC3E-B89A-6349-E5DB03A666C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11EAB0D7-E2A9-A1D6-B90C-709876326DD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A193DB00-1746-ED74-6806-F6CCBAB00006}"/>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F7BA58AE-C326-822D-3E6F-470D4EC59483}"/>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E22B34F7-5A46-BBD3-EF7D-626A8977901D}"/>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9297E7F-4BE6-9046-63D8-3A734221385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5F0854F2-982E-437C-5B4E-5BF3E6FDFDB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798FCB2-B391-CE79-0D11-2F31C07EFA09}"/>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5495BF29-8229-122B-6D09-BFCEC1FF9EE8}"/>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328C123B-73A1-EF2D-429E-4D8FFC7E44A3}"/>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F5B1B3CC-165E-A18E-CDD2-298C312699B1}"/>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1258</a:t>
            </a:r>
          </a:p>
        </p:txBody>
      </p:sp>
      <p:sp>
        <p:nvSpPr>
          <p:cNvPr id="84" name="TextBox 83">
            <a:extLst>
              <a:ext uri="{FF2B5EF4-FFF2-40B4-BE49-F238E27FC236}">
                <a16:creationId xmlns:a16="http://schemas.microsoft.com/office/drawing/2014/main" id="{C46DC2D2-8AB8-047E-F5F7-096E7CE8C8EA}"/>
              </a:ext>
            </a:extLst>
          </p:cNvPr>
          <p:cNvSpPr txBox="1"/>
          <p:nvPr/>
        </p:nvSpPr>
        <p:spPr>
          <a:xfrm>
            <a:off x="5650090" y="2905709"/>
            <a:ext cx="570089" cy="230832"/>
          </a:xfrm>
          <a:prstGeom prst="rect">
            <a:avLst/>
          </a:prstGeom>
          <a:noFill/>
        </p:spPr>
        <p:txBody>
          <a:bodyPr wrap="square" rtlCol="0">
            <a:spAutoFit/>
          </a:bodyPr>
          <a:lstStyle/>
          <a:p>
            <a:pPr algn="ctr"/>
            <a:r>
              <a:rPr lang="en-US" sz="900" dirty="0"/>
              <a:t>1589</a:t>
            </a:r>
          </a:p>
        </p:txBody>
      </p:sp>
      <p:sp>
        <p:nvSpPr>
          <p:cNvPr id="85" name="TextBox 84">
            <a:extLst>
              <a:ext uri="{FF2B5EF4-FFF2-40B4-BE49-F238E27FC236}">
                <a16:creationId xmlns:a16="http://schemas.microsoft.com/office/drawing/2014/main" id="{F8451726-FB1E-DE63-7E76-1DB3FC53E27D}"/>
              </a:ext>
            </a:extLst>
          </p:cNvPr>
          <p:cNvSpPr txBox="1"/>
          <p:nvPr/>
        </p:nvSpPr>
        <p:spPr>
          <a:xfrm>
            <a:off x="4645378" y="3406653"/>
            <a:ext cx="570089" cy="230832"/>
          </a:xfrm>
          <a:prstGeom prst="rect">
            <a:avLst/>
          </a:prstGeom>
          <a:noFill/>
        </p:spPr>
        <p:txBody>
          <a:bodyPr wrap="square" rtlCol="0">
            <a:spAutoFit/>
          </a:bodyPr>
          <a:lstStyle/>
          <a:p>
            <a:pPr algn="ctr"/>
            <a:r>
              <a:rPr lang="en-US" sz="900" dirty="0"/>
              <a:t>1458</a:t>
            </a:r>
          </a:p>
        </p:txBody>
      </p:sp>
      <p:sp>
        <p:nvSpPr>
          <p:cNvPr id="86" name="TextBox 85">
            <a:extLst>
              <a:ext uri="{FF2B5EF4-FFF2-40B4-BE49-F238E27FC236}">
                <a16:creationId xmlns:a16="http://schemas.microsoft.com/office/drawing/2014/main" id="{B5BB5A5B-BBFC-39E5-CC4B-F61948E88618}"/>
              </a:ext>
            </a:extLst>
          </p:cNvPr>
          <p:cNvSpPr txBox="1"/>
          <p:nvPr/>
        </p:nvSpPr>
        <p:spPr>
          <a:xfrm>
            <a:off x="5147734" y="3406653"/>
            <a:ext cx="570089" cy="230832"/>
          </a:xfrm>
          <a:prstGeom prst="rect">
            <a:avLst/>
          </a:prstGeom>
          <a:noFill/>
        </p:spPr>
        <p:txBody>
          <a:bodyPr wrap="square" rtlCol="0">
            <a:spAutoFit/>
          </a:bodyPr>
          <a:lstStyle/>
          <a:p>
            <a:pPr algn="ctr"/>
            <a:r>
              <a:rPr lang="en-US" sz="900" dirty="0"/>
              <a:t>1489</a:t>
            </a:r>
          </a:p>
        </p:txBody>
      </p:sp>
      <p:sp>
        <p:nvSpPr>
          <p:cNvPr id="87" name="TextBox 86">
            <a:extLst>
              <a:ext uri="{FF2B5EF4-FFF2-40B4-BE49-F238E27FC236}">
                <a16:creationId xmlns:a16="http://schemas.microsoft.com/office/drawing/2014/main" id="{A0593C05-44A2-C96E-222D-79370F307C0B}"/>
              </a:ext>
            </a:extLst>
          </p:cNvPr>
          <p:cNvSpPr txBox="1"/>
          <p:nvPr/>
        </p:nvSpPr>
        <p:spPr>
          <a:xfrm>
            <a:off x="5650090" y="3406653"/>
            <a:ext cx="570089" cy="230832"/>
          </a:xfrm>
          <a:prstGeom prst="rect">
            <a:avLst/>
          </a:prstGeom>
          <a:noFill/>
        </p:spPr>
        <p:txBody>
          <a:bodyPr wrap="square" rtlCol="0">
            <a:spAutoFit/>
          </a:bodyPr>
          <a:lstStyle/>
          <a:p>
            <a:pPr algn="ctr"/>
            <a:r>
              <a:rPr lang="en-US" sz="900" dirty="0"/>
              <a:t>14589</a:t>
            </a:r>
          </a:p>
        </p:txBody>
      </p:sp>
      <p:sp>
        <p:nvSpPr>
          <p:cNvPr id="88" name="TextBox 87">
            <a:extLst>
              <a:ext uri="{FF2B5EF4-FFF2-40B4-BE49-F238E27FC236}">
                <a16:creationId xmlns:a16="http://schemas.microsoft.com/office/drawing/2014/main" id="{9AE22C17-EBDE-A6C1-54C4-61A2FC93071C}"/>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A0675C8E-E6EF-8182-6264-023E752AF5CA}"/>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668672E-A006-1DEC-7760-E847A5C45B1A}"/>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C55360C8-AD10-6734-9B88-190C28FF2E1C}"/>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885386C1-3777-E31E-7866-FCBA020F19E8}"/>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51575703-CD77-AFBA-2EA5-0FF77A7C245E}"/>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5836373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5E0FD-541C-40EA-84B7-107B603C059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6CC7A6-D7D0-0FCB-7A01-E17D358CBDA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F12E20F-96D3-069D-63A7-F7F338B6EC9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211FD99-063B-67B9-4A0F-898EC9240A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1989DC-7BCB-7E9E-6CC9-8FF416B6C1A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4DD0AC-193A-FEAA-4843-88FC4561BDB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0954E42-A3E2-A1CF-3B7C-FB4604ADAB2B}"/>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8F19EA75-6139-F2A8-E437-62157C630C72}"/>
              </a:ext>
            </a:extLst>
          </p:cNvPr>
          <p:cNvSpPr txBox="1"/>
          <p:nvPr/>
        </p:nvSpPr>
        <p:spPr>
          <a:xfrm>
            <a:off x="4645378" y="1402877"/>
            <a:ext cx="570089" cy="230832"/>
          </a:xfrm>
          <a:prstGeom prst="rect">
            <a:avLst/>
          </a:prstGeom>
          <a:noFill/>
        </p:spPr>
        <p:txBody>
          <a:bodyPr wrap="square" rtlCol="0">
            <a:spAutoFit/>
          </a:bodyPr>
          <a:lstStyle/>
          <a:p>
            <a:pPr algn="ctr"/>
            <a:r>
              <a:rPr lang="en-US" sz="900" dirty="0"/>
              <a:t>31</a:t>
            </a:r>
          </a:p>
        </p:txBody>
      </p:sp>
      <p:sp>
        <p:nvSpPr>
          <p:cNvPr id="18" name="TextBox 17">
            <a:extLst>
              <a:ext uri="{FF2B5EF4-FFF2-40B4-BE49-F238E27FC236}">
                <a16:creationId xmlns:a16="http://schemas.microsoft.com/office/drawing/2014/main" id="{70918973-9167-0300-2460-85330DCC3D9D}"/>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83A4234E-3D3E-D274-A5E3-C159ECD34E7C}"/>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AD95798D-A13E-A137-F0AC-67D6F57BDEF8}"/>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913623FF-CFD9-F75B-8DAD-6CA1F3032DA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AB766963-675F-0516-B1BA-A7471B3601D1}"/>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2F21810-B105-9604-F5BA-E1EB65C0EC8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0707D54C-B57F-491A-BE29-7D66BB1D9C83}"/>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6C024042-A65E-693A-2EAA-0C2F6852038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1E6A591F-E689-88E7-793E-A2AA124445EB}"/>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5E32B02-8222-C457-BC51-8428D0B2C8C9}"/>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11B7E64E-B78A-BF55-2BC6-A4DB404FD789}"/>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F18D9492-F829-1208-4792-2E6C873C3E68}"/>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E69BBB5E-3C42-65BE-1620-5C1933917BCE}"/>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6C671089-952E-3011-B7DB-39F747C235B2}"/>
              </a:ext>
            </a:extLst>
          </p:cNvPr>
          <p:cNvSpPr txBox="1"/>
          <p:nvPr/>
        </p:nvSpPr>
        <p:spPr>
          <a:xfrm>
            <a:off x="5650090" y="4909484"/>
            <a:ext cx="570089" cy="230832"/>
          </a:xfrm>
          <a:prstGeom prst="rect">
            <a:avLst/>
          </a:prstGeom>
          <a:noFill/>
        </p:spPr>
        <p:txBody>
          <a:bodyPr wrap="square" rtlCol="0">
            <a:spAutoFit/>
          </a:bodyPr>
          <a:lstStyle/>
          <a:p>
            <a:pPr algn="ctr"/>
            <a:r>
              <a:rPr lang="en-US" sz="900" dirty="0"/>
              <a:t>93</a:t>
            </a:r>
          </a:p>
        </p:txBody>
      </p:sp>
      <p:sp>
        <p:nvSpPr>
          <p:cNvPr id="49" name="TextBox 48">
            <a:extLst>
              <a:ext uri="{FF2B5EF4-FFF2-40B4-BE49-F238E27FC236}">
                <a16:creationId xmlns:a16="http://schemas.microsoft.com/office/drawing/2014/main" id="{C5AA8810-22F5-07D2-6A76-A6C75BEFBDF3}"/>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0" name="TextBox 49">
            <a:extLst>
              <a:ext uri="{FF2B5EF4-FFF2-40B4-BE49-F238E27FC236}">
                <a16:creationId xmlns:a16="http://schemas.microsoft.com/office/drawing/2014/main" id="{4A70358C-BB38-2EDC-6E4C-F06F4552159D}"/>
              </a:ext>
            </a:extLst>
          </p:cNvPr>
          <p:cNvSpPr txBox="1"/>
          <p:nvPr/>
        </p:nvSpPr>
        <p:spPr>
          <a:xfrm>
            <a:off x="5147734" y="1903821"/>
            <a:ext cx="570089" cy="230832"/>
          </a:xfrm>
          <a:prstGeom prst="rect">
            <a:avLst/>
          </a:prstGeom>
          <a:noFill/>
        </p:spPr>
        <p:txBody>
          <a:bodyPr wrap="square" rtlCol="0">
            <a:spAutoFit/>
          </a:bodyPr>
          <a:lstStyle/>
          <a:p>
            <a:pPr algn="ctr"/>
            <a:r>
              <a:rPr lang="en-US" sz="900" dirty="0"/>
              <a:t>48</a:t>
            </a:r>
          </a:p>
        </p:txBody>
      </p:sp>
      <p:sp>
        <p:nvSpPr>
          <p:cNvPr id="51" name="TextBox 50">
            <a:extLst>
              <a:ext uri="{FF2B5EF4-FFF2-40B4-BE49-F238E27FC236}">
                <a16:creationId xmlns:a16="http://schemas.microsoft.com/office/drawing/2014/main" id="{F1461A9F-F41E-9858-41A2-7B52BB5996E0}"/>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7AA78344-1683-E969-43AF-4E08D0DCCB6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5E4F87FB-C031-87AF-EADF-A4D1C7B4883A}"/>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114BD35B-4F94-1C09-C122-E4409ACDB6B3}"/>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B1C0961-4629-11AA-83D2-D1C20FA4DCF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968E1FFF-81BB-0F3B-2E4B-CC4846F8EC0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A03D1466-5C2A-B878-F14C-4461165A593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D5969C9-762B-A188-70D5-4B8C354CD247}"/>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7542CE85-5356-675A-4474-813F9004E5C3}"/>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512D0766-7432-2729-438E-9329F9E6EF10}"/>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C00BFCBC-493A-FAD8-ABB6-2456832BB397}"/>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EC9A2D0-05F7-C137-1D84-3BD20F6C4274}"/>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5271E60-6015-175E-92E8-E199136AA884}"/>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B0AD414-63BC-37DC-1A60-147D4B565920}"/>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7A145A73-1270-37CA-1F05-F30A1CBF3D10}"/>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CCB236A3-C47A-3107-477D-99DB53C65DA7}"/>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4B20AD88-5C04-B827-1CFB-76D9E40B767A}"/>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817C4754-86AD-B589-B90A-4D889CF1D869}"/>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45871A0F-66EB-A11A-7ABD-E18633536517}"/>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56FF250A-592B-C112-42CA-68A5348AA71B}"/>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08AF738-B31D-CC80-EE29-DAEBA296935C}"/>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6696A7E-3B75-002C-EAA3-D588B9329C98}"/>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E9CA32F-01DB-E2D2-5904-1A4447924D77}"/>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28A9148C-B7C6-6A36-4DEA-AE65F885A969}"/>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6D7F9871-2629-2C9F-5F90-CE6E93C22713}"/>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65EBD8EB-D298-239B-269D-F78C8422F2D1}"/>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E8A88AC8-C68A-AD55-7426-AB80C75DEA56}"/>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511A44C-A235-B4F2-BAF4-DCFD84260C2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6DBB374-BD78-090A-D7FB-E5F579E47AB0}"/>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A6E76749-8151-7C2D-4895-1E8C1775002A}"/>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4C5A540-F249-CF37-193C-0AE08C42EB3C}"/>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3C7C6D46-2702-5912-ADB0-5E0D0427E556}"/>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C3116126-D9C3-ECBE-C01A-53E8FF075B25}"/>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997A1A46-BFFC-630C-05D6-EA15EE7DF5D2}"/>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64EFDBC0-99C7-3E6E-B2E8-F65B8607B850}"/>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55699B02-2542-9A27-A3B2-0705D767775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A3F9C354-CA82-BA1D-68C9-4158A66C3823}"/>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D25EA761-C1D7-3992-1877-FCE97F933CCA}"/>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6B78035D-9C55-6816-06A0-C5DAB933BC3D}"/>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FB73DB33-1768-5CC3-D77E-7E142B139C42}"/>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3373FB1C-F12E-199A-1E29-E9B07394EC07}"/>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D01B8CE6-9DAD-CB8C-7863-22BFF43F6988}"/>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1E3CF8CE-2D13-A3F3-41B4-FC4E4E6A59A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3FDF60ED-B4E6-A6ED-A1EC-68837711DE8E}"/>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3C24DB7-3EC1-A8D6-8B93-45FE8D5A4C12}"/>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19057B6B-54AF-3241-A6B8-166B79729539}"/>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EC859004-2AA4-10DA-1D52-1DB9424D4D7F}"/>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D6D7A82-D288-CB77-0E44-24A2A7DC03C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5BDDAECC-35FB-0D9E-950C-CC17F6D70CA9}"/>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4A8B0DB8-266F-DEEC-8336-40167C61B1D6}"/>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7556E3D1-B523-82AE-6777-882E13C51C10}"/>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FD80DCD6-AD2C-F9FB-A81B-D277F6DC759D}"/>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26" name="TextBox 25">
            <a:extLst>
              <a:ext uri="{FF2B5EF4-FFF2-40B4-BE49-F238E27FC236}">
                <a16:creationId xmlns:a16="http://schemas.microsoft.com/office/drawing/2014/main" id="{7730FE42-1D31-6FBC-C676-67ECFF2CC0B4}"/>
              </a:ext>
            </a:extLst>
          </p:cNvPr>
          <p:cNvSpPr txBox="1"/>
          <p:nvPr/>
        </p:nvSpPr>
        <p:spPr>
          <a:xfrm>
            <a:off x="4645378" y="2905709"/>
            <a:ext cx="570089" cy="230832"/>
          </a:xfrm>
          <a:prstGeom prst="rect">
            <a:avLst/>
          </a:prstGeom>
          <a:noFill/>
        </p:spPr>
        <p:txBody>
          <a:bodyPr wrap="square" rtlCol="0">
            <a:spAutoFit/>
          </a:bodyPr>
          <a:lstStyle/>
          <a:p>
            <a:pPr algn="ctr"/>
            <a:r>
              <a:rPr lang="en-US" sz="900" dirty="0"/>
              <a:t>1258</a:t>
            </a:r>
          </a:p>
        </p:txBody>
      </p:sp>
      <p:sp>
        <p:nvSpPr>
          <p:cNvPr id="84" name="TextBox 83">
            <a:extLst>
              <a:ext uri="{FF2B5EF4-FFF2-40B4-BE49-F238E27FC236}">
                <a16:creationId xmlns:a16="http://schemas.microsoft.com/office/drawing/2014/main" id="{1690F483-DE34-2EC6-BC3A-3974B844D6AC}"/>
              </a:ext>
            </a:extLst>
          </p:cNvPr>
          <p:cNvSpPr txBox="1"/>
          <p:nvPr/>
        </p:nvSpPr>
        <p:spPr>
          <a:xfrm>
            <a:off x="5650090" y="2905709"/>
            <a:ext cx="570089" cy="230832"/>
          </a:xfrm>
          <a:prstGeom prst="rect">
            <a:avLst/>
          </a:prstGeom>
          <a:noFill/>
        </p:spPr>
        <p:txBody>
          <a:bodyPr wrap="square" rtlCol="0">
            <a:spAutoFit/>
          </a:bodyPr>
          <a:lstStyle/>
          <a:p>
            <a:pPr algn="ctr"/>
            <a:r>
              <a:rPr lang="en-US" sz="900" dirty="0"/>
              <a:t>158</a:t>
            </a:r>
          </a:p>
        </p:txBody>
      </p:sp>
      <p:sp>
        <p:nvSpPr>
          <p:cNvPr id="85" name="TextBox 84">
            <a:extLst>
              <a:ext uri="{FF2B5EF4-FFF2-40B4-BE49-F238E27FC236}">
                <a16:creationId xmlns:a16="http://schemas.microsoft.com/office/drawing/2014/main" id="{2E0E60A5-8942-1E83-44BF-2E71114A8980}"/>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9ED631FE-8C88-B8B0-2B29-1E6C57A2DF10}"/>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7" name="TextBox 86">
            <a:extLst>
              <a:ext uri="{FF2B5EF4-FFF2-40B4-BE49-F238E27FC236}">
                <a16:creationId xmlns:a16="http://schemas.microsoft.com/office/drawing/2014/main" id="{ACF48A3B-4D32-8E39-EA60-DBD79904ED02}"/>
              </a:ext>
            </a:extLst>
          </p:cNvPr>
          <p:cNvSpPr txBox="1"/>
          <p:nvPr/>
        </p:nvSpPr>
        <p:spPr>
          <a:xfrm>
            <a:off x="5650090" y="3406653"/>
            <a:ext cx="570089" cy="230832"/>
          </a:xfrm>
          <a:prstGeom prst="rect">
            <a:avLst/>
          </a:prstGeom>
          <a:noFill/>
        </p:spPr>
        <p:txBody>
          <a:bodyPr wrap="square" rtlCol="0">
            <a:spAutoFit/>
          </a:bodyPr>
          <a:lstStyle/>
          <a:p>
            <a:pPr algn="ctr"/>
            <a:r>
              <a:rPr lang="en-US" sz="900" dirty="0"/>
              <a:t>1589</a:t>
            </a:r>
          </a:p>
        </p:txBody>
      </p:sp>
      <p:sp>
        <p:nvSpPr>
          <p:cNvPr id="88" name="TextBox 87">
            <a:extLst>
              <a:ext uri="{FF2B5EF4-FFF2-40B4-BE49-F238E27FC236}">
                <a16:creationId xmlns:a16="http://schemas.microsoft.com/office/drawing/2014/main" id="{FB9F376D-6C56-4BC0-4C1D-3588F08D777D}"/>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7772C4D8-C2CB-A7B5-7C92-64FAF25831ED}"/>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FC7978C2-C490-1DDE-29A3-0C22129D9683}"/>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238B3AB7-7DEF-A95C-DB53-F92313311F6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A00B04B1-0691-607C-284C-C6A88E6D936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E07BE0DF-5AC1-A1D6-2229-2D015A2B423C}"/>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9060556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02A21-0920-5126-5B2E-DEE62941839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8DE56CC-9B38-9C01-FBDD-476E381E9E7E}"/>
              </a:ext>
            </a:extLst>
          </p:cNvPr>
          <p:cNvSpPr>
            <a:spLocks noGrp="1"/>
          </p:cNvSpPr>
          <p:nvPr>
            <p:ph sz="half" idx="1"/>
          </p:nvPr>
        </p:nvSpPr>
        <p:spPr/>
        <p:txBody>
          <a:bodyPr>
            <a:normAutofit/>
          </a:bodyPr>
          <a:lstStyle/>
          <a:p>
            <a:r>
              <a:rPr lang="en-US" dirty="0"/>
              <a:t>Reduce. (Last 4 in extended cross. Last 2 in Row 5. Last 9 in Row 6.)</a:t>
            </a:r>
          </a:p>
        </p:txBody>
      </p:sp>
      <p:pic>
        <p:nvPicPr>
          <p:cNvPr id="4" name="Picture 3" descr="A grid of sudoku puzzle&#10;&#10;Description automatically generated">
            <a:extLst>
              <a:ext uri="{FF2B5EF4-FFF2-40B4-BE49-F238E27FC236}">
                <a16:creationId xmlns:a16="http://schemas.microsoft.com/office/drawing/2014/main" id="{BCB9CA12-1B13-C5D0-4FED-6165AE87640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C5DAF1-E6AA-C8C9-DC98-A73D87B948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86D78D-108C-FB03-4EB7-680C301099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EFDDF03-B4E1-0520-2E27-58B78EABBB9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A26513F-3462-2CD6-F088-99065AE09078}"/>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49E3CED4-06D3-9BED-9565-33206CE23892}"/>
              </a:ext>
            </a:extLst>
          </p:cNvPr>
          <p:cNvSpPr txBox="1"/>
          <p:nvPr/>
        </p:nvSpPr>
        <p:spPr>
          <a:xfrm>
            <a:off x="4645378" y="1402877"/>
            <a:ext cx="570089" cy="230832"/>
          </a:xfrm>
          <a:prstGeom prst="rect">
            <a:avLst/>
          </a:prstGeom>
          <a:noFill/>
        </p:spPr>
        <p:txBody>
          <a:bodyPr wrap="square" rtlCol="0">
            <a:spAutoFit/>
          </a:bodyPr>
          <a:lstStyle/>
          <a:p>
            <a:pPr algn="ctr"/>
            <a:r>
              <a:rPr lang="en-US" sz="900" dirty="0"/>
              <a:t>31</a:t>
            </a:r>
          </a:p>
        </p:txBody>
      </p:sp>
      <p:sp>
        <p:nvSpPr>
          <p:cNvPr id="18" name="TextBox 17">
            <a:extLst>
              <a:ext uri="{FF2B5EF4-FFF2-40B4-BE49-F238E27FC236}">
                <a16:creationId xmlns:a16="http://schemas.microsoft.com/office/drawing/2014/main" id="{7074734E-6E84-58D4-363F-EB7C2094D861}"/>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56ECC0D7-FB51-2D62-AD2F-2F4B5990EE8B}"/>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839496D8-4EFB-5057-27CD-8CF23BB40C8C}"/>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0B3003B9-16DF-8CAF-0378-A79C337F5C0D}"/>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80C983E-CEB8-20DE-08BA-A713826406E8}"/>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5CC75195-FE45-7B9C-2DE0-A90FDE7EA28D}"/>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AEEF67D-584F-EDC1-01DD-04807FEF14FD}"/>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728E59D5-3811-5741-5BC5-BBCF5096FD6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2D0105D-1B1C-5C88-39B3-B5B1929CAAD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30E11FF-687B-6EC2-A906-CCC63F3AAD58}"/>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7CD54DAE-44C4-0F43-6C11-0360FAA46B50}"/>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2" name="TextBox 41">
            <a:extLst>
              <a:ext uri="{FF2B5EF4-FFF2-40B4-BE49-F238E27FC236}">
                <a16:creationId xmlns:a16="http://schemas.microsoft.com/office/drawing/2014/main" id="{EC2CADD6-1FFE-25F0-4643-7A709BDBEE16}"/>
              </a:ext>
            </a:extLst>
          </p:cNvPr>
          <p:cNvSpPr txBox="1"/>
          <p:nvPr/>
        </p:nvSpPr>
        <p:spPr>
          <a:xfrm>
            <a:off x="4645378" y="4909484"/>
            <a:ext cx="570089" cy="230832"/>
          </a:xfrm>
          <a:prstGeom prst="rect">
            <a:avLst/>
          </a:prstGeom>
          <a:noFill/>
        </p:spPr>
        <p:txBody>
          <a:bodyPr wrap="square" rtlCol="0">
            <a:spAutoFit/>
          </a:bodyPr>
          <a:lstStyle/>
          <a:p>
            <a:pPr algn="ctr"/>
            <a:r>
              <a:rPr lang="en-US" sz="900" dirty="0"/>
              <a:t>34</a:t>
            </a:r>
          </a:p>
        </p:txBody>
      </p:sp>
      <p:sp>
        <p:nvSpPr>
          <p:cNvPr id="43" name="TextBox 42">
            <a:extLst>
              <a:ext uri="{FF2B5EF4-FFF2-40B4-BE49-F238E27FC236}">
                <a16:creationId xmlns:a16="http://schemas.microsoft.com/office/drawing/2014/main" id="{29840986-6F43-C532-0F74-F644030834F7}"/>
              </a:ext>
            </a:extLst>
          </p:cNvPr>
          <p:cNvSpPr txBox="1"/>
          <p:nvPr/>
        </p:nvSpPr>
        <p:spPr>
          <a:xfrm>
            <a:off x="5147734" y="4909484"/>
            <a:ext cx="570089" cy="230832"/>
          </a:xfrm>
          <a:prstGeom prst="rect">
            <a:avLst/>
          </a:prstGeom>
          <a:noFill/>
        </p:spPr>
        <p:txBody>
          <a:bodyPr wrap="square" rtlCol="0">
            <a:spAutoFit/>
          </a:bodyPr>
          <a:lstStyle/>
          <a:p>
            <a:pPr algn="ctr"/>
            <a:r>
              <a:rPr lang="en-US" sz="900" dirty="0"/>
              <a:t>49</a:t>
            </a:r>
          </a:p>
        </p:txBody>
      </p:sp>
      <p:sp>
        <p:nvSpPr>
          <p:cNvPr id="44" name="TextBox 43">
            <a:extLst>
              <a:ext uri="{FF2B5EF4-FFF2-40B4-BE49-F238E27FC236}">
                <a16:creationId xmlns:a16="http://schemas.microsoft.com/office/drawing/2014/main" id="{DA9776B9-606B-E260-3197-8211662BE815}"/>
              </a:ext>
            </a:extLst>
          </p:cNvPr>
          <p:cNvSpPr txBox="1"/>
          <p:nvPr/>
        </p:nvSpPr>
        <p:spPr>
          <a:xfrm>
            <a:off x="5650090" y="4909484"/>
            <a:ext cx="570089" cy="230832"/>
          </a:xfrm>
          <a:prstGeom prst="rect">
            <a:avLst/>
          </a:prstGeom>
          <a:noFill/>
        </p:spPr>
        <p:txBody>
          <a:bodyPr wrap="square" rtlCol="0">
            <a:spAutoFit/>
          </a:bodyPr>
          <a:lstStyle/>
          <a:p>
            <a:pPr algn="ctr"/>
            <a:r>
              <a:rPr lang="en-US" sz="900" dirty="0"/>
              <a:t>93</a:t>
            </a:r>
          </a:p>
        </p:txBody>
      </p:sp>
      <p:sp>
        <p:nvSpPr>
          <p:cNvPr id="49" name="TextBox 48">
            <a:extLst>
              <a:ext uri="{FF2B5EF4-FFF2-40B4-BE49-F238E27FC236}">
                <a16:creationId xmlns:a16="http://schemas.microsoft.com/office/drawing/2014/main" id="{2F8E09EC-C383-3F03-930C-2EE36C370A7C}"/>
              </a:ext>
            </a:extLst>
          </p:cNvPr>
          <p:cNvSpPr txBox="1"/>
          <p:nvPr/>
        </p:nvSpPr>
        <p:spPr>
          <a:xfrm>
            <a:off x="4645378" y="1903821"/>
            <a:ext cx="570089" cy="230832"/>
          </a:xfrm>
          <a:prstGeom prst="rect">
            <a:avLst/>
          </a:prstGeom>
          <a:noFill/>
        </p:spPr>
        <p:txBody>
          <a:bodyPr wrap="square" rtlCol="0">
            <a:spAutoFit/>
          </a:bodyPr>
          <a:lstStyle/>
          <a:p>
            <a:pPr algn="ctr"/>
            <a:r>
              <a:rPr lang="en-US" sz="900" dirty="0"/>
              <a:t>468</a:t>
            </a:r>
          </a:p>
        </p:txBody>
      </p:sp>
      <p:sp>
        <p:nvSpPr>
          <p:cNvPr id="51" name="TextBox 50">
            <a:extLst>
              <a:ext uri="{FF2B5EF4-FFF2-40B4-BE49-F238E27FC236}">
                <a16:creationId xmlns:a16="http://schemas.microsoft.com/office/drawing/2014/main" id="{1A519BE3-8F25-C655-343E-0D6FD7522CE6}"/>
              </a:ext>
            </a:extLst>
          </p:cNvPr>
          <p:cNvSpPr txBox="1"/>
          <p:nvPr/>
        </p:nvSpPr>
        <p:spPr>
          <a:xfrm>
            <a:off x="5650090" y="1903821"/>
            <a:ext cx="570089" cy="230832"/>
          </a:xfrm>
          <a:prstGeom prst="rect">
            <a:avLst/>
          </a:prstGeom>
          <a:noFill/>
        </p:spPr>
        <p:txBody>
          <a:bodyPr wrap="square" rtlCol="0">
            <a:spAutoFit/>
          </a:bodyPr>
          <a:lstStyle/>
          <a:p>
            <a:pPr algn="ctr"/>
            <a:r>
              <a:rPr lang="en-US" sz="900" dirty="0"/>
              <a:t>468</a:t>
            </a:r>
          </a:p>
        </p:txBody>
      </p:sp>
      <p:sp>
        <p:nvSpPr>
          <p:cNvPr id="57" name="TextBox 56">
            <a:extLst>
              <a:ext uri="{FF2B5EF4-FFF2-40B4-BE49-F238E27FC236}">
                <a16:creationId xmlns:a16="http://schemas.microsoft.com/office/drawing/2014/main" id="{283581D6-FC2B-23E5-79D2-20F2C6AE7278}"/>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B8318BD8-230A-3368-C373-B6382B7E079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1059B24A-A8CC-F2A4-BBCC-8C5EEF22CD28}"/>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66E3E34-7D34-E8C5-B0D0-834D2837EBD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96F6D2D-1677-FD50-75C8-15720E0333F6}"/>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A21EEC0B-3D0D-D960-D54E-DFB0E29C4246}"/>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3FB9CA1-D757-48B8-5ADD-BEF3C271D3E9}"/>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DCD0E35-1E16-4FAC-FDD2-CD8EEEA81FF0}"/>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B07C70DF-62CF-0169-F5B4-3D92EE945DDE}"/>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D1A06914-82CD-628A-E480-BD66811F13A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CD29590-B79D-9ADC-4FFC-05C3E58EF487}"/>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F8C3C7BD-EDFC-D0F1-D094-6762F4392F3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1AC53048-6576-3030-D9A2-14323C55BDD4}"/>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06F56A3-E14B-3B80-ADE1-52C77960537E}"/>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FB189CB8-D910-1910-BB12-B10375A6CD9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19A5C11-B49E-2883-801F-174928B1D017}"/>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89BF3C7-C3A2-8527-C94E-6CB4DA2E425D}"/>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AF6E4798-492A-0552-68DF-EA2F9A94F54D}"/>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9E785DF6-A258-BAF3-87A1-543668E14ACD}"/>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5E31532-5158-D843-5E39-137D761857C6}"/>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5E2F8457-5D2E-C59B-236C-DC6EFDD92327}"/>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02293582-227D-6987-2675-704E32122CE3}"/>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8B8502BF-4F5A-2218-F6AB-7AAD867E9456}"/>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D67BE6DE-9C54-9090-0158-63E47A61AA2C}"/>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9FB3A26-73A1-567B-BAA7-A9B8330A6127}"/>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523B0060-83CA-8BF7-24F1-A4D684A52814}"/>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DBFFA1B8-EC31-CBDF-B3DE-A7D8AB270A3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A4A9A2DF-631C-7D6C-F9D3-73D99AB404DF}"/>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AAEFC6D0-4445-B379-E89F-6ACA1131DD99}"/>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E475B8A-8F1A-149B-8B9C-E802EA1D4BF6}"/>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32AF3FE-5943-1446-8DDB-D923078A9FB3}"/>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BBD7B162-7973-0D3C-FA3A-8F3C297032CD}"/>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1EE884F2-587D-68EC-01AC-C2F2829FA05C}"/>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B781E6FC-7CD9-5EE0-12F7-872E8E1FCE0A}"/>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7DF5D51-FA92-F3C0-3C48-903E287208E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80993940-E2D0-AF73-CFBF-1E7ABB5FEE1C}"/>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75070E02-6E00-7A50-48FD-849C81B2682E}"/>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963B5250-7659-7999-9617-6203EA1E2EEC}"/>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95A76592-6CC8-0EAE-0F0C-391CA8CF44DD}"/>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A1FBA9B1-9FB0-4A4B-2A3D-98120259B61B}"/>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680B0F1A-04E8-72FC-101A-DCC05B341296}"/>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05665B4E-5BF0-B6EB-CAB9-3CCD49237976}"/>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A305A5F5-78AF-A7CC-9893-3E12938F6272}"/>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C7A51E6E-2971-3F71-D169-36845EC694D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DEC93E6B-A68B-4B43-59BE-3A6EF567394E}"/>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17163F01-D722-20A5-8448-88D391874E46}"/>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4C7C28C2-A84F-BCA2-C7C2-CEEEA0B082E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391AE92C-75A6-1594-ED08-D5DC49686EF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C55D3AB4-0BC5-0550-8A3B-04949F00EC50}"/>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B16D9C27-722E-30E4-2BA3-88A87BA2A218}"/>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9899D3B1-E02A-D8D9-337A-FD5A079221FB}"/>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2DC622E3-2BFC-7767-F9B2-8F867F9039F8}"/>
              </a:ext>
            </a:extLst>
          </p:cNvPr>
          <p:cNvSpPr txBox="1"/>
          <p:nvPr/>
        </p:nvSpPr>
        <p:spPr>
          <a:xfrm>
            <a:off x="5650090" y="2905709"/>
            <a:ext cx="570089" cy="230832"/>
          </a:xfrm>
          <a:prstGeom prst="rect">
            <a:avLst/>
          </a:prstGeom>
          <a:noFill/>
        </p:spPr>
        <p:txBody>
          <a:bodyPr wrap="square" rtlCol="0">
            <a:spAutoFit/>
          </a:bodyPr>
          <a:lstStyle/>
          <a:p>
            <a:pPr algn="ctr"/>
            <a:r>
              <a:rPr lang="en-US" sz="900" dirty="0"/>
              <a:t>158</a:t>
            </a:r>
          </a:p>
        </p:txBody>
      </p:sp>
      <p:sp>
        <p:nvSpPr>
          <p:cNvPr id="85" name="TextBox 84">
            <a:extLst>
              <a:ext uri="{FF2B5EF4-FFF2-40B4-BE49-F238E27FC236}">
                <a16:creationId xmlns:a16="http://schemas.microsoft.com/office/drawing/2014/main" id="{43B53A3F-670B-828B-7E2A-F97D1770EC42}"/>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24B57550-7F0C-1800-4C08-CA96CD856035}"/>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8" name="TextBox 87">
            <a:extLst>
              <a:ext uri="{FF2B5EF4-FFF2-40B4-BE49-F238E27FC236}">
                <a16:creationId xmlns:a16="http://schemas.microsoft.com/office/drawing/2014/main" id="{04976868-006F-4503-EA24-02079F2FF07C}"/>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C02B6F9-BF04-3C71-C413-65BA13B2B846}"/>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61016B0F-F1FE-363B-8852-974E0BFEC0E0}"/>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B005F749-B273-9280-1C12-A8AC46F4184B}"/>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12C96D10-84A9-BDD1-4ACC-601AADA3A661}"/>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1BA2C028-E5E4-096E-C171-3999A4B2C184}"/>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316F248A-939D-931A-E0AE-1CA65D2BEBC8}"/>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3CFF4E1E-117C-DB08-C9E0-758FFF5F730A}"/>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62" name="TextBox 61">
            <a:extLst>
              <a:ext uri="{FF2B5EF4-FFF2-40B4-BE49-F238E27FC236}">
                <a16:creationId xmlns:a16="http://schemas.microsoft.com/office/drawing/2014/main" id="{30BE708D-F001-C956-9283-3E678BF2DBF3}"/>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7142895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9BC198-0025-6C1E-C1B7-782FD06CD9D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55ABF4D-CC74-BDDF-81BC-606EAA704B6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F15AF27-6832-2E40-DAD9-03865F6C20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39C700-EC6D-A005-698A-75A79AF5F08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CD035DA-E280-6F6B-F5F7-E1385615858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F3330FE-96D2-B523-A802-BC8B1527B1F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DA3695C-5A99-D60F-26E6-5869CA21AD5D}"/>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16" name="TextBox 15">
            <a:extLst>
              <a:ext uri="{FF2B5EF4-FFF2-40B4-BE49-F238E27FC236}">
                <a16:creationId xmlns:a16="http://schemas.microsoft.com/office/drawing/2014/main" id="{F678544D-60FE-3469-239B-74F1A969253F}"/>
              </a:ext>
            </a:extLst>
          </p:cNvPr>
          <p:cNvSpPr txBox="1"/>
          <p:nvPr/>
        </p:nvSpPr>
        <p:spPr>
          <a:xfrm>
            <a:off x="4645378" y="1402877"/>
            <a:ext cx="570089" cy="230832"/>
          </a:xfrm>
          <a:prstGeom prst="rect">
            <a:avLst/>
          </a:prstGeom>
          <a:noFill/>
        </p:spPr>
        <p:txBody>
          <a:bodyPr wrap="square" rtlCol="0">
            <a:spAutoFit/>
          </a:bodyPr>
          <a:lstStyle/>
          <a:p>
            <a:pPr algn="ctr"/>
            <a:r>
              <a:rPr lang="en-US" sz="900" dirty="0"/>
              <a:t>31</a:t>
            </a:r>
          </a:p>
        </p:txBody>
      </p:sp>
      <p:sp>
        <p:nvSpPr>
          <p:cNvPr id="18" name="TextBox 17">
            <a:extLst>
              <a:ext uri="{FF2B5EF4-FFF2-40B4-BE49-F238E27FC236}">
                <a16:creationId xmlns:a16="http://schemas.microsoft.com/office/drawing/2014/main" id="{0919F72D-9EB6-75BD-9ED7-CC50C0269398}"/>
              </a:ext>
            </a:extLst>
          </p:cNvPr>
          <p:cNvSpPr txBox="1"/>
          <p:nvPr/>
        </p:nvSpPr>
        <p:spPr>
          <a:xfrm>
            <a:off x="5650090" y="1402877"/>
            <a:ext cx="570089" cy="230832"/>
          </a:xfrm>
          <a:prstGeom prst="rect">
            <a:avLst/>
          </a:prstGeom>
          <a:noFill/>
        </p:spPr>
        <p:txBody>
          <a:bodyPr wrap="square" rtlCol="0">
            <a:spAutoFit/>
          </a:bodyPr>
          <a:lstStyle/>
          <a:p>
            <a:pPr algn="ctr"/>
            <a:r>
              <a:rPr lang="en-US" sz="900" dirty="0"/>
              <a:t>13</a:t>
            </a:r>
          </a:p>
        </p:txBody>
      </p:sp>
      <p:sp>
        <p:nvSpPr>
          <p:cNvPr id="25" name="TextBox 24">
            <a:extLst>
              <a:ext uri="{FF2B5EF4-FFF2-40B4-BE49-F238E27FC236}">
                <a16:creationId xmlns:a16="http://schemas.microsoft.com/office/drawing/2014/main" id="{DCF1D10E-C686-6D75-1E19-F6CA5D08B993}"/>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12D73FC0-AB16-816C-903B-AFEABD138D8F}"/>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6B458693-B442-4A01-4F0F-0D3550F41BBB}"/>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9E05438-33EE-B453-4249-3D1C6E29B71C}"/>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EE7871CA-F59F-932E-80F3-563200438CD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2240B6A3-1DD4-92B5-61CD-629A70024395}"/>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5F0E629-D1C4-2E9A-6725-EF62579E375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C3394E40-3B79-A11F-CB3A-D97A20E46B6E}"/>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AA4F7BE-3B9B-C9A9-9738-461ADC966642}"/>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0EDABAF-2CC5-5794-87BA-2EA3AEFAB6BE}"/>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844F5F7C-0A26-A436-D46C-C52468514EDC}"/>
              </a:ext>
            </a:extLst>
          </p:cNvPr>
          <p:cNvSpPr txBox="1"/>
          <p:nvPr/>
        </p:nvSpPr>
        <p:spPr>
          <a:xfrm>
            <a:off x="4645378" y="1903821"/>
            <a:ext cx="570089" cy="230832"/>
          </a:xfrm>
          <a:prstGeom prst="rect">
            <a:avLst/>
          </a:prstGeom>
          <a:noFill/>
        </p:spPr>
        <p:txBody>
          <a:bodyPr wrap="square" rtlCol="0">
            <a:spAutoFit/>
          </a:bodyPr>
          <a:lstStyle/>
          <a:p>
            <a:pPr algn="ctr"/>
            <a:r>
              <a:rPr lang="en-US" sz="900" dirty="0"/>
              <a:t>68</a:t>
            </a:r>
          </a:p>
        </p:txBody>
      </p:sp>
      <p:sp>
        <p:nvSpPr>
          <p:cNvPr id="51" name="TextBox 50">
            <a:extLst>
              <a:ext uri="{FF2B5EF4-FFF2-40B4-BE49-F238E27FC236}">
                <a16:creationId xmlns:a16="http://schemas.microsoft.com/office/drawing/2014/main" id="{BB254710-B3CF-F760-08E3-A3722985F257}"/>
              </a:ext>
            </a:extLst>
          </p:cNvPr>
          <p:cNvSpPr txBox="1"/>
          <p:nvPr/>
        </p:nvSpPr>
        <p:spPr>
          <a:xfrm>
            <a:off x="5650090" y="1903821"/>
            <a:ext cx="570089" cy="230832"/>
          </a:xfrm>
          <a:prstGeom prst="rect">
            <a:avLst/>
          </a:prstGeom>
          <a:noFill/>
        </p:spPr>
        <p:txBody>
          <a:bodyPr wrap="square" rtlCol="0">
            <a:spAutoFit/>
          </a:bodyPr>
          <a:lstStyle/>
          <a:p>
            <a:pPr algn="ctr"/>
            <a:r>
              <a:rPr lang="en-US" sz="900" dirty="0"/>
              <a:t>86</a:t>
            </a:r>
          </a:p>
        </p:txBody>
      </p:sp>
      <p:sp>
        <p:nvSpPr>
          <p:cNvPr id="57" name="TextBox 56">
            <a:extLst>
              <a:ext uri="{FF2B5EF4-FFF2-40B4-BE49-F238E27FC236}">
                <a16:creationId xmlns:a16="http://schemas.microsoft.com/office/drawing/2014/main" id="{F270E412-C6D0-0DE8-7AED-CD14883EE074}"/>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EB05BD5-5DD9-208A-893A-F59B060BAC8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DB214025-6779-805B-7A72-6B16CD0B0C77}"/>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576F7B6D-ECC2-B4B2-3077-2C68D3BFB97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44DC76C-70A9-598E-A6F9-A08D9020C2B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4F88FC7E-4111-0997-27C4-C1D35F05088C}"/>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98AA7153-358F-379E-0779-B10091538DE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E2DFC386-F7ED-B5D9-95D9-44049A61199E}"/>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1B93D96A-004D-4E0D-760E-7E3184937A22}"/>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56A6C3F3-D43D-E756-05BD-BBAB4D945C50}"/>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9D7288E-5EF1-A3F7-6673-F8EC3962916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C64E0707-612E-49E1-6175-93BB92DE75C5}"/>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9FC1930-5481-9153-76C0-EEE656D64234}"/>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8D9FF88C-E91E-21C0-C67D-A2A68436A776}"/>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F3F221E9-9A6E-EB07-51EA-1C1F3382D158}"/>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1AF7C621-9732-9C0E-1E54-23C70C31A60C}"/>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577D4194-D54D-4D2B-F5A5-879BA1196164}"/>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0EEC3FFC-30B7-597A-79D0-C95A7416D223}"/>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B8BB2E9D-E4C5-9710-0C8E-928FAD50E4AC}"/>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81AB2C7-7740-FC99-0B33-5ED05204BCF3}"/>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6CD2403-C790-C944-0E63-E2AE3D8FEBD7}"/>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686A7076-7B58-CD01-AD6C-EFCE2558EFFE}"/>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3FA5121-1EF3-3E7A-99D2-D42E01806FE1}"/>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7EE440DB-8994-4E03-EC34-128F1962CD5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61DDC76-88F3-107D-EBD7-1E2E0075FDB2}"/>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A990FA81-6331-3E2F-F41F-7E0A78A847FB}"/>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653308CC-2705-05DC-5C08-164DCFFE42F8}"/>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9A441F72-EE55-8A2B-744A-E3770ADE9CFF}"/>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E88222D6-0EC6-05C2-554F-8620AD776602}"/>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D371719-FF4E-2203-21A9-BE3709A35FE1}"/>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7C0BB67E-8CEC-6208-980E-E3D567608A9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E9D39B07-6550-1548-2465-02BDF457026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36AFA702-FE42-D953-1AB6-25F1FFE351C8}"/>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0524444C-EE00-00CA-FF16-1382FA2C52FE}"/>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D7D742F2-333D-E6F8-5B77-F6CC17AF6FF3}"/>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3DB4A4B3-94F3-2BCE-819E-F6EB695CA4A4}"/>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649DEDDC-480A-D8BF-A2F5-DD8F7DB7D245}"/>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4AF50BAD-58BA-4757-9E85-BEA319E3D9AE}"/>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2356E152-E405-FAA7-6758-B4E6358A70A3}"/>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38EA250B-010D-5AD6-A69D-1C0694708027}"/>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BB5BFF3F-9F56-97D8-14B5-A34AFD84DBFE}"/>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35AD5D06-6897-8FA3-4DA7-C85E55BB58A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731B83CF-11EA-CFB4-D353-600693D7979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9548360F-A545-EA5A-3BB6-09267A0E1DA9}"/>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AB197D6D-A7B9-89BC-F7F5-6AD02D3DAE03}"/>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642F6A1E-05AB-CF31-EB47-5FE8DD68533A}"/>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8146BAF-135B-6D71-1286-52220DE3A1C4}"/>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3C29F9A9-ADD0-F0B1-711E-2259F6E1DD8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692AD30A-FE3F-B2BE-A56B-1812A1DC1DDA}"/>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0C53D6AD-2C7D-8045-D16B-890C99D477D2}"/>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A3A202BA-9F55-3565-B54E-95C53697AB8A}"/>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F31E74E2-8986-0CAE-08DD-2FB37756D74F}"/>
              </a:ext>
            </a:extLst>
          </p:cNvPr>
          <p:cNvSpPr txBox="1"/>
          <p:nvPr/>
        </p:nvSpPr>
        <p:spPr>
          <a:xfrm>
            <a:off x="5650090" y="2905709"/>
            <a:ext cx="570089" cy="230832"/>
          </a:xfrm>
          <a:prstGeom prst="rect">
            <a:avLst/>
          </a:prstGeom>
          <a:noFill/>
        </p:spPr>
        <p:txBody>
          <a:bodyPr wrap="square" rtlCol="0">
            <a:spAutoFit/>
          </a:bodyPr>
          <a:lstStyle/>
          <a:p>
            <a:pPr algn="ctr"/>
            <a:r>
              <a:rPr lang="en-US" sz="900" dirty="0"/>
              <a:t>158</a:t>
            </a:r>
          </a:p>
        </p:txBody>
      </p:sp>
      <p:sp>
        <p:nvSpPr>
          <p:cNvPr id="85" name="TextBox 84">
            <a:extLst>
              <a:ext uri="{FF2B5EF4-FFF2-40B4-BE49-F238E27FC236}">
                <a16:creationId xmlns:a16="http://schemas.microsoft.com/office/drawing/2014/main" id="{1F2538F3-14C6-1AE1-FDD6-05523C610A14}"/>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ED3F678F-26DF-188E-AF92-73297CCE8A9D}"/>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8" name="TextBox 87">
            <a:extLst>
              <a:ext uri="{FF2B5EF4-FFF2-40B4-BE49-F238E27FC236}">
                <a16:creationId xmlns:a16="http://schemas.microsoft.com/office/drawing/2014/main" id="{E537494E-53B7-87A8-54D3-890073B8D0EB}"/>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0DD9D6A-0F9D-C11F-1543-0D10FF11A777}"/>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1F50A562-4F1B-5DEF-840E-94B649A09A84}"/>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C9877F0E-3D8A-C41B-6A98-58C397294260}"/>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3814330-9C1D-3C95-3274-301839048994}"/>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82350C44-7208-72A5-59A9-5F5782329D39}"/>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BB41364A-5A2E-8524-341A-A777A17EE908}"/>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5E6D9886-02E8-2054-E638-9A8BC261EFA1}"/>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BA9E27D-8CB1-96B4-928F-C18738CFF2E3}"/>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D2DCC73-E660-9E59-9975-E2DA8BBFF4C3}"/>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9A7BAD87-9908-9ED4-A667-07363CEC4B46}"/>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1DE03C1A-2954-2847-874C-CB7EBEA30993}"/>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19837250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98499-9BB4-193C-4FCC-BE5921204EA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BE321F-727B-C8FF-7CF1-4EAF93C8969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6A81DB4-A7E7-5CB1-5057-9C7AFF35234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47DF792-7598-A39F-66C7-A9E56E95196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16AFAB9-3C74-C79C-56E7-2ADDBEA1FE9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61C9448-DEF4-6B5E-D628-06A9C9B32B4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0063AB-FBFF-B622-90F0-B2CC2A847591}"/>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378D0786-F4F6-AF13-A800-7D9D9D76C759}"/>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55B0EDC2-EA0E-ACE5-D3EE-3B98DE94D8BA}"/>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8F6AE418-423A-2518-8EB1-924ED395A869}"/>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5D12682-C064-4DC5-CA80-413963EB4AD3}"/>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25DEB99D-200B-799A-D374-7BEBD52BF2C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7D1EC35E-FFC5-8352-37C9-575B2756A7B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C4471CBA-2E3E-1C99-5FC5-D584CE889F2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6BB915BD-0636-91CC-DCF6-9AE9C4337F4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E92FF98-6BF5-12D9-F971-E209FE33EA1A}"/>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1A93572-A7AB-764F-D558-83248A9633EC}"/>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F4ED40B0-0D10-BBA7-CB66-08821F0D07E9}"/>
              </a:ext>
            </a:extLst>
          </p:cNvPr>
          <p:cNvSpPr txBox="1"/>
          <p:nvPr/>
        </p:nvSpPr>
        <p:spPr>
          <a:xfrm>
            <a:off x="4645378" y="1903821"/>
            <a:ext cx="570089" cy="230832"/>
          </a:xfrm>
          <a:prstGeom prst="rect">
            <a:avLst/>
          </a:prstGeom>
          <a:noFill/>
        </p:spPr>
        <p:txBody>
          <a:bodyPr wrap="square" rtlCol="0">
            <a:spAutoFit/>
          </a:bodyPr>
          <a:lstStyle/>
          <a:p>
            <a:pPr algn="ctr"/>
            <a:r>
              <a:rPr lang="en-US" sz="900" dirty="0"/>
              <a:t>68</a:t>
            </a:r>
          </a:p>
        </p:txBody>
      </p:sp>
      <p:sp>
        <p:nvSpPr>
          <p:cNvPr id="51" name="TextBox 50">
            <a:extLst>
              <a:ext uri="{FF2B5EF4-FFF2-40B4-BE49-F238E27FC236}">
                <a16:creationId xmlns:a16="http://schemas.microsoft.com/office/drawing/2014/main" id="{72DB0A6C-A194-5AE0-8AEA-E27EF039ADC9}"/>
              </a:ext>
            </a:extLst>
          </p:cNvPr>
          <p:cNvSpPr txBox="1"/>
          <p:nvPr/>
        </p:nvSpPr>
        <p:spPr>
          <a:xfrm>
            <a:off x="5650090" y="1903821"/>
            <a:ext cx="570089" cy="230832"/>
          </a:xfrm>
          <a:prstGeom prst="rect">
            <a:avLst/>
          </a:prstGeom>
          <a:noFill/>
        </p:spPr>
        <p:txBody>
          <a:bodyPr wrap="square" rtlCol="0">
            <a:spAutoFit/>
          </a:bodyPr>
          <a:lstStyle/>
          <a:p>
            <a:pPr algn="ctr"/>
            <a:r>
              <a:rPr lang="en-US" sz="900" dirty="0"/>
              <a:t>86</a:t>
            </a:r>
          </a:p>
        </p:txBody>
      </p:sp>
      <p:sp>
        <p:nvSpPr>
          <p:cNvPr id="57" name="TextBox 56">
            <a:extLst>
              <a:ext uri="{FF2B5EF4-FFF2-40B4-BE49-F238E27FC236}">
                <a16:creationId xmlns:a16="http://schemas.microsoft.com/office/drawing/2014/main" id="{EDC2CCF2-E3CC-1400-A48C-4CCF28CB18E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814F8092-C849-FC07-4A2E-2DB85A2CC1EB}"/>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F5CA8EF9-2842-A548-BFF7-806A71E3EA1B}"/>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12EC95F-02F8-4963-C578-5A803C02D55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FA67261-E9D5-AF73-207C-6043E6F45A6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514C5871-6820-1039-E30E-8966BCBDAFD7}"/>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A4469D7-9AB0-01CB-839A-6682386E1596}"/>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804111A-557A-1878-0F1E-FE53C5109AC8}"/>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62D94F53-1F80-4B6E-C59C-F183C9960563}"/>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EC285B25-6651-1DC3-8980-417546A69F5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DE431613-0137-454D-5B66-3C57C8BD409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CD6EA803-F28D-8BDC-BB09-7D4D9F7BE6BE}"/>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4BF3AE1A-2C43-65EB-2A6E-B9E0C0E79DF2}"/>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6F826DA5-369D-B526-4D38-2CBEBFCA67DA}"/>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0E6BF597-8D90-AB15-535D-D39A41C923B3}"/>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7C8BDEC6-DA47-AAA3-0C18-74355E35A818}"/>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8613D8B7-0EAA-7763-C765-88B8C899E3B6}"/>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195A51FC-F446-0D87-F593-083949076AA1}"/>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1FF910B7-2BDA-0A07-48AA-EC057D944696}"/>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47866D7-5C55-DA11-DA53-88847AEA1C5E}"/>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C92567A4-4216-5212-4600-57014F9AC81F}"/>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D7FC378D-AE39-02E9-6A2D-3450EC7E2EF1}"/>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C020115D-D037-2A19-542F-860B92A5CADB}"/>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714F3A55-E77F-4509-C5D2-1259C266CAE8}"/>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8E92A757-E8E8-7465-67B8-4296F81A872C}"/>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49B284EB-3411-E997-398B-42055D9F9E12}"/>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A9AF99E-E26C-E111-FAE7-1969BF15E144}"/>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B8156C9-71A5-DD0B-87D4-C9A8B3C2315E}"/>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DFA5BF21-133F-99A8-3840-0CD54FFACF57}"/>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A9788353-F74C-6661-ABC0-94B38FD78FB8}"/>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6F91FA79-698B-794A-337E-C24D84959445}"/>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DDC0C8CE-782A-F128-6E26-5A7FA13E957F}"/>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1BB2947B-2F26-42FC-EE65-03E4267AD4A6}"/>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9544F51-31A4-6B8E-ACA2-1278F33580A3}"/>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73C287B9-1026-DC01-2B72-EF371B82BD3D}"/>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05AEA104-A386-FF21-5DDF-9825FEB2C54F}"/>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DD976EBD-2ADA-BA85-EE93-479B67297B6D}"/>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D203CDD5-243D-E4F9-8B8F-C78C11C3D871}"/>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B0192D9-5BD7-EC1E-45D7-30065228867D}"/>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2049F415-B088-533D-D1AC-0774BC2B639D}"/>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F33BE63B-EBEE-EA6A-04D5-05006B107FCF}"/>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331C1039-B363-30B4-4B1E-B5C0C97B63D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4727E97B-5922-974E-BBCF-E245C2B8FA8F}"/>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0A140766-CE9C-5CAF-2EF4-ADB3A1C3671C}"/>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2AC291B9-AE27-A226-01D3-7BAD5631EB18}"/>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86A66995-35E6-3087-E0CD-A406F8573F5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D51002C0-08E0-8FA0-768E-02A619FF0F6E}"/>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AADF9BC5-CB86-88C5-695E-722133B3CE69}"/>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AFA0B9EB-CECD-9A3F-C5A0-D8D5179254A2}"/>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6CFCB101-2C72-0F26-3B03-78B6E1AB73AC}"/>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FD2FA7E0-01B8-D943-F495-2A339734E89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6A9715A4-202F-4AA3-0B65-170689A9CF52}"/>
              </a:ext>
            </a:extLst>
          </p:cNvPr>
          <p:cNvSpPr txBox="1"/>
          <p:nvPr/>
        </p:nvSpPr>
        <p:spPr>
          <a:xfrm>
            <a:off x="5650090" y="2905709"/>
            <a:ext cx="570089" cy="230832"/>
          </a:xfrm>
          <a:prstGeom prst="rect">
            <a:avLst/>
          </a:prstGeom>
          <a:noFill/>
        </p:spPr>
        <p:txBody>
          <a:bodyPr wrap="square" rtlCol="0">
            <a:spAutoFit/>
          </a:bodyPr>
          <a:lstStyle/>
          <a:p>
            <a:pPr algn="ctr"/>
            <a:r>
              <a:rPr lang="en-US" sz="900" dirty="0"/>
              <a:t>158</a:t>
            </a:r>
          </a:p>
        </p:txBody>
      </p:sp>
      <p:sp>
        <p:nvSpPr>
          <p:cNvPr id="85" name="TextBox 84">
            <a:extLst>
              <a:ext uri="{FF2B5EF4-FFF2-40B4-BE49-F238E27FC236}">
                <a16:creationId xmlns:a16="http://schemas.microsoft.com/office/drawing/2014/main" id="{A228744F-1BE1-F6F1-E3DB-FE8323A8F2EA}"/>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4B828659-90ED-00BE-D568-0C63A3E399B6}"/>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8" name="TextBox 87">
            <a:extLst>
              <a:ext uri="{FF2B5EF4-FFF2-40B4-BE49-F238E27FC236}">
                <a16:creationId xmlns:a16="http://schemas.microsoft.com/office/drawing/2014/main" id="{914E7C50-C407-0278-693F-E0EC69FA6B85}"/>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E2BEDE87-B4D9-2D2D-221E-9D332F5FB990}"/>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7C27A5C4-04DB-4FE3-628C-0998410A92A9}"/>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D3C6F665-1A44-70B6-4C55-7BB5B00BE131}"/>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B340559E-09E4-17CD-90F1-0E8673FB39C2}"/>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EBFA130E-495F-8D46-E432-4E19DC26AD40}"/>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2AF8B1D0-E245-7B3E-D208-18395AF0A193}"/>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A3F64390-471C-EF4D-516C-8F9A48A52444}"/>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BDF46B1B-D159-38F5-2C47-5CA88D077F7E}"/>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9CA2CC56-A9D9-2D34-63B6-21C2302ADB80}"/>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132A020F-AA08-91D6-D8C6-0BE8E0A36440}"/>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FD49F3B-DAA8-8699-0828-2AFB0EC0D9FA}"/>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A2431768-6E05-F12B-6FD4-1B2F1677579B}"/>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C1BAE28D-FB0D-D4FA-1284-1A5753C0B1D2}"/>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5924180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538BE-1A7D-02D5-2F71-9AB4852A08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552FCB-BA8C-3840-15DC-B45CAE5C9FC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E55F930-97E6-19BA-4963-8AF9069C4E0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797783D-69DE-3E29-308F-18E2D75038A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CBE75C9-D356-6A2C-F362-EE922BD8F9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E139BB0-DD64-CC73-2003-A82445D298F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43AF088-CB44-674C-AF22-5CFDF90EF43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0AAB0D5-C924-0642-D24D-514175E189B7}"/>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F699E827-C40F-FA1F-AFAE-191D68BC7912}"/>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15B04350-0BF1-B7FD-24A5-F77781ECEA68}"/>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3F4389AF-7B71-85EA-9303-A18673223540}"/>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ACF3A83-DAA6-3FFF-0F26-5B626DE01F01}"/>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D46607DB-E1FD-F303-50B5-F492348F6CC4}"/>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E7E3A88-86C1-70F7-1F76-811F7570DE0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806B6370-2FFA-0B9E-A1F6-E1F7EE184CD5}"/>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FC84EC1D-387D-2FBC-6B9C-106F38216236}"/>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40C9B790-C786-E099-18FF-1EFF057A60F0}"/>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11F42DC8-AFF0-E5B8-A099-26042BD1E9AC}"/>
              </a:ext>
            </a:extLst>
          </p:cNvPr>
          <p:cNvSpPr txBox="1"/>
          <p:nvPr/>
        </p:nvSpPr>
        <p:spPr>
          <a:xfrm>
            <a:off x="4645378" y="1903821"/>
            <a:ext cx="570089" cy="230832"/>
          </a:xfrm>
          <a:prstGeom prst="rect">
            <a:avLst/>
          </a:prstGeom>
          <a:noFill/>
        </p:spPr>
        <p:txBody>
          <a:bodyPr wrap="square" rtlCol="0">
            <a:spAutoFit/>
          </a:bodyPr>
          <a:lstStyle/>
          <a:p>
            <a:pPr algn="ctr"/>
            <a:r>
              <a:rPr lang="en-US" sz="900" dirty="0"/>
              <a:t>68</a:t>
            </a:r>
          </a:p>
        </p:txBody>
      </p:sp>
      <p:sp>
        <p:nvSpPr>
          <p:cNvPr id="51" name="TextBox 50">
            <a:extLst>
              <a:ext uri="{FF2B5EF4-FFF2-40B4-BE49-F238E27FC236}">
                <a16:creationId xmlns:a16="http://schemas.microsoft.com/office/drawing/2014/main" id="{1992FCDD-5264-58A6-03DD-38E907B23213}"/>
              </a:ext>
            </a:extLst>
          </p:cNvPr>
          <p:cNvSpPr txBox="1"/>
          <p:nvPr/>
        </p:nvSpPr>
        <p:spPr>
          <a:xfrm>
            <a:off x="5650090" y="1903821"/>
            <a:ext cx="570089" cy="230832"/>
          </a:xfrm>
          <a:prstGeom prst="rect">
            <a:avLst/>
          </a:prstGeom>
          <a:noFill/>
        </p:spPr>
        <p:txBody>
          <a:bodyPr wrap="square" rtlCol="0">
            <a:spAutoFit/>
          </a:bodyPr>
          <a:lstStyle/>
          <a:p>
            <a:pPr algn="ctr"/>
            <a:r>
              <a:rPr lang="en-US" sz="900" dirty="0"/>
              <a:t>86</a:t>
            </a:r>
          </a:p>
        </p:txBody>
      </p:sp>
      <p:sp>
        <p:nvSpPr>
          <p:cNvPr id="57" name="TextBox 56">
            <a:extLst>
              <a:ext uri="{FF2B5EF4-FFF2-40B4-BE49-F238E27FC236}">
                <a16:creationId xmlns:a16="http://schemas.microsoft.com/office/drawing/2014/main" id="{5F732B03-6B07-E542-85E2-05C9B01A76EE}"/>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4A33C78-13EF-6BDD-2C52-73290B871589}"/>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72E2BD29-7203-D922-21DE-E65483F966DF}"/>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5942F155-96CE-4898-4C91-A229787F6CE0}"/>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8B23189-6F83-2175-85C8-CEA8BF22163B}"/>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418E040E-5331-FBFB-A381-44CF4F16FC83}"/>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B12C2FEA-B931-78B3-47DC-A71D6BC113ED}"/>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9EA05EF4-E216-F894-AF26-B405278F12D6}"/>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C3F24F6E-8F3D-A973-AF5D-0BF9A1CEA4D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E27B6FF1-2E42-DF2A-952E-906349C637F4}"/>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366EF691-9F1C-E8F4-60F8-4AB05498A693}"/>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D5C07876-84F0-B2B4-51C7-BD17C1E4DA23}"/>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6E48586-962B-514D-D345-A6BB7D6D9B04}"/>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F3EA7FBD-95C9-A795-3841-A1FFC319E97D}"/>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3E4097DD-0330-C184-22FB-D3824AA4B670}"/>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2B212346-0875-39BD-CD34-FA1D2DE6EB48}"/>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80D7B466-E1A2-AE3A-55A1-FDA491297C5A}"/>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D7204541-35C5-2D3B-48B5-C45F29C88996}"/>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4207681F-31EF-D2E0-56F4-3810F32897E1}"/>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B80752A-557A-BCB5-4185-AA6A6F9C086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8219828-A5E2-71FE-0FB1-22CFAC4043DE}"/>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48A5FFB3-D623-BDFF-BC83-77940848FB7C}"/>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5156413-1087-A49A-D8C3-AE9AF93EC363}"/>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A76975E1-52C2-CA7D-8900-33D2ACEF0433}"/>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09AFBE2B-35D3-FF9B-5504-5E14D10F9D6F}"/>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B95D3B14-1464-872E-618E-8A9AA735EC14}"/>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CF293FF2-5B48-EAB0-DA11-BD25161E01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C20AD4EE-9DB3-CED9-3681-6EC2CA056CE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FBBF0569-4309-AE79-40A8-D651DF38EB70}"/>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AA2F8CF8-2721-4154-FB9B-90E799CBD416}"/>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8CAA2CB1-038C-D4BB-695A-0AE4818E3B24}"/>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0E95270F-1487-2844-DACE-BE7A4A139CE3}"/>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5809E08-F5AE-8D0E-46D5-215FF546E38A}"/>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3DF97C38-AA9B-0DC4-41F4-EF2156B774B2}"/>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29EBB7D1-CAF7-073A-7C56-C382B65CEA69}"/>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CBB9E34B-1D99-0C30-5B08-ECC9A383497E}"/>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8F9CE10C-D57D-EA44-DA54-BE1CC2C11C59}"/>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1F19C3A6-D6E8-708F-8E83-F38C93C38A7E}"/>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EAC7CF26-A875-C993-27B1-D2890E550935}"/>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32" name="TextBox 31">
            <a:extLst>
              <a:ext uri="{FF2B5EF4-FFF2-40B4-BE49-F238E27FC236}">
                <a16:creationId xmlns:a16="http://schemas.microsoft.com/office/drawing/2014/main" id="{CF5E0945-EA62-9F15-0450-836EBF1E89D8}"/>
              </a:ext>
            </a:extLst>
          </p:cNvPr>
          <p:cNvSpPr txBox="1"/>
          <p:nvPr/>
        </p:nvSpPr>
        <p:spPr>
          <a:xfrm>
            <a:off x="4143022" y="2905709"/>
            <a:ext cx="570089" cy="230832"/>
          </a:xfrm>
          <a:prstGeom prst="rect">
            <a:avLst/>
          </a:prstGeom>
          <a:noFill/>
        </p:spPr>
        <p:txBody>
          <a:bodyPr wrap="square" rtlCol="0">
            <a:spAutoFit/>
          </a:bodyPr>
          <a:lstStyle/>
          <a:p>
            <a:pPr algn="ctr"/>
            <a:r>
              <a:rPr lang="en-US" sz="900" dirty="0"/>
              <a:t>158</a:t>
            </a:r>
          </a:p>
        </p:txBody>
      </p:sp>
      <p:sp>
        <p:nvSpPr>
          <p:cNvPr id="46" name="TextBox 45">
            <a:extLst>
              <a:ext uri="{FF2B5EF4-FFF2-40B4-BE49-F238E27FC236}">
                <a16:creationId xmlns:a16="http://schemas.microsoft.com/office/drawing/2014/main" id="{AD9A8AAF-B757-592F-4B80-12E1ECBBE840}"/>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D4362789-8980-9F41-B12B-F290D2AF2C42}"/>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525E5DD-339C-E9D1-BC8B-01F96B18BCF0}"/>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28BF02E-403A-0BEC-11A3-E477E0D75C2F}"/>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18C88108-977B-3C06-9239-13440847C6DA}"/>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3B15EA57-9478-5FB0-EDCC-4FD382482544}"/>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9D385440-08FC-4D44-7CDD-23B787E5A749}"/>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8DE85943-A347-F88A-DCA1-80F2CD99F83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9FB96175-7EDA-D4A8-C8FE-A28DAEFF8803}"/>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09C2E44E-1A2A-B78E-DFB1-DADA92B7B3BF}"/>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B6248B77-C721-6596-96FC-33BB73182B4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D76AC979-5EE9-B279-A998-39327EAA8F18}"/>
              </a:ext>
            </a:extLst>
          </p:cNvPr>
          <p:cNvSpPr txBox="1"/>
          <p:nvPr/>
        </p:nvSpPr>
        <p:spPr>
          <a:xfrm>
            <a:off x="5650090" y="2905709"/>
            <a:ext cx="570089" cy="230832"/>
          </a:xfrm>
          <a:prstGeom prst="rect">
            <a:avLst/>
          </a:prstGeom>
          <a:noFill/>
        </p:spPr>
        <p:txBody>
          <a:bodyPr wrap="square" rtlCol="0">
            <a:spAutoFit/>
          </a:bodyPr>
          <a:lstStyle/>
          <a:p>
            <a:pPr algn="ctr"/>
            <a:r>
              <a:rPr lang="en-US" sz="900" dirty="0"/>
              <a:t>58</a:t>
            </a:r>
          </a:p>
        </p:txBody>
      </p:sp>
      <p:sp>
        <p:nvSpPr>
          <p:cNvPr id="85" name="TextBox 84">
            <a:extLst>
              <a:ext uri="{FF2B5EF4-FFF2-40B4-BE49-F238E27FC236}">
                <a16:creationId xmlns:a16="http://schemas.microsoft.com/office/drawing/2014/main" id="{88A4A17C-FE92-9885-DFCD-5FACBF0ACE2F}"/>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D2056BA0-514F-E591-78FE-49C1BE7BB739}"/>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8" name="TextBox 87">
            <a:extLst>
              <a:ext uri="{FF2B5EF4-FFF2-40B4-BE49-F238E27FC236}">
                <a16:creationId xmlns:a16="http://schemas.microsoft.com/office/drawing/2014/main" id="{4FC79ABB-B267-65D2-1BDB-0BD1BA3FF625}"/>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C528DED2-9FA7-11C5-5804-9BF83B538F15}"/>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9820A7F-A011-F824-F8FD-733F084B7F68}"/>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3E31AB6B-3BDB-E4A7-3E8C-3B499381CF71}"/>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F41805C-DDE3-D168-D00B-FA039252F0F3}"/>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DF86B4F4-F9DC-C681-27FD-80257718E00E}"/>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0EE864BE-F5D8-BD12-7483-9223EF8F3D57}"/>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D74FCEE3-0BFB-5096-A1AB-AB8AAC1B03E9}"/>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38EB45D5-6B37-D924-3E12-9FF6578CCD91}"/>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E3C9B469-9705-F6C3-979F-2DC295E82BA0}"/>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0C175AEF-70C5-FFF6-90CC-42297FB9B40D}"/>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DF1F762-EC80-C003-43B4-6BFD931AE71B}"/>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9D9273A0-04AE-EE46-2783-7DE488BA3C7A}"/>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E8BEC878-7B4F-FD88-3563-6137637A3E25}"/>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86645400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A9776-37A0-3315-CF1B-BCCCAE2A52B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18A85D-7C80-ED99-9788-CF465F29CADC}"/>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1578424-5431-D678-711E-727EF03C9F3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8387C99-3D57-CA54-85E6-6748CD212DC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A844E9F-1457-2020-DE4E-1663A5E1662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987344A-3993-8C50-CB7A-B00C1E62940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02AE4E7-86D5-E874-1807-DD2DA169A7C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AB05D810-4DF5-F280-0E0D-37C138966119}"/>
              </a:ext>
            </a:extLst>
          </p:cNvPr>
          <p:cNvSpPr txBox="1"/>
          <p:nvPr/>
        </p:nvSpPr>
        <p:spPr>
          <a:xfrm>
            <a:off x="7157158" y="2404765"/>
            <a:ext cx="570089" cy="230832"/>
          </a:xfrm>
          <a:prstGeom prst="rect">
            <a:avLst/>
          </a:prstGeom>
          <a:no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3F5E9294-F31D-6713-9B66-AAABDCEA2451}"/>
              </a:ext>
            </a:extLst>
          </p:cNvPr>
          <p:cNvSpPr txBox="1"/>
          <p:nvPr/>
        </p:nvSpPr>
        <p:spPr>
          <a:xfrm>
            <a:off x="7157158" y="2905709"/>
            <a:ext cx="570089" cy="230832"/>
          </a:xfrm>
          <a:prstGeom prst="rect">
            <a:avLst/>
          </a:prstGeom>
          <a:no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D7F25F0B-26BD-36E9-58B5-78B82F460EC0}"/>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11C09CEB-1D0E-D301-F83C-2B921B3FA7E7}"/>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8D5CD5FF-78AD-3AFD-2A9F-70ECDEBA276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45584EB9-DC15-D295-48F6-23E020E8B24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AE602AFF-D8ED-FDA5-8438-2926A192224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9F02C981-8A0F-3222-3C2B-5FF4395334CD}"/>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A8AD7394-18F5-82F9-17EF-A9EDE781EF21}"/>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289E3FFA-13A8-9438-0EFE-3C2747CE611D}"/>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B321DC02-D4DE-1910-EF1C-246B853E4140}"/>
              </a:ext>
            </a:extLst>
          </p:cNvPr>
          <p:cNvSpPr txBox="1"/>
          <p:nvPr/>
        </p:nvSpPr>
        <p:spPr>
          <a:xfrm>
            <a:off x="4645378" y="1903821"/>
            <a:ext cx="570089" cy="230832"/>
          </a:xfrm>
          <a:prstGeom prst="rect">
            <a:avLst/>
          </a:prstGeom>
          <a:noFill/>
        </p:spPr>
        <p:txBody>
          <a:bodyPr wrap="square" rtlCol="0">
            <a:spAutoFit/>
          </a:bodyPr>
          <a:lstStyle/>
          <a:p>
            <a:pPr algn="ctr"/>
            <a:r>
              <a:rPr lang="en-US" sz="900" dirty="0"/>
              <a:t>68</a:t>
            </a:r>
          </a:p>
        </p:txBody>
      </p:sp>
      <p:sp>
        <p:nvSpPr>
          <p:cNvPr id="51" name="TextBox 50">
            <a:extLst>
              <a:ext uri="{FF2B5EF4-FFF2-40B4-BE49-F238E27FC236}">
                <a16:creationId xmlns:a16="http://schemas.microsoft.com/office/drawing/2014/main" id="{035F2792-4C80-E022-196C-45BE0CBE5BBA}"/>
              </a:ext>
            </a:extLst>
          </p:cNvPr>
          <p:cNvSpPr txBox="1"/>
          <p:nvPr/>
        </p:nvSpPr>
        <p:spPr>
          <a:xfrm>
            <a:off x="5650090" y="1903821"/>
            <a:ext cx="570089" cy="230832"/>
          </a:xfrm>
          <a:prstGeom prst="rect">
            <a:avLst/>
          </a:prstGeom>
          <a:noFill/>
        </p:spPr>
        <p:txBody>
          <a:bodyPr wrap="square" rtlCol="0">
            <a:spAutoFit/>
          </a:bodyPr>
          <a:lstStyle/>
          <a:p>
            <a:pPr algn="ctr"/>
            <a:r>
              <a:rPr lang="en-US" sz="900" dirty="0"/>
              <a:t>86</a:t>
            </a:r>
          </a:p>
        </p:txBody>
      </p:sp>
      <p:sp>
        <p:nvSpPr>
          <p:cNvPr id="57" name="TextBox 56">
            <a:extLst>
              <a:ext uri="{FF2B5EF4-FFF2-40B4-BE49-F238E27FC236}">
                <a16:creationId xmlns:a16="http://schemas.microsoft.com/office/drawing/2014/main" id="{BA56FC2D-AE07-F3E0-19E9-87179801C7DF}"/>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A210C8B0-2245-7F9C-7786-6FDE55E27CBD}"/>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D93E996D-5AA8-83A2-A226-06396189648C}"/>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95AAFDEB-D3A0-B0BF-01A0-05BE2E41DCC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DB495F27-747E-47CF-1943-60F66D204BFF}"/>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DDEA6294-0C58-BDAD-5188-57C09DF21460}"/>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5E30007D-48E7-8692-8B3E-785950201907}"/>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0C039B53-91E5-A694-F0B1-FBF8E2580C38}"/>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518EB62-B94D-407F-2189-919F23930DB9}"/>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1070C6B7-6C73-E2EC-4A6F-C47EAB7E0075}"/>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E527AB00-8068-2C03-777F-57046F865AA1}"/>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56D03F6A-10FF-E711-7C16-B9804595BB2F}"/>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36D8184-2900-411D-FF74-C64DFB275DC5}"/>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4745B76D-BB63-78F1-6F76-3AD16881A8CD}"/>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BB6A691A-A820-8040-C190-DC69AE8DF7D4}"/>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80CA36BC-F976-E758-ECE2-F1672A31B591}"/>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84678AC-AE72-E519-9955-8D725A64282E}"/>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29840BEA-BF0E-92B9-5FB1-CE03D4F4A481}"/>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7B3631D6-CD68-55EB-044E-58F455043B16}"/>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670F7FE-0A59-6BF7-6A1D-0D37A4F49C72}"/>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8DE66BD9-F4C0-6D8E-9BD9-2F859FA04660}"/>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C956BF7E-24B5-A4A9-9457-792991538D3F}"/>
              </a:ext>
            </a:extLst>
          </p:cNvPr>
          <p:cNvSpPr txBox="1"/>
          <p:nvPr/>
        </p:nvSpPr>
        <p:spPr>
          <a:xfrm>
            <a:off x="4645378" y="3907597"/>
            <a:ext cx="570089" cy="230832"/>
          </a:xfrm>
          <a:prstGeom prst="rect">
            <a:avLst/>
          </a:prstGeom>
          <a:no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FC82350E-F61A-E882-873F-F7FD9AF74D08}"/>
              </a:ext>
            </a:extLst>
          </p:cNvPr>
          <p:cNvSpPr txBox="1"/>
          <p:nvPr/>
        </p:nvSpPr>
        <p:spPr>
          <a:xfrm>
            <a:off x="5650090" y="3907597"/>
            <a:ext cx="570089" cy="230832"/>
          </a:xfrm>
          <a:prstGeom prst="rect">
            <a:avLst/>
          </a:prstGeom>
          <a:no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5D5DDFB1-FFC5-4274-E1EB-06D1A0608B49}"/>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EBB2718B-885C-56EE-1857-73A7AD2B5A03}"/>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50730F5D-DDA7-E27C-7C15-40924E6C4842}"/>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0AA78C49-70FB-312F-7848-F04986DAA3A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0DC2B66-F75E-B244-9416-355760DD6777}"/>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5A6E9787-D903-3A36-C311-9BD191367B9E}"/>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628B8D2-B48E-1A68-6983-32EAA6A07C93}"/>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B33AD6BE-21EA-60E5-E9BF-12FC493B4F5E}"/>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51D7156F-865B-ADD6-D7DB-E7FA015705B4}"/>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5BA5A981-8CB5-E471-BF7F-D0FF14BD4963}"/>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9FC4CA41-BF55-2C32-9698-EE2AFAFFC2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F20628B1-14CB-1755-EFDF-8D2BC80B60CF}"/>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ED274D14-D111-2F52-4087-8EAE325EAA14}"/>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0E5C04E7-8DA7-B90F-67A7-B4FEFB9D6A2B}"/>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84A02709-8860-ED6F-AB81-EFAB560ADD05}"/>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A65736C0-4C1A-6A9C-46A1-6CFBC5EC4BEC}"/>
              </a:ext>
            </a:extLst>
          </p:cNvPr>
          <p:cNvSpPr txBox="1"/>
          <p:nvPr/>
        </p:nvSpPr>
        <p:spPr>
          <a:xfrm>
            <a:off x="4143022" y="2404765"/>
            <a:ext cx="570089" cy="230832"/>
          </a:xfrm>
          <a:prstGeom prst="rect">
            <a:avLst/>
          </a:prstGeom>
          <a:noFill/>
        </p:spPr>
        <p:txBody>
          <a:bodyPr wrap="square" rtlCol="0">
            <a:spAutoFit/>
          </a:bodyPr>
          <a:lstStyle/>
          <a:p>
            <a:pPr algn="ctr"/>
            <a:r>
              <a:rPr lang="en-US" sz="900" dirty="0"/>
              <a:t>85</a:t>
            </a:r>
          </a:p>
        </p:txBody>
      </p:sp>
      <p:sp>
        <p:nvSpPr>
          <p:cNvPr id="46" name="TextBox 45">
            <a:extLst>
              <a:ext uri="{FF2B5EF4-FFF2-40B4-BE49-F238E27FC236}">
                <a16:creationId xmlns:a16="http://schemas.microsoft.com/office/drawing/2014/main" id="{6C48C945-9758-B4D6-1DE2-0EADB4970A6C}"/>
              </a:ext>
            </a:extLst>
          </p:cNvPr>
          <p:cNvSpPr txBox="1"/>
          <p:nvPr/>
        </p:nvSpPr>
        <p:spPr>
          <a:xfrm>
            <a:off x="4143022" y="3406653"/>
            <a:ext cx="570089" cy="230832"/>
          </a:xfrm>
          <a:prstGeom prst="rect">
            <a:avLst/>
          </a:prstGeom>
          <a:noFill/>
        </p:spPr>
        <p:txBody>
          <a:bodyPr wrap="square" rtlCol="0">
            <a:spAutoFit/>
          </a:bodyPr>
          <a:lstStyle/>
          <a:p>
            <a:pPr algn="ctr"/>
            <a:r>
              <a:rPr lang="en-US" sz="900" dirty="0"/>
              <a:t>158</a:t>
            </a:r>
          </a:p>
        </p:txBody>
      </p:sp>
      <p:sp>
        <p:nvSpPr>
          <p:cNvPr id="47" name="TextBox 46">
            <a:extLst>
              <a:ext uri="{FF2B5EF4-FFF2-40B4-BE49-F238E27FC236}">
                <a16:creationId xmlns:a16="http://schemas.microsoft.com/office/drawing/2014/main" id="{8B6B9CC5-EB5C-0682-86A6-7F94D7054C4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CB803B6C-47EC-61B5-C371-756918C00B1A}"/>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14456384-E4FB-8531-F85D-984FCCB2E8A4}"/>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DA5AB5CB-6629-FA1C-C5E3-68F6B1B7EB35}"/>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AB4387FC-E7F4-71D5-5984-3236E3227DA0}"/>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7EF71154-8EE5-DBF0-805D-644CF4BC145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52E82C0E-03A2-A215-6546-1D1E8DE218B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F870DC49-109E-2C61-19B9-1ED56B0D05B9}"/>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9CB4F420-49C3-0F83-2854-75337AABE474}"/>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4589BF1F-7D9B-E0F4-8B6D-48F28A43DCC0}"/>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704FA439-F51C-FB09-169C-D7D9CA5A11B1}"/>
              </a:ext>
            </a:extLst>
          </p:cNvPr>
          <p:cNvSpPr txBox="1"/>
          <p:nvPr/>
        </p:nvSpPr>
        <p:spPr>
          <a:xfrm>
            <a:off x="5650090" y="2905709"/>
            <a:ext cx="570089" cy="230832"/>
          </a:xfrm>
          <a:prstGeom prst="rect">
            <a:avLst/>
          </a:prstGeom>
          <a:noFill/>
        </p:spPr>
        <p:txBody>
          <a:bodyPr wrap="square" rtlCol="0">
            <a:spAutoFit/>
          </a:bodyPr>
          <a:lstStyle/>
          <a:p>
            <a:pPr algn="ctr"/>
            <a:r>
              <a:rPr lang="en-US" sz="900" dirty="0"/>
              <a:t>58</a:t>
            </a:r>
          </a:p>
        </p:txBody>
      </p:sp>
      <p:sp>
        <p:nvSpPr>
          <p:cNvPr id="85" name="TextBox 84">
            <a:extLst>
              <a:ext uri="{FF2B5EF4-FFF2-40B4-BE49-F238E27FC236}">
                <a16:creationId xmlns:a16="http://schemas.microsoft.com/office/drawing/2014/main" id="{22C05D22-624F-20D3-7D26-75B38198AB3B}"/>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6" name="TextBox 85">
            <a:extLst>
              <a:ext uri="{FF2B5EF4-FFF2-40B4-BE49-F238E27FC236}">
                <a16:creationId xmlns:a16="http://schemas.microsoft.com/office/drawing/2014/main" id="{6653F2F2-1EF9-8415-82DC-4938DF0FB838}"/>
              </a:ext>
            </a:extLst>
          </p:cNvPr>
          <p:cNvSpPr txBox="1"/>
          <p:nvPr/>
        </p:nvSpPr>
        <p:spPr>
          <a:xfrm>
            <a:off x="5147734" y="3406653"/>
            <a:ext cx="570089" cy="230832"/>
          </a:xfrm>
          <a:prstGeom prst="rect">
            <a:avLst/>
          </a:prstGeom>
          <a:noFill/>
        </p:spPr>
        <p:txBody>
          <a:bodyPr wrap="square" rtlCol="0">
            <a:spAutoFit/>
          </a:bodyPr>
          <a:lstStyle/>
          <a:p>
            <a:pPr algn="ctr"/>
            <a:r>
              <a:rPr lang="en-US" sz="900" dirty="0"/>
              <a:t>18</a:t>
            </a:r>
          </a:p>
        </p:txBody>
      </p:sp>
      <p:sp>
        <p:nvSpPr>
          <p:cNvPr id="88" name="TextBox 87">
            <a:extLst>
              <a:ext uri="{FF2B5EF4-FFF2-40B4-BE49-F238E27FC236}">
                <a16:creationId xmlns:a16="http://schemas.microsoft.com/office/drawing/2014/main" id="{871ECCE8-8897-AF8B-E327-5941D0FB817D}"/>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5B0E74C3-151B-1937-B917-B32E6FBD0E1B}"/>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BE06529E-2AA4-4EF3-17DE-1936CAD8EA0D}"/>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1830E22E-9265-D079-0AB6-C05A5552F54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85DBA604-3158-5E0E-7096-55EF8EDD9533}"/>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BEC7CFF4-9786-7954-1901-05765818C542}"/>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3F1F49F5-D66E-52CE-7E99-02DD405BC8E4}"/>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90771A9C-F759-D9D6-672A-5A7E0209367A}"/>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3C82CCB-F04A-AD23-E479-711B1DD921D2}"/>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0C98FF9B-E438-F508-DCBB-81AEF9C0CFCE}"/>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C33C53EA-197E-2A5B-AC46-F786B81456F7}"/>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D4246D7B-A444-5709-8EFF-D8F7069C3E7A}"/>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0FE758A9-D74D-0E18-3265-0E34DC129DF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40EE05B3-305E-61EB-0687-9CD9CD5C46C2}"/>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62E0129D-EEBE-9137-BD40-8484579D4F54}"/>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64933248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D957E-78DD-AD67-BF6D-5ACCF9ADD9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195735-8687-735B-D722-C00128F8B01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7426117-C479-AD8F-8B36-565D202EF0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F6F7CB-1D07-2EF1-692F-C6E8EF4EC8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B6FB211-5E2A-D69B-2390-92D528D00D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7856196-6177-799C-0569-9DD9C6200CB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FBBC832-4306-253E-046D-0468F22DB09E}"/>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25" name="TextBox 24">
            <a:extLst>
              <a:ext uri="{FF2B5EF4-FFF2-40B4-BE49-F238E27FC236}">
                <a16:creationId xmlns:a16="http://schemas.microsoft.com/office/drawing/2014/main" id="{BB9B57BF-1324-0A50-1AF1-6487A654ACFF}"/>
              </a:ext>
            </a:extLst>
          </p:cNvPr>
          <p:cNvSpPr txBox="1"/>
          <p:nvPr/>
        </p:nvSpPr>
        <p:spPr>
          <a:xfrm>
            <a:off x="7157158"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58</a:t>
            </a:r>
          </a:p>
        </p:txBody>
      </p:sp>
      <p:sp>
        <p:nvSpPr>
          <p:cNvPr id="27" name="TextBox 26">
            <a:extLst>
              <a:ext uri="{FF2B5EF4-FFF2-40B4-BE49-F238E27FC236}">
                <a16:creationId xmlns:a16="http://schemas.microsoft.com/office/drawing/2014/main" id="{11BEC49A-B039-2876-1C7B-0B0D81AB1EAE}"/>
              </a:ext>
            </a:extLst>
          </p:cNvPr>
          <p:cNvSpPr txBox="1"/>
          <p:nvPr/>
        </p:nvSpPr>
        <p:spPr>
          <a:xfrm>
            <a:off x="7157158" y="2905709"/>
            <a:ext cx="570089" cy="230832"/>
          </a:xfrm>
          <a:prstGeom prst="rect">
            <a:avLst/>
          </a:prstGeom>
          <a:solidFill>
            <a:schemeClr val="accent2">
              <a:lumMod val="20000"/>
              <a:lumOff val="80000"/>
            </a:schemeClr>
          </a:solidFill>
        </p:spPr>
        <p:txBody>
          <a:bodyPr wrap="square" rtlCol="0">
            <a:spAutoFit/>
          </a:bodyPr>
          <a:lstStyle/>
          <a:p>
            <a:pPr algn="ctr"/>
            <a:r>
              <a:rPr lang="en-US" sz="900" dirty="0"/>
              <a:t>85</a:t>
            </a:r>
          </a:p>
        </p:txBody>
      </p:sp>
      <p:sp>
        <p:nvSpPr>
          <p:cNvPr id="34" name="TextBox 33">
            <a:extLst>
              <a:ext uri="{FF2B5EF4-FFF2-40B4-BE49-F238E27FC236}">
                <a16:creationId xmlns:a16="http://schemas.microsoft.com/office/drawing/2014/main" id="{AFF54A90-52CC-3547-25C7-43B490A055BA}"/>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1E2876C-1433-3E60-9D2A-FBB92C7FA992}"/>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317305D4-0B7D-409E-D73B-B93C1BA8326A}"/>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D0C3BD6B-B4DA-E723-03DE-411373A547B0}"/>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64120381-9060-ED14-652E-21F98CF18676}"/>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F8FFE36C-3DDF-3D35-7EB9-502CC740D839}"/>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E168841E-4FEC-6BAC-A3D4-4103D1337DE4}"/>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DBBA125E-1AA4-3475-F353-4F7CCFDFB036}"/>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49" name="TextBox 48">
            <a:extLst>
              <a:ext uri="{FF2B5EF4-FFF2-40B4-BE49-F238E27FC236}">
                <a16:creationId xmlns:a16="http://schemas.microsoft.com/office/drawing/2014/main" id="{7F708216-50FB-7409-E52E-C68440AAC042}"/>
              </a:ext>
            </a:extLst>
          </p:cNvPr>
          <p:cNvSpPr txBox="1"/>
          <p:nvPr/>
        </p:nvSpPr>
        <p:spPr>
          <a:xfrm>
            <a:off x="4645378" y="1903821"/>
            <a:ext cx="570089" cy="230832"/>
          </a:xfrm>
          <a:prstGeom prst="rect">
            <a:avLst/>
          </a:prstGeom>
          <a:solidFill>
            <a:schemeClr val="accent2">
              <a:lumMod val="20000"/>
              <a:lumOff val="80000"/>
            </a:schemeClr>
          </a:solidFill>
        </p:spPr>
        <p:txBody>
          <a:bodyPr wrap="square" rtlCol="0">
            <a:spAutoFit/>
          </a:bodyPr>
          <a:lstStyle/>
          <a:p>
            <a:pPr algn="ctr"/>
            <a:r>
              <a:rPr lang="en-US" sz="900" dirty="0"/>
              <a:t>68</a:t>
            </a:r>
          </a:p>
        </p:txBody>
      </p:sp>
      <p:sp>
        <p:nvSpPr>
          <p:cNvPr id="51" name="TextBox 50">
            <a:extLst>
              <a:ext uri="{FF2B5EF4-FFF2-40B4-BE49-F238E27FC236}">
                <a16:creationId xmlns:a16="http://schemas.microsoft.com/office/drawing/2014/main" id="{3C3EBD15-509C-0E70-F5F6-67C6E13F35A9}"/>
              </a:ext>
            </a:extLst>
          </p:cNvPr>
          <p:cNvSpPr txBox="1"/>
          <p:nvPr/>
        </p:nvSpPr>
        <p:spPr>
          <a:xfrm>
            <a:off x="5650090" y="1903821"/>
            <a:ext cx="570089" cy="230832"/>
          </a:xfrm>
          <a:prstGeom prst="rect">
            <a:avLst/>
          </a:prstGeom>
          <a:solidFill>
            <a:schemeClr val="accent2">
              <a:lumMod val="20000"/>
              <a:lumOff val="80000"/>
            </a:schemeClr>
          </a:solidFill>
        </p:spPr>
        <p:txBody>
          <a:bodyPr wrap="square" rtlCol="0">
            <a:spAutoFit/>
          </a:bodyPr>
          <a:lstStyle/>
          <a:p>
            <a:pPr algn="ctr"/>
            <a:r>
              <a:rPr lang="en-US" sz="900" dirty="0"/>
              <a:t>86</a:t>
            </a:r>
          </a:p>
        </p:txBody>
      </p:sp>
      <p:sp>
        <p:nvSpPr>
          <p:cNvPr id="57" name="TextBox 56">
            <a:extLst>
              <a:ext uri="{FF2B5EF4-FFF2-40B4-BE49-F238E27FC236}">
                <a16:creationId xmlns:a16="http://schemas.microsoft.com/office/drawing/2014/main" id="{5E0A3C25-1CB3-D862-1136-76EFCFD7E925}"/>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98BDE20E-18BB-D545-731F-8C21DB35D240}"/>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92C968E6-5EEB-EF4F-465C-0BB7A80767CD}"/>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6876DBB-8DEA-CF23-2759-D4F5D4DE09D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B5721F9-77D5-721E-32BE-9104653C72D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17DCD041-11FD-58B8-BBC2-4FF7E5A5F918}"/>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C49A7857-D414-CAFA-F97D-2DE73FE7198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6A516DE6-CD49-F456-B123-E982EC68A116}"/>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BAD799A-EA17-19B0-0CD1-25EC08A1560F}"/>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2C85ECF0-A5FD-E771-2CCA-716FB66D9A58}"/>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E0A405A-4D69-1E8A-A4CF-8C3139A45D13}"/>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1BD790C9-99BA-997F-794D-8A15BAA82D6C}"/>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A9ADB856-7A09-0ACD-6762-CAE98D89419D}"/>
              </a:ext>
            </a:extLst>
          </p:cNvPr>
          <p:cNvSpPr txBox="1"/>
          <p:nvPr/>
        </p:nvSpPr>
        <p:spPr>
          <a:xfrm>
            <a:off x="4645378" y="4408541"/>
            <a:ext cx="570089" cy="230832"/>
          </a:xfrm>
          <a:prstGeom prst="rect">
            <a:avLst/>
          </a:prstGeom>
          <a:noFill/>
        </p:spPr>
        <p:txBody>
          <a:bodyPr wrap="square" rtlCol="0">
            <a:spAutoFit/>
          </a:bodyPr>
          <a:lstStyle/>
          <a:p>
            <a:pPr algn="ctr"/>
            <a:r>
              <a:rPr lang="en-US" sz="900" dirty="0"/>
              <a:t>18</a:t>
            </a:r>
          </a:p>
        </p:txBody>
      </p:sp>
      <p:sp>
        <p:nvSpPr>
          <p:cNvPr id="24" name="TextBox 23">
            <a:extLst>
              <a:ext uri="{FF2B5EF4-FFF2-40B4-BE49-F238E27FC236}">
                <a16:creationId xmlns:a16="http://schemas.microsoft.com/office/drawing/2014/main" id="{13A64E0C-2C4A-3F4E-7FA6-B5DAD5E9563F}"/>
              </a:ext>
            </a:extLst>
          </p:cNvPr>
          <p:cNvSpPr txBox="1"/>
          <p:nvPr/>
        </p:nvSpPr>
        <p:spPr>
          <a:xfrm>
            <a:off x="5147734" y="4408541"/>
            <a:ext cx="570089" cy="230832"/>
          </a:xfrm>
          <a:prstGeom prst="rect">
            <a:avLst/>
          </a:prstGeom>
          <a:noFill/>
        </p:spPr>
        <p:txBody>
          <a:bodyPr wrap="square" rtlCol="0">
            <a:spAutoFit/>
          </a:bodyPr>
          <a:lstStyle/>
          <a:p>
            <a:pPr algn="ctr"/>
            <a:r>
              <a:rPr lang="en-US" sz="900" dirty="0"/>
              <a:t>81</a:t>
            </a:r>
          </a:p>
        </p:txBody>
      </p:sp>
      <p:sp>
        <p:nvSpPr>
          <p:cNvPr id="52" name="TextBox 51">
            <a:extLst>
              <a:ext uri="{FF2B5EF4-FFF2-40B4-BE49-F238E27FC236}">
                <a16:creationId xmlns:a16="http://schemas.microsoft.com/office/drawing/2014/main" id="{30787BA1-F010-DF3D-35FF-0E4507F46E12}"/>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BF1E7143-19C2-0F5E-570C-D0F5ECCE5CD3}"/>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EF7CCE5-3ACA-F068-E925-924F2952E7A6}"/>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158F23FA-B1B8-B342-04D5-1F11C7472DA4}"/>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B3C9ADD1-882D-77EC-5A5C-230A5D5F9518}"/>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7FD43DC-1A25-87AD-A070-949EADC533AD}"/>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1B94ECED-2001-C7FE-43F8-407359BF36DE}"/>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33" name="TextBox 32">
            <a:extLst>
              <a:ext uri="{FF2B5EF4-FFF2-40B4-BE49-F238E27FC236}">
                <a16:creationId xmlns:a16="http://schemas.microsoft.com/office/drawing/2014/main" id="{3FB6D025-12C6-9D1B-859C-6C87A423C6B9}"/>
              </a:ext>
            </a:extLst>
          </p:cNvPr>
          <p:cNvSpPr txBox="1"/>
          <p:nvPr/>
        </p:nvSpPr>
        <p:spPr>
          <a:xfrm>
            <a:off x="4645378" y="3907597"/>
            <a:ext cx="570089" cy="230832"/>
          </a:xfrm>
          <a:prstGeom prst="rect">
            <a:avLst/>
          </a:prstGeom>
          <a:solidFill>
            <a:schemeClr val="accent2">
              <a:lumMod val="20000"/>
              <a:lumOff val="80000"/>
            </a:schemeClr>
          </a:solidFill>
        </p:spPr>
        <p:txBody>
          <a:bodyPr wrap="square" rtlCol="0">
            <a:spAutoFit/>
          </a:bodyPr>
          <a:lstStyle/>
          <a:p>
            <a:pPr algn="ctr"/>
            <a:r>
              <a:rPr lang="en-US" sz="900" dirty="0"/>
              <a:t>56</a:t>
            </a:r>
          </a:p>
        </p:txBody>
      </p:sp>
      <p:sp>
        <p:nvSpPr>
          <p:cNvPr id="41" name="TextBox 40">
            <a:extLst>
              <a:ext uri="{FF2B5EF4-FFF2-40B4-BE49-F238E27FC236}">
                <a16:creationId xmlns:a16="http://schemas.microsoft.com/office/drawing/2014/main" id="{4EB9E748-B2FB-62EC-3654-2D9272D0BF62}"/>
              </a:ext>
            </a:extLst>
          </p:cNvPr>
          <p:cNvSpPr txBox="1"/>
          <p:nvPr/>
        </p:nvSpPr>
        <p:spPr>
          <a:xfrm>
            <a:off x="5650090" y="3907597"/>
            <a:ext cx="570089" cy="230832"/>
          </a:xfrm>
          <a:prstGeom prst="rect">
            <a:avLst/>
          </a:prstGeom>
          <a:solidFill>
            <a:schemeClr val="accent2">
              <a:lumMod val="20000"/>
              <a:lumOff val="80000"/>
            </a:schemeClr>
          </a:solidFill>
        </p:spPr>
        <p:txBody>
          <a:bodyPr wrap="square" rtlCol="0">
            <a:spAutoFit/>
          </a:bodyPr>
          <a:lstStyle/>
          <a:p>
            <a:pPr algn="ctr"/>
            <a:r>
              <a:rPr lang="en-US" sz="900" dirty="0"/>
              <a:t>65</a:t>
            </a:r>
          </a:p>
        </p:txBody>
      </p:sp>
      <p:sp>
        <p:nvSpPr>
          <p:cNvPr id="76" name="TextBox 75">
            <a:extLst>
              <a:ext uri="{FF2B5EF4-FFF2-40B4-BE49-F238E27FC236}">
                <a16:creationId xmlns:a16="http://schemas.microsoft.com/office/drawing/2014/main" id="{D9CB6553-E959-4A98-26B7-811491CCC227}"/>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9FB7B664-2FE0-E500-27E5-7C749B1DFE86}"/>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1E6786BA-4551-E525-3746-2B20AE89E7CC}"/>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10DB07FF-4736-7960-F934-CE5630D315B2}"/>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7CE60D68-2F73-6F33-9C16-F92759AF48BD}"/>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0966DE4E-D667-AC29-4A93-2AF1BA8C15EC}"/>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785D603-2F96-FCC6-1D98-7510C0F91415}"/>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D646F6E7-FA28-BA9F-DDD0-DA1D5FECC49D}"/>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82F64009-6EBC-B7DB-3AC9-5AF4B2F90578}"/>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4E931B3-548B-558A-8992-770153768FD8}"/>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2AB07F0-5335-4DAB-753D-D973F26500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1D314AF5-EB8B-2831-07BD-971BB752CAF7}"/>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EA9B80DA-B536-3831-CC8A-BA949A0E4844}"/>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3682DFFD-8C48-BD13-C05D-484CDB4A8A8B}"/>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F01F4D2C-9A03-FB28-B9F3-4C38E1388A34}"/>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31" name="TextBox 30">
            <a:extLst>
              <a:ext uri="{FF2B5EF4-FFF2-40B4-BE49-F238E27FC236}">
                <a16:creationId xmlns:a16="http://schemas.microsoft.com/office/drawing/2014/main" id="{3EBE39AA-CFA0-75FD-38B0-4F17131ECE89}"/>
              </a:ext>
            </a:extLst>
          </p:cNvPr>
          <p:cNvSpPr txBox="1"/>
          <p:nvPr/>
        </p:nvSpPr>
        <p:spPr>
          <a:xfrm>
            <a:off x="4143022" y="2404765"/>
            <a:ext cx="570089" cy="230832"/>
          </a:xfrm>
          <a:prstGeom prst="rect">
            <a:avLst/>
          </a:prstGeom>
          <a:solidFill>
            <a:schemeClr val="accent2">
              <a:lumMod val="20000"/>
              <a:lumOff val="80000"/>
            </a:schemeClr>
          </a:solidFill>
        </p:spPr>
        <p:txBody>
          <a:bodyPr wrap="square" rtlCol="0">
            <a:spAutoFit/>
          </a:bodyPr>
          <a:lstStyle/>
          <a:p>
            <a:pPr algn="ctr"/>
            <a:r>
              <a:rPr lang="en-US" sz="900" dirty="0"/>
              <a:t>85</a:t>
            </a:r>
          </a:p>
        </p:txBody>
      </p:sp>
      <p:sp>
        <p:nvSpPr>
          <p:cNvPr id="46" name="TextBox 45">
            <a:extLst>
              <a:ext uri="{FF2B5EF4-FFF2-40B4-BE49-F238E27FC236}">
                <a16:creationId xmlns:a16="http://schemas.microsoft.com/office/drawing/2014/main" id="{1342E177-1F67-DA05-CBD4-0C7D208E0150}"/>
              </a:ext>
            </a:extLst>
          </p:cNvPr>
          <p:cNvSpPr txBox="1"/>
          <p:nvPr/>
        </p:nvSpPr>
        <p:spPr>
          <a:xfrm>
            <a:off x="4143022" y="3406653"/>
            <a:ext cx="570089" cy="230832"/>
          </a:xfrm>
          <a:prstGeom prst="rect">
            <a:avLst/>
          </a:prstGeom>
          <a:solidFill>
            <a:schemeClr val="accent2">
              <a:lumMod val="20000"/>
              <a:lumOff val="80000"/>
            </a:schemeClr>
          </a:solidFill>
        </p:spPr>
        <p:txBody>
          <a:bodyPr wrap="square" rtlCol="0">
            <a:spAutoFit/>
          </a:bodyPr>
          <a:lstStyle/>
          <a:p>
            <a:pPr algn="ctr"/>
            <a:r>
              <a:rPr lang="en-US" sz="900" dirty="0"/>
              <a:t>58</a:t>
            </a:r>
          </a:p>
        </p:txBody>
      </p:sp>
      <p:sp>
        <p:nvSpPr>
          <p:cNvPr id="47" name="TextBox 46">
            <a:extLst>
              <a:ext uri="{FF2B5EF4-FFF2-40B4-BE49-F238E27FC236}">
                <a16:creationId xmlns:a16="http://schemas.microsoft.com/office/drawing/2014/main" id="{41552844-E29E-39D9-4DE2-02146AD4F2E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DBCD7CB2-A3D9-2596-621A-EA57D56880AC}"/>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488D3219-BEAE-8AAB-30F3-FC4449871693}"/>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6B876601-F5F2-D862-92AE-597EC4642E7C}"/>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67232293-62A2-83C1-4C2A-98986DBAE8B1}"/>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7729AEEB-FB6F-AE48-EE42-943A42CA429F}"/>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174788DE-452A-CBB3-8EC1-CBB4C402C03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3A803279-AABD-1C52-FBC9-6C825D9FAC63}"/>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8C637C5C-324C-4923-7CCF-350AD2027B32}"/>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85D661A2-1FF6-0E12-E403-8B04A3CE9571}"/>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4" name="TextBox 83">
            <a:extLst>
              <a:ext uri="{FF2B5EF4-FFF2-40B4-BE49-F238E27FC236}">
                <a16:creationId xmlns:a16="http://schemas.microsoft.com/office/drawing/2014/main" id="{0F0360FC-4D09-3067-0F16-394E388944D1}"/>
              </a:ext>
            </a:extLst>
          </p:cNvPr>
          <p:cNvSpPr txBox="1"/>
          <p:nvPr/>
        </p:nvSpPr>
        <p:spPr>
          <a:xfrm>
            <a:off x="5650090" y="2905709"/>
            <a:ext cx="570089" cy="230832"/>
          </a:xfrm>
          <a:prstGeom prst="rect">
            <a:avLst/>
          </a:prstGeom>
          <a:solidFill>
            <a:schemeClr val="accent2">
              <a:lumMod val="20000"/>
              <a:lumOff val="80000"/>
            </a:schemeClr>
          </a:solidFill>
        </p:spPr>
        <p:txBody>
          <a:bodyPr wrap="square" rtlCol="0">
            <a:spAutoFit/>
          </a:bodyPr>
          <a:lstStyle/>
          <a:p>
            <a:pPr algn="ctr"/>
            <a:r>
              <a:rPr lang="en-US" sz="900" dirty="0"/>
              <a:t>58</a:t>
            </a:r>
          </a:p>
        </p:txBody>
      </p:sp>
      <p:sp>
        <p:nvSpPr>
          <p:cNvPr id="85" name="TextBox 84">
            <a:extLst>
              <a:ext uri="{FF2B5EF4-FFF2-40B4-BE49-F238E27FC236}">
                <a16:creationId xmlns:a16="http://schemas.microsoft.com/office/drawing/2014/main" id="{24D62B13-6E76-3FAD-B0C7-DE720F65F4D9}"/>
              </a:ext>
            </a:extLst>
          </p:cNvPr>
          <p:cNvSpPr txBox="1"/>
          <p:nvPr/>
        </p:nvSpPr>
        <p:spPr>
          <a:xfrm>
            <a:off x="4645378" y="3406653"/>
            <a:ext cx="570089" cy="230832"/>
          </a:xfrm>
          <a:prstGeom prst="rect">
            <a:avLst/>
          </a:prstGeom>
          <a:noFill/>
        </p:spPr>
        <p:txBody>
          <a:bodyPr wrap="square" rtlCol="0">
            <a:spAutoFit/>
          </a:bodyPr>
          <a:lstStyle/>
          <a:p>
            <a:pPr algn="ctr"/>
            <a:r>
              <a:rPr lang="en-US" sz="900" dirty="0"/>
              <a:t>158</a:t>
            </a:r>
          </a:p>
        </p:txBody>
      </p:sp>
      <p:sp>
        <p:nvSpPr>
          <p:cNvPr id="88" name="TextBox 87">
            <a:extLst>
              <a:ext uri="{FF2B5EF4-FFF2-40B4-BE49-F238E27FC236}">
                <a16:creationId xmlns:a16="http://schemas.microsoft.com/office/drawing/2014/main" id="{98ECFDF5-9260-4ED1-2CD2-FC6AC603C489}"/>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33ADDC4B-9B21-3EA6-BB57-E16F6A3EDC3B}"/>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C7D89665-4BFA-F06B-CF87-68B20F5FD8AD}"/>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F3598EB6-B045-6A8A-C102-A03B5154397A}"/>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E14C6168-3422-4EB6-9913-51716EE34B11}"/>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C8AA8609-C775-CA11-40C4-A22852E433F7}"/>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C2688F89-87AD-BDA6-074D-066ECE6DA4F6}"/>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4E215062-2A96-2EEA-42A0-58FDF328CB42}"/>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C00469E0-CA1B-51B8-4D90-859A6AC6F893}"/>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3D888A38-AED2-E8D8-5B01-BF4D78FE4E84}"/>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902F31B8-A098-D75A-A108-C2C9256F2604}"/>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CCD5A6D-6033-853C-8276-7856ACADFF15}"/>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C329F344-C081-9682-387E-8294F9E2A00D}"/>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D59E9AC6-6659-E8A8-38ED-22102CD68057}"/>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5CF13110-EAC2-58D8-0234-D74E57139861}"/>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C037421A-A271-2027-912D-1793032C9C0D}"/>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28498816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033DE-73C9-C4FA-D78B-D01B2A75CAD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27156C-460B-84CA-8C7D-46B91782D19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02C4E28-9663-72C7-E4E5-5E5EAFFD468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0942AFA-3C63-908A-5F55-08B8F0846E8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4C28C8-F33F-AF6E-590E-D425D7A736A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5AB91B4-AEED-D457-E6A2-A708371D91B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3E999DA-8913-82D3-3D8F-0AC18A699210}"/>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0DEC37E5-7FB5-C4FF-A231-95A3F51727E4}"/>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E49E49ED-E70E-F2A3-2BA0-9FE4A1B5C4FB}"/>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FC15969A-2F5D-3995-C13B-F491AEDF35A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FAD57778-4F6E-391D-F610-FA4C574E225E}"/>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16599C87-ECC9-0E62-8CD4-40125265ACF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439FAE32-B03A-0526-38A3-B77CBCD8BC28}"/>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1A664A00-CF42-208B-6133-E0CAF886807D}"/>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51F1072F-9534-8698-C2E2-45F747F9CC75}"/>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45A934C-98CD-CDF3-8859-65B74C45A8D9}"/>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295D3461-7EC6-D8E8-B17F-9BFC05E95657}"/>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FEBEF921-F414-C8D7-E7AC-1A608123AB93}"/>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70364EE9-0692-7EA5-6009-AF8295B6D9B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B5769408-67BF-905D-8262-338A3F6B2973}"/>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23661BA9-CFF8-8082-F13A-D85A00CEAF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0937654-B352-FA17-C366-B4618552A018}"/>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388797F1-EC3A-6086-F6E6-97F25750C3DB}"/>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8918F2BD-DA22-3530-3A8A-229F4D2485E8}"/>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1865F952-B579-41E0-A2AD-98F1DFD0127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EDAB83B1-BA27-52D6-9F58-5D6812F56AC6}"/>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61F90CB8-7D42-74A0-8470-D1109785D97F}"/>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093250C7-8FDF-C4AD-4769-F670DD0D1E13}"/>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25E61F09-6F98-01A9-3AFD-EDBBA3B9FE69}"/>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CA5A5C2D-FA58-81DD-DDEC-EA48E2BCD66F}"/>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E23527FF-5FA8-0925-F9A1-A7C302B1F132}"/>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222032B0-4B41-3039-1B28-9D3681D067E5}"/>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DD553BD-0E9D-C766-BD51-AE8A38CCEDB8}"/>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7D8FFFC0-0BD3-81CC-0CCC-83F988304ADA}"/>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DCED0420-51E6-FCEF-FC02-A076B40FC305}"/>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C713F0E9-926F-9336-B96C-90B248678C08}"/>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AA5CBC46-F49C-96E4-EABD-404387DC53F7}"/>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56BC1F0D-E492-DEAE-A7B8-8E45482EA650}"/>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671CC509-D1CD-950A-765B-4A308B760FAA}"/>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3909A730-ED5D-5582-92E0-1CBD81671FFD}"/>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4EE958A-75F7-D3F8-B7F4-4E49879617DE}"/>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26E37A2C-C74B-4BEF-E002-F2A22324EA12}"/>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92F96B82-5BDE-0D8F-3EAD-4CA1E0BA3760}"/>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07E751AD-2BA9-089D-E762-5AEDC455B37E}"/>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E08CC590-D95B-9120-F4D5-1C325428F29D}"/>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CE30CB51-79BE-B686-71AD-9DAC42AEC736}"/>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6A7A507F-5E8C-226F-5C7E-EE8438656B16}"/>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9BC7FC36-88D5-85A8-FE36-88A07EE47ECC}"/>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F4FC310A-521A-940F-F628-737587863F35}"/>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6F11ED73-56C6-0F39-50DD-FBA1AA85EF07}"/>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B05D1297-1363-6710-397D-9B07A922774D}"/>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5FF46505-8D34-8879-203A-8E8BDA042870}"/>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89CF8CB3-08F8-1E38-E979-107B2052D36D}"/>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577E4B48-F231-B0C2-1DEA-861AD0E43209}"/>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EDDC2406-50F5-A8E5-82A7-09E800E74622}"/>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EBB6422C-C27C-0C65-138B-FCDB71D48F3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71C0847E-13E1-3372-6FA7-2FEA85C9C544}"/>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115DF844-5983-A10B-82CC-230E2CA2C6BF}"/>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EE28F0E8-A7F2-DBD0-C4A7-DF8F65CE45D9}"/>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5" name="TextBox 84">
            <a:extLst>
              <a:ext uri="{FF2B5EF4-FFF2-40B4-BE49-F238E27FC236}">
                <a16:creationId xmlns:a16="http://schemas.microsoft.com/office/drawing/2014/main" id="{BE5346EA-D16E-194B-4C27-B6FB724CA1E7}"/>
              </a:ext>
            </a:extLst>
          </p:cNvPr>
          <p:cNvSpPr txBox="1"/>
          <p:nvPr/>
        </p:nvSpPr>
        <p:spPr>
          <a:xfrm>
            <a:off x="4645378" y="3406653"/>
            <a:ext cx="570089" cy="230832"/>
          </a:xfrm>
          <a:prstGeom prst="rect">
            <a:avLst/>
          </a:prstGeom>
          <a:noFill/>
        </p:spPr>
        <p:txBody>
          <a:bodyPr wrap="square" rtlCol="0">
            <a:spAutoFit/>
          </a:bodyPr>
          <a:lstStyle/>
          <a:p>
            <a:pPr algn="ctr"/>
            <a:r>
              <a:rPr lang="en-US" sz="900" dirty="0"/>
              <a:t>15</a:t>
            </a:r>
          </a:p>
        </p:txBody>
      </p:sp>
      <p:sp>
        <p:nvSpPr>
          <p:cNvPr id="88" name="TextBox 87">
            <a:extLst>
              <a:ext uri="{FF2B5EF4-FFF2-40B4-BE49-F238E27FC236}">
                <a16:creationId xmlns:a16="http://schemas.microsoft.com/office/drawing/2014/main" id="{5C04D04C-6B4A-BB94-167F-FD36FF85229F}"/>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8E1CF671-ED00-720D-787D-D864A064E66B}"/>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37826E7F-0ADE-C91C-1D3A-312644BE1BD3}"/>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23C2FC29-568C-9625-5D6B-5FC5079F5DC7}"/>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5941F7CF-0788-875F-41F8-1F2A0AEAACDE}"/>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F6B781E0-3525-0206-BE18-AF81E33EDE6C}"/>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7A7AF6C8-52D7-4339-634D-6CC3164B0A22}"/>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6CC4F098-06D9-3360-C7FC-F9AFCC40466F}"/>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4F8BF25F-46D2-D02D-EBF7-E0F201CEAA5B}"/>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BEEA33CE-4FC1-7C7F-5D95-B14D94E75DD1}"/>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84FC016E-EAA1-875F-C1BC-E8D9427C2282}"/>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C73D1C2-8D46-0D6C-3B4E-334C7655DD90}"/>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AE28C609-F1AF-E4E5-A9CE-CACC8CB1CC2E}"/>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42F0DEB9-DB5D-2BFD-3F6C-8D59F26FE020}"/>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757C6474-EBD0-B1EA-C275-4241A94D2E09}"/>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E612927-6723-1ECB-FE73-2F59865615A5}"/>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0535C559-CF00-B2C7-5405-9C6180A0D8A7}"/>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7C7EF46A-7FB6-FC45-0335-5CC5B21F3002}"/>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8D0A18E1-8F59-42CA-ECB8-E5E370426191}"/>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FB49DA2E-18AB-0AE9-AFA3-5DFCE7887F1D}"/>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9DB2A821-4682-879F-86ED-EFF084EADFA7}"/>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93" name="TextBox 92">
            <a:extLst>
              <a:ext uri="{FF2B5EF4-FFF2-40B4-BE49-F238E27FC236}">
                <a16:creationId xmlns:a16="http://schemas.microsoft.com/office/drawing/2014/main" id="{8ED1C608-7029-BA31-0CB8-6186D3D640CE}"/>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0A821F30-8F2D-C6A0-CE48-D4EC56258796}"/>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DBEF2F28-E006-58FC-74D1-DC8ADBD3FE50}"/>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96" name="TextBox 95">
            <a:extLst>
              <a:ext uri="{FF2B5EF4-FFF2-40B4-BE49-F238E27FC236}">
                <a16:creationId xmlns:a16="http://schemas.microsoft.com/office/drawing/2014/main" id="{5AED052A-4F53-E1D8-AC8A-1174A786A6DB}"/>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97" name="TextBox 96">
            <a:extLst>
              <a:ext uri="{FF2B5EF4-FFF2-40B4-BE49-F238E27FC236}">
                <a16:creationId xmlns:a16="http://schemas.microsoft.com/office/drawing/2014/main" id="{A8AAD498-CD01-5058-84E5-177E9DAB483A}"/>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98" name="TextBox 97">
            <a:extLst>
              <a:ext uri="{FF2B5EF4-FFF2-40B4-BE49-F238E27FC236}">
                <a16:creationId xmlns:a16="http://schemas.microsoft.com/office/drawing/2014/main" id="{A11466E2-86B6-2891-E7B3-3621B230B9A3}"/>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62928328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8D896-FAE5-5250-ACDE-98E172275D3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7FDA34B-FBA0-A291-3D58-B0DC4C4E62E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D5F283E-553D-0479-879F-8420B5F5FE8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77D493-6F2C-D661-BE0B-72B10CF6D1F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4ACBDE3-9378-CC53-5E3D-3BAC000F144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ACBF4D-F6F8-CF10-9D7A-E1BFD8BC32E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634645-B236-4B48-B157-63ED5593639C}"/>
              </a:ext>
            </a:extLst>
          </p:cNvPr>
          <p:cNvSpPr txBox="1"/>
          <p:nvPr/>
        </p:nvSpPr>
        <p:spPr>
          <a:xfrm>
            <a:off x="7213604" y="721216"/>
            <a:ext cx="462845" cy="584775"/>
          </a:xfrm>
          <a:prstGeom prst="rect">
            <a:avLst/>
          </a:prstGeom>
          <a:noFill/>
        </p:spPr>
        <p:txBody>
          <a:bodyPr wrap="square" rtlCol="0">
            <a:spAutoFit/>
          </a:bodyPr>
          <a:lstStyle/>
          <a:p>
            <a:pPr algn="ctr"/>
            <a:r>
              <a:rPr lang="en-US" sz="3200" dirty="0"/>
              <a:t>2</a:t>
            </a:r>
          </a:p>
        </p:txBody>
      </p:sp>
      <p:sp>
        <p:nvSpPr>
          <p:cNvPr id="34" name="TextBox 33">
            <a:extLst>
              <a:ext uri="{FF2B5EF4-FFF2-40B4-BE49-F238E27FC236}">
                <a16:creationId xmlns:a16="http://schemas.microsoft.com/office/drawing/2014/main" id="{D1268521-5027-56A7-8618-D135D63214F2}"/>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35" name="TextBox 34">
            <a:extLst>
              <a:ext uri="{FF2B5EF4-FFF2-40B4-BE49-F238E27FC236}">
                <a16:creationId xmlns:a16="http://schemas.microsoft.com/office/drawing/2014/main" id="{97FF3108-3D69-55A1-1C69-A8629985F9D7}"/>
              </a:ext>
            </a:extLst>
          </p:cNvPr>
          <p:cNvSpPr txBox="1"/>
          <p:nvPr/>
        </p:nvSpPr>
        <p:spPr>
          <a:xfrm>
            <a:off x="6714071" y="4747898"/>
            <a:ext cx="462845" cy="584775"/>
          </a:xfrm>
          <a:prstGeom prst="rect">
            <a:avLst/>
          </a:prstGeom>
          <a:noFill/>
        </p:spPr>
        <p:txBody>
          <a:bodyPr wrap="square" rtlCol="0">
            <a:spAutoFit/>
          </a:bodyPr>
          <a:lstStyle/>
          <a:p>
            <a:pPr algn="ctr"/>
            <a:r>
              <a:rPr lang="en-US" sz="3200" dirty="0"/>
              <a:t>5</a:t>
            </a:r>
          </a:p>
        </p:txBody>
      </p:sp>
      <p:sp>
        <p:nvSpPr>
          <p:cNvPr id="36" name="TextBox 35">
            <a:extLst>
              <a:ext uri="{FF2B5EF4-FFF2-40B4-BE49-F238E27FC236}">
                <a16:creationId xmlns:a16="http://schemas.microsoft.com/office/drawing/2014/main" id="{9C904FD1-6F3E-2852-287B-6F5D1850F997}"/>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37" name="TextBox 36">
            <a:extLst>
              <a:ext uri="{FF2B5EF4-FFF2-40B4-BE49-F238E27FC236}">
                <a16:creationId xmlns:a16="http://schemas.microsoft.com/office/drawing/2014/main" id="{06DD5F45-319D-DB38-87D4-79E80DAACAAC}"/>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F58BEC1A-5ECD-088A-E10D-7354CCE84CD2}"/>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39" name="TextBox 38">
            <a:extLst>
              <a:ext uri="{FF2B5EF4-FFF2-40B4-BE49-F238E27FC236}">
                <a16:creationId xmlns:a16="http://schemas.microsoft.com/office/drawing/2014/main" id="{3CE8D896-B20C-DB8B-2F5D-D93ACC1D8384}"/>
              </a:ext>
            </a:extLst>
          </p:cNvPr>
          <p:cNvSpPr txBox="1"/>
          <p:nvPr/>
        </p:nvSpPr>
        <p:spPr>
          <a:xfrm>
            <a:off x="3217333" y="4747898"/>
            <a:ext cx="462845" cy="584775"/>
          </a:xfrm>
          <a:prstGeom prst="rect">
            <a:avLst/>
          </a:prstGeom>
          <a:noFill/>
        </p:spPr>
        <p:txBody>
          <a:bodyPr wrap="square" rtlCol="0">
            <a:spAutoFit/>
          </a:bodyPr>
          <a:lstStyle/>
          <a:p>
            <a:pPr algn="ctr"/>
            <a:r>
              <a:rPr lang="en-US" sz="3200" dirty="0"/>
              <a:t>7</a:t>
            </a:r>
          </a:p>
        </p:txBody>
      </p:sp>
      <p:sp>
        <p:nvSpPr>
          <p:cNvPr id="8" name="TextBox 7">
            <a:extLst>
              <a:ext uri="{FF2B5EF4-FFF2-40B4-BE49-F238E27FC236}">
                <a16:creationId xmlns:a16="http://schemas.microsoft.com/office/drawing/2014/main" id="{76C620AB-52C6-E7B5-45E3-6FDBB5526B16}"/>
              </a:ext>
            </a:extLst>
          </p:cNvPr>
          <p:cNvSpPr txBox="1"/>
          <p:nvPr/>
        </p:nvSpPr>
        <p:spPr>
          <a:xfrm>
            <a:off x="4216401" y="721216"/>
            <a:ext cx="462845" cy="584775"/>
          </a:xfrm>
          <a:prstGeom prst="rect">
            <a:avLst/>
          </a:prstGeom>
          <a:noFill/>
        </p:spPr>
        <p:txBody>
          <a:bodyPr wrap="square" rtlCol="0">
            <a:spAutoFit/>
          </a:bodyPr>
          <a:lstStyle/>
          <a:p>
            <a:pPr algn="ctr"/>
            <a:r>
              <a:rPr lang="en-US" sz="3200" dirty="0"/>
              <a:t>3</a:t>
            </a:r>
          </a:p>
        </p:txBody>
      </p:sp>
      <p:sp>
        <p:nvSpPr>
          <p:cNvPr id="15" name="TextBox 14">
            <a:extLst>
              <a:ext uri="{FF2B5EF4-FFF2-40B4-BE49-F238E27FC236}">
                <a16:creationId xmlns:a16="http://schemas.microsoft.com/office/drawing/2014/main" id="{E6D8287B-61E5-933C-4349-4548BF26038C}"/>
              </a:ext>
            </a:extLst>
          </p:cNvPr>
          <p:cNvSpPr txBox="1"/>
          <p:nvPr/>
        </p:nvSpPr>
        <p:spPr>
          <a:xfrm>
            <a:off x="4715935" y="721216"/>
            <a:ext cx="462845" cy="584775"/>
          </a:xfrm>
          <a:prstGeom prst="rect">
            <a:avLst/>
          </a:prstGeom>
          <a:noFill/>
        </p:spPr>
        <p:txBody>
          <a:bodyPr wrap="square" rtlCol="0">
            <a:spAutoFit/>
          </a:bodyPr>
          <a:lstStyle/>
          <a:p>
            <a:pPr algn="ctr"/>
            <a:r>
              <a:rPr lang="en-US" sz="3200" dirty="0"/>
              <a:t>9</a:t>
            </a:r>
          </a:p>
        </p:txBody>
      </p:sp>
      <p:sp>
        <p:nvSpPr>
          <p:cNvPr id="57" name="TextBox 56">
            <a:extLst>
              <a:ext uri="{FF2B5EF4-FFF2-40B4-BE49-F238E27FC236}">
                <a16:creationId xmlns:a16="http://schemas.microsoft.com/office/drawing/2014/main" id="{60A42F89-3A95-4EA4-085C-F70C2275E4C0}"/>
              </a:ext>
            </a:extLst>
          </p:cNvPr>
          <p:cNvSpPr txBox="1"/>
          <p:nvPr/>
        </p:nvSpPr>
        <p:spPr>
          <a:xfrm>
            <a:off x="6214537" y="1727886"/>
            <a:ext cx="462845" cy="584775"/>
          </a:xfrm>
          <a:prstGeom prst="rect">
            <a:avLst/>
          </a:prstGeom>
          <a:noFill/>
        </p:spPr>
        <p:txBody>
          <a:bodyPr wrap="square" rtlCol="0">
            <a:spAutoFit/>
          </a:bodyPr>
          <a:lstStyle/>
          <a:p>
            <a:pPr algn="ctr"/>
            <a:r>
              <a:rPr lang="en-US" sz="3200" dirty="0"/>
              <a:t>3</a:t>
            </a:r>
          </a:p>
        </p:txBody>
      </p:sp>
      <p:sp>
        <p:nvSpPr>
          <p:cNvPr id="58" name="TextBox 57">
            <a:extLst>
              <a:ext uri="{FF2B5EF4-FFF2-40B4-BE49-F238E27FC236}">
                <a16:creationId xmlns:a16="http://schemas.microsoft.com/office/drawing/2014/main" id="{7A8A7C4A-BDFA-5F13-22D7-BCE29DC9852E}"/>
              </a:ext>
            </a:extLst>
          </p:cNvPr>
          <p:cNvSpPr txBox="1"/>
          <p:nvPr/>
        </p:nvSpPr>
        <p:spPr>
          <a:xfrm>
            <a:off x="6714071" y="172788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317A3B43-0DFE-C494-8B72-6542C5FB3708}"/>
              </a:ext>
            </a:extLst>
          </p:cNvPr>
          <p:cNvSpPr txBox="1"/>
          <p:nvPr/>
        </p:nvSpPr>
        <p:spPr>
          <a:xfrm>
            <a:off x="6714071" y="2231221"/>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34B59C70-3C44-DAB7-9428-4C5D2963A4B6}"/>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0C522F38-69CC-AC2F-6F08-8F3EB005CB54}"/>
              </a:ext>
            </a:extLst>
          </p:cNvPr>
          <p:cNvSpPr txBox="1"/>
          <p:nvPr/>
        </p:nvSpPr>
        <p:spPr>
          <a:xfrm>
            <a:off x="6714071" y="72121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A9965382-DAFE-DF88-4CD6-A190CA9E2D92}"/>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AD9DC0C6-E3A5-4096-EEFE-402A1B6BCF20}"/>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0DC99DFB-D454-DD9C-B8B1-29BAFEEA97DB}"/>
              </a:ext>
            </a:extLst>
          </p:cNvPr>
          <p:cNvSpPr txBox="1"/>
          <p:nvPr/>
        </p:nvSpPr>
        <p:spPr>
          <a:xfrm>
            <a:off x="3217333" y="1224551"/>
            <a:ext cx="462845" cy="584775"/>
          </a:xfrm>
          <a:prstGeom prst="rect">
            <a:avLst/>
          </a:prstGeom>
          <a:noFill/>
        </p:spPr>
        <p:txBody>
          <a:bodyPr wrap="square" rtlCol="0">
            <a:spAutoFit/>
          </a:bodyPr>
          <a:lstStyle/>
          <a:p>
            <a:pPr algn="ctr"/>
            <a:r>
              <a:rPr lang="en-US" sz="3200" dirty="0"/>
              <a:t>9</a:t>
            </a:r>
          </a:p>
        </p:txBody>
      </p:sp>
      <p:sp>
        <p:nvSpPr>
          <p:cNvPr id="53" name="TextBox 52">
            <a:extLst>
              <a:ext uri="{FF2B5EF4-FFF2-40B4-BE49-F238E27FC236}">
                <a16:creationId xmlns:a16="http://schemas.microsoft.com/office/drawing/2014/main" id="{FE9FC03D-51C8-D0F2-B2F6-93263AB7895C}"/>
              </a:ext>
            </a:extLst>
          </p:cNvPr>
          <p:cNvSpPr txBox="1"/>
          <p:nvPr/>
        </p:nvSpPr>
        <p:spPr>
          <a:xfrm>
            <a:off x="7213604" y="1224551"/>
            <a:ext cx="462845" cy="584775"/>
          </a:xfrm>
          <a:prstGeom prst="rect">
            <a:avLst/>
          </a:prstGeom>
          <a:noFill/>
        </p:spPr>
        <p:txBody>
          <a:bodyPr wrap="square" rtlCol="0">
            <a:spAutoFit/>
          </a:bodyPr>
          <a:lstStyle/>
          <a:p>
            <a:pPr algn="ctr"/>
            <a:r>
              <a:rPr lang="en-US" sz="3200" dirty="0"/>
              <a:t>4</a:t>
            </a:r>
          </a:p>
        </p:txBody>
      </p:sp>
      <p:sp>
        <p:nvSpPr>
          <p:cNvPr id="67" name="TextBox 66">
            <a:extLst>
              <a:ext uri="{FF2B5EF4-FFF2-40B4-BE49-F238E27FC236}">
                <a16:creationId xmlns:a16="http://schemas.microsoft.com/office/drawing/2014/main" id="{6DADB485-2849-F6C6-B33A-7A9C20B09F49}"/>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68" name="TextBox 67">
            <a:extLst>
              <a:ext uri="{FF2B5EF4-FFF2-40B4-BE49-F238E27FC236}">
                <a16:creationId xmlns:a16="http://schemas.microsoft.com/office/drawing/2014/main" id="{2E62574F-D40E-BF45-E69B-57DCEA584B2F}"/>
              </a:ext>
            </a:extLst>
          </p:cNvPr>
          <p:cNvSpPr txBox="1"/>
          <p:nvPr/>
        </p:nvSpPr>
        <p:spPr>
          <a:xfrm>
            <a:off x="7213604" y="1727886"/>
            <a:ext cx="462845" cy="584775"/>
          </a:xfrm>
          <a:prstGeom prst="rect">
            <a:avLst/>
          </a:prstGeom>
          <a:noFill/>
        </p:spPr>
        <p:txBody>
          <a:bodyPr wrap="square" rtlCol="0">
            <a:spAutoFit/>
          </a:bodyPr>
          <a:lstStyle/>
          <a:p>
            <a:pPr algn="ctr"/>
            <a:r>
              <a:rPr lang="en-US" sz="3200" dirty="0"/>
              <a:t>9</a:t>
            </a:r>
          </a:p>
        </p:txBody>
      </p:sp>
      <p:sp>
        <p:nvSpPr>
          <p:cNvPr id="69" name="TextBox 68">
            <a:extLst>
              <a:ext uri="{FF2B5EF4-FFF2-40B4-BE49-F238E27FC236}">
                <a16:creationId xmlns:a16="http://schemas.microsoft.com/office/drawing/2014/main" id="{EC66B02F-7D17-7AFC-6EC3-CD50609FDCCD}"/>
              </a:ext>
            </a:extLst>
          </p:cNvPr>
          <p:cNvSpPr txBox="1"/>
          <p:nvPr/>
        </p:nvSpPr>
        <p:spPr>
          <a:xfrm>
            <a:off x="6214537" y="1224551"/>
            <a:ext cx="462845" cy="584775"/>
          </a:xfrm>
          <a:prstGeom prst="rect">
            <a:avLst/>
          </a:prstGeom>
          <a:no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763C749B-C87A-C238-CC32-32E2AD88CE7C}"/>
              </a:ext>
            </a:extLst>
          </p:cNvPr>
          <p:cNvSpPr txBox="1"/>
          <p:nvPr/>
        </p:nvSpPr>
        <p:spPr>
          <a:xfrm>
            <a:off x="6714071" y="3741226"/>
            <a:ext cx="462845" cy="584775"/>
          </a:xfrm>
          <a:prstGeom prst="rect">
            <a:avLst/>
          </a:prstGeom>
          <a:noFill/>
        </p:spPr>
        <p:txBody>
          <a:bodyPr wrap="square" rtlCol="0">
            <a:spAutoFit/>
          </a:bodyPr>
          <a:lstStyle/>
          <a:p>
            <a:pPr algn="ctr"/>
            <a:r>
              <a:rPr lang="en-US" sz="3200" dirty="0"/>
              <a:t>4</a:t>
            </a:r>
          </a:p>
        </p:txBody>
      </p:sp>
      <p:sp>
        <p:nvSpPr>
          <p:cNvPr id="70" name="TextBox 69">
            <a:extLst>
              <a:ext uri="{FF2B5EF4-FFF2-40B4-BE49-F238E27FC236}">
                <a16:creationId xmlns:a16="http://schemas.microsoft.com/office/drawing/2014/main" id="{CB3F936E-746B-D84A-0914-9F1D484AC5A0}"/>
              </a:ext>
            </a:extLst>
          </p:cNvPr>
          <p:cNvSpPr txBox="1"/>
          <p:nvPr/>
        </p:nvSpPr>
        <p:spPr>
          <a:xfrm>
            <a:off x="6714071" y="424456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401513A-4436-D1EB-6377-A357363332AE}"/>
              </a:ext>
            </a:extLst>
          </p:cNvPr>
          <p:cNvSpPr txBox="1"/>
          <p:nvPr/>
        </p:nvSpPr>
        <p:spPr>
          <a:xfrm>
            <a:off x="3217333" y="3237891"/>
            <a:ext cx="462845" cy="584775"/>
          </a:xfrm>
          <a:prstGeom prst="rect">
            <a:avLst/>
          </a:prstGeom>
          <a:noFill/>
        </p:spPr>
        <p:txBody>
          <a:bodyPr wrap="square" rtlCol="0">
            <a:spAutoFit/>
          </a:bodyPr>
          <a:lstStyle/>
          <a:p>
            <a:pPr algn="ctr"/>
            <a:r>
              <a:rPr lang="en-US" sz="3200" dirty="0"/>
              <a:t>6</a:t>
            </a:r>
          </a:p>
        </p:txBody>
      </p:sp>
      <p:sp>
        <p:nvSpPr>
          <p:cNvPr id="72" name="TextBox 71">
            <a:extLst>
              <a:ext uri="{FF2B5EF4-FFF2-40B4-BE49-F238E27FC236}">
                <a16:creationId xmlns:a16="http://schemas.microsoft.com/office/drawing/2014/main" id="{83DFE0B0-9EF4-1083-A832-D337A9F1B254}"/>
              </a:ext>
            </a:extLst>
          </p:cNvPr>
          <p:cNvSpPr txBox="1"/>
          <p:nvPr/>
        </p:nvSpPr>
        <p:spPr>
          <a:xfrm>
            <a:off x="3217333" y="3741226"/>
            <a:ext cx="462845" cy="584775"/>
          </a:xfrm>
          <a:prstGeom prst="rect">
            <a:avLst/>
          </a:prstGeom>
          <a:noFill/>
        </p:spPr>
        <p:txBody>
          <a:bodyPr wrap="square" rtlCol="0">
            <a:spAutoFit/>
          </a:bodyPr>
          <a:lstStyle/>
          <a:p>
            <a:pPr algn="ctr"/>
            <a:r>
              <a:rPr lang="en-US" sz="3200" dirty="0"/>
              <a:t>1</a:t>
            </a:r>
          </a:p>
        </p:txBody>
      </p:sp>
      <p:sp>
        <p:nvSpPr>
          <p:cNvPr id="73" name="TextBox 72">
            <a:extLst>
              <a:ext uri="{FF2B5EF4-FFF2-40B4-BE49-F238E27FC236}">
                <a16:creationId xmlns:a16="http://schemas.microsoft.com/office/drawing/2014/main" id="{E96FECD2-2C9D-F06A-F74A-C47940253BBC}"/>
              </a:ext>
            </a:extLst>
          </p:cNvPr>
          <p:cNvSpPr txBox="1"/>
          <p:nvPr/>
        </p:nvSpPr>
        <p:spPr>
          <a:xfrm>
            <a:off x="3217333" y="4244561"/>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BAE63ECB-9453-D9D2-5DC3-1743C4AA03E7}"/>
              </a:ext>
            </a:extLst>
          </p:cNvPr>
          <p:cNvSpPr txBox="1"/>
          <p:nvPr/>
        </p:nvSpPr>
        <p:spPr>
          <a:xfrm>
            <a:off x="7213604" y="374122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0E6AE258-60B1-26A4-D0B1-05AEFBAE8418}"/>
              </a:ext>
            </a:extLst>
          </p:cNvPr>
          <p:cNvSpPr txBox="1"/>
          <p:nvPr/>
        </p:nvSpPr>
        <p:spPr>
          <a:xfrm>
            <a:off x="7213604" y="4244561"/>
            <a:ext cx="462845" cy="584775"/>
          </a:xfrm>
          <a:prstGeom prst="rect">
            <a:avLst/>
          </a:prstGeom>
          <a:noFill/>
        </p:spPr>
        <p:txBody>
          <a:bodyPr wrap="square" rtlCol="0">
            <a:spAutoFit/>
          </a:bodyPr>
          <a:lstStyle/>
          <a:p>
            <a:pPr algn="ctr"/>
            <a:r>
              <a:rPr lang="en-US" sz="3200" dirty="0"/>
              <a:t>6</a:t>
            </a:r>
          </a:p>
        </p:txBody>
      </p:sp>
      <p:sp>
        <p:nvSpPr>
          <p:cNvPr id="76" name="TextBox 75">
            <a:extLst>
              <a:ext uri="{FF2B5EF4-FFF2-40B4-BE49-F238E27FC236}">
                <a16:creationId xmlns:a16="http://schemas.microsoft.com/office/drawing/2014/main" id="{D72DB6FA-0687-D53D-88B1-54379487E0CA}"/>
              </a:ext>
            </a:extLst>
          </p:cNvPr>
          <p:cNvSpPr txBox="1"/>
          <p:nvPr/>
        </p:nvSpPr>
        <p:spPr>
          <a:xfrm>
            <a:off x="3716867" y="4747898"/>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6B78BAEE-BB97-D938-379D-05837B9445A4}"/>
              </a:ext>
            </a:extLst>
          </p:cNvPr>
          <p:cNvSpPr txBox="1"/>
          <p:nvPr/>
        </p:nvSpPr>
        <p:spPr>
          <a:xfrm>
            <a:off x="4216401" y="4747898"/>
            <a:ext cx="462845" cy="584775"/>
          </a:xfrm>
          <a:prstGeom prst="rect">
            <a:avLst/>
          </a:prstGeom>
          <a:noFill/>
        </p:spPr>
        <p:txBody>
          <a:bodyPr wrap="square" rtlCol="0">
            <a:spAutoFit/>
          </a:bodyPr>
          <a:lstStyle/>
          <a:p>
            <a:pPr algn="ctr"/>
            <a:r>
              <a:rPr lang="en-US" sz="3200" dirty="0"/>
              <a:t>6</a:t>
            </a:r>
          </a:p>
        </p:txBody>
      </p:sp>
      <p:sp>
        <p:nvSpPr>
          <p:cNvPr id="9" name="TextBox 8">
            <a:extLst>
              <a:ext uri="{FF2B5EF4-FFF2-40B4-BE49-F238E27FC236}">
                <a16:creationId xmlns:a16="http://schemas.microsoft.com/office/drawing/2014/main" id="{0E60F687-4D2F-F826-E895-D6A3F8045DCF}"/>
              </a:ext>
            </a:extLst>
          </p:cNvPr>
          <p:cNvSpPr txBox="1"/>
          <p:nvPr/>
        </p:nvSpPr>
        <p:spPr>
          <a:xfrm>
            <a:off x="3716867" y="1224551"/>
            <a:ext cx="462845" cy="584775"/>
          </a:xfrm>
          <a:prstGeom prst="rect">
            <a:avLst/>
          </a:prstGeom>
          <a:noFill/>
        </p:spPr>
        <p:txBody>
          <a:bodyPr wrap="square" rtlCol="0">
            <a:spAutoFit/>
          </a:bodyPr>
          <a:lstStyle/>
          <a:p>
            <a:pPr algn="ctr"/>
            <a:r>
              <a:rPr lang="en-US" sz="3200" dirty="0"/>
              <a:t>6</a:t>
            </a:r>
          </a:p>
        </p:txBody>
      </p:sp>
      <p:sp>
        <p:nvSpPr>
          <p:cNvPr id="10" name="TextBox 9">
            <a:extLst>
              <a:ext uri="{FF2B5EF4-FFF2-40B4-BE49-F238E27FC236}">
                <a16:creationId xmlns:a16="http://schemas.microsoft.com/office/drawing/2014/main" id="{E5B0DB52-CCDE-1EAD-B51B-5F98607DE2A9}"/>
              </a:ext>
            </a:extLst>
          </p:cNvPr>
          <p:cNvSpPr txBox="1"/>
          <p:nvPr/>
        </p:nvSpPr>
        <p:spPr>
          <a:xfrm>
            <a:off x="4216401" y="1224551"/>
            <a:ext cx="462845" cy="584775"/>
          </a:xfrm>
          <a:prstGeom prst="rect">
            <a:avLst/>
          </a:prstGeom>
          <a:noFill/>
        </p:spPr>
        <p:txBody>
          <a:bodyPr wrap="square" rtlCol="0">
            <a:spAutoFit/>
          </a:bodyPr>
          <a:lstStyle/>
          <a:p>
            <a:pPr algn="ctr"/>
            <a:r>
              <a:rPr lang="en-US" sz="3200" dirty="0"/>
              <a:t>7</a:t>
            </a:r>
          </a:p>
        </p:txBody>
      </p:sp>
      <p:sp>
        <p:nvSpPr>
          <p:cNvPr id="19" name="TextBox 18">
            <a:extLst>
              <a:ext uri="{FF2B5EF4-FFF2-40B4-BE49-F238E27FC236}">
                <a16:creationId xmlns:a16="http://schemas.microsoft.com/office/drawing/2014/main" id="{F3E1AEA7-D577-1CFB-5B19-FBE349EB28CA}"/>
              </a:ext>
            </a:extLst>
          </p:cNvPr>
          <p:cNvSpPr txBox="1"/>
          <p:nvPr/>
        </p:nvSpPr>
        <p:spPr>
          <a:xfrm>
            <a:off x="3716867" y="4244561"/>
            <a:ext cx="462845" cy="584775"/>
          </a:xfrm>
          <a:prstGeom prst="rect">
            <a:avLst/>
          </a:prstGeom>
          <a:noFill/>
        </p:spPr>
        <p:txBody>
          <a:bodyPr wrap="square" rtlCol="0">
            <a:spAutoFit/>
          </a:bodyPr>
          <a:lstStyle/>
          <a:p>
            <a:pPr algn="ctr"/>
            <a:r>
              <a:rPr lang="en-US" sz="3200" dirty="0"/>
              <a:t>5</a:t>
            </a:r>
          </a:p>
        </p:txBody>
      </p:sp>
      <p:sp>
        <p:nvSpPr>
          <p:cNvPr id="20" name="TextBox 19">
            <a:extLst>
              <a:ext uri="{FF2B5EF4-FFF2-40B4-BE49-F238E27FC236}">
                <a16:creationId xmlns:a16="http://schemas.microsoft.com/office/drawing/2014/main" id="{B53C739F-052B-E7F8-EA69-AEBFF00C4B35}"/>
              </a:ext>
            </a:extLst>
          </p:cNvPr>
          <p:cNvSpPr txBox="1"/>
          <p:nvPr/>
        </p:nvSpPr>
        <p:spPr>
          <a:xfrm>
            <a:off x="4216401"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0E2968C-35A8-3AB5-1A08-535BD9799723}"/>
              </a:ext>
            </a:extLst>
          </p:cNvPr>
          <p:cNvSpPr txBox="1"/>
          <p:nvPr/>
        </p:nvSpPr>
        <p:spPr>
          <a:xfrm>
            <a:off x="3716867" y="1727886"/>
            <a:ext cx="462845" cy="584775"/>
          </a:xfrm>
          <a:prstGeom prst="rect">
            <a:avLst/>
          </a:prstGeom>
          <a:noFill/>
        </p:spPr>
        <p:txBody>
          <a:bodyPr wrap="square" rtlCol="0">
            <a:spAutoFit/>
          </a:bodyPr>
          <a:lstStyle/>
          <a:p>
            <a:pPr algn="ctr"/>
            <a:r>
              <a:rPr lang="en-US" sz="3200" dirty="0"/>
              <a:t>1</a:t>
            </a:r>
          </a:p>
        </p:txBody>
      </p:sp>
      <p:sp>
        <p:nvSpPr>
          <p:cNvPr id="79" name="TextBox 78">
            <a:extLst>
              <a:ext uri="{FF2B5EF4-FFF2-40B4-BE49-F238E27FC236}">
                <a16:creationId xmlns:a16="http://schemas.microsoft.com/office/drawing/2014/main" id="{9924F9DA-1E99-9C5F-E870-C2EDD89B088C}"/>
              </a:ext>
            </a:extLst>
          </p:cNvPr>
          <p:cNvSpPr txBox="1"/>
          <p:nvPr/>
        </p:nvSpPr>
        <p:spPr>
          <a:xfrm>
            <a:off x="4216401" y="1727886"/>
            <a:ext cx="462845" cy="584775"/>
          </a:xfrm>
          <a:prstGeom prst="rect">
            <a:avLst/>
          </a:prstGeom>
          <a:noFill/>
        </p:spPr>
        <p:txBody>
          <a:bodyPr wrap="square" rtlCol="0">
            <a:spAutoFit/>
          </a:bodyPr>
          <a:lstStyle/>
          <a:p>
            <a:pPr algn="ctr"/>
            <a:r>
              <a:rPr lang="en-US" sz="3200" dirty="0"/>
              <a:t>2</a:t>
            </a:r>
          </a:p>
        </p:txBody>
      </p:sp>
      <p:sp>
        <p:nvSpPr>
          <p:cNvPr id="80" name="TextBox 79">
            <a:extLst>
              <a:ext uri="{FF2B5EF4-FFF2-40B4-BE49-F238E27FC236}">
                <a16:creationId xmlns:a16="http://schemas.microsoft.com/office/drawing/2014/main" id="{64D2949B-E2B9-BD85-A86F-39CE84464724}"/>
              </a:ext>
            </a:extLst>
          </p:cNvPr>
          <p:cNvSpPr txBox="1"/>
          <p:nvPr/>
        </p:nvSpPr>
        <p:spPr>
          <a:xfrm>
            <a:off x="3716867"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5902686A-A719-205B-5A20-C0E936F0F4E5}"/>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170AF0E8-083D-0B9B-A24C-B664CC7F2259}"/>
              </a:ext>
            </a:extLst>
          </p:cNvPr>
          <p:cNvSpPr txBox="1"/>
          <p:nvPr/>
        </p:nvSpPr>
        <p:spPr>
          <a:xfrm>
            <a:off x="4216401" y="3741226"/>
            <a:ext cx="462845" cy="584775"/>
          </a:xfrm>
          <a:prstGeom prst="rect">
            <a:avLst/>
          </a:prstGeom>
          <a:noFill/>
        </p:spPr>
        <p:txBody>
          <a:bodyPr wrap="square" rtlCol="0">
            <a:spAutoFit/>
          </a:bodyPr>
          <a:lstStyle/>
          <a:p>
            <a:pPr algn="ctr"/>
            <a:r>
              <a:rPr lang="en-US" sz="3200" dirty="0"/>
              <a:t>9</a:t>
            </a:r>
          </a:p>
        </p:txBody>
      </p:sp>
      <p:sp>
        <p:nvSpPr>
          <p:cNvPr id="21" name="TextBox 20">
            <a:extLst>
              <a:ext uri="{FF2B5EF4-FFF2-40B4-BE49-F238E27FC236}">
                <a16:creationId xmlns:a16="http://schemas.microsoft.com/office/drawing/2014/main" id="{A3C09442-568D-90CB-074B-8A0F1E2FBADB}"/>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22" name="TextBox 21">
            <a:extLst>
              <a:ext uri="{FF2B5EF4-FFF2-40B4-BE49-F238E27FC236}">
                <a16:creationId xmlns:a16="http://schemas.microsoft.com/office/drawing/2014/main" id="{4FAF9D4B-8FF2-0D80-30BC-1F27F561C93C}"/>
              </a:ext>
            </a:extLst>
          </p:cNvPr>
          <p:cNvSpPr txBox="1"/>
          <p:nvPr/>
        </p:nvSpPr>
        <p:spPr>
          <a:xfrm>
            <a:off x="3716867" y="3237891"/>
            <a:ext cx="462845" cy="584775"/>
          </a:xfrm>
          <a:prstGeom prst="rect">
            <a:avLst/>
          </a:prstGeom>
          <a:noFill/>
        </p:spPr>
        <p:txBody>
          <a:bodyPr wrap="square" rtlCol="0">
            <a:spAutoFit/>
          </a:bodyPr>
          <a:lstStyle/>
          <a:p>
            <a:pPr algn="ctr"/>
            <a:r>
              <a:rPr lang="en-US" sz="3200" dirty="0"/>
              <a:t>3</a:t>
            </a:r>
          </a:p>
        </p:txBody>
      </p:sp>
      <p:sp>
        <p:nvSpPr>
          <p:cNvPr id="29" name="TextBox 28">
            <a:extLst>
              <a:ext uri="{FF2B5EF4-FFF2-40B4-BE49-F238E27FC236}">
                <a16:creationId xmlns:a16="http://schemas.microsoft.com/office/drawing/2014/main" id="{2457D1C8-9032-B18B-9F9B-7321A7F39C14}"/>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30" name="TextBox 29">
            <a:extLst>
              <a:ext uri="{FF2B5EF4-FFF2-40B4-BE49-F238E27FC236}">
                <a16:creationId xmlns:a16="http://schemas.microsoft.com/office/drawing/2014/main" id="{99A5F358-B40D-3959-A749-032AB479E74C}"/>
              </a:ext>
            </a:extLst>
          </p:cNvPr>
          <p:cNvSpPr txBox="1"/>
          <p:nvPr/>
        </p:nvSpPr>
        <p:spPr>
          <a:xfrm>
            <a:off x="6714071" y="3237891"/>
            <a:ext cx="462845" cy="584775"/>
          </a:xfrm>
          <a:prstGeom prst="rect">
            <a:avLst/>
          </a:prstGeom>
          <a:noFill/>
        </p:spPr>
        <p:txBody>
          <a:bodyPr wrap="square" rtlCol="0">
            <a:spAutoFit/>
          </a:bodyPr>
          <a:lstStyle/>
          <a:p>
            <a:pPr algn="ctr"/>
            <a:r>
              <a:rPr lang="en-US" sz="3200" dirty="0"/>
              <a:t>2</a:t>
            </a:r>
          </a:p>
        </p:txBody>
      </p:sp>
      <p:sp>
        <p:nvSpPr>
          <p:cNvPr id="47" name="TextBox 46">
            <a:extLst>
              <a:ext uri="{FF2B5EF4-FFF2-40B4-BE49-F238E27FC236}">
                <a16:creationId xmlns:a16="http://schemas.microsoft.com/office/drawing/2014/main" id="{585E087D-E8D7-1888-E024-F537D91E908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48" name="TextBox 47">
            <a:extLst>
              <a:ext uri="{FF2B5EF4-FFF2-40B4-BE49-F238E27FC236}">
                <a16:creationId xmlns:a16="http://schemas.microsoft.com/office/drawing/2014/main" id="{DDF7B4A2-9BFB-CF94-943C-D7B415C358C7}"/>
              </a:ext>
            </a:extLst>
          </p:cNvPr>
          <p:cNvSpPr txBox="1"/>
          <p:nvPr/>
        </p:nvSpPr>
        <p:spPr>
          <a:xfrm>
            <a:off x="5215469" y="3741226"/>
            <a:ext cx="462845" cy="584775"/>
          </a:xfrm>
          <a:prstGeom prst="rect">
            <a:avLst/>
          </a:prstGeom>
          <a:noFill/>
        </p:spPr>
        <p:txBody>
          <a:bodyPr wrap="square" rtlCol="0">
            <a:spAutoFit/>
          </a:bodyPr>
          <a:lstStyle/>
          <a:p>
            <a:pPr algn="ctr"/>
            <a:r>
              <a:rPr lang="en-US" sz="3200" dirty="0"/>
              <a:t>7</a:t>
            </a:r>
          </a:p>
        </p:txBody>
      </p:sp>
      <p:sp>
        <p:nvSpPr>
          <p:cNvPr id="40" name="TextBox 39">
            <a:extLst>
              <a:ext uri="{FF2B5EF4-FFF2-40B4-BE49-F238E27FC236}">
                <a16:creationId xmlns:a16="http://schemas.microsoft.com/office/drawing/2014/main" id="{222CAB44-AF4A-0623-DE22-7E831B5103F7}"/>
              </a:ext>
            </a:extLst>
          </p:cNvPr>
          <p:cNvSpPr txBox="1"/>
          <p:nvPr/>
        </p:nvSpPr>
        <p:spPr>
          <a:xfrm>
            <a:off x="6214537" y="3741226"/>
            <a:ext cx="462845" cy="584775"/>
          </a:xfrm>
          <a:prstGeom prst="rect">
            <a:avLst/>
          </a:prstGeom>
          <a:noFill/>
        </p:spPr>
        <p:txBody>
          <a:bodyPr wrap="square" rtlCol="0">
            <a:spAutoFit/>
          </a:bodyPr>
          <a:lstStyle/>
          <a:p>
            <a:pPr algn="ctr"/>
            <a:r>
              <a:rPr lang="en-US" sz="3200" dirty="0"/>
              <a:t>2</a:t>
            </a:r>
          </a:p>
        </p:txBody>
      </p:sp>
      <p:sp>
        <p:nvSpPr>
          <p:cNvPr id="74" name="TextBox 73">
            <a:extLst>
              <a:ext uri="{FF2B5EF4-FFF2-40B4-BE49-F238E27FC236}">
                <a16:creationId xmlns:a16="http://schemas.microsoft.com/office/drawing/2014/main" id="{566D9B3F-2E7D-1BFB-9642-C4E1204B45A6}"/>
              </a:ext>
            </a:extLst>
          </p:cNvPr>
          <p:cNvSpPr txBox="1"/>
          <p:nvPr/>
        </p:nvSpPr>
        <p:spPr>
          <a:xfrm>
            <a:off x="5715003" y="4244561"/>
            <a:ext cx="462845" cy="584775"/>
          </a:xfrm>
          <a:prstGeom prst="rect">
            <a:avLst/>
          </a:prstGeom>
          <a:noFill/>
        </p:spPr>
        <p:txBody>
          <a:bodyPr wrap="square" rtlCol="0">
            <a:spAutoFit/>
          </a:bodyPr>
          <a:lstStyle/>
          <a:p>
            <a:pPr algn="ctr"/>
            <a:r>
              <a:rPr lang="en-US" sz="3200" dirty="0"/>
              <a:t>2</a:t>
            </a:r>
          </a:p>
        </p:txBody>
      </p:sp>
      <p:sp>
        <p:nvSpPr>
          <p:cNvPr id="75" name="TextBox 74">
            <a:extLst>
              <a:ext uri="{FF2B5EF4-FFF2-40B4-BE49-F238E27FC236}">
                <a16:creationId xmlns:a16="http://schemas.microsoft.com/office/drawing/2014/main" id="{14C4340A-7D9E-D317-387D-7C7E4DDDD93E}"/>
              </a:ext>
            </a:extLst>
          </p:cNvPr>
          <p:cNvSpPr txBox="1"/>
          <p:nvPr/>
        </p:nvSpPr>
        <p:spPr>
          <a:xfrm>
            <a:off x="6214537" y="4244561"/>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D35DECA9-F01A-8EE7-DA33-5393DC8E071C}"/>
              </a:ext>
            </a:extLst>
          </p:cNvPr>
          <p:cNvSpPr txBox="1"/>
          <p:nvPr/>
        </p:nvSpPr>
        <p:spPr>
          <a:xfrm>
            <a:off x="5215469" y="721216"/>
            <a:ext cx="462845" cy="584775"/>
          </a:xfrm>
          <a:prstGeom prst="rect">
            <a:avLst/>
          </a:prstGeom>
          <a:noFill/>
        </p:spPr>
        <p:txBody>
          <a:bodyPr wrap="square" rtlCol="0">
            <a:spAutoFit/>
          </a:bodyPr>
          <a:lstStyle/>
          <a:p>
            <a:pPr algn="ctr"/>
            <a:r>
              <a:rPr lang="en-US" sz="3200" dirty="0"/>
              <a:t>5</a:t>
            </a:r>
          </a:p>
        </p:txBody>
      </p:sp>
      <p:sp>
        <p:nvSpPr>
          <p:cNvPr id="60" name="TextBox 59">
            <a:extLst>
              <a:ext uri="{FF2B5EF4-FFF2-40B4-BE49-F238E27FC236}">
                <a16:creationId xmlns:a16="http://schemas.microsoft.com/office/drawing/2014/main" id="{2D47F925-8C30-7046-D6D8-C1AF2250F1F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11" name="TextBox 10">
            <a:extLst>
              <a:ext uri="{FF2B5EF4-FFF2-40B4-BE49-F238E27FC236}">
                <a16:creationId xmlns:a16="http://schemas.microsoft.com/office/drawing/2014/main" id="{58E012E0-7917-4726-335C-77A825443417}"/>
              </a:ext>
            </a:extLst>
          </p:cNvPr>
          <p:cNvSpPr txBox="1"/>
          <p:nvPr/>
        </p:nvSpPr>
        <p:spPr>
          <a:xfrm>
            <a:off x="4715935" y="2231221"/>
            <a:ext cx="462845" cy="584775"/>
          </a:xfrm>
          <a:prstGeom prst="rect">
            <a:avLst/>
          </a:prstGeom>
          <a:noFill/>
        </p:spPr>
        <p:txBody>
          <a:bodyPr wrap="square" rtlCol="0">
            <a:spAutoFit/>
          </a:bodyPr>
          <a:lstStyle/>
          <a:p>
            <a:pPr algn="ctr"/>
            <a:r>
              <a:rPr lang="en-US" sz="3200" dirty="0"/>
              <a:t>7</a:t>
            </a:r>
          </a:p>
        </p:txBody>
      </p:sp>
      <p:sp>
        <p:nvSpPr>
          <p:cNvPr id="64" name="TextBox 63">
            <a:extLst>
              <a:ext uri="{FF2B5EF4-FFF2-40B4-BE49-F238E27FC236}">
                <a16:creationId xmlns:a16="http://schemas.microsoft.com/office/drawing/2014/main" id="{B9938A85-EA77-E0E4-6D0C-004B2670B6DE}"/>
              </a:ext>
            </a:extLst>
          </p:cNvPr>
          <p:cNvSpPr txBox="1"/>
          <p:nvPr/>
        </p:nvSpPr>
        <p:spPr>
          <a:xfrm>
            <a:off x="3217333" y="2231221"/>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C01BBA1F-5E15-0D99-8EFA-E7F738757456}"/>
              </a:ext>
            </a:extLst>
          </p:cNvPr>
          <p:cNvSpPr txBox="1"/>
          <p:nvPr/>
        </p:nvSpPr>
        <p:spPr>
          <a:xfrm>
            <a:off x="3217333" y="2734556"/>
            <a:ext cx="462845" cy="584775"/>
          </a:xfrm>
          <a:prstGeom prst="rect">
            <a:avLst/>
          </a:prstGeom>
          <a:noFill/>
        </p:spPr>
        <p:txBody>
          <a:bodyPr wrap="square" rtlCol="0">
            <a:spAutoFit/>
          </a:bodyPr>
          <a:lstStyle/>
          <a:p>
            <a:pPr algn="ctr"/>
            <a:r>
              <a:rPr lang="en-US" sz="3200" dirty="0"/>
              <a:t>4</a:t>
            </a:r>
          </a:p>
        </p:txBody>
      </p:sp>
      <p:sp>
        <p:nvSpPr>
          <p:cNvPr id="88" name="TextBox 87">
            <a:extLst>
              <a:ext uri="{FF2B5EF4-FFF2-40B4-BE49-F238E27FC236}">
                <a16:creationId xmlns:a16="http://schemas.microsoft.com/office/drawing/2014/main" id="{BF88FBCA-83B3-6253-60F6-FD3F49394639}"/>
              </a:ext>
            </a:extLst>
          </p:cNvPr>
          <p:cNvSpPr txBox="1"/>
          <p:nvPr/>
        </p:nvSpPr>
        <p:spPr>
          <a:xfrm>
            <a:off x="5215469" y="1224551"/>
            <a:ext cx="462845" cy="584775"/>
          </a:xfrm>
          <a:prstGeom prst="rect">
            <a:avLst/>
          </a:prstGeom>
          <a:noFill/>
        </p:spPr>
        <p:txBody>
          <a:bodyPr wrap="square" rtlCol="0">
            <a:spAutoFit/>
          </a:bodyPr>
          <a:lstStyle/>
          <a:p>
            <a:pPr algn="ctr"/>
            <a:r>
              <a:rPr lang="en-US" sz="3200" dirty="0"/>
              <a:t>2</a:t>
            </a:r>
          </a:p>
        </p:txBody>
      </p:sp>
      <p:sp>
        <p:nvSpPr>
          <p:cNvPr id="17" name="TextBox 16">
            <a:extLst>
              <a:ext uri="{FF2B5EF4-FFF2-40B4-BE49-F238E27FC236}">
                <a16:creationId xmlns:a16="http://schemas.microsoft.com/office/drawing/2014/main" id="{FF9B0A64-0594-940F-57D6-356B46A3C2DB}"/>
              </a:ext>
            </a:extLst>
          </p:cNvPr>
          <p:cNvSpPr txBox="1"/>
          <p:nvPr/>
        </p:nvSpPr>
        <p:spPr>
          <a:xfrm>
            <a:off x="5215469" y="2734556"/>
            <a:ext cx="462845" cy="584775"/>
          </a:xfrm>
          <a:prstGeom prst="rect">
            <a:avLst/>
          </a:prstGeom>
          <a:noFill/>
        </p:spPr>
        <p:txBody>
          <a:bodyPr wrap="square" rtlCol="0">
            <a:spAutoFit/>
          </a:bodyPr>
          <a:lstStyle/>
          <a:p>
            <a:pPr algn="ctr"/>
            <a:r>
              <a:rPr lang="en-US" sz="3200" dirty="0"/>
              <a:t>6</a:t>
            </a:r>
          </a:p>
        </p:txBody>
      </p:sp>
      <p:sp>
        <p:nvSpPr>
          <p:cNvPr id="28" name="TextBox 27">
            <a:extLst>
              <a:ext uri="{FF2B5EF4-FFF2-40B4-BE49-F238E27FC236}">
                <a16:creationId xmlns:a16="http://schemas.microsoft.com/office/drawing/2014/main" id="{40820AB5-6DF7-B97B-EE17-114AACED7FDF}"/>
              </a:ext>
            </a:extLst>
          </p:cNvPr>
          <p:cNvSpPr txBox="1"/>
          <p:nvPr/>
        </p:nvSpPr>
        <p:spPr>
          <a:xfrm>
            <a:off x="5715003" y="2231221"/>
            <a:ext cx="462845" cy="584775"/>
          </a:xfrm>
          <a:prstGeom prst="rect">
            <a:avLst/>
          </a:prstGeom>
          <a:noFill/>
        </p:spPr>
        <p:txBody>
          <a:bodyPr wrap="square" rtlCol="0">
            <a:spAutoFit/>
          </a:bodyPr>
          <a:lstStyle/>
          <a:p>
            <a:pPr algn="ctr"/>
            <a:r>
              <a:rPr lang="en-US" sz="3200" dirty="0"/>
              <a:t>4</a:t>
            </a:r>
          </a:p>
        </p:txBody>
      </p:sp>
      <p:sp>
        <p:nvSpPr>
          <p:cNvPr id="89" name="TextBox 88">
            <a:extLst>
              <a:ext uri="{FF2B5EF4-FFF2-40B4-BE49-F238E27FC236}">
                <a16:creationId xmlns:a16="http://schemas.microsoft.com/office/drawing/2014/main" id="{81C5B63A-B961-8246-697C-694EDC6FDB3F}"/>
              </a:ext>
            </a:extLst>
          </p:cNvPr>
          <p:cNvSpPr txBox="1"/>
          <p:nvPr/>
        </p:nvSpPr>
        <p:spPr>
          <a:xfrm>
            <a:off x="6214537" y="2231221"/>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48793513-7097-5039-E1C7-02CD13B3ECC9}"/>
              </a:ext>
            </a:extLst>
          </p:cNvPr>
          <p:cNvSpPr txBox="1"/>
          <p:nvPr/>
        </p:nvSpPr>
        <p:spPr>
          <a:xfrm>
            <a:off x="6214537" y="2734556"/>
            <a:ext cx="462845" cy="584775"/>
          </a:xfrm>
          <a:prstGeom prst="rect">
            <a:avLst/>
          </a:prstGeom>
          <a:noFill/>
        </p:spPr>
        <p:txBody>
          <a:bodyPr wrap="square" rtlCol="0">
            <a:spAutoFit/>
          </a:bodyPr>
          <a:lstStyle/>
          <a:p>
            <a:pPr algn="ctr"/>
            <a:r>
              <a:rPr lang="en-US" sz="3200" dirty="0"/>
              <a:t>9</a:t>
            </a:r>
          </a:p>
        </p:txBody>
      </p:sp>
      <p:sp>
        <p:nvSpPr>
          <p:cNvPr id="91" name="TextBox 90">
            <a:extLst>
              <a:ext uri="{FF2B5EF4-FFF2-40B4-BE49-F238E27FC236}">
                <a16:creationId xmlns:a16="http://schemas.microsoft.com/office/drawing/2014/main" id="{1892755E-4B29-EB48-4B88-ACB95ACD74A4}"/>
              </a:ext>
            </a:extLst>
          </p:cNvPr>
          <p:cNvSpPr txBox="1"/>
          <p:nvPr/>
        </p:nvSpPr>
        <p:spPr>
          <a:xfrm>
            <a:off x="6214537" y="3237891"/>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0713F331-5674-4EDF-44C2-07BAAC1CA012}"/>
              </a:ext>
            </a:extLst>
          </p:cNvPr>
          <p:cNvSpPr txBox="1"/>
          <p:nvPr/>
        </p:nvSpPr>
        <p:spPr>
          <a:xfrm>
            <a:off x="5215469" y="1727886"/>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4BA25723-FA95-6B91-A865-F10BBAA09DC7}"/>
              </a:ext>
            </a:extLst>
          </p:cNvPr>
          <p:cNvSpPr txBox="1"/>
          <p:nvPr/>
        </p:nvSpPr>
        <p:spPr>
          <a:xfrm>
            <a:off x="4715935" y="2734556"/>
            <a:ext cx="462845" cy="584775"/>
          </a:xfrm>
          <a:prstGeom prst="rect">
            <a:avLst/>
          </a:prstGeom>
          <a:noFill/>
        </p:spPr>
        <p:txBody>
          <a:bodyPr wrap="square" rtlCol="0">
            <a:spAutoFit/>
          </a:bodyPr>
          <a:lstStyle/>
          <a:p>
            <a:pPr algn="ctr"/>
            <a:r>
              <a:rPr lang="en-US" sz="3200" dirty="0"/>
              <a:t>2</a:t>
            </a:r>
          </a:p>
        </p:txBody>
      </p:sp>
      <p:sp>
        <p:nvSpPr>
          <p:cNvPr id="26" name="TextBox 25">
            <a:extLst>
              <a:ext uri="{FF2B5EF4-FFF2-40B4-BE49-F238E27FC236}">
                <a16:creationId xmlns:a16="http://schemas.microsoft.com/office/drawing/2014/main" id="{391606F8-6F2E-38AE-BE6A-44B4CC5FC7B3}"/>
              </a:ext>
            </a:extLst>
          </p:cNvPr>
          <p:cNvSpPr txBox="1"/>
          <p:nvPr/>
        </p:nvSpPr>
        <p:spPr>
          <a:xfrm>
            <a:off x="4715935" y="4747898"/>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230AF5F2-91CB-FEB6-E3C3-0B2C7FDFD99B}"/>
              </a:ext>
            </a:extLst>
          </p:cNvPr>
          <p:cNvSpPr txBox="1"/>
          <p:nvPr/>
        </p:nvSpPr>
        <p:spPr>
          <a:xfrm>
            <a:off x="5215469" y="4747898"/>
            <a:ext cx="462845" cy="584775"/>
          </a:xfrm>
          <a:prstGeom prst="rect">
            <a:avLst/>
          </a:prstGeom>
          <a:noFill/>
        </p:spPr>
        <p:txBody>
          <a:bodyPr wrap="square" rtlCol="0">
            <a:spAutoFit/>
          </a:bodyPr>
          <a:lstStyle/>
          <a:p>
            <a:pPr algn="ctr"/>
            <a:r>
              <a:rPr lang="en-US" sz="3200" dirty="0"/>
              <a:t>9</a:t>
            </a:r>
          </a:p>
        </p:txBody>
      </p:sp>
      <p:sp>
        <p:nvSpPr>
          <p:cNvPr id="62" name="TextBox 61">
            <a:extLst>
              <a:ext uri="{FF2B5EF4-FFF2-40B4-BE49-F238E27FC236}">
                <a16:creationId xmlns:a16="http://schemas.microsoft.com/office/drawing/2014/main" id="{5BFA1391-A6AC-861F-54C8-7984C06A7908}"/>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9F5E0EA-6273-8E60-A249-BBAB4C4ED0C9}"/>
              </a:ext>
            </a:extLst>
          </p:cNvPr>
          <p:cNvSpPr txBox="1"/>
          <p:nvPr/>
        </p:nvSpPr>
        <p:spPr>
          <a:xfrm>
            <a:off x="4715935" y="1224551"/>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3D556D92-266C-4813-369F-B72671620B3F}"/>
              </a:ext>
            </a:extLst>
          </p:cNvPr>
          <p:cNvSpPr txBox="1"/>
          <p:nvPr/>
        </p:nvSpPr>
        <p:spPr>
          <a:xfrm>
            <a:off x="5715003" y="1224551"/>
            <a:ext cx="462845" cy="584775"/>
          </a:xfrm>
          <a:prstGeom prst="rect">
            <a:avLst/>
          </a:prstGeom>
          <a:noFill/>
        </p:spPr>
        <p:txBody>
          <a:bodyPr wrap="square" rtlCol="0">
            <a:spAutoFit/>
          </a:bodyPr>
          <a:lstStyle/>
          <a:p>
            <a:pPr algn="ctr"/>
            <a:r>
              <a:rPr lang="en-US" sz="3200" dirty="0"/>
              <a:t>1</a:t>
            </a:r>
          </a:p>
        </p:txBody>
      </p:sp>
      <p:sp>
        <p:nvSpPr>
          <p:cNvPr id="44" name="TextBox 43">
            <a:extLst>
              <a:ext uri="{FF2B5EF4-FFF2-40B4-BE49-F238E27FC236}">
                <a16:creationId xmlns:a16="http://schemas.microsoft.com/office/drawing/2014/main" id="{C2CB8E99-0F9C-7C85-8414-2DC2CBBB2672}"/>
              </a:ext>
            </a:extLst>
          </p:cNvPr>
          <p:cNvSpPr txBox="1"/>
          <p:nvPr/>
        </p:nvSpPr>
        <p:spPr>
          <a:xfrm>
            <a:off x="5715003" y="3237891"/>
            <a:ext cx="462845" cy="584775"/>
          </a:xfrm>
          <a:prstGeom prst="rect">
            <a:avLst/>
          </a:prstGeom>
          <a:noFill/>
        </p:spPr>
        <p:txBody>
          <a:bodyPr wrap="square" rtlCol="0">
            <a:spAutoFit/>
          </a:bodyPr>
          <a:lstStyle/>
          <a:p>
            <a:pPr algn="ctr"/>
            <a:r>
              <a:rPr lang="en-US" sz="3200" dirty="0"/>
              <a:t>9</a:t>
            </a:r>
          </a:p>
        </p:txBody>
      </p:sp>
      <p:sp>
        <p:nvSpPr>
          <p:cNvPr id="16" name="TextBox 15">
            <a:extLst>
              <a:ext uri="{FF2B5EF4-FFF2-40B4-BE49-F238E27FC236}">
                <a16:creationId xmlns:a16="http://schemas.microsoft.com/office/drawing/2014/main" id="{F3F0405C-DFE5-E212-59B5-FC2A93816A75}"/>
              </a:ext>
            </a:extLst>
          </p:cNvPr>
          <p:cNvSpPr txBox="1"/>
          <p:nvPr/>
        </p:nvSpPr>
        <p:spPr>
          <a:xfrm>
            <a:off x="4216401" y="273455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990A2B34-59B3-7CC3-3F87-5F7EE481B929}"/>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D0AD07BC-96AF-358B-DC70-CEB248F9BE2A}"/>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63" name="TextBox 62">
            <a:extLst>
              <a:ext uri="{FF2B5EF4-FFF2-40B4-BE49-F238E27FC236}">
                <a16:creationId xmlns:a16="http://schemas.microsoft.com/office/drawing/2014/main" id="{CBA54930-BE4E-2A17-97A0-2FADCFF7379A}"/>
              </a:ext>
            </a:extLst>
          </p:cNvPr>
          <p:cNvSpPr txBox="1"/>
          <p:nvPr/>
        </p:nvSpPr>
        <p:spPr>
          <a:xfrm>
            <a:off x="5215469" y="4244561"/>
            <a:ext cx="462845" cy="584775"/>
          </a:xfrm>
          <a:prstGeom prst="rect">
            <a:avLst/>
          </a:prstGeom>
          <a:noFill/>
        </p:spPr>
        <p:txBody>
          <a:bodyPr wrap="square" rtlCol="0">
            <a:spAutoFit/>
          </a:bodyPr>
          <a:lstStyle/>
          <a:p>
            <a:pPr algn="ctr"/>
            <a:r>
              <a:rPr lang="en-US" sz="3200" dirty="0"/>
              <a:t>1</a:t>
            </a:r>
          </a:p>
        </p:txBody>
      </p:sp>
      <p:sp>
        <p:nvSpPr>
          <p:cNvPr id="86" name="TextBox 85">
            <a:extLst>
              <a:ext uri="{FF2B5EF4-FFF2-40B4-BE49-F238E27FC236}">
                <a16:creationId xmlns:a16="http://schemas.microsoft.com/office/drawing/2014/main" id="{70B3287F-2F5C-7D39-D378-70A4471A0860}"/>
              </a:ext>
            </a:extLst>
          </p:cNvPr>
          <p:cNvSpPr txBox="1"/>
          <p:nvPr/>
        </p:nvSpPr>
        <p:spPr>
          <a:xfrm>
            <a:off x="5715003" y="273455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815DB67F-735E-3081-F134-16AA0D827745}"/>
              </a:ext>
            </a:extLst>
          </p:cNvPr>
          <p:cNvSpPr txBox="1"/>
          <p:nvPr/>
        </p:nvSpPr>
        <p:spPr>
          <a:xfrm>
            <a:off x="4216401" y="3237891"/>
            <a:ext cx="462845" cy="584775"/>
          </a:xfrm>
          <a:prstGeom prst="rect">
            <a:avLst/>
          </a:prstGeom>
          <a:noFill/>
        </p:spPr>
        <p:txBody>
          <a:bodyPr wrap="square" rtlCol="0">
            <a:spAutoFit/>
          </a:bodyPr>
          <a:lstStyle/>
          <a:p>
            <a:pPr algn="ctr"/>
            <a:r>
              <a:rPr lang="en-US" sz="3200" dirty="0"/>
              <a:t>5</a:t>
            </a:r>
          </a:p>
        </p:txBody>
      </p:sp>
      <p:sp>
        <p:nvSpPr>
          <p:cNvPr id="92" name="TextBox 91">
            <a:extLst>
              <a:ext uri="{FF2B5EF4-FFF2-40B4-BE49-F238E27FC236}">
                <a16:creationId xmlns:a16="http://schemas.microsoft.com/office/drawing/2014/main" id="{D5BDF7D1-F504-3B46-8973-1328F94BFC80}"/>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93" name="TextBox 92">
            <a:extLst>
              <a:ext uri="{FF2B5EF4-FFF2-40B4-BE49-F238E27FC236}">
                <a16:creationId xmlns:a16="http://schemas.microsoft.com/office/drawing/2014/main" id="{D2181A83-5FCB-978C-D49C-9FF97B036FB0}"/>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94" name="TextBox 93">
            <a:extLst>
              <a:ext uri="{FF2B5EF4-FFF2-40B4-BE49-F238E27FC236}">
                <a16:creationId xmlns:a16="http://schemas.microsoft.com/office/drawing/2014/main" id="{15E57B60-AD35-0398-FF6C-ADED6A228CE1}"/>
              </a:ext>
            </a:extLst>
          </p:cNvPr>
          <p:cNvSpPr txBox="1"/>
          <p:nvPr/>
        </p:nvSpPr>
        <p:spPr>
          <a:xfrm>
            <a:off x="4715935" y="1727886"/>
            <a:ext cx="462845" cy="584775"/>
          </a:xfrm>
          <a:prstGeom prst="rect">
            <a:avLst/>
          </a:prstGeom>
          <a:noFill/>
        </p:spPr>
        <p:txBody>
          <a:bodyPr wrap="square" rtlCol="0">
            <a:spAutoFit/>
          </a:bodyPr>
          <a:lstStyle/>
          <a:p>
            <a:pPr algn="ctr"/>
            <a:r>
              <a:rPr lang="en-US" sz="3200" dirty="0"/>
              <a:t>6</a:t>
            </a:r>
          </a:p>
        </p:txBody>
      </p:sp>
      <p:sp>
        <p:nvSpPr>
          <p:cNvPr id="95" name="TextBox 94">
            <a:extLst>
              <a:ext uri="{FF2B5EF4-FFF2-40B4-BE49-F238E27FC236}">
                <a16:creationId xmlns:a16="http://schemas.microsoft.com/office/drawing/2014/main" id="{26DFF53E-026D-A951-AA6D-1E03610CC986}"/>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96" name="TextBox 95">
            <a:extLst>
              <a:ext uri="{FF2B5EF4-FFF2-40B4-BE49-F238E27FC236}">
                <a16:creationId xmlns:a16="http://schemas.microsoft.com/office/drawing/2014/main" id="{CA2DB936-65BD-50A4-E35D-72A584122B54}"/>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97" name="TextBox 96">
            <a:extLst>
              <a:ext uri="{FF2B5EF4-FFF2-40B4-BE49-F238E27FC236}">
                <a16:creationId xmlns:a16="http://schemas.microsoft.com/office/drawing/2014/main" id="{1A87CE76-DEC2-3038-408C-883591804138}"/>
              </a:ext>
            </a:extLst>
          </p:cNvPr>
          <p:cNvSpPr txBox="1"/>
          <p:nvPr/>
        </p:nvSpPr>
        <p:spPr>
          <a:xfrm>
            <a:off x="5715003" y="3741226"/>
            <a:ext cx="462845" cy="584775"/>
          </a:xfrm>
          <a:prstGeom prst="rect">
            <a:avLst/>
          </a:prstGeom>
          <a:noFill/>
        </p:spPr>
        <p:txBody>
          <a:bodyPr wrap="square" rtlCol="0">
            <a:spAutoFit/>
          </a:bodyPr>
          <a:lstStyle/>
          <a:p>
            <a:pPr algn="ctr"/>
            <a:r>
              <a:rPr lang="en-US" sz="3200" dirty="0"/>
              <a:t>6</a:t>
            </a:r>
          </a:p>
        </p:txBody>
      </p:sp>
      <p:sp>
        <p:nvSpPr>
          <p:cNvPr id="98" name="TextBox 97">
            <a:extLst>
              <a:ext uri="{FF2B5EF4-FFF2-40B4-BE49-F238E27FC236}">
                <a16:creationId xmlns:a16="http://schemas.microsoft.com/office/drawing/2014/main" id="{4A88CB56-92EA-3243-4BA2-563D49B24F99}"/>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23" name="TextBox 22">
            <a:extLst>
              <a:ext uri="{FF2B5EF4-FFF2-40B4-BE49-F238E27FC236}">
                <a16:creationId xmlns:a16="http://schemas.microsoft.com/office/drawing/2014/main" id="{A0F776E8-756F-9E53-735B-0B0082DF7E53}"/>
              </a:ext>
            </a:extLst>
          </p:cNvPr>
          <p:cNvSpPr txBox="1"/>
          <p:nvPr/>
        </p:nvSpPr>
        <p:spPr>
          <a:xfrm>
            <a:off x="4715935"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048231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10897</TotalTime>
  <Words>4767</Words>
  <Application>Microsoft Macintosh PowerPoint</Application>
  <PresentationFormat>Widescreen</PresentationFormat>
  <Paragraphs>4134</Paragraphs>
  <Slides>73</Slides>
  <Notes>73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399</cp:revision>
  <cp:lastPrinted>2025-12-02T00:08:17Z</cp:lastPrinted>
  <dcterms:created xsi:type="dcterms:W3CDTF">2024-03-19T02:13:08Z</dcterms:created>
  <dcterms:modified xsi:type="dcterms:W3CDTF">2026-05-29T22:07:44Z</dcterms:modified>
</cp:coreProperties>
</file>