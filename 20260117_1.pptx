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2"/>
  </p:notesMasterIdLst>
  <p:sldIdLst>
    <p:sldId id="457" r:id="rId2"/>
    <p:sldId id="531" r:id="rId3"/>
    <p:sldId id="532" r:id="rId4"/>
    <p:sldId id="534" r:id="rId5"/>
    <p:sldId id="535" r:id="rId6"/>
    <p:sldId id="536" r:id="rId7"/>
    <p:sldId id="533" r:id="rId8"/>
    <p:sldId id="601" r:id="rId9"/>
    <p:sldId id="537" r:id="rId10"/>
    <p:sldId id="538" r:id="rId11"/>
    <p:sldId id="540" r:id="rId12"/>
    <p:sldId id="541" r:id="rId13"/>
    <p:sldId id="542" r:id="rId14"/>
    <p:sldId id="546" r:id="rId15"/>
    <p:sldId id="543" r:id="rId16"/>
    <p:sldId id="544" r:id="rId17"/>
    <p:sldId id="545" r:id="rId18"/>
    <p:sldId id="547" r:id="rId19"/>
    <p:sldId id="548" r:id="rId20"/>
    <p:sldId id="550" r:id="rId21"/>
    <p:sldId id="551" r:id="rId22"/>
    <p:sldId id="549" r:id="rId23"/>
    <p:sldId id="552" r:id="rId24"/>
    <p:sldId id="553" r:id="rId25"/>
    <p:sldId id="554" r:id="rId26"/>
    <p:sldId id="555" r:id="rId27"/>
    <p:sldId id="556" r:id="rId28"/>
    <p:sldId id="557" r:id="rId29"/>
    <p:sldId id="558" r:id="rId30"/>
    <p:sldId id="559" r:id="rId31"/>
    <p:sldId id="560" r:id="rId32"/>
    <p:sldId id="561" r:id="rId33"/>
    <p:sldId id="562" r:id="rId34"/>
    <p:sldId id="563" r:id="rId35"/>
    <p:sldId id="564" r:id="rId36"/>
    <p:sldId id="565" r:id="rId37"/>
    <p:sldId id="566" r:id="rId38"/>
    <p:sldId id="568" r:id="rId39"/>
    <p:sldId id="569" r:id="rId40"/>
    <p:sldId id="570" r:id="rId41"/>
    <p:sldId id="571" r:id="rId42"/>
    <p:sldId id="572" r:id="rId43"/>
    <p:sldId id="573" r:id="rId44"/>
    <p:sldId id="575" r:id="rId45"/>
    <p:sldId id="574" r:id="rId46"/>
    <p:sldId id="576" r:id="rId47"/>
    <p:sldId id="577" r:id="rId48"/>
    <p:sldId id="578" r:id="rId49"/>
    <p:sldId id="579" r:id="rId50"/>
    <p:sldId id="580" r:id="rId51"/>
    <p:sldId id="581" r:id="rId52"/>
    <p:sldId id="583" r:id="rId53"/>
    <p:sldId id="582" r:id="rId54"/>
    <p:sldId id="584" r:id="rId55"/>
    <p:sldId id="585" r:id="rId56"/>
    <p:sldId id="586" r:id="rId57"/>
    <p:sldId id="587" r:id="rId58"/>
    <p:sldId id="588" r:id="rId59"/>
    <p:sldId id="589" r:id="rId60"/>
    <p:sldId id="590" r:id="rId61"/>
    <p:sldId id="591" r:id="rId62"/>
    <p:sldId id="592" r:id="rId63"/>
    <p:sldId id="593" r:id="rId64"/>
    <p:sldId id="594" r:id="rId65"/>
    <p:sldId id="595" r:id="rId66"/>
    <p:sldId id="596" r:id="rId67"/>
    <p:sldId id="597" r:id="rId68"/>
    <p:sldId id="598" r:id="rId69"/>
    <p:sldId id="599" r:id="rId70"/>
    <p:sldId id="600"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3"/>
    <p:restoredTop sz="94568"/>
  </p:normalViewPr>
  <p:slideViewPr>
    <p:cSldViewPr snapToGrid="0">
      <p:cViewPr varScale="1">
        <p:scale>
          <a:sx n="113" d="100"/>
          <a:sy n="113" d="100"/>
        </p:scale>
        <p:origin x="149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15DF2-0A72-2CA4-26DA-2B42E699B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EDEEA7-0760-6A68-A1EC-5B829D1203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1B060-EABF-AE37-A647-1145993C31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006561-D466-E11F-F8F3-23BDF47AC867}"/>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3265896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3E1A2-11A2-6FFF-5FBC-6D6AF2D6A6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EC5F7-222A-D07A-17A8-9F35DBE794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B31907-869A-73B6-DC5D-80AAD0A660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5168E96-126B-D286-4BE1-F41532039315}"/>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18973859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BD2B3-82F6-53D9-9CB9-E3F55A3DB0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3AED4A-A973-E1AD-302B-94A416912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BD9D0A-3210-6205-94E8-8EFAE4BE26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70A7B7-BAC0-41C0-E8C2-F922565B5584}"/>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41655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5B258-3CD8-48D8-A00D-552414D5AA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58461-7380-FB0A-A9E4-5F4FBE1CA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C67A8-04DB-6186-FB02-509A7781B3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63D200-F52A-0667-E7AB-F979B063EA05}"/>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217307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1ACB7-3DA2-C18A-AA3F-8FFB48747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90DF8B-58E0-4330-E79E-65C629DD9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A5C8F-8332-A6FC-B54E-BDF9B1FDF3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5531B3-B2FA-8017-5909-0E64B48524B4}"/>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2615738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0943-FE36-88AB-E3F2-DD43F085B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A7574A-99C0-1673-4814-856210401A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D3D82B-6264-A57B-991A-08A0634081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4D1113-B1DF-0C7F-F3BF-FA79F2B91C25}"/>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2014658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A4B0B-FCAF-A3EF-8941-DD38DE8CFE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5A276-2A5C-35A3-A170-226C26DCCB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F4DC7-93D0-B27A-C8D6-643BB69A58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5E9912-B384-B492-A70A-6AE2AC621773}"/>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412204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30F27-83B9-F8E0-0A87-1D43A8C3E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1E4CE4-638E-5CC5-2E7F-198505843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394D4-41FD-967D-62B6-C8669FEA48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D8A50D-D4E8-F129-401E-3EE159035178}"/>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19359211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75DA-9846-9FFE-5EE7-7A8605027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CE53ED-7FD5-906A-86F4-A4325A6766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9EF8-D52E-E269-CE17-50D57385454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76B247-3314-1B26-61ED-3246CB7305D7}"/>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41378357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97C5-904D-6ABE-D7FF-FFA1474D9F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917FFE-D559-048C-4727-A174F515C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A92A86-3CBC-4DA2-2288-F0BBABAF84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3D3BB-9481-0BC9-8E55-EA2BDE70E7FC}"/>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37554837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256C9-A60B-E33A-29E5-F0324C817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E5AA4-FBAA-FD3F-FEB1-728D53C6B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9F4F90-C37B-CCFA-07AC-F139F36D8D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529921-2888-90EA-661C-D837CFE55F52}"/>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102293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3BDC3-CF53-BCF2-4655-5C49540E33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59837-B1B7-1C1C-DEB9-609FD587F6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AA830E-F17E-50A0-BB25-F4EBB9496B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6C4413-0C43-45F6-4898-3BB65A325A8F}"/>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33125883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73464-11AF-F216-9127-7BD054743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D55B00-7C52-680E-2CBB-67DABC064B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FAE035-5F22-1EE8-10DA-1B6805C43A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728DD8-EE77-2E10-D3F4-88BF34F8227F}"/>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491813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2DD4B-2AC3-F7D0-91F7-FBEAE1491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CDBB0-BE57-FCD4-EB5A-DDDEC72C13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B44D0-8783-DDA8-AD5D-EFD1AF1232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B8F7A1-F0E4-041D-E626-CF7E4AEE818E}"/>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41657635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10D64-E39D-71DE-D2C3-39756E5F63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4275E-659F-E702-F103-09C96BF82A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6300F-FDCD-BADB-277B-25AB8D589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11D9B0-C281-1578-278F-B4A5EC9DA92A}"/>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850390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41F20-886B-2DE7-322B-7E0418C205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AB583-64B7-E7F1-6853-DE69C61957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069EE-9AC8-80DE-7D45-AF6046493D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F50859-5779-F254-BA28-7B2750A8EE16}"/>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19732073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BDA3E-4ED4-7809-A742-EFFC3A1432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2C90CE-A90C-69B2-7DAF-254270B01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37A11-4F33-7790-6BF6-49EE8D4F20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32ACAE-91F4-D37A-DE70-EBCE3EE24910}"/>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5514092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6CC9D-C014-6560-F95D-93FBB6E54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83C667-0377-E7C8-B334-FE076BE6DD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F4535A-A9D1-0705-61A6-05A2E91A1C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54EE45-6ECC-7EA2-C5DA-9844F78C58E9}"/>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33778496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806E0-6A84-7235-B838-E44E45236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ACB1A5-6C5C-E393-05ED-3467641C94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246110-E313-FB27-46F5-5E2EFD8C39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5EFDB-E653-B01D-44CA-5A49C937536C}"/>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1680448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CE02-EA36-2C0D-70C6-8290B1753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F5F24-3E52-4558-398C-0A0736F5A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365F6B-25BD-7FDD-594C-0105CA5A3D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5D0590-F323-2416-E501-3DD107F6630F}"/>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24311535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FC0-E333-DC66-FFE6-290560907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55C5E-4ED8-BC60-9667-531283A2B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9FD965-BA2A-D51A-A6BD-3FCC157D74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784E90-1B3C-7FD6-E990-F40D61CD70C8}"/>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10693834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3959D-1F84-0AD9-10FC-DD51C15EC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9B302A-03C2-2C3C-0C48-A4D8BE3EF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1A4FE-45A4-306B-A49D-96BA90C6DA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B962EA7-8F39-238C-4722-FB56745B4995}"/>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26956397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C6B92-4BC6-540F-41C9-0BBC8B310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66AA0C-CE2F-D76A-3E2A-D0480D59D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BF467A-B451-B844-8C4A-987385FEFB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2AF522E-3056-5825-48AC-E9A337DFD0F0}"/>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21344446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252C8-11B6-62A0-48AD-2B94B1E03B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E154F-D513-B7B0-615E-A2B09F59A8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4F438-1026-D6BF-72AD-911C86FDB6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96224F-9081-4BFD-070D-C70D349B9BBE}"/>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41380425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AF06C-2EEB-4958-9EC1-C5E9E18DD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9F217-F950-F214-5CE6-39368A2151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BA976-3A53-5257-8EDB-43A99ABADA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F1A0C8-096B-9FDC-F120-A658E7AA2CA5}"/>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38976024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6B4F3-CDAA-57E1-1373-3756EC6BF6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E55C3-14CB-873E-B733-D8EC82E39C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30AED-A2FA-5A03-7CCC-A8EBCEF6AC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ED90C1-B88E-0D6A-3048-3777B06958EC}"/>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11416010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FFAB6-2E90-E090-E250-A766EF062E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A7EA6-DD67-04CF-BFEB-38A37BC28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C05B3-56FF-37AE-7162-FF55735CA0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3FFB4E-1328-71B5-CAEE-E894C0150C6C}"/>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9432187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C3ECA-9C47-693C-5039-563BD0EBB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72D44-0E26-A987-0DB0-6D88C921AD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A75690-E504-63F1-A99A-FAAEE4F9E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4881A2-70E9-2B34-8145-4C63E9B11FC2}"/>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23516446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B2154-AE4D-27CA-1A1E-ADFA536D0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49ED90-27F6-1A78-A065-4F6E132803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491390-C7D5-8799-D86D-F26FFD579E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69A056-F145-8FE9-AFDE-8FDB98AF6B5B}"/>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33747518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092C2-A9C7-5E8E-9503-2AA83E4BDF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79E8A-EB14-A344-ED2D-55739F7D3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5DFF4-8160-E957-3E4D-E6177B50A0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37F006-7893-EC7B-88A3-666FE7A5A29E}"/>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10985517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098CA-3E18-66F1-ABED-7DF6A9822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F6603-6E7E-1CDF-8E9C-6C48B5D59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A86FF-99CB-4D4C-29C4-3A5D339CC9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CE0E91-5377-FF9A-6157-45F874D5FB47}"/>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27831493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E7DA7-A1F6-FCCE-B189-4484B0E169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30324-F90B-1295-1159-72FB0C4DD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46EE4-62ED-F31D-E2A2-3A9C0C7BCD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57229A-BCBC-5AB9-9ABF-8F7425B2C1A0}"/>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38681053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033D3-6D43-2C3D-2668-4976C92957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1218C-5799-3DD8-BECD-FB991F9F7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638BB7-AA71-0F72-9E94-5DEFD1B7C9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8A1396-7D01-3C88-62BE-59125525A552}"/>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25602053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FB7AD-329E-89A1-8CF4-44E0CF6276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CB5C3-0EBE-9D86-3D24-44078B3071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F19E7-1FFE-6839-0367-A618A53397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FB3435C-E144-49FB-938B-DA75772966F9}"/>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40182809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C4823-FAE6-790F-B056-AFD0FAE57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27D3C6-BF3B-26CB-1033-BFCDE85741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55B7A-C2DE-19BF-808F-C4E01323AD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97439E-EB70-26F1-F160-121A3FC20EF7}"/>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15932214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DF92F-53AA-D17D-5895-5956B61EF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4F576-119A-36BD-BC07-92111776A1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CFC36-BE21-3880-4E2F-CC4FDDCA6E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03DA88-EFE4-4948-3919-62055B4C9062}"/>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299431156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D494D-5C0B-5EE1-A6ED-03F197AE7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5806E3-ED07-F0AC-769A-14E26A0D4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CC3330-BA6F-7391-3241-994BAA2ADA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5367AF-7B9E-9BD4-3F34-8DC3D43CD63E}"/>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19987890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B1CA-0196-B83E-4688-1C4701AC63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A695E-5F81-88BD-71F2-608221922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848334-5237-64BF-E4E6-07EFBD5246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EB6381-F28E-7F3F-21DA-DB9B0DBF22DB}"/>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114969193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44D7-5426-7475-8078-70FBB9845F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62D397-F382-A100-F70A-42AB7F854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CDD2E4-98DC-8B12-BF56-2CBA2B0340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F59BE3-1CBE-65F9-82CE-B0246D6E5384}"/>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426482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85953-FAD2-7B62-1D6D-3EA7637544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29320E-E4A0-21FA-F3FC-A4C5B24AF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F4EE3-CF29-6392-980F-787F602EF2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293B5C-6052-40D0-8A19-AF3A73599772}"/>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54668812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6D386-4789-D24F-F97C-0A00291EC6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F2CF48-CC69-C5A0-48C3-1DA3EE6BF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FEC984-4E9F-2A1C-A2EB-B6A0301A76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528956-4881-812D-3597-4D55491239E1}"/>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7550103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A007-E6AA-E265-F49E-DFE22130AE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0A3E5-7112-3CBE-610C-23B2958C13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C9FDA4-72DB-3EC2-75DF-72133F68F3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251804-7B5F-4E3A-977C-37EA1B463233}"/>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36303977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0624B-93A2-E7B4-F24E-8816DF84EB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4BFBB7-0E19-4E23-46A4-93F9138F49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3359D5-BA70-9EDB-1467-63B5D07C72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693A04-465B-6596-C997-10CA209B3D7A}"/>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32687786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6E3DD-1B59-5C14-5A5E-CA5E26ED6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E5F65C-F521-26A0-4F3A-B71CD49D66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793B7-C3D1-1FED-3305-9CBDAD773B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C0348A-81C5-6DD7-36B0-51F3681AE902}"/>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356433392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799FE-73AC-F5A5-5E5F-9536E145D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10F134-95BD-6522-F321-52B0E0104D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8E00A1-655E-7C82-D5A1-E813C154F2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AC5F0D-2042-962D-CEAD-603BD33A0F05}"/>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233927706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EA55E-D115-F574-2AD5-83D20CA5A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CCCE1E-65B9-E93D-E89C-58226556EC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AAC2A-22F5-9253-64D6-5D378CA875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92BA42-3F90-DFE3-10ED-2DA5AD0D1E03}"/>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38041436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B0BD4-577A-5E54-AD6D-9F7BF150F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CC5554-2BE2-47D2-652E-CF2067E644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58047D-7843-6180-742F-4F19430B49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7EF8E8-293F-0EF4-9E7E-E59591A4107A}"/>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41967865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4C02F-AFF7-1A89-AFD5-EB1D17091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9E22C-F92E-6563-9F4D-02A0376C4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DC1DC-E838-4AE0-054C-A09E687E56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909F9A-0BA4-5AD5-12C2-1125F9E726FF}"/>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8534955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3A8F1-21AB-3450-2848-2DBA8733E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984158-1848-948E-AE22-36A69F304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E82AF2-15FD-84D3-790E-AEC2FCD7CE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7142CE-910E-D44B-AFE7-CC4D57C88AF7}"/>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322536542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A8EFF-D742-0C4D-B53D-293983E5A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D793DA-FA25-4020-595E-6B758399FC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16F2D-71CF-C09F-C6A4-1DCB503219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BE20CCA-78ED-62E9-9D91-911E28AB042E}"/>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390478357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1F239-D6DA-0DB7-B8C1-248CEBBF1E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B486E-23FF-3472-D66C-01DA3FB2E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E9706-F27B-63F3-A0F2-60FC18C7B6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A15CEE-78AD-6ABA-2D21-45EE67F06623}"/>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330172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A6FB5-39FF-BAD8-D9C7-325A5C2BFD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528692-572F-B9B7-F273-2AB74C2023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EB218B-6DEF-BAF8-B710-BD389385B8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E596023-703E-0B58-F5FD-A8A493A05CE8}"/>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314416745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DEF3F-9311-8356-82A5-60B2A993E5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D92E19-7DB4-5A69-85BA-9DBA880128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DBC917-E444-0A15-594F-F247DC7823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1B56FE-14A8-F3DA-1D60-4A19E5B5020C}"/>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13783706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9932C-042A-FC2D-9100-E3FF699D4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3FB6B6-0C76-85FE-86A2-C742C002B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485BC1-6893-7ED4-AB0B-E884AB629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7EC3BC-F257-C3B9-D103-A111FD8728ED}"/>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29892989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6A104-0B79-F679-671C-E9BE2BDE7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184BF-051C-DC8C-BFD4-91FB7A08D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575858-9C8B-3ACF-423C-2655C3C1B4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54D81C-5733-6888-1558-DEDCF28C01EE}"/>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17844180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400B6-4A1B-C99F-DC63-20520F966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81C76-F19D-D36F-EC7E-0D9B7930D4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DFDF89-EBDF-E3B3-7A85-6AAD20F2FE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6C6832-E4A6-562C-422B-E1BD64BDCCDF}"/>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359587887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69353-D022-45A8-DEAF-FFB34CE44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83A0F-1FE2-0482-E967-1E6E1E78F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B7D77-CFDA-1647-712D-F190935409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B0464A-F883-EF99-4BF5-2CE058FD3D51}"/>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167495848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19D96-21B9-B24C-66CA-E292F96D5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A03F13-06DB-198A-4661-8E207E5FCC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4DC589-B24D-1D84-116F-3C62CE076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D29090-4C3E-E6FC-44EA-D394EDACB044}"/>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28320606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33DC2-CAFE-2CC6-9206-5779866A0B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63C7B-15C0-DBA6-83DF-1BC5FF8B8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DADCD-1946-B851-99E1-FCD23C11D13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6CE9F3-F616-86A3-F34C-70482803B5CD}"/>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169393486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12323-C917-EBAF-7873-4E62028A3A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6E52F-730B-1F25-AE19-5C59E05CF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93D9E-9B78-E445-7791-5FE8CBAA5C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95175C-3C99-5D2D-2CAA-0A665CCE5E93}"/>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271108549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43DD2-405E-904C-707D-D7B369737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8CCAE-7D71-8C6C-380B-A398DE836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271F24-8380-C4E7-A592-E089C91948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DA1299-E385-29A6-0F13-C52DDC20E119}"/>
              </a:ext>
            </a:extLst>
          </p:cNvPr>
          <p:cNvSpPr>
            <a:spLocks noGrp="1"/>
          </p:cNvSpPr>
          <p:nvPr>
            <p:ph type="sldNum" sz="quarter" idx="5"/>
          </p:nvPr>
        </p:nvSpPr>
        <p:spPr/>
        <p:txBody>
          <a:bodyPr/>
          <a:lstStyle/>
          <a:p>
            <a:fld id="{C0E9560A-78B4-504A-9396-2AE516B1349B}" type="slidenum">
              <a:rPr lang="en-US" smtClean="0"/>
              <a:t>63</a:t>
            </a:fld>
            <a:endParaRPr lang="en-US"/>
          </a:p>
        </p:txBody>
      </p:sp>
    </p:spTree>
    <p:extLst>
      <p:ext uri="{BB962C8B-B14F-4D97-AF65-F5344CB8AC3E}">
        <p14:creationId xmlns:p14="http://schemas.microsoft.com/office/powerpoint/2010/main" val="266972063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14AA2-5570-1DEC-A17B-7E2A2C8ED1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B0CE8-8A75-B6CD-1813-8B236FCB2B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920E9-1B46-C9EA-FDDE-5E048DA82B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B60CC6-3212-42B1-4E69-BD7EB7BA79E8}"/>
              </a:ext>
            </a:extLst>
          </p:cNvPr>
          <p:cNvSpPr>
            <a:spLocks noGrp="1"/>
          </p:cNvSpPr>
          <p:nvPr>
            <p:ph type="sldNum" sz="quarter" idx="5"/>
          </p:nvPr>
        </p:nvSpPr>
        <p:spPr/>
        <p:txBody>
          <a:bodyPr/>
          <a:lstStyle/>
          <a:p>
            <a:fld id="{C0E9560A-78B4-504A-9396-2AE516B1349B}" type="slidenum">
              <a:rPr lang="en-US" smtClean="0"/>
              <a:t>64</a:t>
            </a:fld>
            <a:endParaRPr lang="en-US"/>
          </a:p>
        </p:txBody>
      </p:sp>
    </p:spTree>
    <p:extLst>
      <p:ext uri="{BB962C8B-B14F-4D97-AF65-F5344CB8AC3E}">
        <p14:creationId xmlns:p14="http://schemas.microsoft.com/office/powerpoint/2010/main" val="60072394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F0F2E-CD06-DE28-A370-3E16877FE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2B81A0-2E28-9E9D-77B4-021ED4114F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FB5049-D7BB-7399-6D41-F8503BA0AD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E82797-3B12-DE7F-67D0-A3B21A766F07}"/>
              </a:ext>
            </a:extLst>
          </p:cNvPr>
          <p:cNvSpPr>
            <a:spLocks noGrp="1"/>
          </p:cNvSpPr>
          <p:nvPr>
            <p:ph type="sldNum" sz="quarter" idx="5"/>
          </p:nvPr>
        </p:nvSpPr>
        <p:spPr/>
        <p:txBody>
          <a:bodyPr/>
          <a:lstStyle/>
          <a:p>
            <a:fld id="{C0E9560A-78B4-504A-9396-2AE516B1349B}" type="slidenum">
              <a:rPr lang="en-US" smtClean="0"/>
              <a:t>65</a:t>
            </a:fld>
            <a:endParaRPr lang="en-US"/>
          </a:p>
        </p:txBody>
      </p:sp>
    </p:spTree>
    <p:extLst>
      <p:ext uri="{BB962C8B-B14F-4D97-AF65-F5344CB8AC3E}">
        <p14:creationId xmlns:p14="http://schemas.microsoft.com/office/powerpoint/2010/main" val="174191553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8121-CE44-FEC1-C5E3-D90C9C33CE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15A728-16F1-428D-E4C2-7B42D208AF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0E9657-FF88-52E6-BD08-C13AC30BB6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9B3984-6A97-114D-E209-3958A5D0460A}"/>
              </a:ext>
            </a:extLst>
          </p:cNvPr>
          <p:cNvSpPr>
            <a:spLocks noGrp="1"/>
          </p:cNvSpPr>
          <p:nvPr>
            <p:ph type="sldNum" sz="quarter" idx="5"/>
          </p:nvPr>
        </p:nvSpPr>
        <p:spPr/>
        <p:txBody>
          <a:bodyPr/>
          <a:lstStyle/>
          <a:p>
            <a:fld id="{C0E9560A-78B4-504A-9396-2AE516B1349B}" type="slidenum">
              <a:rPr lang="en-US" smtClean="0"/>
              <a:t>66</a:t>
            </a:fld>
            <a:endParaRPr lang="en-US"/>
          </a:p>
        </p:txBody>
      </p:sp>
    </p:spTree>
    <p:extLst>
      <p:ext uri="{BB962C8B-B14F-4D97-AF65-F5344CB8AC3E}">
        <p14:creationId xmlns:p14="http://schemas.microsoft.com/office/powerpoint/2010/main" val="29436836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6D266-52D4-0FCB-95A5-0A6582D207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40C35-5E5A-B00B-9901-D9CBE3150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019082-E706-04FF-DC22-CA31B97F2D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171BF5-AD0D-BEFA-94F9-DBFAF784C27B}"/>
              </a:ext>
            </a:extLst>
          </p:cNvPr>
          <p:cNvSpPr>
            <a:spLocks noGrp="1"/>
          </p:cNvSpPr>
          <p:nvPr>
            <p:ph type="sldNum" sz="quarter" idx="5"/>
          </p:nvPr>
        </p:nvSpPr>
        <p:spPr/>
        <p:txBody>
          <a:bodyPr/>
          <a:lstStyle/>
          <a:p>
            <a:fld id="{C0E9560A-78B4-504A-9396-2AE516B1349B}" type="slidenum">
              <a:rPr lang="en-US" smtClean="0"/>
              <a:t>67</a:t>
            </a:fld>
            <a:endParaRPr lang="en-US"/>
          </a:p>
        </p:txBody>
      </p:sp>
    </p:spTree>
    <p:extLst>
      <p:ext uri="{BB962C8B-B14F-4D97-AF65-F5344CB8AC3E}">
        <p14:creationId xmlns:p14="http://schemas.microsoft.com/office/powerpoint/2010/main" val="401833788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F1169-FA2E-B977-2119-61322EEAA0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53151-9CCF-32FA-3203-37C1A2DA4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DCEB7-7AF5-698F-5791-D88C37A8C2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22B4F0-C646-592C-0D32-EA2F622DD2FC}"/>
              </a:ext>
            </a:extLst>
          </p:cNvPr>
          <p:cNvSpPr>
            <a:spLocks noGrp="1"/>
          </p:cNvSpPr>
          <p:nvPr>
            <p:ph type="sldNum" sz="quarter" idx="5"/>
          </p:nvPr>
        </p:nvSpPr>
        <p:spPr/>
        <p:txBody>
          <a:bodyPr/>
          <a:lstStyle/>
          <a:p>
            <a:fld id="{C0E9560A-78B4-504A-9396-2AE516B1349B}" type="slidenum">
              <a:rPr lang="en-US" smtClean="0"/>
              <a:t>68</a:t>
            </a:fld>
            <a:endParaRPr lang="en-US"/>
          </a:p>
        </p:txBody>
      </p:sp>
    </p:spTree>
    <p:extLst>
      <p:ext uri="{BB962C8B-B14F-4D97-AF65-F5344CB8AC3E}">
        <p14:creationId xmlns:p14="http://schemas.microsoft.com/office/powerpoint/2010/main" val="26691877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FA8A1-30D8-65CD-DDE9-C456E0C4C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679E4-F484-14D3-D6A7-953DB6BBF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BE40C-35CD-F6A5-2A30-249FF334CE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8542BA-427A-254A-8FD8-5BF16AEAC007}"/>
              </a:ext>
            </a:extLst>
          </p:cNvPr>
          <p:cNvSpPr>
            <a:spLocks noGrp="1"/>
          </p:cNvSpPr>
          <p:nvPr>
            <p:ph type="sldNum" sz="quarter" idx="5"/>
          </p:nvPr>
        </p:nvSpPr>
        <p:spPr/>
        <p:txBody>
          <a:bodyPr/>
          <a:lstStyle/>
          <a:p>
            <a:fld id="{C0E9560A-78B4-504A-9396-2AE516B1349B}" type="slidenum">
              <a:rPr lang="en-US" smtClean="0"/>
              <a:t>69</a:t>
            </a:fld>
            <a:endParaRPr lang="en-US"/>
          </a:p>
        </p:txBody>
      </p:sp>
    </p:spTree>
    <p:extLst>
      <p:ext uri="{BB962C8B-B14F-4D97-AF65-F5344CB8AC3E}">
        <p14:creationId xmlns:p14="http://schemas.microsoft.com/office/powerpoint/2010/main" val="206815547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9D1EC-8696-52F5-FFE1-AB6A80D8B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2C83C-9B2C-1060-45FB-323A18E7B3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328AF-DED6-18C3-4748-A7B27686D6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6E92A1-465B-B9E1-F4B4-1A2B09F07083}"/>
              </a:ext>
            </a:extLst>
          </p:cNvPr>
          <p:cNvSpPr>
            <a:spLocks noGrp="1"/>
          </p:cNvSpPr>
          <p:nvPr>
            <p:ph type="sldNum" sz="quarter" idx="5"/>
          </p:nvPr>
        </p:nvSpPr>
        <p:spPr/>
        <p:txBody>
          <a:bodyPr/>
          <a:lstStyle/>
          <a:p>
            <a:fld id="{C0E9560A-78B4-504A-9396-2AE516B1349B}" type="slidenum">
              <a:rPr lang="en-US" smtClean="0"/>
              <a:t>70</a:t>
            </a:fld>
            <a:endParaRPr lang="en-US"/>
          </a:p>
        </p:txBody>
      </p:sp>
    </p:spTree>
    <p:extLst>
      <p:ext uri="{BB962C8B-B14F-4D97-AF65-F5344CB8AC3E}">
        <p14:creationId xmlns:p14="http://schemas.microsoft.com/office/powerpoint/2010/main" val="59273577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3" name="Picture 2" descr="A crossword puzzle with a grid&#10;&#10;AI-generated content may be incorrect.">
            <a:extLst>
              <a:ext uri="{FF2B5EF4-FFF2-40B4-BE49-F238E27FC236}">
                <a16:creationId xmlns:a16="http://schemas.microsoft.com/office/drawing/2014/main" id="{B9F2A44C-7A3C-62EF-839D-05CB484FEA24}"/>
              </a:ext>
            </a:extLst>
          </p:cNvPr>
          <p:cNvPicPr>
            <a:picLocks noChangeAspect="1"/>
          </p:cNvPicPr>
          <p:nvPr userDrawn="1"/>
        </p:nvPicPr>
        <p:blipFill>
          <a:blip r:embed="rId2"/>
          <a:stretch>
            <a:fillRect/>
          </a:stretch>
        </p:blipFill>
        <p:spPr>
          <a:xfrm>
            <a:off x="3164561" y="129844"/>
            <a:ext cx="4540253" cy="5168160"/>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3/9/26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5574C-9CDD-E623-19FF-7573E00E3FB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9D6D24-A654-29A9-AF4F-C5DF013452A9}"/>
              </a:ext>
            </a:extLst>
          </p:cNvPr>
          <p:cNvSpPr>
            <a:spLocks noGrp="1"/>
          </p:cNvSpPr>
          <p:nvPr>
            <p:ph sz="half" idx="1"/>
          </p:nvPr>
        </p:nvSpPr>
        <p:spPr/>
        <p:txBody>
          <a:bodyPr/>
          <a:lstStyle/>
          <a:p>
            <a:r>
              <a:rPr lang="en-US" dirty="0" err="1"/>
              <a:t>Initializable</a:t>
            </a:r>
            <a:r>
              <a:rPr lang="en-US" dirty="0"/>
              <a:t> cages.</a:t>
            </a:r>
          </a:p>
        </p:txBody>
      </p:sp>
      <p:pic>
        <p:nvPicPr>
          <p:cNvPr id="4" name="Picture 3" descr="A grid of sudoku puzzle&#10;&#10;Description automatically generated">
            <a:extLst>
              <a:ext uri="{FF2B5EF4-FFF2-40B4-BE49-F238E27FC236}">
                <a16:creationId xmlns:a16="http://schemas.microsoft.com/office/drawing/2014/main" id="{679CA3AC-D0DF-8AB5-9A3B-C838CE9B6B2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6B4AAB3-DCC0-A870-D731-56A9B281131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6BE8DE-3C8E-0CC9-3BF2-46A7F253247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0536CE-B144-B28A-58F7-87FE3E8C4CC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47B2CB7-6E4D-FFCC-19B2-918FF5E5AD16}"/>
              </a:ext>
            </a:extLst>
          </p:cNvPr>
          <p:cNvSpPr txBox="1"/>
          <p:nvPr/>
        </p:nvSpPr>
        <p:spPr>
          <a:xfrm>
            <a:off x="4143022" y="901933"/>
            <a:ext cx="570089" cy="230832"/>
          </a:xfrm>
          <a:prstGeom prst="rect">
            <a:avLst/>
          </a:prstGeom>
          <a:noFill/>
        </p:spPr>
        <p:txBody>
          <a:bodyPr wrap="square" rtlCol="0">
            <a:spAutoFit/>
          </a:bodyPr>
          <a:lstStyle/>
          <a:p>
            <a:pPr algn="ctr"/>
            <a:r>
              <a:rPr lang="en-US" sz="900" dirty="0"/>
              <a:t>1234</a:t>
            </a:r>
          </a:p>
        </p:txBody>
      </p:sp>
      <p:sp>
        <p:nvSpPr>
          <p:cNvPr id="8" name="TextBox 7">
            <a:extLst>
              <a:ext uri="{FF2B5EF4-FFF2-40B4-BE49-F238E27FC236}">
                <a16:creationId xmlns:a16="http://schemas.microsoft.com/office/drawing/2014/main" id="{0927B076-7D7C-49F2-5164-B4BACC042F90}"/>
              </a:ext>
            </a:extLst>
          </p:cNvPr>
          <p:cNvSpPr txBox="1"/>
          <p:nvPr/>
        </p:nvSpPr>
        <p:spPr>
          <a:xfrm>
            <a:off x="4645378" y="901933"/>
            <a:ext cx="570089" cy="230832"/>
          </a:xfrm>
          <a:prstGeom prst="rect">
            <a:avLst/>
          </a:prstGeom>
          <a:noFill/>
        </p:spPr>
        <p:txBody>
          <a:bodyPr wrap="square" rtlCol="0">
            <a:spAutoFit/>
          </a:bodyPr>
          <a:lstStyle/>
          <a:p>
            <a:pPr algn="ctr"/>
            <a:r>
              <a:rPr lang="en-US" sz="900" dirty="0"/>
              <a:t>4321</a:t>
            </a:r>
          </a:p>
        </p:txBody>
      </p:sp>
      <p:sp>
        <p:nvSpPr>
          <p:cNvPr id="9" name="TextBox 8">
            <a:extLst>
              <a:ext uri="{FF2B5EF4-FFF2-40B4-BE49-F238E27FC236}">
                <a16:creationId xmlns:a16="http://schemas.microsoft.com/office/drawing/2014/main" id="{88B244AF-B337-94C0-F8F7-6FAECC951317}"/>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B64CAFF4-D40D-1566-3503-A4A8E70147AA}"/>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E43F7A79-7678-1E33-AC1F-2D7FAF2FA742}"/>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6D2A88A9-66C7-A743-AF6A-7D11369C4D4C}"/>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78E5A08C-1755-3749-DCFB-0ACDFDB208A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E97D02A0-8E5A-63F1-AB04-F17E9313C189}"/>
              </a:ext>
            </a:extLst>
          </p:cNvPr>
          <p:cNvSpPr txBox="1"/>
          <p:nvPr/>
        </p:nvSpPr>
        <p:spPr>
          <a:xfrm>
            <a:off x="6654802" y="2404765"/>
            <a:ext cx="570089" cy="230832"/>
          </a:xfrm>
          <a:prstGeom prst="rect">
            <a:avLst/>
          </a:prstGeom>
          <a:noFill/>
        </p:spPr>
        <p:txBody>
          <a:bodyPr wrap="square" rtlCol="0">
            <a:spAutoFit/>
          </a:bodyPr>
          <a:lstStyle/>
          <a:p>
            <a:pPr algn="ctr"/>
            <a:r>
              <a:rPr lang="en-US" sz="900" dirty="0"/>
              <a:t>123567</a:t>
            </a:r>
          </a:p>
        </p:txBody>
      </p:sp>
      <p:sp>
        <p:nvSpPr>
          <p:cNvPr id="15" name="TextBox 14">
            <a:extLst>
              <a:ext uri="{FF2B5EF4-FFF2-40B4-BE49-F238E27FC236}">
                <a16:creationId xmlns:a16="http://schemas.microsoft.com/office/drawing/2014/main" id="{EF3DDF81-68A1-AFC4-2E32-40B516A2F4B6}"/>
              </a:ext>
            </a:extLst>
          </p:cNvPr>
          <p:cNvSpPr txBox="1"/>
          <p:nvPr/>
        </p:nvSpPr>
        <p:spPr>
          <a:xfrm>
            <a:off x="7157158" y="2404765"/>
            <a:ext cx="570089" cy="230832"/>
          </a:xfrm>
          <a:prstGeom prst="rect">
            <a:avLst/>
          </a:prstGeom>
          <a:noFill/>
        </p:spPr>
        <p:txBody>
          <a:bodyPr wrap="square" rtlCol="0">
            <a:spAutoFit/>
          </a:bodyPr>
          <a:lstStyle/>
          <a:p>
            <a:pPr algn="ctr"/>
            <a:r>
              <a:rPr lang="en-US" sz="900" dirty="0"/>
              <a:t>765321</a:t>
            </a:r>
          </a:p>
        </p:txBody>
      </p:sp>
      <p:sp>
        <p:nvSpPr>
          <p:cNvPr id="16" name="TextBox 15">
            <a:extLst>
              <a:ext uri="{FF2B5EF4-FFF2-40B4-BE49-F238E27FC236}">
                <a16:creationId xmlns:a16="http://schemas.microsoft.com/office/drawing/2014/main" id="{EE0DCC92-67F2-F779-31AF-9B6FE6CBB6B4}"/>
              </a:ext>
            </a:extLst>
          </p:cNvPr>
          <p:cNvSpPr txBox="1"/>
          <p:nvPr/>
        </p:nvSpPr>
        <p:spPr>
          <a:xfrm>
            <a:off x="3640666" y="3406653"/>
            <a:ext cx="570089" cy="230832"/>
          </a:xfrm>
          <a:prstGeom prst="rect">
            <a:avLst/>
          </a:prstGeom>
          <a:noFill/>
        </p:spPr>
        <p:txBody>
          <a:bodyPr wrap="square" rtlCol="0">
            <a:spAutoFit/>
          </a:bodyPr>
          <a:lstStyle/>
          <a:p>
            <a:pPr algn="ctr"/>
            <a:r>
              <a:rPr lang="en-US" sz="900" dirty="0"/>
              <a:t>765321</a:t>
            </a:r>
          </a:p>
        </p:txBody>
      </p:sp>
      <p:sp>
        <p:nvSpPr>
          <p:cNvPr id="17" name="TextBox 16">
            <a:extLst>
              <a:ext uri="{FF2B5EF4-FFF2-40B4-BE49-F238E27FC236}">
                <a16:creationId xmlns:a16="http://schemas.microsoft.com/office/drawing/2014/main" id="{FA759048-A503-D998-4AB0-C2C5AEA9FB5E}"/>
              </a:ext>
            </a:extLst>
          </p:cNvPr>
          <p:cNvSpPr txBox="1"/>
          <p:nvPr/>
        </p:nvSpPr>
        <p:spPr>
          <a:xfrm>
            <a:off x="6152446" y="340665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D33A0FC4-4B35-9009-3F9A-3A02AA76E8E9}"/>
              </a:ext>
            </a:extLst>
          </p:cNvPr>
          <p:cNvSpPr txBox="1"/>
          <p:nvPr/>
        </p:nvSpPr>
        <p:spPr>
          <a:xfrm>
            <a:off x="3138310" y="3406653"/>
            <a:ext cx="570089" cy="230832"/>
          </a:xfrm>
          <a:prstGeom prst="rect">
            <a:avLst/>
          </a:prstGeom>
          <a:noFill/>
        </p:spPr>
        <p:txBody>
          <a:bodyPr wrap="square" rtlCol="0">
            <a:spAutoFit/>
          </a:bodyPr>
          <a:lstStyle/>
          <a:p>
            <a:pPr algn="ctr"/>
            <a:r>
              <a:rPr lang="en-US" sz="900" dirty="0"/>
              <a:t>123567</a:t>
            </a:r>
          </a:p>
        </p:txBody>
      </p:sp>
      <p:sp>
        <p:nvSpPr>
          <p:cNvPr id="19" name="TextBox 18">
            <a:extLst>
              <a:ext uri="{FF2B5EF4-FFF2-40B4-BE49-F238E27FC236}">
                <a16:creationId xmlns:a16="http://schemas.microsoft.com/office/drawing/2014/main" id="{8019907E-027F-CFEA-35ED-B1EFA4E96547}"/>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123456</a:t>
            </a:r>
          </a:p>
        </p:txBody>
      </p:sp>
      <p:sp>
        <p:nvSpPr>
          <p:cNvPr id="20" name="TextBox 19">
            <a:extLst>
              <a:ext uri="{FF2B5EF4-FFF2-40B4-BE49-F238E27FC236}">
                <a16:creationId xmlns:a16="http://schemas.microsoft.com/office/drawing/2014/main" id="{8D26320B-8818-BE38-24F4-767F16328F72}"/>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654321</a:t>
            </a:r>
          </a:p>
        </p:txBody>
      </p:sp>
      <p:sp>
        <p:nvSpPr>
          <p:cNvPr id="21" name="TextBox 20">
            <a:extLst>
              <a:ext uri="{FF2B5EF4-FFF2-40B4-BE49-F238E27FC236}">
                <a16:creationId xmlns:a16="http://schemas.microsoft.com/office/drawing/2014/main" id="{AE3119F7-89F2-1F14-97FE-73AAC9632297}"/>
              </a:ext>
            </a:extLst>
          </p:cNvPr>
          <p:cNvSpPr txBox="1"/>
          <p:nvPr/>
        </p:nvSpPr>
        <p:spPr>
          <a:xfrm>
            <a:off x="6152446" y="3907597"/>
            <a:ext cx="570089" cy="230832"/>
          </a:xfrm>
          <a:prstGeom prst="rect">
            <a:avLst/>
          </a:prstGeom>
          <a:noFill/>
        </p:spPr>
        <p:txBody>
          <a:bodyPr wrap="square" rtlCol="0">
            <a:spAutoFit/>
          </a:bodyPr>
          <a:lstStyle/>
          <a:p>
            <a:pPr algn="ctr"/>
            <a:r>
              <a:rPr lang="en-US" sz="900" dirty="0"/>
              <a:t>987654</a:t>
            </a:r>
          </a:p>
        </p:txBody>
      </p:sp>
      <p:sp>
        <p:nvSpPr>
          <p:cNvPr id="22" name="TextBox 21">
            <a:extLst>
              <a:ext uri="{FF2B5EF4-FFF2-40B4-BE49-F238E27FC236}">
                <a16:creationId xmlns:a16="http://schemas.microsoft.com/office/drawing/2014/main" id="{F1039765-89EC-3333-CF2E-E07D9E8F947F}"/>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36DBBB04-6220-D081-9CCB-631397F47191}"/>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Tree>
    <p:extLst>
      <p:ext uri="{BB962C8B-B14F-4D97-AF65-F5344CB8AC3E}">
        <p14:creationId xmlns:p14="http://schemas.microsoft.com/office/powerpoint/2010/main" val="664498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4C03E-FC42-54FB-4827-D642F37C04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1D3B8A-1153-82CD-FE1B-E9F85DC85D76}"/>
              </a:ext>
            </a:extLst>
          </p:cNvPr>
          <p:cNvSpPr>
            <a:spLocks noGrp="1"/>
          </p:cNvSpPr>
          <p:nvPr>
            <p:ph sz="half" idx="1"/>
          </p:nvPr>
        </p:nvSpPr>
        <p:spPr/>
        <p:txBody>
          <a:bodyPr/>
          <a:lstStyle/>
          <a:p>
            <a:r>
              <a:rPr lang="en-US" dirty="0"/>
              <a:t>In Columns 1–2, 90–(17+17+10+8+17+18) = 3, in 2, which must be 12.</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8D6C135A-F4D8-B392-EC34-3529F514296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07414C-A534-88C7-C262-F993C4873EB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FAC79F2-E217-E216-35BF-5525158CF2C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06425C9-A777-7B89-F15C-3B3952D5FBC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EDB9AFB-261D-7E13-6F11-440B28536B63}"/>
              </a:ext>
            </a:extLst>
          </p:cNvPr>
          <p:cNvSpPr txBox="1"/>
          <p:nvPr/>
        </p:nvSpPr>
        <p:spPr>
          <a:xfrm>
            <a:off x="4143022" y="901933"/>
            <a:ext cx="570089" cy="230832"/>
          </a:xfrm>
          <a:prstGeom prst="rect">
            <a:avLst/>
          </a:prstGeom>
          <a:noFill/>
        </p:spPr>
        <p:txBody>
          <a:bodyPr wrap="square" rtlCol="0">
            <a:spAutoFit/>
          </a:bodyPr>
          <a:lstStyle/>
          <a:p>
            <a:pPr algn="ctr"/>
            <a:r>
              <a:rPr lang="en-US" sz="900" dirty="0"/>
              <a:t>1234</a:t>
            </a:r>
          </a:p>
        </p:txBody>
      </p:sp>
      <p:sp>
        <p:nvSpPr>
          <p:cNvPr id="8" name="TextBox 7">
            <a:extLst>
              <a:ext uri="{FF2B5EF4-FFF2-40B4-BE49-F238E27FC236}">
                <a16:creationId xmlns:a16="http://schemas.microsoft.com/office/drawing/2014/main" id="{F67BAE7C-1FDD-BA9A-4FCA-03BFF52C7FBC}"/>
              </a:ext>
            </a:extLst>
          </p:cNvPr>
          <p:cNvSpPr txBox="1"/>
          <p:nvPr/>
        </p:nvSpPr>
        <p:spPr>
          <a:xfrm>
            <a:off x="4645378" y="901933"/>
            <a:ext cx="570089" cy="230832"/>
          </a:xfrm>
          <a:prstGeom prst="rect">
            <a:avLst/>
          </a:prstGeom>
          <a:noFill/>
        </p:spPr>
        <p:txBody>
          <a:bodyPr wrap="square" rtlCol="0">
            <a:spAutoFit/>
          </a:bodyPr>
          <a:lstStyle/>
          <a:p>
            <a:pPr algn="ctr"/>
            <a:r>
              <a:rPr lang="en-US" sz="900" dirty="0"/>
              <a:t>4321</a:t>
            </a:r>
          </a:p>
        </p:txBody>
      </p:sp>
      <p:sp>
        <p:nvSpPr>
          <p:cNvPr id="9" name="TextBox 8">
            <a:extLst>
              <a:ext uri="{FF2B5EF4-FFF2-40B4-BE49-F238E27FC236}">
                <a16:creationId xmlns:a16="http://schemas.microsoft.com/office/drawing/2014/main" id="{80DD257C-5C31-604E-4291-0A6BA5CA476B}"/>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5493D365-5B41-7BB3-6BD0-1F9B56043710}"/>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9428E5DE-08C4-01A4-CBD9-D94320D2D11E}"/>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83190AB0-B566-FD3B-9E94-E6D5987ECA1C}"/>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A312FF95-EB42-0B71-EF21-A91F4E8D54A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B1CD91A1-BD43-1898-3BC9-987C296AE0EB}"/>
              </a:ext>
            </a:extLst>
          </p:cNvPr>
          <p:cNvSpPr txBox="1"/>
          <p:nvPr/>
        </p:nvSpPr>
        <p:spPr>
          <a:xfrm>
            <a:off x="6654802" y="2404765"/>
            <a:ext cx="570089" cy="230832"/>
          </a:xfrm>
          <a:prstGeom prst="rect">
            <a:avLst/>
          </a:prstGeom>
          <a:noFill/>
        </p:spPr>
        <p:txBody>
          <a:bodyPr wrap="square" rtlCol="0">
            <a:spAutoFit/>
          </a:bodyPr>
          <a:lstStyle/>
          <a:p>
            <a:pPr algn="ctr"/>
            <a:r>
              <a:rPr lang="en-US" sz="900" dirty="0"/>
              <a:t>123567</a:t>
            </a:r>
          </a:p>
        </p:txBody>
      </p:sp>
      <p:sp>
        <p:nvSpPr>
          <p:cNvPr id="15" name="TextBox 14">
            <a:extLst>
              <a:ext uri="{FF2B5EF4-FFF2-40B4-BE49-F238E27FC236}">
                <a16:creationId xmlns:a16="http://schemas.microsoft.com/office/drawing/2014/main" id="{363A958E-8F36-1714-E690-EABDCFE2A1B7}"/>
              </a:ext>
            </a:extLst>
          </p:cNvPr>
          <p:cNvSpPr txBox="1"/>
          <p:nvPr/>
        </p:nvSpPr>
        <p:spPr>
          <a:xfrm>
            <a:off x="7157158" y="2404765"/>
            <a:ext cx="570089" cy="230832"/>
          </a:xfrm>
          <a:prstGeom prst="rect">
            <a:avLst/>
          </a:prstGeom>
          <a:noFill/>
        </p:spPr>
        <p:txBody>
          <a:bodyPr wrap="square" rtlCol="0">
            <a:spAutoFit/>
          </a:bodyPr>
          <a:lstStyle/>
          <a:p>
            <a:pPr algn="ctr"/>
            <a:r>
              <a:rPr lang="en-US" sz="900" dirty="0"/>
              <a:t>765321</a:t>
            </a:r>
          </a:p>
        </p:txBody>
      </p:sp>
      <p:sp>
        <p:nvSpPr>
          <p:cNvPr id="16" name="TextBox 15">
            <a:extLst>
              <a:ext uri="{FF2B5EF4-FFF2-40B4-BE49-F238E27FC236}">
                <a16:creationId xmlns:a16="http://schemas.microsoft.com/office/drawing/2014/main" id="{16241333-B04E-7657-80FA-1C0AA4A6E8E3}"/>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295111B9-86A5-B330-ED62-E2452EA2F7FC}"/>
              </a:ext>
            </a:extLst>
          </p:cNvPr>
          <p:cNvSpPr txBox="1"/>
          <p:nvPr/>
        </p:nvSpPr>
        <p:spPr>
          <a:xfrm>
            <a:off x="6152446" y="340665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DAE02C76-549D-A88F-B647-82520FFDA36A}"/>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584C8E49-F78A-F1D5-DFB3-A961859379D2}"/>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123456</a:t>
            </a:r>
          </a:p>
        </p:txBody>
      </p:sp>
      <p:sp>
        <p:nvSpPr>
          <p:cNvPr id="20" name="TextBox 19">
            <a:extLst>
              <a:ext uri="{FF2B5EF4-FFF2-40B4-BE49-F238E27FC236}">
                <a16:creationId xmlns:a16="http://schemas.microsoft.com/office/drawing/2014/main" id="{4D2777ED-433E-25E3-CD68-F95C217D7DCF}"/>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654321</a:t>
            </a:r>
          </a:p>
        </p:txBody>
      </p:sp>
      <p:sp>
        <p:nvSpPr>
          <p:cNvPr id="21" name="TextBox 20">
            <a:extLst>
              <a:ext uri="{FF2B5EF4-FFF2-40B4-BE49-F238E27FC236}">
                <a16:creationId xmlns:a16="http://schemas.microsoft.com/office/drawing/2014/main" id="{C6FCED2B-1265-BE89-DCE8-D8A1ECF71841}"/>
              </a:ext>
            </a:extLst>
          </p:cNvPr>
          <p:cNvSpPr txBox="1"/>
          <p:nvPr/>
        </p:nvSpPr>
        <p:spPr>
          <a:xfrm>
            <a:off x="6152446" y="3907597"/>
            <a:ext cx="570089" cy="230832"/>
          </a:xfrm>
          <a:prstGeom prst="rect">
            <a:avLst/>
          </a:prstGeom>
          <a:noFill/>
        </p:spPr>
        <p:txBody>
          <a:bodyPr wrap="square" rtlCol="0">
            <a:spAutoFit/>
          </a:bodyPr>
          <a:lstStyle/>
          <a:p>
            <a:pPr algn="ctr"/>
            <a:r>
              <a:rPr lang="en-US" sz="900" dirty="0"/>
              <a:t>987654</a:t>
            </a:r>
          </a:p>
        </p:txBody>
      </p:sp>
      <p:sp>
        <p:nvSpPr>
          <p:cNvPr id="22" name="TextBox 21">
            <a:extLst>
              <a:ext uri="{FF2B5EF4-FFF2-40B4-BE49-F238E27FC236}">
                <a16:creationId xmlns:a16="http://schemas.microsoft.com/office/drawing/2014/main" id="{D849B375-4015-B94E-5AA8-A98D9A26F569}"/>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0A6B0973-CA92-F7AA-97ED-5DF78EC5BD40}"/>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79553233-A1D3-DD90-EE4A-9D711BA34406}"/>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FCCFD883-A45F-6886-5F88-E222BDDC70EC}"/>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Tree>
    <p:extLst>
      <p:ext uri="{BB962C8B-B14F-4D97-AF65-F5344CB8AC3E}">
        <p14:creationId xmlns:p14="http://schemas.microsoft.com/office/powerpoint/2010/main" val="2942833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A814-7563-7E08-7C18-774275653BE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E896C7-389A-2B74-9D05-4CB52C867C9A}"/>
              </a:ext>
            </a:extLst>
          </p:cNvPr>
          <p:cNvSpPr>
            <a:spLocks noGrp="1"/>
          </p:cNvSpPr>
          <p:nvPr>
            <p:ph sz="half" idx="1"/>
          </p:nvPr>
        </p:nvSpPr>
        <p:spPr/>
        <p:txBody>
          <a:bodyPr/>
          <a:lstStyle/>
          <a:p>
            <a:r>
              <a:rPr lang="en-US" dirty="0"/>
              <a:t>Initialize reduced [10 in 2].</a:t>
            </a:r>
          </a:p>
        </p:txBody>
      </p:sp>
      <p:pic>
        <p:nvPicPr>
          <p:cNvPr id="4" name="Picture 3" descr="A grid of sudoku puzzle&#10;&#10;Description automatically generated">
            <a:extLst>
              <a:ext uri="{FF2B5EF4-FFF2-40B4-BE49-F238E27FC236}">
                <a16:creationId xmlns:a16="http://schemas.microsoft.com/office/drawing/2014/main" id="{DA0F6672-9104-2720-6357-9F584DC7A42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64A95CE-3952-ACAA-616D-FCC33B0E7EF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65F169D-BFA4-3D3E-3ED9-668D4DFD6B3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BBEC03F-2FAE-B665-BB02-78802DE4FCE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DE9520F-77E3-9C2F-6B48-B6B05365BDA1}"/>
              </a:ext>
            </a:extLst>
          </p:cNvPr>
          <p:cNvSpPr txBox="1"/>
          <p:nvPr/>
        </p:nvSpPr>
        <p:spPr>
          <a:xfrm>
            <a:off x="4143022" y="901933"/>
            <a:ext cx="570089" cy="230832"/>
          </a:xfrm>
          <a:prstGeom prst="rect">
            <a:avLst/>
          </a:prstGeom>
          <a:noFill/>
        </p:spPr>
        <p:txBody>
          <a:bodyPr wrap="square" rtlCol="0">
            <a:spAutoFit/>
          </a:bodyPr>
          <a:lstStyle/>
          <a:p>
            <a:pPr algn="ctr"/>
            <a:r>
              <a:rPr lang="en-US" sz="900" dirty="0"/>
              <a:t>1234</a:t>
            </a:r>
          </a:p>
        </p:txBody>
      </p:sp>
      <p:sp>
        <p:nvSpPr>
          <p:cNvPr id="8" name="TextBox 7">
            <a:extLst>
              <a:ext uri="{FF2B5EF4-FFF2-40B4-BE49-F238E27FC236}">
                <a16:creationId xmlns:a16="http://schemas.microsoft.com/office/drawing/2014/main" id="{1AE88B30-A597-9DA2-3944-3F9474DA3179}"/>
              </a:ext>
            </a:extLst>
          </p:cNvPr>
          <p:cNvSpPr txBox="1"/>
          <p:nvPr/>
        </p:nvSpPr>
        <p:spPr>
          <a:xfrm>
            <a:off x="4645378" y="901933"/>
            <a:ext cx="570089" cy="230832"/>
          </a:xfrm>
          <a:prstGeom prst="rect">
            <a:avLst/>
          </a:prstGeom>
          <a:noFill/>
        </p:spPr>
        <p:txBody>
          <a:bodyPr wrap="square" rtlCol="0">
            <a:spAutoFit/>
          </a:bodyPr>
          <a:lstStyle/>
          <a:p>
            <a:pPr algn="ctr"/>
            <a:r>
              <a:rPr lang="en-US" sz="900" dirty="0"/>
              <a:t>4321</a:t>
            </a:r>
          </a:p>
        </p:txBody>
      </p:sp>
      <p:sp>
        <p:nvSpPr>
          <p:cNvPr id="9" name="TextBox 8">
            <a:extLst>
              <a:ext uri="{FF2B5EF4-FFF2-40B4-BE49-F238E27FC236}">
                <a16:creationId xmlns:a16="http://schemas.microsoft.com/office/drawing/2014/main" id="{CFB14D75-6A3A-DB39-5B0C-5F0E0830BC55}"/>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019679E6-84CF-19B4-F28B-8F22622BB5E3}"/>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AF905529-AF52-22C2-7DD5-B4B04276AB0E}"/>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CE7C7A1C-6942-6AE8-4A36-7D2DE7E820FC}"/>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FD8D239D-6AAA-1EA8-3F1F-4C72B5D7753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F02E987D-2156-4875-BA33-0263AE6ABEB3}"/>
              </a:ext>
            </a:extLst>
          </p:cNvPr>
          <p:cNvSpPr txBox="1"/>
          <p:nvPr/>
        </p:nvSpPr>
        <p:spPr>
          <a:xfrm>
            <a:off x="6654802" y="2404765"/>
            <a:ext cx="570089" cy="230832"/>
          </a:xfrm>
          <a:prstGeom prst="rect">
            <a:avLst/>
          </a:prstGeom>
          <a:noFill/>
        </p:spPr>
        <p:txBody>
          <a:bodyPr wrap="square" rtlCol="0">
            <a:spAutoFit/>
          </a:bodyPr>
          <a:lstStyle/>
          <a:p>
            <a:pPr algn="ctr"/>
            <a:r>
              <a:rPr lang="en-US" sz="900" dirty="0"/>
              <a:t>123567</a:t>
            </a:r>
          </a:p>
        </p:txBody>
      </p:sp>
      <p:sp>
        <p:nvSpPr>
          <p:cNvPr id="15" name="TextBox 14">
            <a:extLst>
              <a:ext uri="{FF2B5EF4-FFF2-40B4-BE49-F238E27FC236}">
                <a16:creationId xmlns:a16="http://schemas.microsoft.com/office/drawing/2014/main" id="{B83F8029-623C-9825-04ED-5BEEA5B95C06}"/>
              </a:ext>
            </a:extLst>
          </p:cNvPr>
          <p:cNvSpPr txBox="1"/>
          <p:nvPr/>
        </p:nvSpPr>
        <p:spPr>
          <a:xfrm>
            <a:off x="7157158" y="2404765"/>
            <a:ext cx="570089" cy="230832"/>
          </a:xfrm>
          <a:prstGeom prst="rect">
            <a:avLst/>
          </a:prstGeom>
          <a:noFill/>
        </p:spPr>
        <p:txBody>
          <a:bodyPr wrap="square" rtlCol="0">
            <a:spAutoFit/>
          </a:bodyPr>
          <a:lstStyle/>
          <a:p>
            <a:pPr algn="ctr"/>
            <a:r>
              <a:rPr lang="en-US" sz="900" dirty="0"/>
              <a:t>765321</a:t>
            </a:r>
          </a:p>
        </p:txBody>
      </p:sp>
      <p:sp>
        <p:nvSpPr>
          <p:cNvPr id="16" name="TextBox 15">
            <a:extLst>
              <a:ext uri="{FF2B5EF4-FFF2-40B4-BE49-F238E27FC236}">
                <a16:creationId xmlns:a16="http://schemas.microsoft.com/office/drawing/2014/main" id="{CFB46BD6-8C76-C0B3-0BA8-3A586E332880}"/>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F1D4DBEF-9A77-CB42-DD1C-BE32EB62A3D4}"/>
              </a:ext>
            </a:extLst>
          </p:cNvPr>
          <p:cNvSpPr txBox="1"/>
          <p:nvPr/>
        </p:nvSpPr>
        <p:spPr>
          <a:xfrm>
            <a:off x="6152446" y="340665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28B97743-09A1-683E-5942-AFBDDDD6278F}"/>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0CC28930-9625-3954-F99E-F14E38072934}"/>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123456</a:t>
            </a:r>
          </a:p>
        </p:txBody>
      </p:sp>
      <p:sp>
        <p:nvSpPr>
          <p:cNvPr id="20" name="TextBox 19">
            <a:extLst>
              <a:ext uri="{FF2B5EF4-FFF2-40B4-BE49-F238E27FC236}">
                <a16:creationId xmlns:a16="http://schemas.microsoft.com/office/drawing/2014/main" id="{1AE2AC28-2F61-30A3-5F95-E8A846296AA9}"/>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654321</a:t>
            </a:r>
          </a:p>
        </p:txBody>
      </p:sp>
      <p:sp>
        <p:nvSpPr>
          <p:cNvPr id="21" name="TextBox 20">
            <a:extLst>
              <a:ext uri="{FF2B5EF4-FFF2-40B4-BE49-F238E27FC236}">
                <a16:creationId xmlns:a16="http://schemas.microsoft.com/office/drawing/2014/main" id="{13DABC54-ACF5-A077-F42C-0EC935F7C75E}"/>
              </a:ext>
            </a:extLst>
          </p:cNvPr>
          <p:cNvSpPr txBox="1"/>
          <p:nvPr/>
        </p:nvSpPr>
        <p:spPr>
          <a:xfrm>
            <a:off x="6152446" y="3907597"/>
            <a:ext cx="570089" cy="230832"/>
          </a:xfrm>
          <a:prstGeom prst="rect">
            <a:avLst/>
          </a:prstGeom>
          <a:noFill/>
        </p:spPr>
        <p:txBody>
          <a:bodyPr wrap="square" rtlCol="0">
            <a:spAutoFit/>
          </a:bodyPr>
          <a:lstStyle/>
          <a:p>
            <a:pPr algn="ctr"/>
            <a:r>
              <a:rPr lang="en-US" sz="900" dirty="0"/>
              <a:t>987654</a:t>
            </a:r>
          </a:p>
        </p:txBody>
      </p:sp>
      <p:sp>
        <p:nvSpPr>
          <p:cNvPr id="22" name="TextBox 21">
            <a:extLst>
              <a:ext uri="{FF2B5EF4-FFF2-40B4-BE49-F238E27FC236}">
                <a16:creationId xmlns:a16="http://schemas.microsoft.com/office/drawing/2014/main" id="{C4B6838E-9B8A-0787-9163-8E59FCDC853C}"/>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2FEDCF2F-532F-07AB-3090-1C02A99340ED}"/>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F70F7EEE-A717-EF63-1391-6F84C97935B1}"/>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7D14DF82-0800-56B9-01F2-D83D3F5F85BC}"/>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D9F856F5-7FBF-E2A6-45AB-483490619052}"/>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C62725B0-09A5-8959-EBF4-EC1671CB36FA}"/>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Tree>
    <p:extLst>
      <p:ext uri="{BB962C8B-B14F-4D97-AF65-F5344CB8AC3E}">
        <p14:creationId xmlns:p14="http://schemas.microsoft.com/office/powerpoint/2010/main" val="2739503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ECC13-3D4D-842F-08CA-6B6235F3A0C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0B4DE0-C416-566D-E1BF-9CECF886B5CF}"/>
              </a:ext>
            </a:extLst>
          </p:cNvPr>
          <p:cNvSpPr>
            <a:spLocks noGrp="1"/>
          </p:cNvSpPr>
          <p:nvPr>
            <p:ph sz="half" idx="1"/>
          </p:nvPr>
        </p:nvSpPr>
        <p:spPr/>
        <p:txBody>
          <a:bodyPr/>
          <a:lstStyle/>
          <a:p>
            <a:r>
              <a:rPr lang="en-US" dirty="0"/>
              <a:t>In left center block, remaining cells are 789. The 9 can’t be in [9 in 2]. The [9 in 2] must be 72 and 81.</a:t>
            </a:r>
          </a:p>
        </p:txBody>
      </p:sp>
      <p:pic>
        <p:nvPicPr>
          <p:cNvPr id="4" name="Picture 3" descr="A grid of sudoku puzzle&#10;&#10;Description automatically generated">
            <a:extLst>
              <a:ext uri="{FF2B5EF4-FFF2-40B4-BE49-F238E27FC236}">
                <a16:creationId xmlns:a16="http://schemas.microsoft.com/office/drawing/2014/main" id="{DC814435-C1EE-33D6-CD38-D8DC4192B13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A4AD349-B0E0-0D75-019C-D2801CC3309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24DE28B-9F86-1D98-6356-33D5DEB7D25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68D397C-A43D-4BC4-B4A0-D7E03A440C8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A42C9AC-7D87-52A1-CC5A-7F566099CED4}"/>
              </a:ext>
            </a:extLst>
          </p:cNvPr>
          <p:cNvSpPr txBox="1"/>
          <p:nvPr/>
        </p:nvSpPr>
        <p:spPr>
          <a:xfrm>
            <a:off x="4143022" y="901933"/>
            <a:ext cx="570089" cy="230832"/>
          </a:xfrm>
          <a:prstGeom prst="rect">
            <a:avLst/>
          </a:prstGeom>
          <a:noFill/>
        </p:spPr>
        <p:txBody>
          <a:bodyPr wrap="square" rtlCol="0">
            <a:spAutoFit/>
          </a:bodyPr>
          <a:lstStyle/>
          <a:p>
            <a:pPr algn="ctr"/>
            <a:r>
              <a:rPr lang="en-US" sz="900" dirty="0"/>
              <a:t>1234</a:t>
            </a:r>
          </a:p>
        </p:txBody>
      </p:sp>
      <p:sp>
        <p:nvSpPr>
          <p:cNvPr id="8" name="TextBox 7">
            <a:extLst>
              <a:ext uri="{FF2B5EF4-FFF2-40B4-BE49-F238E27FC236}">
                <a16:creationId xmlns:a16="http://schemas.microsoft.com/office/drawing/2014/main" id="{4DCC44F5-95E3-2561-8C81-F54E827F6E70}"/>
              </a:ext>
            </a:extLst>
          </p:cNvPr>
          <p:cNvSpPr txBox="1"/>
          <p:nvPr/>
        </p:nvSpPr>
        <p:spPr>
          <a:xfrm>
            <a:off x="4645378" y="901933"/>
            <a:ext cx="570089" cy="230832"/>
          </a:xfrm>
          <a:prstGeom prst="rect">
            <a:avLst/>
          </a:prstGeom>
          <a:noFill/>
        </p:spPr>
        <p:txBody>
          <a:bodyPr wrap="square" rtlCol="0">
            <a:spAutoFit/>
          </a:bodyPr>
          <a:lstStyle/>
          <a:p>
            <a:pPr algn="ctr"/>
            <a:r>
              <a:rPr lang="en-US" sz="900" dirty="0"/>
              <a:t>4321</a:t>
            </a:r>
          </a:p>
        </p:txBody>
      </p:sp>
      <p:sp>
        <p:nvSpPr>
          <p:cNvPr id="9" name="TextBox 8">
            <a:extLst>
              <a:ext uri="{FF2B5EF4-FFF2-40B4-BE49-F238E27FC236}">
                <a16:creationId xmlns:a16="http://schemas.microsoft.com/office/drawing/2014/main" id="{B4D89CF4-3155-7FD2-6A2A-3F01EDA0F224}"/>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8A114FE2-575B-2083-281F-FA20FE416616}"/>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50A89C72-7054-1EE6-4972-7CCAC9A4FA3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1E2FB863-1D54-145A-5D80-3E5E8920D5FB}"/>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328F97AE-0BC3-77CB-399D-741C7491DE95}"/>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43140D25-76DE-B8E9-D7A1-69DC3EA50EE2}"/>
              </a:ext>
            </a:extLst>
          </p:cNvPr>
          <p:cNvSpPr txBox="1"/>
          <p:nvPr/>
        </p:nvSpPr>
        <p:spPr>
          <a:xfrm>
            <a:off x="6654802" y="2404765"/>
            <a:ext cx="570089" cy="230832"/>
          </a:xfrm>
          <a:prstGeom prst="rect">
            <a:avLst/>
          </a:prstGeom>
          <a:noFill/>
        </p:spPr>
        <p:txBody>
          <a:bodyPr wrap="square" rtlCol="0">
            <a:spAutoFit/>
          </a:bodyPr>
          <a:lstStyle/>
          <a:p>
            <a:pPr algn="ctr"/>
            <a:r>
              <a:rPr lang="en-US" sz="900" dirty="0"/>
              <a:t>123567</a:t>
            </a:r>
          </a:p>
        </p:txBody>
      </p:sp>
      <p:sp>
        <p:nvSpPr>
          <p:cNvPr id="15" name="TextBox 14">
            <a:extLst>
              <a:ext uri="{FF2B5EF4-FFF2-40B4-BE49-F238E27FC236}">
                <a16:creationId xmlns:a16="http://schemas.microsoft.com/office/drawing/2014/main" id="{1F927E3F-4D1E-D774-CB9C-16B41B88ED12}"/>
              </a:ext>
            </a:extLst>
          </p:cNvPr>
          <p:cNvSpPr txBox="1"/>
          <p:nvPr/>
        </p:nvSpPr>
        <p:spPr>
          <a:xfrm>
            <a:off x="7157158" y="2404765"/>
            <a:ext cx="570089" cy="230832"/>
          </a:xfrm>
          <a:prstGeom prst="rect">
            <a:avLst/>
          </a:prstGeom>
          <a:noFill/>
        </p:spPr>
        <p:txBody>
          <a:bodyPr wrap="square" rtlCol="0">
            <a:spAutoFit/>
          </a:bodyPr>
          <a:lstStyle/>
          <a:p>
            <a:pPr algn="ctr"/>
            <a:r>
              <a:rPr lang="en-US" sz="900" dirty="0"/>
              <a:t>765321</a:t>
            </a:r>
          </a:p>
        </p:txBody>
      </p:sp>
      <p:sp>
        <p:nvSpPr>
          <p:cNvPr id="16" name="TextBox 15">
            <a:extLst>
              <a:ext uri="{FF2B5EF4-FFF2-40B4-BE49-F238E27FC236}">
                <a16:creationId xmlns:a16="http://schemas.microsoft.com/office/drawing/2014/main" id="{25BAB466-80D9-5FF8-AF65-2B2D0B555914}"/>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82E07307-01C9-F5BC-31CC-A221EC42862A}"/>
              </a:ext>
            </a:extLst>
          </p:cNvPr>
          <p:cNvSpPr txBox="1"/>
          <p:nvPr/>
        </p:nvSpPr>
        <p:spPr>
          <a:xfrm>
            <a:off x="6152446" y="3406653"/>
            <a:ext cx="570089" cy="230832"/>
          </a:xfrm>
          <a:prstGeom prst="rect">
            <a:avLst/>
          </a:prstGeom>
          <a:noFill/>
        </p:spPr>
        <p:txBody>
          <a:bodyPr wrap="square" rtlCol="0">
            <a:spAutoFit/>
          </a:bodyPr>
          <a:lstStyle/>
          <a:p>
            <a:pPr algn="ctr"/>
            <a:r>
              <a:rPr lang="en-US" sz="900" dirty="0"/>
              <a:t>456789</a:t>
            </a:r>
          </a:p>
        </p:txBody>
      </p:sp>
      <p:sp>
        <p:nvSpPr>
          <p:cNvPr id="18" name="TextBox 17">
            <a:extLst>
              <a:ext uri="{FF2B5EF4-FFF2-40B4-BE49-F238E27FC236}">
                <a16:creationId xmlns:a16="http://schemas.microsoft.com/office/drawing/2014/main" id="{44231C88-BEE0-8DCB-F5C9-23F4B70845A1}"/>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379650C5-4692-E4C6-6B8A-2D4D049AAADA}"/>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123456</a:t>
            </a:r>
          </a:p>
        </p:txBody>
      </p:sp>
      <p:sp>
        <p:nvSpPr>
          <p:cNvPr id="20" name="TextBox 19">
            <a:extLst>
              <a:ext uri="{FF2B5EF4-FFF2-40B4-BE49-F238E27FC236}">
                <a16:creationId xmlns:a16="http://schemas.microsoft.com/office/drawing/2014/main" id="{C2263EFB-4067-04EB-5E1D-836A832082C6}"/>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654321</a:t>
            </a:r>
          </a:p>
        </p:txBody>
      </p:sp>
      <p:sp>
        <p:nvSpPr>
          <p:cNvPr id="21" name="TextBox 20">
            <a:extLst>
              <a:ext uri="{FF2B5EF4-FFF2-40B4-BE49-F238E27FC236}">
                <a16:creationId xmlns:a16="http://schemas.microsoft.com/office/drawing/2014/main" id="{6FED21CF-9CA1-9A22-0CAA-0E4AC726E571}"/>
              </a:ext>
            </a:extLst>
          </p:cNvPr>
          <p:cNvSpPr txBox="1"/>
          <p:nvPr/>
        </p:nvSpPr>
        <p:spPr>
          <a:xfrm>
            <a:off x="6152446" y="3907597"/>
            <a:ext cx="570089" cy="230832"/>
          </a:xfrm>
          <a:prstGeom prst="rect">
            <a:avLst/>
          </a:prstGeom>
          <a:noFill/>
        </p:spPr>
        <p:txBody>
          <a:bodyPr wrap="square" rtlCol="0">
            <a:spAutoFit/>
          </a:bodyPr>
          <a:lstStyle/>
          <a:p>
            <a:pPr algn="ctr"/>
            <a:r>
              <a:rPr lang="en-US" sz="900" dirty="0"/>
              <a:t>987654</a:t>
            </a:r>
          </a:p>
        </p:txBody>
      </p:sp>
      <p:sp>
        <p:nvSpPr>
          <p:cNvPr id="22" name="TextBox 21">
            <a:extLst>
              <a:ext uri="{FF2B5EF4-FFF2-40B4-BE49-F238E27FC236}">
                <a16:creationId xmlns:a16="http://schemas.microsoft.com/office/drawing/2014/main" id="{40E40CC9-6AB7-7D88-44EA-92655F0ED311}"/>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14673A41-1D04-DC71-7F3B-A5317FDE2E8E}"/>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3092F3DA-1AB1-4651-C829-73C493775E5B}"/>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202971FC-CA62-5957-D3F8-DD42A0FE048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F36C8CD9-10E4-3086-8E0B-7832FCBC1C77}"/>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371FD35D-C32D-5417-2C27-3BE214E2582F}"/>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D997ECD7-E7C1-756B-CD58-5291CCBE4257}"/>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7CBF12E0-B831-692C-DFCB-7EE2493A9F9A}"/>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E7E4F91C-90FF-0644-C53E-EB4F1104AA1B}"/>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4B37E1EC-E343-77B6-E3D7-CB35AF88329B}"/>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D1799EAD-7388-98A6-4B61-2EFD7BB34A15}"/>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Tree>
    <p:extLst>
      <p:ext uri="{BB962C8B-B14F-4D97-AF65-F5344CB8AC3E}">
        <p14:creationId xmlns:p14="http://schemas.microsoft.com/office/powerpoint/2010/main" val="4126964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5F4C0-11E8-F2C9-0E66-7FC082E9AED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4FD419E-8DF8-372B-9CB9-FF8CE7F0A49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1FA98E8-0030-7FA0-9C25-2C5DBCF3FB7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F95BF66-7DCB-F6F9-2BC6-A1F7CCB53FD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956CD11-EC20-FBE9-504C-FF85AA3878C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D2AE1B6-E1F0-B8E6-25C9-54B83A19DF2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58DDEC2-D354-99BD-2278-044DD05E571B}"/>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B71E34DF-2534-0901-7C0F-DFF4359FE9D5}"/>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91B168D0-056E-4144-5462-7AE0F11B0A30}"/>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8745F429-30E0-35FF-CE26-CC2D336FE127}"/>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8794D16C-CAE7-C692-6246-EF1EBE84B73B}"/>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08DBCEA3-B983-A8C5-98D7-B222257B18EA}"/>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4675FC3C-69EC-1D43-C06E-859153915EC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6607F6F0-927E-97B0-1067-9E6464630F35}"/>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D007FBB4-3A61-6122-C5EC-1CED6E026F67}"/>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7E9F7C69-73C8-588C-9182-BD1647114599}"/>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C08BF0EB-28B7-E17B-A16E-99CB758AE719}"/>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AB866708-6768-7271-90D4-19EC0AF2070A}"/>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5ACCB268-A25A-ECE8-F1A5-1257D5C2F012}"/>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E5BF66C3-3678-C4EE-1E6E-F63897EDF60E}"/>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22D171A2-2B72-1C0C-F800-B937DCA1FEBC}"/>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3AEEBBC8-6419-7046-9528-4CCE0BC7FCB7}"/>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E7F47E5D-C068-D878-7F45-9FF588A817A6}"/>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864D4EAB-1192-8773-C4B7-D10ED6179AB4}"/>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518376BC-81F7-069E-A706-9B7174D000F3}"/>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A58649F9-59F8-8204-09DD-F9EB2C150A0C}"/>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650B6DC8-8ED7-FEE7-B3F2-9BDB8E0B3B8D}"/>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55DD4354-0CC7-D4C2-A297-2A7BBF24C4FA}"/>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9014E5BE-D173-DF1C-5C61-5075867D097B}"/>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E46C491C-8DEA-C3CE-325A-AA0794CE761E}"/>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7F41DC10-2E04-DF22-C669-EC9769E4B76C}"/>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E3DB1AB9-4F5D-0B07-3C90-F97F42F32D49}"/>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Tree>
    <p:extLst>
      <p:ext uri="{BB962C8B-B14F-4D97-AF65-F5344CB8AC3E}">
        <p14:creationId xmlns:p14="http://schemas.microsoft.com/office/powerpoint/2010/main" val="2025178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89AB9-52CA-77B8-1F30-87FCDD8202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5E5FAD-5673-0082-E6E5-2C6AE08680AB}"/>
              </a:ext>
            </a:extLst>
          </p:cNvPr>
          <p:cNvSpPr>
            <a:spLocks noGrp="1"/>
          </p:cNvSpPr>
          <p:nvPr>
            <p:ph sz="half" idx="1"/>
          </p:nvPr>
        </p:nvSpPr>
        <p:spPr/>
        <p:txBody>
          <a:bodyPr/>
          <a:lstStyle/>
          <a:p>
            <a:r>
              <a:rPr lang="en-US" dirty="0"/>
              <a:t>In Columns 8–9, 90–(15+17+8+10+12+17) = 11, in 2</a:t>
            </a:r>
          </a:p>
        </p:txBody>
      </p:sp>
      <p:pic>
        <p:nvPicPr>
          <p:cNvPr id="4" name="Picture 3" descr="A grid of sudoku puzzle&#10;&#10;Description automatically generated">
            <a:extLst>
              <a:ext uri="{FF2B5EF4-FFF2-40B4-BE49-F238E27FC236}">
                <a16:creationId xmlns:a16="http://schemas.microsoft.com/office/drawing/2014/main" id="{7FF7AAC2-2937-D2FD-BB0F-2020CDAEBB2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A81D3F-5833-0762-8793-F5C8DD77678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2B3FEFD-60C0-885B-198C-364715A5D6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F2A77DE-9ABE-51D9-E3F2-3D052BB3F99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5607A23-2B2E-EAA1-52E3-6336C6C59475}"/>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599E0964-44BE-C550-337D-3A6B3FE2C74F}"/>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FD7B0522-53D2-2C5B-FFB3-C6973D8E1020}"/>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3645BE84-138E-3ADD-166C-F994F25CB6F5}"/>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2F2E1A8C-A0B6-8583-350B-A7D5D678A3C3}"/>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8131E17D-0F57-0D82-045F-83F93440BAB2}"/>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F6220756-D2EB-1756-76F8-53D2402FF594}"/>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42D1118E-BE0C-63CB-DF1F-80DFEB8B9869}"/>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ADE127B7-8C98-835C-E38A-7DF8E29A01BB}"/>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EDD66346-543F-5D91-E421-EF3A80D5FE78}"/>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A627EB4A-BD83-8938-3C0A-B3088E6D00EE}"/>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395F2E94-1858-1E78-1003-00C9E86F5894}"/>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471F897A-132F-A87A-D6F6-199C07D987F9}"/>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AB7CA836-EA6D-4A6F-8D69-78993D758D72}"/>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C155891B-0E55-D966-E38D-F746A4B5E9A9}"/>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8131AD82-28C2-2436-A318-E41169539942}"/>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687E4378-11DF-A807-DC41-C0E861FF1D72}"/>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2C7319F7-152A-862B-70B2-8FC537ED2FE6}"/>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FC285CF3-346F-BCAA-6176-E4E1484430BA}"/>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5275008E-EEE8-EF9D-35A2-FD13769B0101}"/>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03580DAF-119B-324F-1503-5ACE2D40E91A}"/>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EAEB93EA-AAAB-3ECE-19D0-21CF3B404CDE}"/>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63F50C4D-D6F6-5EE8-4798-DAC7E4529786}"/>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01121EF5-4A9F-35DB-C28E-ADAB4A7BCF34}"/>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4DB25217-2BD7-8F29-D2DE-D92C3F0C956D}"/>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10B808D4-6738-7E85-7023-C3FD11F36C1B}"/>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02F6312C-2AD2-B25C-1926-33F1359D56B4}"/>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A313F3BB-7E72-5FFC-A0E3-CF3A897CE0A3}"/>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Tree>
    <p:extLst>
      <p:ext uri="{BB962C8B-B14F-4D97-AF65-F5344CB8AC3E}">
        <p14:creationId xmlns:p14="http://schemas.microsoft.com/office/powerpoint/2010/main" val="11545842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6BFE0-FA17-B665-5393-33586C460B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1BE6F0-C90A-D245-EAC3-012518023896}"/>
              </a:ext>
            </a:extLst>
          </p:cNvPr>
          <p:cNvSpPr>
            <a:spLocks noGrp="1"/>
          </p:cNvSpPr>
          <p:nvPr>
            <p:ph sz="half" idx="1"/>
          </p:nvPr>
        </p:nvSpPr>
        <p:spPr/>
        <p:txBody>
          <a:bodyPr/>
          <a:lstStyle/>
          <a:p>
            <a:r>
              <a:rPr lang="en-US" dirty="0"/>
              <a:t>Complete Row 5.</a:t>
            </a:r>
          </a:p>
        </p:txBody>
      </p:sp>
      <p:pic>
        <p:nvPicPr>
          <p:cNvPr id="4" name="Picture 3" descr="A grid of sudoku puzzle&#10;&#10;Description automatically generated">
            <a:extLst>
              <a:ext uri="{FF2B5EF4-FFF2-40B4-BE49-F238E27FC236}">
                <a16:creationId xmlns:a16="http://schemas.microsoft.com/office/drawing/2014/main" id="{35FDA26F-59F9-D310-D9B3-CFD736C27E5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8BEB51E-523F-9C63-0E61-5E150999CA3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317FFE2-A063-4077-4D14-9E2E2D519B9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7102E73-74F3-6729-8044-BF0F4509BBB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B1CF388-CA93-34CA-A679-118858D6657E}"/>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ADE8E930-747E-69B2-23FC-1F30424419A5}"/>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5787D8ED-5A51-28D1-E39A-5F4888366364}"/>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2E35575B-3BE6-6D07-60D7-CB38B7F85190}"/>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EE432CC7-F3A7-63EC-5425-AA09EBFB4530}"/>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893888C1-676B-A8CA-FDE1-755B6788ED38}"/>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E1AFDC60-A7E6-4270-88BF-2F3E8593C44C}"/>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84544560-C0C2-41C9-4053-F7B2F25EFC5F}"/>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399A932F-02FA-6D63-23DA-9662E698B5AE}"/>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5B5832CE-433A-5F2A-6170-038A56FC7E4C}"/>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D4364766-C2A5-76FA-26F5-3505BD1BB25E}"/>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FBA787DE-61FC-6594-94D4-E845B474FB4D}"/>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1796109E-87C9-61BD-BF70-34B5CD34A2FA}"/>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CEFCF3F2-F58F-26CB-5735-4B6226405FC1}"/>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A9254250-6AEA-0E5D-8EA4-499E0EB65F33}"/>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682109BE-7554-148A-AFF9-75C289FA69CC}"/>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DB83CA13-3CF2-DCB2-44CE-7863B9D26E87}"/>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F5DAD358-F6F8-525C-038B-8E87FB8622F6}"/>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31E67987-DDFB-04EF-B82D-CB5C2F7091F9}"/>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505BB255-98C4-7430-E320-2BE61150F301}"/>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81AECECD-A317-8457-E595-1E9717B6BDB5}"/>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2D34D4A5-AF03-5312-03B0-36F40940DE1D}"/>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435BD5D-EA82-5958-0E72-D30254968ABB}"/>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A6AF226F-96BC-ECB4-234A-1DC2F6C60BD9}"/>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AFC416ED-56EF-B1C2-C994-4C9D031429D2}"/>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57E1D45F-2275-F305-2A5F-1D677E242EB9}"/>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B0AEC69F-183C-9471-9074-EE452E1476D4}"/>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850CDA29-80CC-C41C-CA94-373EE7C11AC3}"/>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69281A04-8EBF-3F8A-D928-906AC8563B92}"/>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36" name="TextBox 35">
            <a:extLst>
              <a:ext uri="{FF2B5EF4-FFF2-40B4-BE49-F238E27FC236}">
                <a16:creationId xmlns:a16="http://schemas.microsoft.com/office/drawing/2014/main" id="{DD66E493-83EA-3770-47F2-18DA5BC47E99}"/>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37" name="TextBox 36">
            <a:extLst>
              <a:ext uri="{FF2B5EF4-FFF2-40B4-BE49-F238E27FC236}">
                <a16:creationId xmlns:a16="http://schemas.microsoft.com/office/drawing/2014/main" id="{C5247931-B078-9AB3-CD15-05094EFFC40A}"/>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38" name="TextBox 37">
            <a:extLst>
              <a:ext uri="{FF2B5EF4-FFF2-40B4-BE49-F238E27FC236}">
                <a16:creationId xmlns:a16="http://schemas.microsoft.com/office/drawing/2014/main" id="{E0FED803-11AF-8CA3-7E87-8E8124FBE917}"/>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Tree>
    <p:extLst>
      <p:ext uri="{BB962C8B-B14F-4D97-AF65-F5344CB8AC3E}">
        <p14:creationId xmlns:p14="http://schemas.microsoft.com/office/powerpoint/2010/main" val="3539814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98E0F-DCF8-62D9-024A-C2AE06E2C4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0C312D-E1A5-307C-7048-2DD8270D9DBA}"/>
              </a:ext>
            </a:extLst>
          </p:cNvPr>
          <p:cNvSpPr>
            <a:spLocks noGrp="1"/>
          </p:cNvSpPr>
          <p:nvPr>
            <p:ph sz="half" idx="1"/>
          </p:nvPr>
        </p:nvSpPr>
        <p:spPr/>
        <p:txBody>
          <a:bodyPr/>
          <a:lstStyle/>
          <a:p>
            <a:r>
              <a:rPr lang="en-US" dirty="0"/>
              <a:t>Initialize reduced [10 in 2].</a:t>
            </a:r>
          </a:p>
        </p:txBody>
      </p:sp>
      <p:pic>
        <p:nvPicPr>
          <p:cNvPr id="4" name="Picture 3" descr="A grid of sudoku puzzle&#10;&#10;Description automatically generated">
            <a:extLst>
              <a:ext uri="{FF2B5EF4-FFF2-40B4-BE49-F238E27FC236}">
                <a16:creationId xmlns:a16="http://schemas.microsoft.com/office/drawing/2014/main" id="{2BF43920-38E7-22BD-3657-609766128AD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91304F1-C9D0-4F34-9ABC-E2A87D40160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D2097FA-D5C1-9B5C-B8E6-3CCD5020B2A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6BB9AD7-04DC-988B-E141-5F6D3F597B0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21DCE33-77A1-9A8C-30A9-AFD383C6CC4B}"/>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7A9F602-026F-71B1-C245-66DCE0118ECF}"/>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A4F7B648-29A8-08F1-64B4-9B34CBD03AE8}"/>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1441164A-266E-93E4-1052-6B6DA439A2F6}"/>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82964897-6C7F-06A7-7B22-24B154E6401E}"/>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4C06FE18-5ADE-F5BC-6C70-FDD53B430120}"/>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295977BA-7A35-9E7F-8072-A963E2CAEE04}"/>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38A5280A-A486-63A2-C3FC-62E867EA2625}"/>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A5B8D8E0-A1C6-2C9A-E7E2-152484C8AA62}"/>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BA6B21FF-F140-282F-E581-626C74B6D0CE}"/>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36684E7C-F9A9-BB76-5D7A-953A451B674D}"/>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B66A9E4B-FADE-BC77-7B65-E79889BBA19D}"/>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23900759-A8FA-3EA6-5985-EE3F7F1976F3}"/>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6F6D8B9F-626C-CCE5-7E63-5313E4937751}"/>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815D755D-6CF0-8726-28A6-424556C155DA}"/>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AC10A5A0-F754-30BE-CC3A-07F7A8706BBC}"/>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1A419701-8B4D-43A1-BC9C-7F68FCC71762}"/>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BAA0879A-A71A-E5B7-41C4-3709B96540D2}"/>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42EC8BBF-E9E0-7D0B-FD8C-969625945EB0}"/>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7775453B-4DA4-B8A7-06D6-9426EE00BCFB}"/>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A620896B-9087-4624-2389-BA1A9DE1314E}"/>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217DDECB-500E-2794-2144-C67DA3B04E07}"/>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A88EF4EB-5959-CC21-8C05-DA4265803F9E}"/>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996371B7-50F0-A096-ACA8-C664F14C9FED}"/>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4739BE26-6680-300E-B737-61F986B2DA9C}"/>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A85034D4-55FA-97F4-AA1E-640FB11794E3}"/>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3917A3CB-A7A0-B70C-566E-8B1EA58AEEAB}"/>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8AD50A75-6C24-7BE6-866B-BC892F9BD2DE}"/>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D17AF058-03FA-0B26-38C5-D71D60589594}"/>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5ED91A38-E785-C86D-EE9A-A65EECDE8FBD}"/>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13CC5679-F55A-B76E-E95D-5CD480215DF0}"/>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38" name="TextBox 37">
            <a:extLst>
              <a:ext uri="{FF2B5EF4-FFF2-40B4-BE49-F238E27FC236}">
                <a16:creationId xmlns:a16="http://schemas.microsoft.com/office/drawing/2014/main" id="{189C3EAF-4D75-1263-1644-F590046122CB}"/>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39" name="TextBox 38">
            <a:extLst>
              <a:ext uri="{FF2B5EF4-FFF2-40B4-BE49-F238E27FC236}">
                <a16:creationId xmlns:a16="http://schemas.microsoft.com/office/drawing/2014/main" id="{55CFFD79-5878-6DE4-A03D-BD22EDFF043F}"/>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0" name="TextBox 39">
            <a:extLst>
              <a:ext uri="{FF2B5EF4-FFF2-40B4-BE49-F238E27FC236}">
                <a16:creationId xmlns:a16="http://schemas.microsoft.com/office/drawing/2014/main" id="{80AFA804-A5B6-34FF-5C4A-7B7D24E27A51}"/>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Tree>
    <p:extLst>
      <p:ext uri="{BB962C8B-B14F-4D97-AF65-F5344CB8AC3E}">
        <p14:creationId xmlns:p14="http://schemas.microsoft.com/office/powerpoint/2010/main" val="3824874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871B3-5BCD-75E5-BFC0-3F5F9797CF5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7C2177-8CAA-DCA1-0595-5AB6EFFE86AB}"/>
              </a:ext>
            </a:extLst>
          </p:cNvPr>
          <p:cNvSpPr>
            <a:spLocks noGrp="1"/>
          </p:cNvSpPr>
          <p:nvPr>
            <p:ph sz="half" idx="1"/>
          </p:nvPr>
        </p:nvSpPr>
        <p:spPr/>
        <p:txBody>
          <a:bodyPr/>
          <a:lstStyle/>
          <a:p>
            <a:r>
              <a:rPr lang="en-US" dirty="0"/>
              <a:t>Initialize Column 3.</a:t>
            </a:r>
          </a:p>
          <a:p>
            <a:r>
              <a:rPr lang="en-US" dirty="0"/>
              <a:t>Then, initialize (reduced) [9 in 2] and [11 in 2].</a:t>
            </a:r>
          </a:p>
        </p:txBody>
      </p:sp>
      <p:pic>
        <p:nvPicPr>
          <p:cNvPr id="4" name="Picture 3" descr="A grid of sudoku puzzle&#10;&#10;Description automatically generated">
            <a:extLst>
              <a:ext uri="{FF2B5EF4-FFF2-40B4-BE49-F238E27FC236}">
                <a16:creationId xmlns:a16="http://schemas.microsoft.com/office/drawing/2014/main" id="{9CA02C7F-5BBA-6F6A-F0E5-5B3A5898A91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ACFAD66-1EB0-2F7D-4007-301F058ADFA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94A58DD-C482-D6D0-9C3A-E50CC0679DD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F28B92E-CDAE-711B-08AD-76BD35AEBDF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24B8E93-ABAE-5803-DFD7-33747300575E}"/>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816E38B0-EC3A-F98C-8497-6931A17EA56F}"/>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3E354E38-1649-621F-65CA-8C13B85D0097}"/>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F56FF949-B83A-2243-A5DD-B1E34839F628}"/>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59896460-4181-B0D7-8EF7-67F047CB3CE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1B3B2777-4F86-8BA2-6DAF-792976B8F479}"/>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96D898DE-FCD4-59D7-9CB6-862525B9FD4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3B0857D5-F332-B149-69B1-7258B88F2B24}"/>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B7DD2BA7-6698-7FBB-1C32-A9DF4A689389}"/>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33EE33AC-64B5-2D7D-C13E-118C114F38B9}"/>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41E44DAB-DB43-945B-5F16-C511DE08C3F6}"/>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52B69E9D-ACD8-C361-A1AF-5948316284BE}"/>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8FAE0814-9AF9-31D4-3CF0-E6899749D09A}"/>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2771DD3B-8E65-327B-D64E-31A556392B3B}"/>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7A0A61CA-8CAF-263E-6F1F-437C9F8F1786}"/>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23289D89-9E05-B9B8-380B-CCCCBA3F5F08}"/>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593A3359-7C5F-9278-7BF2-3B9834DD0C8B}"/>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F55BF708-0EE7-B4B9-1ACE-7C88A3A1F81D}"/>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05879997-59B6-8D07-A5D3-D92DF97FB1F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93EF1A74-12B0-5E25-5BC7-85253D66094B}"/>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24D12182-BBBC-58A7-9536-307D4BFB0786}"/>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CBB5CAB6-4CC0-03BE-39C9-E30B94D07719}"/>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7837FC24-90DD-8890-85C3-E2969215579B}"/>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4C3FC68F-7939-5BED-A622-AF2FCEFCA68F}"/>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B961DB67-86C3-379D-FE1F-8AEB81B835C1}"/>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1B771AAA-3C0A-1C31-93D0-7BD901242C0E}"/>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EE326763-F0AA-9CCD-39F9-5F2E376F5258}"/>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43E2DADF-3D5B-BF9A-D741-91762B07A13F}"/>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021C76F5-C874-8B86-1457-3BFB2FE91468}"/>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30172957-EFA8-EAA9-FF0E-A2B64AB522E1}"/>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808AEB4C-2F5C-D769-22D8-33D8D577A9FE}"/>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123456</a:t>
            </a:r>
          </a:p>
        </p:txBody>
      </p:sp>
      <p:sp>
        <p:nvSpPr>
          <p:cNvPr id="38" name="TextBox 37">
            <a:extLst>
              <a:ext uri="{FF2B5EF4-FFF2-40B4-BE49-F238E27FC236}">
                <a16:creationId xmlns:a16="http://schemas.microsoft.com/office/drawing/2014/main" id="{F848939F-57EC-FE1A-03EF-9711191A7735}"/>
              </a:ext>
            </a:extLst>
          </p:cNvPr>
          <p:cNvSpPr txBox="1"/>
          <p:nvPr/>
        </p:nvSpPr>
        <p:spPr>
          <a:xfrm>
            <a:off x="4143022" y="1903821"/>
            <a:ext cx="570089" cy="230832"/>
          </a:xfrm>
          <a:prstGeom prst="rect">
            <a:avLst/>
          </a:prstGeom>
          <a:noFill/>
        </p:spPr>
        <p:txBody>
          <a:bodyPr wrap="square" rtlCol="0">
            <a:spAutoFit/>
          </a:bodyPr>
          <a:lstStyle/>
          <a:p>
            <a:pPr algn="ctr"/>
            <a:r>
              <a:rPr lang="en-US" sz="900" dirty="0"/>
              <a:t>13456</a:t>
            </a:r>
          </a:p>
        </p:txBody>
      </p:sp>
      <p:sp>
        <p:nvSpPr>
          <p:cNvPr id="39" name="TextBox 38">
            <a:extLst>
              <a:ext uri="{FF2B5EF4-FFF2-40B4-BE49-F238E27FC236}">
                <a16:creationId xmlns:a16="http://schemas.microsoft.com/office/drawing/2014/main" id="{487612DC-EAB2-4B33-C7F7-F62A5988CC15}"/>
              </a:ext>
            </a:extLst>
          </p:cNvPr>
          <p:cNvSpPr txBox="1"/>
          <p:nvPr/>
        </p:nvSpPr>
        <p:spPr>
          <a:xfrm>
            <a:off x="4645378" y="1903821"/>
            <a:ext cx="570089" cy="230832"/>
          </a:xfrm>
          <a:prstGeom prst="rect">
            <a:avLst/>
          </a:prstGeom>
          <a:noFill/>
        </p:spPr>
        <p:txBody>
          <a:bodyPr wrap="square" rtlCol="0">
            <a:spAutoFit/>
          </a:bodyPr>
          <a:lstStyle/>
          <a:p>
            <a:pPr algn="ctr"/>
            <a:r>
              <a:rPr lang="en-US" sz="900" dirty="0"/>
              <a:t>86543</a:t>
            </a:r>
          </a:p>
        </p:txBody>
      </p:sp>
      <p:sp>
        <p:nvSpPr>
          <p:cNvPr id="40" name="TextBox 39">
            <a:extLst>
              <a:ext uri="{FF2B5EF4-FFF2-40B4-BE49-F238E27FC236}">
                <a16:creationId xmlns:a16="http://schemas.microsoft.com/office/drawing/2014/main" id="{7F395452-13EE-CC32-6287-9B8A9F83E039}"/>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B3FA1128-EC2A-B430-4E58-85DDFA76603B}"/>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68FAF140-090A-C575-EBC5-224158DF3E65}"/>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D1405D2B-AAF8-36EF-06C6-FDBB22E7537E}"/>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44" name="TextBox 43">
            <a:extLst>
              <a:ext uri="{FF2B5EF4-FFF2-40B4-BE49-F238E27FC236}">
                <a16:creationId xmlns:a16="http://schemas.microsoft.com/office/drawing/2014/main" id="{7017E461-D818-76CA-BA9F-ED7015F4234E}"/>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45" name="TextBox 44">
            <a:extLst>
              <a:ext uri="{FF2B5EF4-FFF2-40B4-BE49-F238E27FC236}">
                <a16:creationId xmlns:a16="http://schemas.microsoft.com/office/drawing/2014/main" id="{F33CCA32-11B1-ACB2-36D5-F97AFE3A0E26}"/>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6" name="TextBox 45">
            <a:extLst>
              <a:ext uri="{FF2B5EF4-FFF2-40B4-BE49-F238E27FC236}">
                <a16:creationId xmlns:a16="http://schemas.microsoft.com/office/drawing/2014/main" id="{35A69BEF-1EA5-CE16-B365-3CDDCB5E539F}"/>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Tree>
    <p:extLst>
      <p:ext uri="{BB962C8B-B14F-4D97-AF65-F5344CB8AC3E}">
        <p14:creationId xmlns:p14="http://schemas.microsoft.com/office/powerpoint/2010/main" val="3722078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DE174-3698-FF46-6D97-5EB5B57911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9DF372-0B7D-6046-98C4-286C6499EF3B}"/>
              </a:ext>
            </a:extLst>
          </p:cNvPr>
          <p:cNvSpPr>
            <a:spLocks noGrp="1"/>
          </p:cNvSpPr>
          <p:nvPr>
            <p:ph sz="half" idx="1"/>
          </p:nvPr>
        </p:nvSpPr>
        <p:spPr/>
        <p:txBody>
          <a:bodyPr/>
          <a:lstStyle/>
          <a:p>
            <a:r>
              <a:rPr lang="en-US" dirty="0"/>
              <a:t>Initialize reduced [11 in 2].</a:t>
            </a:r>
          </a:p>
        </p:txBody>
      </p:sp>
      <p:pic>
        <p:nvPicPr>
          <p:cNvPr id="4" name="Picture 3" descr="A grid of sudoku puzzle&#10;&#10;Description automatically generated">
            <a:extLst>
              <a:ext uri="{FF2B5EF4-FFF2-40B4-BE49-F238E27FC236}">
                <a16:creationId xmlns:a16="http://schemas.microsoft.com/office/drawing/2014/main" id="{97417174-CBBD-48C9-F6FC-7C767E31FBC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6A81048-6C27-1C04-5BD8-E20D2C58F9D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0BC79C-6329-F8ED-EA41-518E1135191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89FE1C-7DE7-089A-D4B3-2DCD56347FD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DAD9F10-8E91-721D-69F2-5E6AC818D8AB}"/>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CF230FC7-0C00-6791-08FE-7ACD321C5100}"/>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746C5436-1D22-C55E-4CF7-D2D1D498B558}"/>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E0C996EC-75FB-6ED0-5389-2A6E244C7246}"/>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AF9509B5-FC9D-50E6-44A4-0D02437FD10A}"/>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F8E21803-5D1E-FFD7-866F-EECB06CF44E9}"/>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E74A3290-61F1-130D-DCD8-A818E3E4660A}"/>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B6D63201-EEAD-AEB6-7ECF-CEA4CDB56B6F}"/>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3C47B923-6BE9-DF24-0D38-FE3D3368F4B7}"/>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CD12010D-F109-495C-AAC6-C2F1AAA9BF29}"/>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ABF24923-D895-49CD-9BEB-F93B6B0EB651}"/>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15978F15-D10D-FF62-0569-72E4AD963F8C}"/>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1EFB9E51-F65A-CE1C-294B-31470DD17DC1}"/>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8BC3AE51-2235-0123-5ECB-37654F857F6E}"/>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A2286DBF-1ACE-8AB3-0251-C992538199B4}"/>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A9B8D1C0-AA64-1B43-6343-80AEC7717278}"/>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0E48D032-F5EA-C72D-286E-702F88EB55A8}"/>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1F214765-41A8-72B0-BAA6-61A450D65EE5}"/>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4A664F7A-4CF9-60A4-F19D-BDA8381B7729}"/>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91727B38-E819-D4E7-AAB6-98C171BE8D96}"/>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5A4B16F0-89C7-5BDE-C795-BD24A27C8124}"/>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DFEE21C9-78A0-0409-E2E7-32B965E0135A}"/>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F8E6A3EA-537C-D008-5297-84531E7681C4}"/>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B54F1920-3726-9605-40D2-21F9F6606FD2}"/>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D7C81179-077B-B1F9-4D09-CA140A48A628}"/>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8C1219B1-7D3F-9950-0A47-DCFF32129BFF}"/>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CE05FDF8-4A7A-3E2C-F42F-695BE0D8647C}"/>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32DC2E1D-8F71-54D1-8CC1-E89FF981D62E}"/>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F796575F-9190-351E-0525-EA1D49E781C6}"/>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5CAEA838-22AE-58EB-8B96-B4D13A742076}"/>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B240E4EC-1CBE-1F57-0E2D-59DF29BF2021}"/>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123456</a:t>
            </a:r>
          </a:p>
        </p:txBody>
      </p:sp>
      <p:sp>
        <p:nvSpPr>
          <p:cNvPr id="38" name="TextBox 37">
            <a:extLst>
              <a:ext uri="{FF2B5EF4-FFF2-40B4-BE49-F238E27FC236}">
                <a16:creationId xmlns:a16="http://schemas.microsoft.com/office/drawing/2014/main" id="{7AFD957D-D983-F6D8-292B-58AF1904A9C2}"/>
              </a:ext>
            </a:extLst>
          </p:cNvPr>
          <p:cNvSpPr txBox="1"/>
          <p:nvPr/>
        </p:nvSpPr>
        <p:spPr>
          <a:xfrm>
            <a:off x="4143022" y="1903821"/>
            <a:ext cx="570089" cy="230832"/>
          </a:xfrm>
          <a:prstGeom prst="rect">
            <a:avLst/>
          </a:prstGeom>
          <a:noFill/>
        </p:spPr>
        <p:txBody>
          <a:bodyPr wrap="square" rtlCol="0">
            <a:spAutoFit/>
          </a:bodyPr>
          <a:lstStyle/>
          <a:p>
            <a:pPr algn="ctr"/>
            <a:r>
              <a:rPr lang="en-US" sz="900" dirty="0"/>
              <a:t>13456</a:t>
            </a:r>
          </a:p>
        </p:txBody>
      </p:sp>
      <p:sp>
        <p:nvSpPr>
          <p:cNvPr id="39" name="TextBox 38">
            <a:extLst>
              <a:ext uri="{FF2B5EF4-FFF2-40B4-BE49-F238E27FC236}">
                <a16:creationId xmlns:a16="http://schemas.microsoft.com/office/drawing/2014/main" id="{7BB53D4C-A742-D292-755D-C3D7FF36AB0A}"/>
              </a:ext>
            </a:extLst>
          </p:cNvPr>
          <p:cNvSpPr txBox="1"/>
          <p:nvPr/>
        </p:nvSpPr>
        <p:spPr>
          <a:xfrm>
            <a:off x="4645378" y="1903821"/>
            <a:ext cx="570089" cy="230832"/>
          </a:xfrm>
          <a:prstGeom prst="rect">
            <a:avLst/>
          </a:prstGeom>
          <a:noFill/>
        </p:spPr>
        <p:txBody>
          <a:bodyPr wrap="square" rtlCol="0">
            <a:spAutoFit/>
          </a:bodyPr>
          <a:lstStyle/>
          <a:p>
            <a:pPr algn="ctr"/>
            <a:r>
              <a:rPr lang="en-US" sz="900" dirty="0"/>
              <a:t>86543</a:t>
            </a:r>
          </a:p>
        </p:txBody>
      </p:sp>
      <p:sp>
        <p:nvSpPr>
          <p:cNvPr id="40" name="TextBox 39">
            <a:extLst>
              <a:ext uri="{FF2B5EF4-FFF2-40B4-BE49-F238E27FC236}">
                <a16:creationId xmlns:a16="http://schemas.microsoft.com/office/drawing/2014/main" id="{02E821D6-9914-FDDB-781E-F3FED3991D11}"/>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06140895-A03F-9AAF-44CB-0BDC55120652}"/>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553A5A67-D44B-48E5-B0C2-50330C1B8D2E}"/>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8FC7C2D8-20C2-F651-4019-27ECCC49C27F}"/>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44" name="TextBox 43">
            <a:extLst>
              <a:ext uri="{FF2B5EF4-FFF2-40B4-BE49-F238E27FC236}">
                <a16:creationId xmlns:a16="http://schemas.microsoft.com/office/drawing/2014/main" id="{9BD57867-F996-C3AC-40A3-8D7D8DE5CFDA}"/>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45" name="TextBox 44">
            <a:extLst>
              <a:ext uri="{FF2B5EF4-FFF2-40B4-BE49-F238E27FC236}">
                <a16:creationId xmlns:a16="http://schemas.microsoft.com/office/drawing/2014/main" id="{9A285F6C-5D35-2CBF-B4B9-E431328C64D0}"/>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6" name="TextBox 45">
            <a:extLst>
              <a:ext uri="{FF2B5EF4-FFF2-40B4-BE49-F238E27FC236}">
                <a16:creationId xmlns:a16="http://schemas.microsoft.com/office/drawing/2014/main" id="{148BDA21-2435-8182-C96A-935F595BC9BB}"/>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
        <p:nvSpPr>
          <p:cNvPr id="47" name="TextBox 46">
            <a:extLst>
              <a:ext uri="{FF2B5EF4-FFF2-40B4-BE49-F238E27FC236}">
                <a16:creationId xmlns:a16="http://schemas.microsoft.com/office/drawing/2014/main" id="{7C0DF80F-7E2D-F060-A194-29E5EF507F4B}"/>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234689</a:t>
            </a:r>
          </a:p>
        </p:txBody>
      </p:sp>
      <p:sp>
        <p:nvSpPr>
          <p:cNvPr id="48" name="TextBox 47">
            <a:extLst>
              <a:ext uri="{FF2B5EF4-FFF2-40B4-BE49-F238E27FC236}">
                <a16:creationId xmlns:a16="http://schemas.microsoft.com/office/drawing/2014/main" id="{DBE93F95-3049-4A48-FFDC-93FE3D41044B}"/>
              </a:ext>
            </a:extLst>
          </p:cNvPr>
          <p:cNvSpPr txBox="1"/>
          <p:nvPr/>
        </p:nvSpPr>
        <p:spPr>
          <a:xfrm>
            <a:off x="6152446" y="2404765"/>
            <a:ext cx="570089" cy="230832"/>
          </a:xfrm>
          <a:prstGeom prst="rect">
            <a:avLst/>
          </a:prstGeom>
          <a:noFill/>
        </p:spPr>
        <p:txBody>
          <a:bodyPr wrap="square" rtlCol="0">
            <a:spAutoFit/>
          </a:bodyPr>
          <a:lstStyle/>
          <a:p>
            <a:pPr algn="ctr"/>
            <a:r>
              <a:rPr lang="en-US" sz="900" dirty="0"/>
              <a:t>987532</a:t>
            </a:r>
          </a:p>
        </p:txBody>
      </p:sp>
    </p:spTree>
    <p:extLst>
      <p:ext uri="{BB962C8B-B14F-4D97-AF65-F5344CB8AC3E}">
        <p14:creationId xmlns:p14="http://schemas.microsoft.com/office/powerpoint/2010/main" val="7935304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7379A-8712-5F5D-34F8-704F6DC4C8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743FA9-5190-67F8-D73F-E4443BE28B08}"/>
              </a:ext>
            </a:extLst>
          </p:cNvPr>
          <p:cNvSpPr>
            <a:spLocks noGrp="1"/>
          </p:cNvSpPr>
          <p:nvPr>
            <p:ph sz="half" idx="1"/>
          </p:nvPr>
        </p:nvSpPr>
        <p:spPr/>
        <p:txBody>
          <a:bodyPr/>
          <a:lstStyle/>
          <a:p>
            <a:r>
              <a:rPr lang="en-US" dirty="0"/>
              <a:t>The intersection of the upper left block and Column 3 is [11 in 3, no 7, 8, 9]. That could be 146, 236, or 245. The 1 or 2 must be in the obvious cell (and not in the others).</a:t>
            </a:r>
          </a:p>
        </p:txBody>
      </p:sp>
      <p:pic>
        <p:nvPicPr>
          <p:cNvPr id="4" name="Picture 3" descr="A grid of sudoku puzzle&#10;&#10;Description automatically generated">
            <a:extLst>
              <a:ext uri="{FF2B5EF4-FFF2-40B4-BE49-F238E27FC236}">
                <a16:creationId xmlns:a16="http://schemas.microsoft.com/office/drawing/2014/main" id="{B4EF3F8A-DF3F-8870-8CFA-0E39FF74B23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2C1EA27-DB75-418E-DBBE-8FA44D783B8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6C7984B-C8D3-D062-BDDE-47AC45D1235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464599-8B40-1114-5680-6D22272AB65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9E46B6E-C278-478F-03FB-FBF2A0AA8B26}"/>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CE73090C-F804-3FB2-9D2A-289A51B69A49}"/>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FF68552B-6BE4-D9B9-8677-3C420E72CA21}"/>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4789C715-E821-8537-AA64-D08B994E652B}"/>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5256B0C0-CA17-B08E-7296-452408117284}"/>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B50B7733-9DFD-64C0-F7B7-1A7BCBC24AA8}"/>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DA7EA3B6-CAC4-F763-0F97-36F99EF3BD9A}"/>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DF0121BA-CEB6-60BE-F0B5-85742584097F}"/>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A2C31C63-A131-1815-0F6A-F98B7C77E9CB}"/>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CBB8D767-E250-3087-46EB-6EF892C67995}"/>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86927D38-ED29-5759-878E-FC543C1E3E47}"/>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4DC87ECC-FA4D-D518-2A06-70D27E95CD71}"/>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174D016E-A2E6-CFC1-8C3F-720DCE054209}"/>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BA88E00D-A6C5-F5D4-252D-638C3BBA9726}"/>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4E5F77BE-5312-F7E4-C2F4-BC03BE39671C}"/>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F7CE2730-77AF-56A1-F44C-5114AEC506D8}"/>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54B284CC-F297-0EB2-5886-C00DA7C4074C}"/>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6B9EAC39-FE0F-9EED-21A3-B1C6196D8F78}"/>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6A1DABF9-B397-AE08-DE9C-28A9E81D1E51}"/>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AD3A9051-524D-5805-CD2B-4858BBA18558}"/>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A36AC504-4BF6-BAE2-6634-B3B66B0B65BD}"/>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0712D7FB-0FE0-4FFB-76D5-1DBF3A2146B3}"/>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6642229C-CBAD-999C-DCEF-8BDF4956CBA0}"/>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FA63148D-9CC0-249B-ACE7-64AF95A3B8D1}"/>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D6C47197-8EB6-61FC-ACE9-59C9D5AAD158}"/>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0056BFB2-1339-8480-AE73-1D7136C1BCC2}"/>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3EEEEAB2-B251-35C2-2366-CB26B7126197}"/>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B3D658BB-430C-4529-EE14-1CC0583F74B3}"/>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3CA1CE90-8E8D-BCA5-FB9E-BB5C67703F50}"/>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ABDE5EC8-9593-6632-6EB4-A47448F50439}"/>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E11255F5-BFDF-D466-467A-4583A565071E}"/>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A2AAE2E4-E125-D033-A05E-6116611423DF}"/>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3DB5F9FB-1E32-B831-02FD-C75FD7EB5D38}"/>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354F54FA-5895-EEF1-F5E3-EC393B61FF53}"/>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59449FD5-4585-D438-7CC7-B2869B4D1761}"/>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5B2B9033-0A6A-E27A-B211-76B11FD79D7B}"/>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461BE6DB-48AF-F2CB-B734-DAE271DE5EF5}"/>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44" name="TextBox 43">
            <a:extLst>
              <a:ext uri="{FF2B5EF4-FFF2-40B4-BE49-F238E27FC236}">
                <a16:creationId xmlns:a16="http://schemas.microsoft.com/office/drawing/2014/main" id="{45AA66CC-D18A-131F-975C-89B0DF6FA320}"/>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45" name="TextBox 44">
            <a:extLst>
              <a:ext uri="{FF2B5EF4-FFF2-40B4-BE49-F238E27FC236}">
                <a16:creationId xmlns:a16="http://schemas.microsoft.com/office/drawing/2014/main" id="{D986880E-2300-4D6B-D051-A36E96E1C1AC}"/>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6" name="TextBox 45">
            <a:extLst>
              <a:ext uri="{FF2B5EF4-FFF2-40B4-BE49-F238E27FC236}">
                <a16:creationId xmlns:a16="http://schemas.microsoft.com/office/drawing/2014/main" id="{9E0CD224-8522-3504-B904-2CDA5FDDCD30}"/>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
        <p:nvSpPr>
          <p:cNvPr id="47" name="TextBox 46">
            <a:extLst>
              <a:ext uri="{FF2B5EF4-FFF2-40B4-BE49-F238E27FC236}">
                <a16:creationId xmlns:a16="http://schemas.microsoft.com/office/drawing/2014/main" id="{434C7B94-3C9F-4EDC-0D62-A0E1CF2F509F}"/>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234689</a:t>
            </a:r>
          </a:p>
        </p:txBody>
      </p:sp>
      <p:sp>
        <p:nvSpPr>
          <p:cNvPr id="48" name="TextBox 47">
            <a:extLst>
              <a:ext uri="{FF2B5EF4-FFF2-40B4-BE49-F238E27FC236}">
                <a16:creationId xmlns:a16="http://schemas.microsoft.com/office/drawing/2014/main" id="{431786DA-201E-3E33-ED29-69628D3B460A}"/>
              </a:ext>
            </a:extLst>
          </p:cNvPr>
          <p:cNvSpPr txBox="1"/>
          <p:nvPr/>
        </p:nvSpPr>
        <p:spPr>
          <a:xfrm>
            <a:off x="6152446" y="2404765"/>
            <a:ext cx="570089" cy="230832"/>
          </a:xfrm>
          <a:prstGeom prst="rect">
            <a:avLst/>
          </a:prstGeom>
          <a:noFill/>
        </p:spPr>
        <p:txBody>
          <a:bodyPr wrap="square" rtlCol="0">
            <a:spAutoFit/>
          </a:bodyPr>
          <a:lstStyle/>
          <a:p>
            <a:pPr algn="ctr"/>
            <a:r>
              <a:rPr lang="en-US" sz="900" dirty="0"/>
              <a:t>987532</a:t>
            </a:r>
          </a:p>
        </p:txBody>
      </p:sp>
    </p:spTree>
    <p:extLst>
      <p:ext uri="{BB962C8B-B14F-4D97-AF65-F5344CB8AC3E}">
        <p14:creationId xmlns:p14="http://schemas.microsoft.com/office/powerpoint/2010/main" val="1405781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1D47D-EA70-9011-949F-B329F770749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970AFF-1B71-746A-5902-DACC8B27B901}"/>
              </a:ext>
            </a:extLst>
          </p:cNvPr>
          <p:cNvSpPr>
            <a:spLocks noGrp="1"/>
          </p:cNvSpPr>
          <p:nvPr>
            <p:ph sz="half" idx="1"/>
          </p:nvPr>
        </p:nvSpPr>
        <p:spPr/>
        <p:txBody>
          <a:bodyPr/>
          <a:lstStyle/>
          <a:p>
            <a:r>
              <a:rPr lang="en-US" dirty="0"/>
              <a:t>In Row 4, 45–(10+9+8) = [18 in 3, no 4, 6]. This could be 189, 279, or 378.  No 5, either.</a:t>
            </a:r>
          </a:p>
        </p:txBody>
      </p:sp>
      <p:pic>
        <p:nvPicPr>
          <p:cNvPr id="4" name="Picture 3" descr="A grid of sudoku puzzle&#10;&#10;Description automatically generated">
            <a:extLst>
              <a:ext uri="{FF2B5EF4-FFF2-40B4-BE49-F238E27FC236}">
                <a16:creationId xmlns:a16="http://schemas.microsoft.com/office/drawing/2014/main" id="{29F83AAB-8721-8D4E-1526-29208B2A657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A417A5D-554D-F519-47CF-4A51B404CC4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2DB3A0B-9EFF-BAE5-04AC-F2646FEF75B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D4A5ED1-7355-EA9A-8E4C-6F1225A806A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4506CF-C2A3-492E-015C-C6618E70196B}"/>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C051943-30F3-A769-AD57-2A1FB84FE5D4}"/>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A50AAD33-338A-7617-D903-012658D69A80}"/>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DDE709B2-F244-4D4E-CA6A-C0ECC119311B}"/>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D605BF83-38CF-175D-A643-505D6E0557EB}"/>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A82D6074-2ECD-69DE-DA14-66F4BE24874D}"/>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8E42877D-6DDA-114E-E7A6-A296968677E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E17997FF-509B-BA5B-711D-5A36278224F8}"/>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7B67AB00-111B-275B-DC65-29F6A028A8E0}"/>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2F159C55-6F56-2B7F-07E1-5E2A02F31726}"/>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13C8270D-2830-60F2-18EC-59E335891E56}"/>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C6297138-57D8-C044-C824-3273AE7100AA}"/>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529AE031-1009-BEBB-9953-B9E1C3516CE6}"/>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DE41ECDC-BDF2-C66B-9BF7-DF1F450BBF23}"/>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7A62EB52-F88C-6BBD-F564-52A549D5D460}"/>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9A319752-F3AE-DB59-8789-5983D0B66468}"/>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9F459961-25F9-B5F7-8A2E-20DF59D0C2BE}"/>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A1A38413-A9F5-8C76-A89B-302201777649}"/>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A7089B3E-22B7-56C2-E37F-5BE5644CEA9E}"/>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5F203DA3-67A1-A1E8-0903-E1AE459AECAF}"/>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7BE0CA3E-2BAB-951E-26C0-589FC5095ACB}"/>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D71D799B-B829-45B9-002E-3C889C562ED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00A71555-B13E-578D-33BC-6D12AFBEBE98}"/>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19B50079-AA9E-9074-3987-E7DDDE655DD7}"/>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19F11B13-55E4-14A4-4173-F8591E834D0C}"/>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3F51A06F-7A9A-BC24-952D-3A582D994BAF}"/>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5AABDC3E-4362-DA75-0723-3382CD2801AB}"/>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E6538473-3C00-5718-F5BD-3E1C689A57A2}"/>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18B3F666-62DB-4FC3-9363-44F185B0E9A8}"/>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794B35CC-CFC4-12A2-D83F-7CB56711891F}"/>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57C22C0C-6D6F-C5FE-CF16-EF17E29E6090}"/>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4782D8BB-86AC-92B0-D0DE-CF2E010D77C6}"/>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B33448CE-363B-9925-2D57-49A6F78367A6}"/>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CCC0FE88-494E-B69D-9BFB-7C695D982BED}"/>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E133BE97-D9B1-34C9-7850-6276C102FFA8}"/>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6F815640-06AA-971B-7C11-4A55C47CC2E5}"/>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D3D21E2B-1378-4920-4CDA-2CC78E545BA0}"/>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44" name="TextBox 43">
            <a:extLst>
              <a:ext uri="{FF2B5EF4-FFF2-40B4-BE49-F238E27FC236}">
                <a16:creationId xmlns:a16="http://schemas.microsoft.com/office/drawing/2014/main" id="{F924C994-E0D1-FC64-7F5B-A31D554A4539}"/>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45" name="TextBox 44">
            <a:extLst>
              <a:ext uri="{FF2B5EF4-FFF2-40B4-BE49-F238E27FC236}">
                <a16:creationId xmlns:a16="http://schemas.microsoft.com/office/drawing/2014/main" id="{33BD224A-C75D-DA94-63C3-B6D766DAA9A8}"/>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6" name="TextBox 45">
            <a:extLst>
              <a:ext uri="{FF2B5EF4-FFF2-40B4-BE49-F238E27FC236}">
                <a16:creationId xmlns:a16="http://schemas.microsoft.com/office/drawing/2014/main" id="{7474979D-1D4B-E7C1-F085-2A3557FA87C2}"/>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
        <p:nvSpPr>
          <p:cNvPr id="47" name="TextBox 46">
            <a:extLst>
              <a:ext uri="{FF2B5EF4-FFF2-40B4-BE49-F238E27FC236}">
                <a16:creationId xmlns:a16="http://schemas.microsoft.com/office/drawing/2014/main" id="{277119A9-A3B3-93CF-12DA-041F3B1E57EE}"/>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23489</a:t>
            </a:r>
          </a:p>
        </p:txBody>
      </p:sp>
      <p:sp>
        <p:nvSpPr>
          <p:cNvPr id="48" name="TextBox 47">
            <a:extLst>
              <a:ext uri="{FF2B5EF4-FFF2-40B4-BE49-F238E27FC236}">
                <a16:creationId xmlns:a16="http://schemas.microsoft.com/office/drawing/2014/main" id="{F3F2440D-5EC0-3768-3123-6EE8D58FBFCD}"/>
              </a:ext>
            </a:extLst>
          </p:cNvPr>
          <p:cNvSpPr txBox="1"/>
          <p:nvPr/>
        </p:nvSpPr>
        <p:spPr>
          <a:xfrm>
            <a:off x="6152446" y="2404765"/>
            <a:ext cx="570089" cy="230832"/>
          </a:xfrm>
          <a:prstGeom prst="rect">
            <a:avLst/>
          </a:prstGeom>
          <a:noFill/>
        </p:spPr>
        <p:txBody>
          <a:bodyPr wrap="square" rtlCol="0">
            <a:spAutoFit/>
          </a:bodyPr>
          <a:lstStyle/>
          <a:p>
            <a:pPr algn="ctr"/>
            <a:r>
              <a:rPr lang="en-US" sz="900" dirty="0"/>
              <a:t>98732</a:t>
            </a:r>
          </a:p>
        </p:txBody>
      </p:sp>
      <p:sp>
        <p:nvSpPr>
          <p:cNvPr id="49" name="TextBox 48">
            <a:extLst>
              <a:ext uri="{FF2B5EF4-FFF2-40B4-BE49-F238E27FC236}">
                <a16:creationId xmlns:a16="http://schemas.microsoft.com/office/drawing/2014/main" id="{90363886-1E0E-8FBE-4A2A-A1B731FA2698}"/>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123789</a:t>
            </a:r>
          </a:p>
        </p:txBody>
      </p:sp>
      <p:sp>
        <p:nvSpPr>
          <p:cNvPr id="50" name="TextBox 49">
            <a:extLst>
              <a:ext uri="{FF2B5EF4-FFF2-40B4-BE49-F238E27FC236}">
                <a16:creationId xmlns:a16="http://schemas.microsoft.com/office/drawing/2014/main" id="{0795950A-B9CF-EA1B-68DD-B823E2802B2A}"/>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123789</a:t>
            </a:r>
          </a:p>
        </p:txBody>
      </p:sp>
    </p:spTree>
    <p:extLst>
      <p:ext uri="{BB962C8B-B14F-4D97-AF65-F5344CB8AC3E}">
        <p14:creationId xmlns:p14="http://schemas.microsoft.com/office/powerpoint/2010/main" val="38011889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1BBB3-F2C0-D545-D0AA-694850646AF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67A2A8-0C89-19FC-EAC3-633D4A3CF36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2CE6B01-A2FC-6696-2E84-B4F669CF5E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2F15060-8C41-1873-1B8D-5981536B295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C4EF840-9F05-C389-8F60-08DAE8ED5A0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4CB7B8C-BE6A-C976-DD86-C9EE8D1ECC3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BEC00C7-E00F-D493-50E8-0CE8F846EC7F}"/>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22024BA-1FB5-69FF-61A4-0C8EFA95E100}"/>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39DECAB1-C80D-B628-A45A-FF3F75A49EDD}"/>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3E254117-32F5-B73E-68B4-2750ED729F90}"/>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9AC62817-9A2E-8184-7232-569E2EAA7A55}"/>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C95CB4A6-B0EE-796F-203F-4EB653FBA9E8}"/>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C11AF98A-AB9E-E25E-4A1A-84A05986BD6B}"/>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A707EC8E-CDF8-1DEA-5094-E635797CEB4C}"/>
              </a:ext>
            </a:extLst>
          </p:cNvPr>
          <p:cNvSpPr txBox="1"/>
          <p:nvPr/>
        </p:nvSpPr>
        <p:spPr>
          <a:xfrm>
            <a:off x="6654802" y="2404765"/>
            <a:ext cx="570089" cy="230832"/>
          </a:xfrm>
          <a:prstGeom prst="rect">
            <a:avLst/>
          </a:prstGeom>
          <a:noFill/>
        </p:spPr>
        <p:txBody>
          <a:bodyPr wrap="square" rtlCol="0">
            <a:spAutoFit/>
          </a:bodyPr>
          <a:lstStyle/>
          <a:p>
            <a:pPr algn="ctr"/>
            <a:r>
              <a:rPr lang="en-US" sz="900" dirty="0"/>
              <a:t>1357</a:t>
            </a:r>
          </a:p>
        </p:txBody>
      </p:sp>
      <p:sp>
        <p:nvSpPr>
          <p:cNvPr id="15" name="TextBox 14">
            <a:extLst>
              <a:ext uri="{FF2B5EF4-FFF2-40B4-BE49-F238E27FC236}">
                <a16:creationId xmlns:a16="http://schemas.microsoft.com/office/drawing/2014/main" id="{189BB38C-3B05-01A0-9D24-46FE702AA89A}"/>
              </a:ext>
            </a:extLst>
          </p:cNvPr>
          <p:cNvSpPr txBox="1"/>
          <p:nvPr/>
        </p:nvSpPr>
        <p:spPr>
          <a:xfrm>
            <a:off x="7157158" y="2404765"/>
            <a:ext cx="570089" cy="230832"/>
          </a:xfrm>
          <a:prstGeom prst="rect">
            <a:avLst/>
          </a:prstGeom>
          <a:noFill/>
        </p:spPr>
        <p:txBody>
          <a:bodyPr wrap="square" rtlCol="0">
            <a:spAutoFit/>
          </a:bodyPr>
          <a:lstStyle/>
          <a:p>
            <a:pPr algn="ctr"/>
            <a:r>
              <a:rPr lang="en-US" sz="900" dirty="0"/>
              <a:t>7531</a:t>
            </a:r>
          </a:p>
        </p:txBody>
      </p:sp>
      <p:sp>
        <p:nvSpPr>
          <p:cNvPr id="16" name="TextBox 15">
            <a:extLst>
              <a:ext uri="{FF2B5EF4-FFF2-40B4-BE49-F238E27FC236}">
                <a16:creationId xmlns:a16="http://schemas.microsoft.com/office/drawing/2014/main" id="{6AB1C381-22A3-FAA9-362D-C626CC91A03C}"/>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9273CE43-42BE-A018-79B9-0A789458B9D4}"/>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46CD4217-3F30-7FAF-81EE-0993B8E31B2B}"/>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69C5E703-9B78-F255-BA72-AFB2CDA7B57A}"/>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8AC1172F-07DD-E9A2-3133-19A77492B94B}"/>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98C14C96-C16E-0983-A205-07E269F6BDE1}"/>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F847D051-7212-1747-D864-7DF7C11DCCB3}"/>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984572C5-D3B0-D16C-6360-4FFF694078DC}"/>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42EB464D-03C3-4845-A6C6-C895FF81FFA7}"/>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106B58E3-B028-9C42-FE92-848CDBCD170D}"/>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08858609-E247-F1E4-86CF-D897611BABC3}"/>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D4005A8D-DE0F-4025-E255-7C53C071DB7A}"/>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7A5E0247-07D9-E9D5-995A-B12916D113C8}"/>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9874B72-FD09-CA43-5D7A-2ACC590E4829}"/>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38B9ABC2-6BFC-EBAE-D9E6-09BD8025AC76}"/>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E10FF2BE-D5F0-CCBE-032C-24ED63B0A5DB}"/>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C16248F4-5F04-7517-EC4B-4657303EBDE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E2690E93-6669-9F32-3633-407A60B6A264}"/>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1A39B920-3C01-DA0B-F676-925115302CB7}"/>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72D5663B-0AFF-C748-6753-DAA60ABCB0C1}"/>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CF58B3E6-0243-5ADE-2AE4-872B82C94207}"/>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4EFF59C6-BEEF-AF24-4D63-C42F62775067}"/>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31912F28-467E-5B04-0CE0-6E0376EC16DB}"/>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183CAD27-6B10-228E-4F63-36C8423D6071}"/>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304B5F2A-7C3A-F243-FBBF-ED5C743EBA76}"/>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6C60AAE3-FBE4-AAAC-BCDE-2D271433C38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908909F6-6704-773D-9CEA-F761C8665284}"/>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59BBE25B-604A-66B5-C2BA-4440F6011880}"/>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44" name="TextBox 43">
            <a:extLst>
              <a:ext uri="{FF2B5EF4-FFF2-40B4-BE49-F238E27FC236}">
                <a16:creationId xmlns:a16="http://schemas.microsoft.com/office/drawing/2014/main" id="{964EFE13-F963-19B9-FEC5-3107BCF394BA}"/>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45" name="TextBox 44">
            <a:extLst>
              <a:ext uri="{FF2B5EF4-FFF2-40B4-BE49-F238E27FC236}">
                <a16:creationId xmlns:a16="http://schemas.microsoft.com/office/drawing/2014/main" id="{D75AA739-4943-E9F8-1D19-784CE0C0E364}"/>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6" name="TextBox 45">
            <a:extLst>
              <a:ext uri="{FF2B5EF4-FFF2-40B4-BE49-F238E27FC236}">
                <a16:creationId xmlns:a16="http://schemas.microsoft.com/office/drawing/2014/main" id="{AC365796-73AE-204A-B4B3-4EFC29DB17BA}"/>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
        <p:nvSpPr>
          <p:cNvPr id="47" name="TextBox 46">
            <a:extLst>
              <a:ext uri="{FF2B5EF4-FFF2-40B4-BE49-F238E27FC236}">
                <a16:creationId xmlns:a16="http://schemas.microsoft.com/office/drawing/2014/main" id="{D0BDEFCF-B331-492E-15CF-4AE7FA4C6C8A}"/>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23489</a:t>
            </a:r>
          </a:p>
        </p:txBody>
      </p:sp>
      <p:sp>
        <p:nvSpPr>
          <p:cNvPr id="48" name="TextBox 47">
            <a:extLst>
              <a:ext uri="{FF2B5EF4-FFF2-40B4-BE49-F238E27FC236}">
                <a16:creationId xmlns:a16="http://schemas.microsoft.com/office/drawing/2014/main" id="{C794CF55-CD01-104F-20B1-56508DCFA185}"/>
              </a:ext>
            </a:extLst>
          </p:cNvPr>
          <p:cNvSpPr txBox="1"/>
          <p:nvPr/>
        </p:nvSpPr>
        <p:spPr>
          <a:xfrm>
            <a:off x="6152446" y="2404765"/>
            <a:ext cx="570089" cy="230832"/>
          </a:xfrm>
          <a:prstGeom prst="rect">
            <a:avLst/>
          </a:prstGeom>
          <a:noFill/>
        </p:spPr>
        <p:txBody>
          <a:bodyPr wrap="square" rtlCol="0">
            <a:spAutoFit/>
          </a:bodyPr>
          <a:lstStyle/>
          <a:p>
            <a:pPr algn="ctr"/>
            <a:r>
              <a:rPr lang="en-US" sz="900" dirty="0"/>
              <a:t>98732</a:t>
            </a:r>
          </a:p>
        </p:txBody>
      </p:sp>
      <p:sp>
        <p:nvSpPr>
          <p:cNvPr id="49" name="TextBox 48">
            <a:extLst>
              <a:ext uri="{FF2B5EF4-FFF2-40B4-BE49-F238E27FC236}">
                <a16:creationId xmlns:a16="http://schemas.microsoft.com/office/drawing/2014/main" id="{5794FB8E-34B1-FC2E-DDF3-1C41A370D1FF}"/>
              </a:ext>
            </a:extLst>
          </p:cNvPr>
          <p:cNvSpPr txBox="1"/>
          <p:nvPr/>
        </p:nvSpPr>
        <p:spPr>
          <a:xfrm>
            <a:off x="5147734" y="2404765"/>
            <a:ext cx="570089" cy="230832"/>
          </a:xfrm>
          <a:prstGeom prst="rect">
            <a:avLst/>
          </a:prstGeom>
          <a:noFill/>
        </p:spPr>
        <p:txBody>
          <a:bodyPr wrap="square" rtlCol="0">
            <a:spAutoFit/>
          </a:bodyPr>
          <a:lstStyle/>
          <a:p>
            <a:pPr algn="ctr"/>
            <a:r>
              <a:rPr lang="en-US" sz="900" dirty="0"/>
              <a:t>3789</a:t>
            </a:r>
          </a:p>
        </p:txBody>
      </p:sp>
      <p:sp>
        <p:nvSpPr>
          <p:cNvPr id="50" name="TextBox 49">
            <a:extLst>
              <a:ext uri="{FF2B5EF4-FFF2-40B4-BE49-F238E27FC236}">
                <a16:creationId xmlns:a16="http://schemas.microsoft.com/office/drawing/2014/main" id="{7FE33850-3338-3863-4B2A-F289B0A69E9B}"/>
              </a:ext>
            </a:extLst>
          </p:cNvPr>
          <p:cNvSpPr txBox="1"/>
          <p:nvPr/>
        </p:nvSpPr>
        <p:spPr>
          <a:xfrm>
            <a:off x="5650090" y="2404765"/>
            <a:ext cx="570089" cy="230832"/>
          </a:xfrm>
          <a:prstGeom prst="rect">
            <a:avLst/>
          </a:prstGeom>
          <a:noFill/>
        </p:spPr>
        <p:txBody>
          <a:bodyPr wrap="square" rtlCol="0">
            <a:spAutoFit/>
          </a:bodyPr>
          <a:lstStyle/>
          <a:p>
            <a:pPr algn="ctr"/>
            <a:r>
              <a:rPr lang="en-US" sz="900" dirty="0"/>
              <a:t>3789</a:t>
            </a:r>
          </a:p>
        </p:txBody>
      </p:sp>
    </p:spTree>
    <p:extLst>
      <p:ext uri="{BB962C8B-B14F-4D97-AF65-F5344CB8AC3E}">
        <p14:creationId xmlns:p14="http://schemas.microsoft.com/office/powerpoint/2010/main" val="5003593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0EEA8-4353-80F1-05D5-757F7891320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AA904A-D051-F8CB-1C9D-5C112460AE6D}"/>
              </a:ext>
            </a:extLst>
          </p:cNvPr>
          <p:cNvSpPr>
            <a:spLocks noGrp="1"/>
          </p:cNvSpPr>
          <p:nvPr>
            <p:ph sz="half" idx="1"/>
          </p:nvPr>
        </p:nvSpPr>
        <p:spPr/>
        <p:txBody>
          <a:bodyPr/>
          <a:lstStyle/>
          <a:p>
            <a:r>
              <a:rPr lang="en-US" dirty="0"/>
              <a:t>In Row 4, the 5 must be in [8 in 2].</a:t>
            </a:r>
          </a:p>
        </p:txBody>
      </p:sp>
      <p:pic>
        <p:nvPicPr>
          <p:cNvPr id="4" name="Picture 3" descr="A grid of sudoku puzzle&#10;&#10;Description automatically generated">
            <a:extLst>
              <a:ext uri="{FF2B5EF4-FFF2-40B4-BE49-F238E27FC236}">
                <a16:creationId xmlns:a16="http://schemas.microsoft.com/office/drawing/2014/main" id="{A38E2543-3F6C-7A8C-DFC7-644F63898C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7FA2455-8BFC-85AE-6966-6AC8300B9B7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E82FFDD-B015-5E9E-58A4-45B65B2934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F484F38-FE66-C8C0-CED1-C1D80D9BA1D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FCB97CE-5EFA-963D-6036-3890054D9C91}"/>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5B563C0-7026-075E-43C7-14174857BD37}"/>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29219C4F-9223-0714-B49C-6495C603B6F3}"/>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AD9EACF9-EB60-0152-D875-E3A38AF48781}"/>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AB168D33-AC85-A42A-4BCD-5628A8B14B2A}"/>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595FD8E3-16F2-3C46-100F-1692F8F12311}"/>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7F7CD18A-0E7E-FCD4-CC7F-970083A838F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F9AFE373-F47E-F8F3-561B-D71236F096CE}"/>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41694A49-066D-2F22-745D-AEBD011C84E3}"/>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9D337AC3-7317-FD39-BBD6-775AAB3A56D0}"/>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FD0CC552-7CC5-5C63-773C-2B929F975014}"/>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EE19AB39-CEDB-A99D-0044-35F916C33E3A}"/>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8F0DA411-65F5-C39A-B9F8-3D6F27935FF1}"/>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21F0D4F5-A0C1-004C-2398-E19468194CE0}"/>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241718C7-06A2-16AC-666F-77EC7C374533}"/>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4D2FD593-FB71-3FFB-6654-09FBF97C7992}"/>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57DE13B7-8A33-86D7-EC3B-E4C409F97363}"/>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27CA9D96-4E8A-64B0-677F-1D0A8B30C6C1}"/>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11710607-6929-31A8-632D-E4C165F04DCC}"/>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633D1175-7AAE-6076-EBCC-E56051FA0508}"/>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CFB0ED6D-AED1-67AD-24C7-C13EA39C347C}"/>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62F32FE6-255C-B22C-1640-DC723C9A04C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4E973F6E-1D47-920E-D02B-ED3331B5ECC5}"/>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88C3AEF9-E6B8-F5FF-1EB6-73079C5F2FB6}"/>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2B0B732E-3497-315D-7535-D3B64FD49E29}"/>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6191C1DD-C9E7-AEA2-B89D-8887A677C74E}"/>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DB1B8CE3-4690-F6F1-D417-BEF9FAAFB2B4}"/>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345678</a:t>
            </a:r>
          </a:p>
        </p:txBody>
      </p:sp>
      <p:sp>
        <p:nvSpPr>
          <p:cNvPr id="34" name="TextBox 33">
            <a:extLst>
              <a:ext uri="{FF2B5EF4-FFF2-40B4-BE49-F238E27FC236}">
                <a16:creationId xmlns:a16="http://schemas.microsoft.com/office/drawing/2014/main" id="{D21C786C-31DB-8C36-D4E8-8AF38946DEDC}"/>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876543</a:t>
            </a:r>
          </a:p>
        </p:txBody>
      </p:sp>
      <p:sp>
        <p:nvSpPr>
          <p:cNvPr id="35" name="TextBox 34">
            <a:extLst>
              <a:ext uri="{FF2B5EF4-FFF2-40B4-BE49-F238E27FC236}">
                <a16:creationId xmlns:a16="http://schemas.microsoft.com/office/drawing/2014/main" id="{916EC3BC-B532-A7FA-965B-E1D5E4CD3663}"/>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16716005-46F1-62E4-A025-EF0FF0740B1C}"/>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5075B49D-5259-6C5C-A54B-B45A06BCEB51}"/>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A75A416A-3F4F-6AEF-1840-187EC41938FA}"/>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496DDEDC-DA14-05BF-2971-0D709834931B}"/>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00BD6E15-D13D-D5DA-67CC-565340393AEC}"/>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4B75D0A4-9A64-652D-4B62-625C62DA82A4}"/>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D9B8D69B-24DF-9EBA-6003-EF31E6373571}"/>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AFD6DED5-2E10-D327-2158-C94A80580B71}"/>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44" name="TextBox 43">
            <a:extLst>
              <a:ext uri="{FF2B5EF4-FFF2-40B4-BE49-F238E27FC236}">
                <a16:creationId xmlns:a16="http://schemas.microsoft.com/office/drawing/2014/main" id="{709E0B0D-9A53-F67C-1A4D-A4D6BA2BD228}"/>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45" name="TextBox 44">
            <a:extLst>
              <a:ext uri="{FF2B5EF4-FFF2-40B4-BE49-F238E27FC236}">
                <a16:creationId xmlns:a16="http://schemas.microsoft.com/office/drawing/2014/main" id="{C53AEB31-0D8D-C56C-043D-537712CBB235}"/>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6" name="TextBox 45">
            <a:extLst>
              <a:ext uri="{FF2B5EF4-FFF2-40B4-BE49-F238E27FC236}">
                <a16:creationId xmlns:a16="http://schemas.microsoft.com/office/drawing/2014/main" id="{1858B55D-1985-AA8B-204E-CFD48AE87587}"/>
              </a:ext>
            </a:extLst>
          </p:cNvPr>
          <p:cNvSpPr txBox="1"/>
          <p:nvPr/>
        </p:nvSpPr>
        <p:spPr>
          <a:xfrm>
            <a:off x="6152446" y="2905709"/>
            <a:ext cx="570089" cy="230832"/>
          </a:xfrm>
          <a:prstGeom prst="rect">
            <a:avLst/>
          </a:prstGeom>
          <a:noFill/>
        </p:spPr>
        <p:txBody>
          <a:bodyPr wrap="square" rtlCol="0">
            <a:spAutoFit/>
          </a:bodyPr>
          <a:lstStyle/>
          <a:p>
            <a:pPr algn="ctr"/>
            <a:r>
              <a:rPr lang="en-US" sz="900" dirty="0"/>
              <a:t>345678</a:t>
            </a:r>
          </a:p>
        </p:txBody>
      </p:sp>
      <p:sp>
        <p:nvSpPr>
          <p:cNvPr id="47" name="TextBox 46">
            <a:extLst>
              <a:ext uri="{FF2B5EF4-FFF2-40B4-BE49-F238E27FC236}">
                <a16:creationId xmlns:a16="http://schemas.microsoft.com/office/drawing/2014/main" id="{9ABC9EB0-43D3-2AA2-5808-52CECCABA66A}"/>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23489</a:t>
            </a:r>
          </a:p>
        </p:txBody>
      </p:sp>
      <p:sp>
        <p:nvSpPr>
          <p:cNvPr id="48" name="TextBox 47">
            <a:extLst>
              <a:ext uri="{FF2B5EF4-FFF2-40B4-BE49-F238E27FC236}">
                <a16:creationId xmlns:a16="http://schemas.microsoft.com/office/drawing/2014/main" id="{52327444-DDFF-0DD5-1F5F-FB1D583C7160}"/>
              </a:ext>
            </a:extLst>
          </p:cNvPr>
          <p:cNvSpPr txBox="1"/>
          <p:nvPr/>
        </p:nvSpPr>
        <p:spPr>
          <a:xfrm>
            <a:off x="6152446" y="2404765"/>
            <a:ext cx="570089" cy="230832"/>
          </a:xfrm>
          <a:prstGeom prst="rect">
            <a:avLst/>
          </a:prstGeom>
          <a:noFill/>
        </p:spPr>
        <p:txBody>
          <a:bodyPr wrap="square" rtlCol="0">
            <a:spAutoFit/>
          </a:bodyPr>
          <a:lstStyle/>
          <a:p>
            <a:pPr algn="ctr"/>
            <a:r>
              <a:rPr lang="en-US" sz="900" dirty="0"/>
              <a:t>98732</a:t>
            </a:r>
          </a:p>
        </p:txBody>
      </p:sp>
      <p:sp>
        <p:nvSpPr>
          <p:cNvPr id="49" name="TextBox 48">
            <a:extLst>
              <a:ext uri="{FF2B5EF4-FFF2-40B4-BE49-F238E27FC236}">
                <a16:creationId xmlns:a16="http://schemas.microsoft.com/office/drawing/2014/main" id="{201D14D1-6F91-7647-42FC-AD5972C8375C}"/>
              </a:ext>
            </a:extLst>
          </p:cNvPr>
          <p:cNvSpPr txBox="1"/>
          <p:nvPr/>
        </p:nvSpPr>
        <p:spPr>
          <a:xfrm>
            <a:off x="5147734" y="2404765"/>
            <a:ext cx="570089" cy="230832"/>
          </a:xfrm>
          <a:prstGeom prst="rect">
            <a:avLst/>
          </a:prstGeom>
          <a:noFill/>
        </p:spPr>
        <p:txBody>
          <a:bodyPr wrap="square" rtlCol="0">
            <a:spAutoFit/>
          </a:bodyPr>
          <a:lstStyle/>
          <a:p>
            <a:pPr algn="ctr"/>
            <a:r>
              <a:rPr lang="en-US" sz="900" dirty="0"/>
              <a:t>3789</a:t>
            </a:r>
          </a:p>
        </p:txBody>
      </p:sp>
      <p:sp>
        <p:nvSpPr>
          <p:cNvPr id="50" name="TextBox 49">
            <a:extLst>
              <a:ext uri="{FF2B5EF4-FFF2-40B4-BE49-F238E27FC236}">
                <a16:creationId xmlns:a16="http://schemas.microsoft.com/office/drawing/2014/main" id="{18E7826A-4FCC-049B-49D8-D1511F58D250}"/>
              </a:ext>
            </a:extLst>
          </p:cNvPr>
          <p:cNvSpPr txBox="1"/>
          <p:nvPr/>
        </p:nvSpPr>
        <p:spPr>
          <a:xfrm>
            <a:off x="5650090" y="2404765"/>
            <a:ext cx="570089" cy="230832"/>
          </a:xfrm>
          <a:prstGeom prst="rect">
            <a:avLst/>
          </a:prstGeom>
          <a:noFill/>
        </p:spPr>
        <p:txBody>
          <a:bodyPr wrap="square" rtlCol="0">
            <a:spAutoFit/>
          </a:bodyPr>
          <a:lstStyle/>
          <a:p>
            <a:pPr algn="ctr"/>
            <a:r>
              <a:rPr lang="en-US" sz="900" dirty="0"/>
              <a:t>3789</a:t>
            </a:r>
          </a:p>
        </p:txBody>
      </p:sp>
    </p:spTree>
    <p:extLst>
      <p:ext uri="{BB962C8B-B14F-4D97-AF65-F5344CB8AC3E}">
        <p14:creationId xmlns:p14="http://schemas.microsoft.com/office/powerpoint/2010/main" val="19383306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5FCDC-27EE-3837-80EC-032EC2C1032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33AB0D-91C2-D183-56DC-F39480197B5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E71E3E2-C28D-2C6F-BED4-75936CFDEF4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E52B7A3-3941-EBFE-F339-4CF98856F69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366F020-44ED-ADF2-FC80-6A1CCAEB9E6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B7EA56-5C2C-4261-98EA-B624BC90650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C623095-B057-D98C-38F4-2DEA61E4F5A7}"/>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BF2B059B-E49E-C7DF-BF81-2814E481AC06}"/>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5DD9B4CB-B806-BDD2-0DD3-5E7FFE3E8C42}"/>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471E59F6-5E49-F07D-BA65-DD794B9B3CC0}"/>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DB44158E-9700-94DD-C00A-5FBC5C01E343}"/>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8DC1D21E-58B5-2018-5FF5-BD4AEBB8A2F0}"/>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2AA07F02-0B1F-E17F-7EEB-262596226EA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FB1E7C6D-B27E-7660-47C2-F4D9C170EADB}"/>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13B4872F-1CA4-2301-B401-8275127C6A1F}"/>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CA9964F3-A8DF-8782-F139-E4436063F42A}"/>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7BBF21B5-FD73-CF7C-791B-5AFAF792CEBC}"/>
              </a:ext>
            </a:extLst>
          </p:cNvPr>
          <p:cNvSpPr txBox="1"/>
          <p:nvPr/>
        </p:nvSpPr>
        <p:spPr>
          <a:xfrm>
            <a:off x="6152446" y="3406653"/>
            <a:ext cx="570089" cy="230832"/>
          </a:xfrm>
          <a:prstGeom prst="rect">
            <a:avLst/>
          </a:prstGeom>
          <a:noFill/>
        </p:spPr>
        <p:txBody>
          <a:bodyPr wrap="square" rtlCol="0">
            <a:spAutoFit/>
          </a:bodyPr>
          <a:lstStyle/>
          <a:p>
            <a:pPr algn="ctr"/>
            <a:r>
              <a:rPr lang="en-US" sz="900" dirty="0"/>
              <a:t>46789</a:t>
            </a:r>
          </a:p>
        </p:txBody>
      </p:sp>
      <p:sp>
        <p:nvSpPr>
          <p:cNvPr id="18" name="TextBox 17">
            <a:extLst>
              <a:ext uri="{FF2B5EF4-FFF2-40B4-BE49-F238E27FC236}">
                <a16:creationId xmlns:a16="http://schemas.microsoft.com/office/drawing/2014/main" id="{741E64F4-92AD-D3FD-A69B-95FD7DFEF50B}"/>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2F018E67-D97C-5458-6BE1-8E8A313D8166}"/>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E0CCDBCD-A890-C6DF-F168-EA4B63E5450F}"/>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7F2AF13C-1A8A-EDD9-3681-28C3093A78CE}"/>
              </a:ext>
            </a:extLst>
          </p:cNvPr>
          <p:cNvSpPr txBox="1"/>
          <p:nvPr/>
        </p:nvSpPr>
        <p:spPr>
          <a:xfrm>
            <a:off x="6152446" y="3907597"/>
            <a:ext cx="570089" cy="230832"/>
          </a:xfrm>
          <a:prstGeom prst="rect">
            <a:avLst/>
          </a:prstGeom>
          <a:noFill/>
        </p:spPr>
        <p:txBody>
          <a:bodyPr wrap="square" rtlCol="0">
            <a:spAutoFit/>
          </a:bodyPr>
          <a:lstStyle/>
          <a:p>
            <a:pPr algn="ctr"/>
            <a:r>
              <a:rPr lang="en-US" sz="900" dirty="0"/>
              <a:t>97654</a:t>
            </a:r>
          </a:p>
        </p:txBody>
      </p:sp>
      <p:sp>
        <p:nvSpPr>
          <p:cNvPr id="22" name="TextBox 21">
            <a:extLst>
              <a:ext uri="{FF2B5EF4-FFF2-40B4-BE49-F238E27FC236}">
                <a16:creationId xmlns:a16="http://schemas.microsoft.com/office/drawing/2014/main" id="{86B1F9B9-96F5-8AEE-445E-1454C7211E75}"/>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77CF5997-5C40-D241-9468-6AF445F1DC0A}"/>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D23BF698-E730-881E-061C-656C596B6C35}"/>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9BCD57D7-996C-A318-D61F-6AE33D39D4D8}"/>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89ABA6E9-4FA1-2568-8BBC-982BD927C8A6}"/>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284C79D8-AE1F-BEB0-3697-2A25FCF4CE38}"/>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1CD3C1B1-A7F3-3308-FAE1-B1032BDC2774}"/>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81D9273B-EE3A-503B-61FB-81E98E114B65}"/>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A5081E59-3718-BF6D-7CC9-12FACA73DE79}"/>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6F99C8E2-8AC8-CAA1-6D4E-D85AA354DC27}"/>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67FF7AB6-58FC-AA0C-141D-7F35D7F3E5F6}"/>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932E68C2-89EC-454C-50D8-86EFC6BBD55D}"/>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2FD9D8E7-43EC-CFBB-A8ED-608386A24073}"/>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86ED3B60-EC62-7444-6F2E-DAFAA0B8FD1B}"/>
              </a:ext>
            </a:extLst>
          </p:cNvPr>
          <p:cNvSpPr txBox="1"/>
          <p:nvPr/>
        </p:nvSpPr>
        <p:spPr>
          <a:xfrm>
            <a:off x="6654802" y="3406653"/>
            <a:ext cx="570089" cy="230832"/>
          </a:xfrm>
          <a:prstGeom prst="rect">
            <a:avLst/>
          </a:prstGeom>
          <a:noFill/>
        </p:spPr>
        <p:txBody>
          <a:bodyPr wrap="square" rtlCol="0">
            <a:spAutoFit/>
          </a:bodyPr>
          <a:lstStyle/>
          <a:p>
            <a:pPr algn="ctr"/>
            <a:r>
              <a:rPr lang="en-US" sz="900" dirty="0"/>
              <a:t>124689</a:t>
            </a:r>
          </a:p>
        </p:txBody>
      </p:sp>
      <p:sp>
        <p:nvSpPr>
          <p:cNvPr id="36" name="TextBox 35">
            <a:extLst>
              <a:ext uri="{FF2B5EF4-FFF2-40B4-BE49-F238E27FC236}">
                <a16:creationId xmlns:a16="http://schemas.microsoft.com/office/drawing/2014/main" id="{7BAA8618-D2F1-F9AE-20EB-E141696C0542}"/>
              </a:ext>
            </a:extLst>
          </p:cNvPr>
          <p:cNvSpPr txBox="1"/>
          <p:nvPr/>
        </p:nvSpPr>
        <p:spPr>
          <a:xfrm>
            <a:off x="7157158" y="3406653"/>
            <a:ext cx="570089" cy="230832"/>
          </a:xfrm>
          <a:prstGeom prst="rect">
            <a:avLst/>
          </a:prstGeom>
          <a:noFill/>
        </p:spPr>
        <p:txBody>
          <a:bodyPr wrap="square" rtlCol="0">
            <a:spAutoFit/>
          </a:bodyPr>
          <a:lstStyle/>
          <a:p>
            <a:pPr algn="ctr"/>
            <a:r>
              <a:rPr lang="en-US" sz="900" dirty="0"/>
              <a:t>986421</a:t>
            </a:r>
          </a:p>
        </p:txBody>
      </p:sp>
      <p:sp>
        <p:nvSpPr>
          <p:cNvPr id="37" name="TextBox 36">
            <a:extLst>
              <a:ext uri="{FF2B5EF4-FFF2-40B4-BE49-F238E27FC236}">
                <a16:creationId xmlns:a16="http://schemas.microsoft.com/office/drawing/2014/main" id="{41E537B5-1E27-550A-93B3-066C97A332C0}"/>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C0A3B556-69C6-A65A-E308-47B8387DCEF5}"/>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E8BEEC7A-929B-B574-41CA-719E8B81C4AE}"/>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6483A295-1576-1C02-D297-6DEC986799A1}"/>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F37FE2D0-AAD7-3698-6631-83BFBE9392EE}"/>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33A9C87F-79BD-D4E7-6DB5-CF8B9E48EE36}"/>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25D41DC1-39BA-4284-F64C-F0C32F9E6700}"/>
              </a:ext>
            </a:extLst>
          </p:cNvPr>
          <p:cNvSpPr txBox="1"/>
          <p:nvPr/>
        </p:nvSpPr>
        <p:spPr>
          <a:xfrm>
            <a:off x="4645378" y="2905709"/>
            <a:ext cx="570089" cy="230832"/>
          </a:xfrm>
          <a:prstGeom prst="rect">
            <a:avLst/>
          </a:prstGeom>
          <a:noFill/>
        </p:spPr>
        <p:txBody>
          <a:bodyPr wrap="square" rtlCol="0">
            <a:spAutoFit/>
          </a:bodyPr>
          <a:lstStyle/>
          <a:p>
            <a:pPr algn="ctr"/>
            <a:r>
              <a:rPr lang="en-US" sz="900" dirty="0"/>
              <a:t>345678</a:t>
            </a:r>
          </a:p>
        </p:txBody>
      </p:sp>
      <p:sp>
        <p:nvSpPr>
          <p:cNvPr id="44" name="TextBox 43">
            <a:extLst>
              <a:ext uri="{FF2B5EF4-FFF2-40B4-BE49-F238E27FC236}">
                <a16:creationId xmlns:a16="http://schemas.microsoft.com/office/drawing/2014/main" id="{9443B831-B5DF-51E5-244B-586F176D937B}"/>
              </a:ext>
            </a:extLst>
          </p:cNvPr>
          <p:cNvSpPr txBox="1"/>
          <p:nvPr/>
        </p:nvSpPr>
        <p:spPr>
          <a:xfrm>
            <a:off x="5147734" y="2905709"/>
            <a:ext cx="570089" cy="230832"/>
          </a:xfrm>
          <a:prstGeom prst="rect">
            <a:avLst/>
          </a:prstGeom>
          <a:noFill/>
        </p:spPr>
        <p:txBody>
          <a:bodyPr wrap="square" rtlCol="0">
            <a:spAutoFit/>
          </a:bodyPr>
          <a:lstStyle/>
          <a:p>
            <a:pPr algn="ctr"/>
            <a:r>
              <a:rPr lang="en-US" sz="900" dirty="0"/>
              <a:t>345678</a:t>
            </a:r>
          </a:p>
        </p:txBody>
      </p:sp>
      <p:sp>
        <p:nvSpPr>
          <p:cNvPr id="45" name="TextBox 44">
            <a:extLst>
              <a:ext uri="{FF2B5EF4-FFF2-40B4-BE49-F238E27FC236}">
                <a16:creationId xmlns:a16="http://schemas.microsoft.com/office/drawing/2014/main" id="{93E6CF13-22DF-5992-6066-B760FB637B38}"/>
              </a:ext>
            </a:extLst>
          </p:cNvPr>
          <p:cNvSpPr txBox="1"/>
          <p:nvPr/>
        </p:nvSpPr>
        <p:spPr>
          <a:xfrm>
            <a:off x="5650090" y="2905709"/>
            <a:ext cx="570089" cy="230832"/>
          </a:xfrm>
          <a:prstGeom prst="rect">
            <a:avLst/>
          </a:prstGeom>
          <a:noFill/>
        </p:spPr>
        <p:txBody>
          <a:bodyPr wrap="square" rtlCol="0">
            <a:spAutoFit/>
          </a:bodyPr>
          <a:lstStyle/>
          <a:p>
            <a:pPr algn="ctr"/>
            <a:r>
              <a:rPr lang="en-US" sz="900" dirty="0"/>
              <a:t>345678</a:t>
            </a:r>
          </a:p>
        </p:txBody>
      </p:sp>
      <p:sp>
        <p:nvSpPr>
          <p:cNvPr id="46" name="TextBox 45">
            <a:extLst>
              <a:ext uri="{FF2B5EF4-FFF2-40B4-BE49-F238E27FC236}">
                <a16:creationId xmlns:a16="http://schemas.microsoft.com/office/drawing/2014/main" id="{90683254-6456-2345-078F-BD98868F1B32}"/>
              </a:ext>
            </a:extLst>
          </p:cNvPr>
          <p:cNvSpPr txBox="1"/>
          <p:nvPr/>
        </p:nvSpPr>
        <p:spPr>
          <a:xfrm>
            <a:off x="6152446" y="2905709"/>
            <a:ext cx="570089" cy="230832"/>
          </a:xfrm>
          <a:prstGeom prst="rect">
            <a:avLst/>
          </a:prstGeom>
          <a:noFill/>
        </p:spPr>
        <p:txBody>
          <a:bodyPr wrap="square" rtlCol="0">
            <a:spAutoFit/>
          </a:bodyPr>
          <a:lstStyle/>
          <a:p>
            <a:pPr algn="ctr"/>
            <a:r>
              <a:rPr lang="en-US" sz="900" dirty="0"/>
              <a:t>4678</a:t>
            </a:r>
          </a:p>
        </p:txBody>
      </p:sp>
      <p:sp>
        <p:nvSpPr>
          <p:cNvPr id="47" name="TextBox 46">
            <a:extLst>
              <a:ext uri="{FF2B5EF4-FFF2-40B4-BE49-F238E27FC236}">
                <a16:creationId xmlns:a16="http://schemas.microsoft.com/office/drawing/2014/main" id="{1529F595-802C-5670-D236-8388CCFEF746}"/>
              </a:ext>
            </a:extLst>
          </p:cNvPr>
          <p:cNvSpPr txBox="1"/>
          <p:nvPr/>
        </p:nvSpPr>
        <p:spPr>
          <a:xfrm>
            <a:off x="6152446" y="1903821"/>
            <a:ext cx="570089" cy="230832"/>
          </a:xfrm>
          <a:prstGeom prst="rect">
            <a:avLst/>
          </a:prstGeom>
          <a:noFill/>
        </p:spPr>
        <p:txBody>
          <a:bodyPr wrap="square" rtlCol="0">
            <a:spAutoFit/>
          </a:bodyPr>
          <a:lstStyle/>
          <a:p>
            <a:pPr algn="ctr"/>
            <a:r>
              <a:rPr lang="en-US" sz="900" dirty="0"/>
              <a:t>2349</a:t>
            </a:r>
          </a:p>
        </p:txBody>
      </p:sp>
      <p:sp>
        <p:nvSpPr>
          <p:cNvPr id="48" name="TextBox 47">
            <a:extLst>
              <a:ext uri="{FF2B5EF4-FFF2-40B4-BE49-F238E27FC236}">
                <a16:creationId xmlns:a16="http://schemas.microsoft.com/office/drawing/2014/main" id="{4B3AB1AC-0390-BD2F-943D-6AB41B6CDE36}"/>
              </a:ext>
            </a:extLst>
          </p:cNvPr>
          <p:cNvSpPr txBox="1"/>
          <p:nvPr/>
        </p:nvSpPr>
        <p:spPr>
          <a:xfrm>
            <a:off x="6152446" y="2404765"/>
            <a:ext cx="570089" cy="230832"/>
          </a:xfrm>
          <a:prstGeom prst="rect">
            <a:avLst/>
          </a:prstGeom>
          <a:noFill/>
        </p:spPr>
        <p:txBody>
          <a:bodyPr wrap="square" rtlCol="0">
            <a:spAutoFit/>
          </a:bodyPr>
          <a:lstStyle/>
          <a:p>
            <a:pPr algn="ctr"/>
            <a:r>
              <a:rPr lang="en-US" sz="900" dirty="0"/>
              <a:t>9872</a:t>
            </a:r>
          </a:p>
        </p:txBody>
      </p:sp>
      <p:sp>
        <p:nvSpPr>
          <p:cNvPr id="49" name="TextBox 48">
            <a:extLst>
              <a:ext uri="{FF2B5EF4-FFF2-40B4-BE49-F238E27FC236}">
                <a16:creationId xmlns:a16="http://schemas.microsoft.com/office/drawing/2014/main" id="{D918F48D-ECB1-62B8-FF52-E2C400582A1E}"/>
              </a:ext>
            </a:extLst>
          </p:cNvPr>
          <p:cNvSpPr txBox="1"/>
          <p:nvPr/>
        </p:nvSpPr>
        <p:spPr>
          <a:xfrm>
            <a:off x="5147734" y="2404765"/>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1265BE9C-2FE6-124A-F5BA-413177981C04}"/>
              </a:ext>
            </a:extLst>
          </p:cNvPr>
          <p:cNvSpPr txBox="1"/>
          <p:nvPr/>
        </p:nvSpPr>
        <p:spPr>
          <a:xfrm>
            <a:off x="5650090" y="2404765"/>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36546598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BDCE5-F335-72EC-7E0D-7DBD326E82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C799AD-F7F3-CEE0-996A-F0EB41A2222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68D4D83-DCA2-3350-1433-5D4F323C878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01D851A-2F5A-684E-2857-65C8E9E368C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973D2FE-1082-5EB9-3CA4-2AB4EF8F6B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7AC19AF-168B-21EB-A95C-6C1EF789416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C4E506C-9D06-F92C-7EB3-A8E18ED769B1}"/>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ED92BE1E-CEB6-85C4-CD56-0B30DB0438EE}"/>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E17BB8C2-AEC2-6F2C-A9CB-7597E29ADBEE}"/>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CECA06E8-B62B-1CBA-AD6E-F1CCB3E471C8}"/>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4BC865FA-9C8A-6205-EE35-367EE347FEAE}"/>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54124728-C0D8-CE66-4318-4DF8DF415BF1}"/>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CC8AFAD3-2DD2-FF1D-AC5C-682F1B93E0FB}"/>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010E45FD-0DE7-8F58-CCC2-7FB26B47980D}"/>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5FE1683D-7913-F9EC-771C-8A952FA61654}"/>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1610DC2C-3EDA-3D99-7BC2-90D26F2FB437}"/>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88EECA34-A35F-EF57-4C86-971976DA3FE9}"/>
              </a:ext>
            </a:extLst>
          </p:cNvPr>
          <p:cNvSpPr txBox="1"/>
          <p:nvPr/>
        </p:nvSpPr>
        <p:spPr>
          <a:xfrm>
            <a:off x="6152446" y="3406653"/>
            <a:ext cx="570089" cy="230832"/>
          </a:xfrm>
          <a:prstGeom prst="rect">
            <a:avLst/>
          </a:prstGeom>
          <a:noFill/>
        </p:spPr>
        <p:txBody>
          <a:bodyPr wrap="square" rtlCol="0">
            <a:spAutoFit/>
          </a:bodyPr>
          <a:lstStyle/>
          <a:p>
            <a:pPr algn="ctr"/>
            <a:r>
              <a:rPr lang="en-US" sz="900" dirty="0"/>
              <a:t>689</a:t>
            </a:r>
          </a:p>
        </p:txBody>
      </p:sp>
      <p:sp>
        <p:nvSpPr>
          <p:cNvPr id="18" name="TextBox 17">
            <a:extLst>
              <a:ext uri="{FF2B5EF4-FFF2-40B4-BE49-F238E27FC236}">
                <a16:creationId xmlns:a16="http://schemas.microsoft.com/office/drawing/2014/main" id="{60CE4102-3FE4-A59D-78E4-3C724DE4FE27}"/>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D31EE9EF-F2C5-AC46-5566-FE47F797F372}"/>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E6DDF065-85DC-4E06-6A40-46E6FD259502}"/>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2EF65E0F-D6B2-8709-A95F-21A8C2F31431}"/>
              </a:ext>
            </a:extLst>
          </p:cNvPr>
          <p:cNvSpPr txBox="1"/>
          <p:nvPr/>
        </p:nvSpPr>
        <p:spPr>
          <a:xfrm>
            <a:off x="6152446" y="3907597"/>
            <a:ext cx="570089" cy="230832"/>
          </a:xfrm>
          <a:prstGeom prst="rect">
            <a:avLst/>
          </a:prstGeom>
          <a:noFill/>
        </p:spPr>
        <p:txBody>
          <a:bodyPr wrap="square" rtlCol="0">
            <a:spAutoFit/>
          </a:bodyPr>
          <a:lstStyle/>
          <a:p>
            <a:pPr algn="ctr"/>
            <a:r>
              <a:rPr lang="en-US" sz="900" dirty="0"/>
              <a:t>754</a:t>
            </a:r>
          </a:p>
        </p:txBody>
      </p:sp>
      <p:sp>
        <p:nvSpPr>
          <p:cNvPr id="22" name="TextBox 21">
            <a:extLst>
              <a:ext uri="{FF2B5EF4-FFF2-40B4-BE49-F238E27FC236}">
                <a16:creationId xmlns:a16="http://schemas.microsoft.com/office/drawing/2014/main" id="{29AFC9AA-E276-2CC5-2BA6-F8B97F7E4D03}"/>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F98EC3A6-52B0-9D1A-048E-4BB84FCCF337}"/>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490F9BAA-3590-76BC-FE7D-69CBF5981B78}"/>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2B47F8A8-2914-2F38-49C9-694BF564FB6E}"/>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2F87E1B0-E55A-9ADF-E3B6-BC34462271B7}"/>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2376B697-2B41-B61B-726D-EA8EB41C8619}"/>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10E03CAC-C2B6-38DF-5B1B-89B859E05057}"/>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22F9BE20-7297-6CA9-69BE-D739849B4C3F}"/>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F4477704-E41D-1416-4C33-B616ACA7FA4F}"/>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C1451642-3CE7-8753-D80E-1255ED52FB61}"/>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584EDC49-8D55-E784-1C90-92AF84F20C5A}"/>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853068C7-948D-FE75-00E1-6BD1CA764294}"/>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45AC1E07-858A-D554-124D-B4FEB5168C52}"/>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AFAC44AB-10EB-ADA6-3F28-11FFFF16D328}"/>
              </a:ext>
            </a:extLst>
          </p:cNvPr>
          <p:cNvSpPr txBox="1"/>
          <p:nvPr/>
        </p:nvSpPr>
        <p:spPr>
          <a:xfrm>
            <a:off x="6654802" y="3406653"/>
            <a:ext cx="570089" cy="230832"/>
          </a:xfrm>
          <a:prstGeom prst="rect">
            <a:avLst/>
          </a:prstGeom>
          <a:noFill/>
        </p:spPr>
        <p:txBody>
          <a:bodyPr wrap="square" rtlCol="0">
            <a:spAutoFit/>
          </a:bodyPr>
          <a:lstStyle/>
          <a:p>
            <a:pPr algn="ctr"/>
            <a:r>
              <a:rPr lang="en-US" sz="900" dirty="0"/>
              <a:t>1289</a:t>
            </a:r>
          </a:p>
        </p:txBody>
      </p:sp>
      <p:sp>
        <p:nvSpPr>
          <p:cNvPr id="36" name="TextBox 35">
            <a:extLst>
              <a:ext uri="{FF2B5EF4-FFF2-40B4-BE49-F238E27FC236}">
                <a16:creationId xmlns:a16="http://schemas.microsoft.com/office/drawing/2014/main" id="{D36AFC45-C6A1-6A8D-15D0-7303621BD292}"/>
              </a:ext>
            </a:extLst>
          </p:cNvPr>
          <p:cNvSpPr txBox="1"/>
          <p:nvPr/>
        </p:nvSpPr>
        <p:spPr>
          <a:xfrm>
            <a:off x="7157158" y="3406653"/>
            <a:ext cx="570089" cy="230832"/>
          </a:xfrm>
          <a:prstGeom prst="rect">
            <a:avLst/>
          </a:prstGeom>
          <a:noFill/>
        </p:spPr>
        <p:txBody>
          <a:bodyPr wrap="square" rtlCol="0">
            <a:spAutoFit/>
          </a:bodyPr>
          <a:lstStyle/>
          <a:p>
            <a:pPr algn="ctr"/>
            <a:r>
              <a:rPr lang="en-US" sz="900" dirty="0"/>
              <a:t>9821</a:t>
            </a:r>
          </a:p>
        </p:txBody>
      </p:sp>
      <p:sp>
        <p:nvSpPr>
          <p:cNvPr id="37" name="TextBox 36">
            <a:extLst>
              <a:ext uri="{FF2B5EF4-FFF2-40B4-BE49-F238E27FC236}">
                <a16:creationId xmlns:a16="http://schemas.microsoft.com/office/drawing/2014/main" id="{47002593-A6D2-5FB1-34C9-CC6D64DF580B}"/>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A6EC7AFD-B48B-4828-6977-A757AC012C9A}"/>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7E0A7264-5268-ACCE-6D5B-C8D8BA73C1E1}"/>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63190F46-94EA-6E25-5B4E-E421D9D8C3CC}"/>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C2E5B303-E028-7355-D9B2-D00AD8AA6FE4}"/>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9F601205-C9E6-1816-72C7-AF706885BB85}"/>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52B79B1C-D50F-0E78-C029-9CEC8CD2CE7D}"/>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DCF465DB-956F-CC0C-1F44-3CF4728F531E}"/>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8D1ADCAB-F810-9D03-C3ED-377A8C5A8FC4}"/>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A0FA709A-4157-D329-339D-D012D28C4BC9}"/>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7" name="TextBox 46">
            <a:extLst>
              <a:ext uri="{FF2B5EF4-FFF2-40B4-BE49-F238E27FC236}">
                <a16:creationId xmlns:a16="http://schemas.microsoft.com/office/drawing/2014/main" id="{318B35C5-794D-4D5E-FFC8-5400B6F3B958}"/>
              </a:ext>
            </a:extLst>
          </p:cNvPr>
          <p:cNvSpPr txBox="1"/>
          <p:nvPr/>
        </p:nvSpPr>
        <p:spPr>
          <a:xfrm>
            <a:off x="6152446" y="1903821"/>
            <a:ext cx="570089" cy="230832"/>
          </a:xfrm>
          <a:prstGeom prst="rect">
            <a:avLst/>
          </a:prstGeom>
          <a:noFill/>
        </p:spPr>
        <p:txBody>
          <a:bodyPr wrap="square" rtlCol="0">
            <a:spAutoFit/>
          </a:bodyPr>
          <a:lstStyle/>
          <a:p>
            <a:pPr algn="ctr"/>
            <a:r>
              <a:rPr lang="en-US" sz="900" dirty="0"/>
              <a:t>239</a:t>
            </a:r>
          </a:p>
        </p:txBody>
      </p:sp>
      <p:sp>
        <p:nvSpPr>
          <p:cNvPr id="48" name="TextBox 47">
            <a:extLst>
              <a:ext uri="{FF2B5EF4-FFF2-40B4-BE49-F238E27FC236}">
                <a16:creationId xmlns:a16="http://schemas.microsoft.com/office/drawing/2014/main" id="{D892579B-32DA-4C51-D28C-C784EA7D7ED1}"/>
              </a:ext>
            </a:extLst>
          </p:cNvPr>
          <p:cNvSpPr txBox="1"/>
          <p:nvPr/>
        </p:nvSpPr>
        <p:spPr>
          <a:xfrm>
            <a:off x="6152446" y="2404765"/>
            <a:ext cx="570089" cy="230832"/>
          </a:xfrm>
          <a:prstGeom prst="rect">
            <a:avLst/>
          </a:prstGeom>
          <a:noFill/>
        </p:spPr>
        <p:txBody>
          <a:bodyPr wrap="square" rtlCol="0">
            <a:spAutoFit/>
          </a:bodyPr>
          <a:lstStyle/>
          <a:p>
            <a:pPr algn="ctr"/>
            <a:r>
              <a:rPr lang="en-US" sz="900" dirty="0"/>
              <a:t>982</a:t>
            </a:r>
          </a:p>
        </p:txBody>
      </p:sp>
      <p:sp>
        <p:nvSpPr>
          <p:cNvPr id="49" name="TextBox 48">
            <a:extLst>
              <a:ext uri="{FF2B5EF4-FFF2-40B4-BE49-F238E27FC236}">
                <a16:creationId xmlns:a16="http://schemas.microsoft.com/office/drawing/2014/main" id="{16A45709-0752-A6CF-6580-A5C775EFDE9A}"/>
              </a:ext>
            </a:extLst>
          </p:cNvPr>
          <p:cNvSpPr txBox="1"/>
          <p:nvPr/>
        </p:nvSpPr>
        <p:spPr>
          <a:xfrm>
            <a:off x="5147734" y="2404765"/>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41C5D96F-2C4B-39AD-6586-F237D5A01692}"/>
              </a:ext>
            </a:extLst>
          </p:cNvPr>
          <p:cNvSpPr txBox="1"/>
          <p:nvPr/>
        </p:nvSpPr>
        <p:spPr>
          <a:xfrm>
            <a:off x="5650090" y="2404765"/>
            <a:ext cx="570089" cy="230832"/>
          </a:xfrm>
          <a:prstGeom prst="rect">
            <a:avLst/>
          </a:prstGeom>
          <a:noFill/>
        </p:spPr>
        <p:txBody>
          <a:bodyPr wrap="square" rtlCol="0">
            <a:spAutoFit/>
          </a:bodyPr>
          <a:lstStyle/>
          <a:p>
            <a:pPr algn="ctr"/>
            <a:r>
              <a:rPr lang="en-US" sz="900" dirty="0"/>
              <a:t>789</a:t>
            </a:r>
          </a:p>
        </p:txBody>
      </p:sp>
    </p:spTree>
    <p:extLst>
      <p:ext uri="{BB962C8B-B14F-4D97-AF65-F5344CB8AC3E}">
        <p14:creationId xmlns:p14="http://schemas.microsoft.com/office/powerpoint/2010/main" val="2689106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AFDA7-97B1-F5B3-6B22-E3490862A0B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060003-5C59-E130-2EF6-3D2B93B1F55E}"/>
              </a:ext>
            </a:extLst>
          </p:cNvPr>
          <p:cNvSpPr>
            <a:spLocks noGrp="1"/>
          </p:cNvSpPr>
          <p:nvPr>
            <p:ph sz="half" idx="1"/>
          </p:nvPr>
        </p:nvSpPr>
        <p:spPr/>
        <p:txBody>
          <a:bodyPr/>
          <a:lstStyle/>
          <a:p>
            <a:r>
              <a:rPr lang="en-US" dirty="0"/>
              <a:t>In Row 4, note 79/789/789 triple.</a:t>
            </a:r>
          </a:p>
        </p:txBody>
      </p:sp>
      <p:pic>
        <p:nvPicPr>
          <p:cNvPr id="4" name="Picture 3" descr="A grid of sudoku puzzle&#10;&#10;Description automatically generated">
            <a:extLst>
              <a:ext uri="{FF2B5EF4-FFF2-40B4-BE49-F238E27FC236}">
                <a16:creationId xmlns:a16="http://schemas.microsoft.com/office/drawing/2014/main" id="{40CB0DCA-18FC-1819-3D48-DEDED7359F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F31D765-EBED-9B2C-92D2-0C0C86D81DB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66CD523-CC1C-6702-0A20-3DFF64C1CEE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BB233DD-9D27-EA3A-C6F4-DDBD42F5A88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C30A471-D354-CB8A-7DD7-A84993471028}"/>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967D99D9-9BC0-9EE6-7254-459212899722}"/>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A8827F95-A903-00B6-A4F4-65A6C1DD8859}"/>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5506FA05-D6E7-B40D-428A-3D0100A71281}"/>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a:t>
            </a:r>
          </a:p>
        </p:txBody>
      </p:sp>
      <p:sp>
        <p:nvSpPr>
          <p:cNvPr id="11" name="TextBox 10">
            <a:extLst>
              <a:ext uri="{FF2B5EF4-FFF2-40B4-BE49-F238E27FC236}">
                <a16:creationId xmlns:a16="http://schemas.microsoft.com/office/drawing/2014/main" id="{C5DA2D35-4389-210B-0A02-5425D22F24CE}"/>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0C5D9C56-77F4-FA8E-AC73-D14D25F2AA25}"/>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BA6940DA-0709-0FB4-D380-05B8B04E4FB6}"/>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718D9419-C218-9246-C3B6-7E7DBD02405A}"/>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8B0DA999-7C61-F281-E166-451504D4930A}"/>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E6B5CCA2-585E-8D7D-D461-13C5D4B28526}"/>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134EEC78-8DC9-6B18-8121-29C7931C0DE4}"/>
              </a:ext>
            </a:extLst>
          </p:cNvPr>
          <p:cNvSpPr txBox="1"/>
          <p:nvPr/>
        </p:nvSpPr>
        <p:spPr>
          <a:xfrm>
            <a:off x="6152446" y="3406653"/>
            <a:ext cx="570089" cy="230832"/>
          </a:xfrm>
          <a:prstGeom prst="rect">
            <a:avLst/>
          </a:prstGeom>
          <a:noFill/>
        </p:spPr>
        <p:txBody>
          <a:bodyPr wrap="square" rtlCol="0">
            <a:spAutoFit/>
          </a:bodyPr>
          <a:lstStyle/>
          <a:p>
            <a:pPr algn="ctr"/>
            <a:r>
              <a:rPr lang="en-US" sz="900" dirty="0"/>
              <a:t>689</a:t>
            </a:r>
          </a:p>
        </p:txBody>
      </p:sp>
      <p:sp>
        <p:nvSpPr>
          <p:cNvPr id="18" name="TextBox 17">
            <a:extLst>
              <a:ext uri="{FF2B5EF4-FFF2-40B4-BE49-F238E27FC236}">
                <a16:creationId xmlns:a16="http://schemas.microsoft.com/office/drawing/2014/main" id="{516FB788-B664-203A-21A9-AB61243F4A16}"/>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119655C3-8C62-FF81-7010-7ABB42DD8299}"/>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67B94B4A-1121-F6AD-D4A9-71EE8DCD04B3}"/>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693BAFE7-EE8C-40C3-0E00-CEB633934875}"/>
              </a:ext>
            </a:extLst>
          </p:cNvPr>
          <p:cNvSpPr txBox="1"/>
          <p:nvPr/>
        </p:nvSpPr>
        <p:spPr>
          <a:xfrm>
            <a:off x="6152446" y="3907597"/>
            <a:ext cx="570089" cy="230832"/>
          </a:xfrm>
          <a:prstGeom prst="rect">
            <a:avLst/>
          </a:prstGeom>
          <a:noFill/>
        </p:spPr>
        <p:txBody>
          <a:bodyPr wrap="square" rtlCol="0">
            <a:spAutoFit/>
          </a:bodyPr>
          <a:lstStyle/>
          <a:p>
            <a:pPr algn="ctr"/>
            <a:r>
              <a:rPr lang="en-US" sz="900" dirty="0"/>
              <a:t>754</a:t>
            </a:r>
          </a:p>
        </p:txBody>
      </p:sp>
      <p:sp>
        <p:nvSpPr>
          <p:cNvPr id="22" name="TextBox 21">
            <a:extLst>
              <a:ext uri="{FF2B5EF4-FFF2-40B4-BE49-F238E27FC236}">
                <a16:creationId xmlns:a16="http://schemas.microsoft.com/office/drawing/2014/main" id="{BD730F1C-B08F-AA70-DB15-0DD04D7F460E}"/>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789A707A-1C4A-1ADE-B3E9-4C3AA43B9BE2}"/>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A9585B28-3EAF-8416-7AE7-CE2A02580157}"/>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91246118-9AED-A6F1-2EDA-67E9045BFE8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49A34997-BC72-784A-508D-479CDD4EB67A}"/>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92FC9831-211F-1B82-FFD1-B440D13D8F07}"/>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AA455E5D-921D-D127-6FE4-1DAB18FE1C5A}"/>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0CFB39D8-3742-6FC8-078C-4A238F64D9A4}"/>
              </a:ext>
            </a:extLst>
          </p:cNvPr>
          <p:cNvSpPr txBox="1"/>
          <p:nvPr/>
        </p:nvSpPr>
        <p:spPr>
          <a:xfrm>
            <a:off x="4143022" y="2404765"/>
            <a:ext cx="570089" cy="230832"/>
          </a:xfrm>
          <a:prstGeom prst="rect">
            <a:avLst/>
          </a:prstGeom>
          <a:noFill/>
        </p:spPr>
        <p:txBody>
          <a:bodyPr wrap="square" rtlCol="0">
            <a:spAutoFit/>
          </a:bodyPr>
          <a:lstStyle/>
          <a:p>
            <a:pPr algn="ctr"/>
            <a:r>
              <a:rPr lang="en-US" sz="900" dirty="0"/>
              <a:t>78</a:t>
            </a:r>
          </a:p>
        </p:txBody>
      </p:sp>
      <p:sp>
        <p:nvSpPr>
          <p:cNvPr id="30" name="TextBox 29">
            <a:extLst>
              <a:ext uri="{FF2B5EF4-FFF2-40B4-BE49-F238E27FC236}">
                <a16:creationId xmlns:a16="http://schemas.microsoft.com/office/drawing/2014/main" id="{452E3FA4-CC77-2EA5-34EF-68CD3BB6B762}"/>
              </a:ext>
            </a:extLst>
          </p:cNvPr>
          <p:cNvSpPr txBox="1"/>
          <p:nvPr/>
        </p:nvSpPr>
        <p:spPr>
          <a:xfrm>
            <a:off x="4645378" y="2404765"/>
            <a:ext cx="570089" cy="230832"/>
          </a:xfrm>
          <a:prstGeom prst="rect">
            <a:avLst/>
          </a:prstGeom>
          <a:noFill/>
        </p:spPr>
        <p:txBody>
          <a:bodyPr wrap="square" rtlCol="0">
            <a:spAutoFit/>
          </a:bodyPr>
          <a:lstStyle/>
          <a:p>
            <a:pPr algn="ctr"/>
            <a:r>
              <a:rPr lang="en-US" sz="900" dirty="0"/>
              <a:t>21</a:t>
            </a:r>
          </a:p>
        </p:txBody>
      </p:sp>
      <p:sp>
        <p:nvSpPr>
          <p:cNvPr id="31" name="TextBox 30">
            <a:extLst>
              <a:ext uri="{FF2B5EF4-FFF2-40B4-BE49-F238E27FC236}">
                <a16:creationId xmlns:a16="http://schemas.microsoft.com/office/drawing/2014/main" id="{2988EC11-8517-4340-5B03-951FFF3CD5E4}"/>
              </a:ext>
            </a:extLst>
          </p:cNvPr>
          <p:cNvSpPr txBox="1"/>
          <p:nvPr/>
        </p:nvSpPr>
        <p:spPr>
          <a:xfrm>
            <a:off x="4143022" y="3406653"/>
            <a:ext cx="570089" cy="230832"/>
          </a:xfrm>
          <a:prstGeom prst="rect">
            <a:avLst/>
          </a:prstGeom>
          <a:noFill/>
        </p:spPr>
        <p:txBody>
          <a:bodyPr wrap="square" rtlCol="0">
            <a:spAutoFit/>
          </a:bodyPr>
          <a:lstStyle/>
          <a:p>
            <a:pPr algn="ctr"/>
            <a:r>
              <a:rPr lang="en-US" sz="900" dirty="0"/>
              <a:t>87</a:t>
            </a:r>
          </a:p>
        </p:txBody>
      </p:sp>
      <p:sp>
        <p:nvSpPr>
          <p:cNvPr id="32" name="TextBox 31">
            <a:extLst>
              <a:ext uri="{FF2B5EF4-FFF2-40B4-BE49-F238E27FC236}">
                <a16:creationId xmlns:a16="http://schemas.microsoft.com/office/drawing/2014/main" id="{63D0B27E-9D5D-74B6-3C1E-CDCE391DD53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a:t>
            </a:r>
          </a:p>
        </p:txBody>
      </p:sp>
      <p:sp>
        <p:nvSpPr>
          <p:cNvPr id="33" name="TextBox 32">
            <a:extLst>
              <a:ext uri="{FF2B5EF4-FFF2-40B4-BE49-F238E27FC236}">
                <a16:creationId xmlns:a16="http://schemas.microsoft.com/office/drawing/2014/main" id="{DED4FE25-A8A9-52BD-3F7B-0A04721C306D}"/>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DB11DC04-04E3-602D-6455-BCD709F3AF17}"/>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180928BC-7607-FD46-B243-1BCE0F9A4F78}"/>
              </a:ext>
            </a:extLst>
          </p:cNvPr>
          <p:cNvSpPr txBox="1"/>
          <p:nvPr/>
        </p:nvSpPr>
        <p:spPr>
          <a:xfrm>
            <a:off x="6654802" y="3406653"/>
            <a:ext cx="570089" cy="230832"/>
          </a:xfrm>
          <a:prstGeom prst="rect">
            <a:avLst/>
          </a:prstGeom>
          <a:noFill/>
        </p:spPr>
        <p:txBody>
          <a:bodyPr wrap="square" rtlCol="0">
            <a:spAutoFit/>
          </a:bodyPr>
          <a:lstStyle/>
          <a:p>
            <a:pPr algn="ctr"/>
            <a:r>
              <a:rPr lang="en-US" sz="900" dirty="0"/>
              <a:t>1289</a:t>
            </a:r>
          </a:p>
        </p:txBody>
      </p:sp>
      <p:sp>
        <p:nvSpPr>
          <p:cNvPr id="36" name="TextBox 35">
            <a:extLst>
              <a:ext uri="{FF2B5EF4-FFF2-40B4-BE49-F238E27FC236}">
                <a16:creationId xmlns:a16="http://schemas.microsoft.com/office/drawing/2014/main" id="{28C8983E-5DD9-C38B-4865-9D038574F7CA}"/>
              </a:ext>
            </a:extLst>
          </p:cNvPr>
          <p:cNvSpPr txBox="1"/>
          <p:nvPr/>
        </p:nvSpPr>
        <p:spPr>
          <a:xfrm>
            <a:off x="7157158" y="3406653"/>
            <a:ext cx="570089" cy="230832"/>
          </a:xfrm>
          <a:prstGeom prst="rect">
            <a:avLst/>
          </a:prstGeom>
          <a:noFill/>
        </p:spPr>
        <p:txBody>
          <a:bodyPr wrap="square" rtlCol="0">
            <a:spAutoFit/>
          </a:bodyPr>
          <a:lstStyle/>
          <a:p>
            <a:pPr algn="ctr"/>
            <a:r>
              <a:rPr lang="en-US" sz="900" dirty="0"/>
              <a:t>9821</a:t>
            </a:r>
          </a:p>
        </p:txBody>
      </p:sp>
      <p:sp>
        <p:nvSpPr>
          <p:cNvPr id="37" name="TextBox 36">
            <a:extLst>
              <a:ext uri="{FF2B5EF4-FFF2-40B4-BE49-F238E27FC236}">
                <a16:creationId xmlns:a16="http://schemas.microsoft.com/office/drawing/2014/main" id="{33D88529-1463-7B69-9718-C36B76375A7F}"/>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C38EF665-AFDB-BE05-AAEF-3BCA9E31C9D5}"/>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573C96A4-1BB6-3A08-D035-042E79DFAF59}"/>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798F0F7F-BAC1-3FEF-26D8-D080379BFC19}"/>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B634FB06-88E9-71C4-931A-68488B7E0B2E}"/>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F3732C35-B2B6-5614-9F14-1C0C0149260F}"/>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213200AF-E8FA-B965-E510-9A295578B78E}"/>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191516B1-4D74-3C38-8E4A-92039984A865}"/>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87F86929-CDA0-6548-922D-1EC9FB1D572D}"/>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5D9E3C71-73DD-9496-0086-935874318689}"/>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45689E1E-A2BA-60AD-696F-9378FB857B25}"/>
              </a:ext>
            </a:extLst>
          </p:cNvPr>
          <p:cNvSpPr txBox="1"/>
          <p:nvPr/>
        </p:nvSpPr>
        <p:spPr>
          <a:xfrm>
            <a:off x="5147734" y="2404765"/>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92132E9D-BFED-A111-B881-8B6768F89AE4}"/>
              </a:ext>
            </a:extLst>
          </p:cNvPr>
          <p:cNvSpPr txBox="1"/>
          <p:nvPr/>
        </p:nvSpPr>
        <p:spPr>
          <a:xfrm>
            <a:off x="5650090" y="240476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F4FEC4CB-A4D0-50FD-2FC8-4B90B537244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E7F678E7-4C3E-C11E-A8EC-A589E5818342}"/>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572588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A8DBE-ECCC-10E3-B46A-5EC1421C450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F237E8-59E1-6A7A-F654-347FD851731A}"/>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FF6570A-2F54-BDF9-2213-00387F81CE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39BDE51-9F25-7667-6510-0AC7AB95D6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3D9EB28-921B-1600-3856-378564C4E51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71B5007-0E8C-F32E-D9ED-BB6C003874F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F2E83BC-9BCE-4152-CF7C-F558080163B1}"/>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23534018-04DA-1775-6E22-0A6300A0FDAC}"/>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D1DC2788-DA61-B42C-BDD3-2A23A106BE02}"/>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06D579D8-263D-4339-6A84-1FF2D3D43C1C}"/>
              </a:ext>
            </a:extLst>
          </p:cNvPr>
          <p:cNvSpPr txBox="1"/>
          <p:nvPr/>
        </p:nvSpPr>
        <p:spPr>
          <a:xfrm>
            <a:off x="6152446" y="901933"/>
            <a:ext cx="570089" cy="230832"/>
          </a:xfrm>
          <a:prstGeom prst="rect">
            <a:avLst/>
          </a:prstGeom>
          <a:noFill/>
        </p:spPr>
        <p:txBody>
          <a:bodyPr wrap="square" rtlCol="0">
            <a:spAutoFit/>
          </a:bodyPr>
          <a:lstStyle/>
          <a:p>
            <a:pPr algn="ctr"/>
            <a:r>
              <a:rPr lang="en-US" sz="900" dirty="0"/>
              <a:t>1345</a:t>
            </a:r>
          </a:p>
        </p:txBody>
      </p:sp>
      <p:sp>
        <p:nvSpPr>
          <p:cNvPr id="11" name="TextBox 10">
            <a:extLst>
              <a:ext uri="{FF2B5EF4-FFF2-40B4-BE49-F238E27FC236}">
                <a16:creationId xmlns:a16="http://schemas.microsoft.com/office/drawing/2014/main" id="{6B1541D4-5CFC-20F5-0ACD-21D7E4D100DB}"/>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9DCDA073-00C2-FD43-EC0C-3A1C881AE7EA}"/>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A0911CFB-AB69-B044-77CD-7A63854F21F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1EA4E708-C540-0BBE-164D-E610A9923309}"/>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D6799F69-C10C-B60E-D6EF-DD8CFE3BEB7F}"/>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514BC964-C4B6-9DC3-D612-165F2A304E52}"/>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CC01F679-5405-4023-6A8D-6C3E74BCA70C}"/>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10F75841-B5B7-22E5-D77B-42BC6C5EA05A}"/>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84F80A29-844E-041A-862E-8D6DBA7A70C8}"/>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7D4B440F-233F-3DE6-E381-2B60BF3EB5ED}"/>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4913CD2B-6851-9E4E-21D3-608B0E5D621A}"/>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DC560F9A-E84D-A6FE-F5D2-89D97D727489}"/>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38AAC2C3-761C-7806-2B9F-8C4891D43D34}"/>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9A2227CC-F99C-2699-BD53-2BACF60A12D0}"/>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C50045A3-113C-CF3C-4C38-C7DDB5D6ABB0}"/>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2556852A-4BF6-1826-AF33-514D50AD3DA9}"/>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1A45AAA2-BF96-E6A9-6ADF-C9D1A6C9DC5D}"/>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FA31801F-7B43-DA38-A9EB-22A7F20E62E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0BB767EF-535A-8E72-D67F-FF8495E8B14F}"/>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31177E8B-495D-0B54-58D4-2D422FB39011}"/>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18833CCE-B3B7-185A-31A7-A5D941541FEF}"/>
              </a:ext>
            </a:extLst>
          </p:cNvPr>
          <p:cNvSpPr txBox="1"/>
          <p:nvPr/>
        </p:nvSpPr>
        <p:spPr>
          <a:xfrm>
            <a:off x="6654802" y="3406653"/>
            <a:ext cx="570089" cy="230832"/>
          </a:xfrm>
          <a:prstGeom prst="rect">
            <a:avLst/>
          </a:prstGeom>
          <a:noFill/>
        </p:spPr>
        <p:txBody>
          <a:bodyPr wrap="square" rtlCol="0">
            <a:spAutoFit/>
          </a:bodyPr>
          <a:lstStyle/>
          <a:p>
            <a:pPr algn="ctr"/>
            <a:r>
              <a:rPr lang="en-US" sz="900" dirty="0"/>
              <a:t>19</a:t>
            </a:r>
          </a:p>
        </p:txBody>
      </p:sp>
      <p:sp>
        <p:nvSpPr>
          <p:cNvPr id="36" name="TextBox 35">
            <a:extLst>
              <a:ext uri="{FF2B5EF4-FFF2-40B4-BE49-F238E27FC236}">
                <a16:creationId xmlns:a16="http://schemas.microsoft.com/office/drawing/2014/main" id="{146A13AE-F38A-E137-D753-5871BA793FBD}"/>
              </a:ext>
            </a:extLst>
          </p:cNvPr>
          <p:cNvSpPr txBox="1"/>
          <p:nvPr/>
        </p:nvSpPr>
        <p:spPr>
          <a:xfrm>
            <a:off x="7157158" y="3406653"/>
            <a:ext cx="570089" cy="230832"/>
          </a:xfrm>
          <a:prstGeom prst="rect">
            <a:avLst/>
          </a:prstGeom>
          <a:noFill/>
        </p:spPr>
        <p:txBody>
          <a:bodyPr wrap="square" rtlCol="0">
            <a:spAutoFit/>
          </a:bodyPr>
          <a:lstStyle/>
          <a:p>
            <a:pPr algn="ctr"/>
            <a:r>
              <a:rPr lang="en-US" sz="900" dirty="0"/>
              <a:t>91</a:t>
            </a:r>
          </a:p>
        </p:txBody>
      </p:sp>
      <p:sp>
        <p:nvSpPr>
          <p:cNvPr id="37" name="TextBox 36">
            <a:extLst>
              <a:ext uri="{FF2B5EF4-FFF2-40B4-BE49-F238E27FC236}">
                <a16:creationId xmlns:a16="http://schemas.microsoft.com/office/drawing/2014/main" id="{0B412869-D70A-F407-19E3-31D593FAA38C}"/>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0C8006F9-BC86-80B1-CC92-224CC7D65D80}"/>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15E4B8B7-7FB4-D32D-2F32-B43179B115DF}"/>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7070CD18-DA4C-E8C2-3FBA-0106EB9607A1}"/>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27BDCA1B-468E-2F2A-090A-B5A328247238}"/>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42F4A2BB-5E9F-BDFD-97BF-DF7CA3E52C71}"/>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85A45858-551D-8B91-168B-2FAE75DAC2F0}"/>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7A585D05-0002-D001-9B61-27A11FD448D1}"/>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33EC976F-03CB-4DDD-416A-D4FEEE2382C2}"/>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3D7A032D-7ECA-F38B-7A3B-D1C7E0919CDF}"/>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EEC9FF2B-E36F-FE19-E550-B5EB588B1EF7}"/>
              </a:ext>
            </a:extLst>
          </p:cNvPr>
          <p:cNvSpPr txBox="1"/>
          <p:nvPr/>
        </p:nvSpPr>
        <p:spPr>
          <a:xfrm>
            <a:off x="5147734" y="2404765"/>
            <a:ext cx="570089" cy="230832"/>
          </a:xfrm>
          <a:prstGeom prst="rect">
            <a:avLst/>
          </a:prstGeom>
          <a:noFill/>
        </p:spPr>
        <p:txBody>
          <a:bodyPr wrap="square" rtlCol="0">
            <a:spAutoFit/>
          </a:bodyPr>
          <a:lstStyle/>
          <a:p>
            <a:pPr algn="ctr"/>
            <a:r>
              <a:rPr lang="en-US" sz="900" dirty="0"/>
              <a:t>789</a:t>
            </a:r>
          </a:p>
        </p:txBody>
      </p:sp>
      <p:sp>
        <p:nvSpPr>
          <p:cNvPr id="50" name="TextBox 49">
            <a:extLst>
              <a:ext uri="{FF2B5EF4-FFF2-40B4-BE49-F238E27FC236}">
                <a16:creationId xmlns:a16="http://schemas.microsoft.com/office/drawing/2014/main" id="{C2F02789-5F7C-AC29-BAD1-99921C245108}"/>
              </a:ext>
            </a:extLst>
          </p:cNvPr>
          <p:cNvSpPr txBox="1"/>
          <p:nvPr/>
        </p:nvSpPr>
        <p:spPr>
          <a:xfrm>
            <a:off x="5650090" y="2404765"/>
            <a:ext cx="570089" cy="230832"/>
          </a:xfrm>
          <a:prstGeom prst="rect">
            <a:avLst/>
          </a:prstGeom>
          <a:noFill/>
        </p:spPr>
        <p:txBody>
          <a:bodyPr wrap="square" rtlCol="0">
            <a:spAutoFit/>
          </a:bodyPr>
          <a:lstStyle/>
          <a:p>
            <a:pPr algn="ctr"/>
            <a:r>
              <a:rPr lang="en-US" sz="900" dirty="0"/>
              <a:t>789</a:t>
            </a:r>
          </a:p>
        </p:txBody>
      </p:sp>
      <p:sp>
        <p:nvSpPr>
          <p:cNvPr id="51" name="TextBox 50">
            <a:extLst>
              <a:ext uri="{FF2B5EF4-FFF2-40B4-BE49-F238E27FC236}">
                <a16:creationId xmlns:a16="http://schemas.microsoft.com/office/drawing/2014/main" id="{488022E5-0599-2364-3232-E45154592E3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2DB0F2D7-2D44-C917-8372-3814418FE06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16369373-E28E-BE23-A2D5-CEC33A1268A5}"/>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64F8733-E4F7-4EA4-ECB4-43D02C682CD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CE29E037-DA4E-509C-25F6-24B5FAF05FB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F71E873D-C905-FAA4-6C88-F195D2D1A4AB}"/>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1867909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808C-2CC9-E021-6EE1-672AFE551D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E8D2B2-165A-642F-2633-88B181F3B1F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BBAB641-8DED-75AC-E470-F062A0E7409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B1B3455-E3CC-5D14-CDE5-6A5EC24D5D1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3DC486-F8F6-A829-52D7-C137D8D1F1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C558F4A-DA01-FCE8-8DD2-8D1BA4F5C9A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CA6D5D4-AF99-1A03-7B7A-CBB16F9CF7BC}"/>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AAA479C-FE13-9DC9-9C81-0E9763599DA6}"/>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362F6385-8C09-B1AD-D598-EFBFEB1DE5CF}"/>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33C1B990-B5A1-FDA8-7CFC-9F923C945A23}"/>
              </a:ext>
            </a:extLst>
          </p:cNvPr>
          <p:cNvSpPr txBox="1"/>
          <p:nvPr/>
        </p:nvSpPr>
        <p:spPr>
          <a:xfrm>
            <a:off x="6152446" y="901933"/>
            <a:ext cx="570089" cy="230832"/>
          </a:xfrm>
          <a:prstGeom prst="rect">
            <a:avLst/>
          </a:prstGeom>
          <a:noFill/>
        </p:spPr>
        <p:txBody>
          <a:bodyPr wrap="square" rtlCol="0">
            <a:spAutoFit/>
          </a:bodyPr>
          <a:lstStyle/>
          <a:p>
            <a:pPr algn="ctr"/>
            <a:r>
              <a:rPr lang="en-US" sz="900" dirty="0"/>
              <a:t>1345</a:t>
            </a:r>
          </a:p>
        </p:txBody>
      </p:sp>
      <p:sp>
        <p:nvSpPr>
          <p:cNvPr id="11" name="TextBox 10">
            <a:extLst>
              <a:ext uri="{FF2B5EF4-FFF2-40B4-BE49-F238E27FC236}">
                <a16:creationId xmlns:a16="http://schemas.microsoft.com/office/drawing/2014/main" id="{ED7A1ADF-5CC8-9A91-95CB-C500410C3EB6}"/>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BFE2731B-3C79-2A6D-F548-8221909960A0}"/>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78FD77F8-6633-49FE-BB51-348C7A0EB1A6}"/>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71B4A079-9BA0-49B0-EE1B-910131392F58}"/>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CC3C4FEA-BCEA-68A7-B742-D9848654F9F6}"/>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C135FC55-FDA4-30CA-A894-3AF2F924DBA4}"/>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A627E742-8F56-8156-5AFA-998180366C2D}"/>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5CFE44B7-7639-B5C8-B537-D422E8CD52BB}"/>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B1158CBD-CE75-616C-588B-26074EBB846A}"/>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3AF1CFE7-6469-8EED-B0BD-C9B4360D1F06}"/>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3C883BA3-CD76-530A-7465-2F00696A4375}"/>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919F805E-B417-DB01-013F-8F80931820B6}"/>
              </a:ext>
            </a:extLst>
          </p:cNvPr>
          <p:cNvSpPr txBox="1"/>
          <p:nvPr/>
        </p:nvSpPr>
        <p:spPr>
          <a:xfrm>
            <a:off x="4645378" y="4408541"/>
            <a:ext cx="570089" cy="230832"/>
          </a:xfrm>
          <a:prstGeom prst="rect">
            <a:avLst/>
          </a:prstGeom>
          <a:noFill/>
        </p:spPr>
        <p:txBody>
          <a:bodyPr wrap="square" rtlCol="0">
            <a:spAutoFit/>
          </a:bodyPr>
          <a:lstStyle/>
          <a:p>
            <a:pPr algn="ctr"/>
            <a:r>
              <a:rPr lang="en-US" sz="900" dirty="0"/>
              <a:t>345789</a:t>
            </a:r>
          </a:p>
        </p:txBody>
      </p:sp>
      <p:sp>
        <p:nvSpPr>
          <p:cNvPr id="23" name="TextBox 22">
            <a:extLst>
              <a:ext uri="{FF2B5EF4-FFF2-40B4-BE49-F238E27FC236}">
                <a16:creationId xmlns:a16="http://schemas.microsoft.com/office/drawing/2014/main" id="{3023DEAD-73D8-15D7-4796-4B36360E9050}"/>
              </a:ext>
            </a:extLst>
          </p:cNvPr>
          <p:cNvSpPr txBox="1"/>
          <p:nvPr/>
        </p:nvSpPr>
        <p:spPr>
          <a:xfrm>
            <a:off x="5147734" y="4408541"/>
            <a:ext cx="570089" cy="230832"/>
          </a:xfrm>
          <a:prstGeom prst="rect">
            <a:avLst/>
          </a:prstGeom>
          <a:noFill/>
        </p:spPr>
        <p:txBody>
          <a:bodyPr wrap="square" rtlCol="0">
            <a:spAutoFit/>
          </a:bodyPr>
          <a:lstStyle/>
          <a:p>
            <a:pPr algn="ctr"/>
            <a:r>
              <a:rPr lang="en-US" sz="900" dirty="0"/>
              <a:t>987543</a:t>
            </a:r>
          </a:p>
        </p:txBody>
      </p:sp>
      <p:sp>
        <p:nvSpPr>
          <p:cNvPr id="24" name="TextBox 23">
            <a:extLst>
              <a:ext uri="{FF2B5EF4-FFF2-40B4-BE49-F238E27FC236}">
                <a16:creationId xmlns:a16="http://schemas.microsoft.com/office/drawing/2014/main" id="{1113D716-2A6F-B25A-CCCE-5C758157271B}"/>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C572C5FC-3BE1-76F3-66E3-53AD388E2CF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3CD24535-FF3E-FFD3-EDF9-C9789FFA9E99}"/>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B3402120-96B2-5A76-83F5-6FFD7F2CC5DA}"/>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B08E10BB-C5C9-D4DE-041E-231B082C35AF}"/>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C6922776-4679-0C78-24DD-78818ED0EFDC}"/>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29F650EA-418E-B36A-9B25-29E3A80C4C98}"/>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C4D06EF3-B06F-25BD-5EAE-04BDDA2D32C2}"/>
              </a:ext>
            </a:extLst>
          </p:cNvPr>
          <p:cNvSpPr txBox="1"/>
          <p:nvPr/>
        </p:nvSpPr>
        <p:spPr>
          <a:xfrm>
            <a:off x="6654802" y="3406653"/>
            <a:ext cx="570089" cy="230832"/>
          </a:xfrm>
          <a:prstGeom prst="rect">
            <a:avLst/>
          </a:prstGeom>
          <a:noFill/>
        </p:spPr>
        <p:txBody>
          <a:bodyPr wrap="square" rtlCol="0">
            <a:spAutoFit/>
          </a:bodyPr>
          <a:lstStyle/>
          <a:p>
            <a:pPr algn="ctr"/>
            <a:r>
              <a:rPr lang="en-US" sz="900" dirty="0"/>
              <a:t>19</a:t>
            </a:r>
          </a:p>
        </p:txBody>
      </p:sp>
      <p:sp>
        <p:nvSpPr>
          <p:cNvPr id="36" name="TextBox 35">
            <a:extLst>
              <a:ext uri="{FF2B5EF4-FFF2-40B4-BE49-F238E27FC236}">
                <a16:creationId xmlns:a16="http://schemas.microsoft.com/office/drawing/2014/main" id="{EFD733C1-D8E6-826C-12E8-94711575A5C6}"/>
              </a:ext>
            </a:extLst>
          </p:cNvPr>
          <p:cNvSpPr txBox="1"/>
          <p:nvPr/>
        </p:nvSpPr>
        <p:spPr>
          <a:xfrm>
            <a:off x="7157158" y="3406653"/>
            <a:ext cx="570089" cy="230832"/>
          </a:xfrm>
          <a:prstGeom prst="rect">
            <a:avLst/>
          </a:prstGeom>
          <a:noFill/>
        </p:spPr>
        <p:txBody>
          <a:bodyPr wrap="square" rtlCol="0">
            <a:spAutoFit/>
          </a:bodyPr>
          <a:lstStyle/>
          <a:p>
            <a:pPr algn="ctr"/>
            <a:r>
              <a:rPr lang="en-US" sz="900" dirty="0"/>
              <a:t>91</a:t>
            </a:r>
          </a:p>
        </p:txBody>
      </p:sp>
      <p:sp>
        <p:nvSpPr>
          <p:cNvPr id="37" name="TextBox 36">
            <a:extLst>
              <a:ext uri="{FF2B5EF4-FFF2-40B4-BE49-F238E27FC236}">
                <a16:creationId xmlns:a16="http://schemas.microsoft.com/office/drawing/2014/main" id="{8A4F1698-6A8C-4E5F-11CC-C5D883519811}"/>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0B0F9A4B-4C11-67F5-5E4B-41FB5C6708A9}"/>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E6A3A553-E1D3-94A2-F9DC-7095E551A8FA}"/>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7317B7DB-C522-F0EA-28A3-1BED090F78C1}"/>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E28795DB-642C-5F78-02E3-8CE7ABB78CE1}"/>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7FCC880D-888B-706F-E1D7-87C153930782}"/>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88ACC47D-F142-7170-D145-ABE15668562B}"/>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D430E520-71AB-2659-8D12-5052EBD2EEB6}"/>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CE5335F5-1B1D-FA6D-0823-AD598AFE403D}"/>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3A2DB3D5-FB33-C122-488B-5D5A7460AD65}"/>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09BD8EA2-77B8-C4D5-69F1-8A30720DA0E8}"/>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77E83473-1345-D727-BA7A-19EBE3C686C6}"/>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E0AF90CB-AFC5-5248-E1C0-A40ACC254BC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9851D1E0-F0F8-743E-DD49-6C78A994266A}"/>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5886836E-E47E-0F03-F724-DD7B3147C00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A4917F1-A9FC-2455-F59F-FAABD78EE22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97D48E2-DA5B-03FC-DE0F-56AEE6C7669B}"/>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E7EBFF2-29C6-7C87-E1EF-32E66FC23E77}"/>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8869867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5626C-E4B2-0516-5C34-F285BADFA3F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E837C2-7E73-338B-2799-823B6D89AE7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1C2F60F-0F16-FE37-CA49-4780B74C059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417E4F1-A99C-94E8-1C13-5F8106FBACF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EB3710D-B04C-9B07-3A6E-908EBBF1363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FD74768-BC82-B908-6FEF-555271775E7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8AE54D9-222C-0E9A-2DC7-299EBF54A3D8}"/>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61BC0991-A5D4-470C-C97C-87753DE451C0}"/>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63D1FA66-03D7-4CD7-06BF-C9F1C50AF8C7}"/>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D38E1D12-46F4-7E16-A8AA-2F7F1F19F6FB}"/>
              </a:ext>
            </a:extLst>
          </p:cNvPr>
          <p:cNvSpPr txBox="1"/>
          <p:nvPr/>
        </p:nvSpPr>
        <p:spPr>
          <a:xfrm>
            <a:off x="6152446" y="901933"/>
            <a:ext cx="570089" cy="230832"/>
          </a:xfrm>
          <a:prstGeom prst="rect">
            <a:avLst/>
          </a:prstGeom>
          <a:noFill/>
        </p:spPr>
        <p:txBody>
          <a:bodyPr wrap="square" rtlCol="0">
            <a:spAutoFit/>
          </a:bodyPr>
          <a:lstStyle/>
          <a:p>
            <a:pPr algn="ctr"/>
            <a:r>
              <a:rPr lang="en-US" sz="900" dirty="0"/>
              <a:t>1345</a:t>
            </a:r>
          </a:p>
        </p:txBody>
      </p:sp>
      <p:sp>
        <p:nvSpPr>
          <p:cNvPr id="11" name="TextBox 10">
            <a:extLst>
              <a:ext uri="{FF2B5EF4-FFF2-40B4-BE49-F238E27FC236}">
                <a16:creationId xmlns:a16="http://schemas.microsoft.com/office/drawing/2014/main" id="{61538218-B183-A3CF-8C21-F8962A640F0A}"/>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4AD4466E-E49D-C31F-E96F-AA99516B6C70}"/>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6BEFC737-7E22-C5AD-C731-FB53E7484F17}"/>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3C67C204-62F3-E1DE-3AE8-0515759C3871}"/>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81805EEC-A34B-4A74-32E8-5F73FE27798F}"/>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F24A34C4-59DA-3AF3-356E-461DB5EFE9D4}"/>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C5CE909F-29CA-E169-D3C2-336648FA39C5}"/>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BE60508D-29E0-47DE-4053-D18FD98BF11F}"/>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5880AD98-8132-704F-FA4B-4FC9827995B4}"/>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5CDBB65C-BC17-6117-92DD-49F5DC68EBDC}"/>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65A1240E-5DAD-EBDB-5F13-9584CC0F6062}"/>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524E31F5-8AAD-6B0B-2C4E-979CF9FFFC2F}"/>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CDE14797-6295-4BF4-550B-5697350FBC26}"/>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EDE09505-4D8D-E767-C160-AE72D503BCEC}"/>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3B4FA766-7AC6-A3C0-19E7-A25DCE11BFB9}"/>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76CF77B2-78F0-8401-6E90-85BE426F8138}"/>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5F76248C-6999-A836-08A8-41A15CD40199}"/>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B56749C3-9E3A-8CDD-2899-93EDAAA921BD}"/>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A40FE880-2CEA-526F-2758-D5F67483D8F0}"/>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073059AD-484E-074E-910E-CE244B693F25}"/>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71D1B263-4A43-169E-E898-60667B3071E6}"/>
              </a:ext>
            </a:extLst>
          </p:cNvPr>
          <p:cNvSpPr txBox="1"/>
          <p:nvPr/>
        </p:nvSpPr>
        <p:spPr>
          <a:xfrm>
            <a:off x="6654802" y="3406653"/>
            <a:ext cx="570089" cy="230832"/>
          </a:xfrm>
          <a:prstGeom prst="rect">
            <a:avLst/>
          </a:prstGeom>
          <a:noFill/>
        </p:spPr>
        <p:txBody>
          <a:bodyPr wrap="square" rtlCol="0">
            <a:spAutoFit/>
          </a:bodyPr>
          <a:lstStyle/>
          <a:p>
            <a:pPr algn="ctr"/>
            <a:r>
              <a:rPr lang="en-US" sz="900" dirty="0"/>
              <a:t>19</a:t>
            </a:r>
          </a:p>
        </p:txBody>
      </p:sp>
      <p:sp>
        <p:nvSpPr>
          <p:cNvPr id="36" name="TextBox 35">
            <a:extLst>
              <a:ext uri="{FF2B5EF4-FFF2-40B4-BE49-F238E27FC236}">
                <a16:creationId xmlns:a16="http://schemas.microsoft.com/office/drawing/2014/main" id="{15388758-E888-6188-9842-E3459E68E264}"/>
              </a:ext>
            </a:extLst>
          </p:cNvPr>
          <p:cNvSpPr txBox="1"/>
          <p:nvPr/>
        </p:nvSpPr>
        <p:spPr>
          <a:xfrm>
            <a:off x="7157158" y="3406653"/>
            <a:ext cx="570089" cy="230832"/>
          </a:xfrm>
          <a:prstGeom prst="rect">
            <a:avLst/>
          </a:prstGeom>
          <a:noFill/>
        </p:spPr>
        <p:txBody>
          <a:bodyPr wrap="square" rtlCol="0">
            <a:spAutoFit/>
          </a:bodyPr>
          <a:lstStyle/>
          <a:p>
            <a:pPr algn="ctr"/>
            <a:r>
              <a:rPr lang="en-US" sz="900" dirty="0"/>
              <a:t>91</a:t>
            </a:r>
          </a:p>
        </p:txBody>
      </p:sp>
      <p:sp>
        <p:nvSpPr>
          <p:cNvPr id="37" name="TextBox 36">
            <a:extLst>
              <a:ext uri="{FF2B5EF4-FFF2-40B4-BE49-F238E27FC236}">
                <a16:creationId xmlns:a16="http://schemas.microsoft.com/office/drawing/2014/main" id="{7EC32CE4-5506-6E3C-187B-DA12405C3199}"/>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0F57CD59-98AB-8DD3-FFA6-F29173FEA0D7}"/>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54C95B77-DA51-A260-B5ED-4E771F3F0695}"/>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1F2291B6-518D-C598-5614-E4AD1E53DA02}"/>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9F398DE4-3981-1737-F68E-B487265520C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7B24FC37-C58C-C3D6-A170-DB3E86D6166B}"/>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035573F3-A1A1-BBD7-D3A5-62E2E15256D7}"/>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3A9F0459-CE3F-5F23-AFA1-6B4849653F18}"/>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5831F4C2-AA00-46FA-309E-9CC0EB96319C}"/>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91839BCA-C406-3E10-F5FB-2233281CD134}"/>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E856833A-3FCF-00BF-E482-BBCF8FCDB53E}"/>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CF8D0CE3-0CD0-DC48-9DFC-CF74E125BA0E}"/>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34CC5214-D37A-2D03-7C20-9CA5983547A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A24E297F-434F-D9C2-86BE-EEAD51DEB4B4}"/>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9189DA91-54A4-9ECA-4DD0-2A6FA7A5CC8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D7DBF28-F97D-8689-75B1-99A4DE88D51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53040B2-F93A-27B3-5BF3-6A7395A37F03}"/>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20E5D392-4BD8-CA2F-65A0-EDA51556A288}"/>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703274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D24FE-FECB-F910-3676-BD08160888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ACC0DF-1553-11FD-8DCE-15103F906AF8}"/>
              </a:ext>
            </a:extLst>
          </p:cNvPr>
          <p:cNvSpPr>
            <a:spLocks noGrp="1"/>
          </p:cNvSpPr>
          <p:nvPr>
            <p:ph sz="half" idx="1"/>
          </p:nvPr>
        </p:nvSpPr>
        <p:spPr/>
        <p:txBody>
          <a:bodyPr/>
          <a:lstStyle/>
          <a:p>
            <a:r>
              <a:rPr lang="en-US" dirty="0"/>
              <a:t>Complete Row 6.</a:t>
            </a:r>
          </a:p>
        </p:txBody>
      </p:sp>
      <p:pic>
        <p:nvPicPr>
          <p:cNvPr id="4" name="Picture 3" descr="A grid of sudoku puzzle&#10;&#10;Description automatically generated">
            <a:extLst>
              <a:ext uri="{FF2B5EF4-FFF2-40B4-BE49-F238E27FC236}">
                <a16:creationId xmlns:a16="http://schemas.microsoft.com/office/drawing/2014/main" id="{03D7DEC7-4DBE-688D-AE48-DD18DB0EAC1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DA7C5D0-FFD8-9EBD-38A6-E8501E4CD02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5185552-C835-65A9-708C-99B1F8768AC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C86769-0462-49F6-A442-41380FA141C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B1D1F42-3024-27F3-885A-03643B23897A}"/>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EC162983-975F-4711-87D7-055F72FC1A28}"/>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CCD4B831-801B-FBF3-6431-1EC635F42904}"/>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9115472E-678C-EC61-7193-8EEF168A280C}"/>
              </a:ext>
            </a:extLst>
          </p:cNvPr>
          <p:cNvSpPr txBox="1"/>
          <p:nvPr/>
        </p:nvSpPr>
        <p:spPr>
          <a:xfrm>
            <a:off x="6152446" y="901933"/>
            <a:ext cx="570089" cy="230832"/>
          </a:xfrm>
          <a:prstGeom prst="rect">
            <a:avLst/>
          </a:prstGeom>
          <a:noFill/>
        </p:spPr>
        <p:txBody>
          <a:bodyPr wrap="square" rtlCol="0">
            <a:spAutoFit/>
          </a:bodyPr>
          <a:lstStyle/>
          <a:p>
            <a:pPr algn="ctr"/>
            <a:r>
              <a:rPr lang="en-US" sz="900" dirty="0"/>
              <a:t>1345</a:t>
            </a:r>
          </a:p>
        </p:txBody>
      </p:sp>
      <p:sp>
        <p:nvSpPr>
          <p:cNvPr id="11" name="TextBox 10">
            <a:extLst>
              <a:ext uri="{FF2B5EF4-FFF2-40B4-BE49-F238E27FC236}">
                <a16:creationId xmlns:a16="http://schemas.microsoft.com/office/drawing/2014/main" id="{7CBA7878-73FD-8421-A4E5-3EF630E8D0D9}"/>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6A8F9778-D537-1B89-C010-1F678F1630DE}"/>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58EC0451-70B9-D23E-937E-FC3C420A653D}"/>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D7796592-5F5C-A895-9C95-A271B7C1C2F5}"/>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3C4A7AA8-0387-0EC5-AA83-C0350FC71BE8}"/>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AF310D9A-3B09-C626-23B8-48EDAD134475}"/>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EE93D169-1339-E254-BCD5-3C5BE0881CA2}"/>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9CFC8D08-7B12-374B-4D9C-EF50EB168D24}"/>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0336309F-9B35-A85D-5DCC-D4D743528964}"/>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CE901850-1404-C3F5-4E7E-DB326CC36928}"/>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8B4C12F0-E09B-3A10-CEA2-FCC4F3ACF030}"/>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85515651-1D4C-5EF9-9873-01E99C3F55C6}"/>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E1C25105-1113-2E11-5FE4-30F568BAE041}"/>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32DA9F56-2F7D-8D8C-B6A3-4593A3983592}"/>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AFD9BA65-7303-7E87-5301-1E6E5FCFE013}"/>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75A52C29-2DEF-8EAD-7A63-CBC2855864D5}"/>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7EA65B3F-BA6F-F536-12F4-FAF4E4B22B53}"/>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97B73B10-C31E-55E0-2A5F-E706262ED113}"/>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9C413CD2-2CE5-AB3D-529A-B083AD1B4D14}"/>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2A000DFE-7A49-973D-9DF7-7F5E80DBBD4D}"/>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07E1C78D-BB5E-A9BE-8C16-04562600666C}"/>
              </a:ext>
            </a:extLst>
          </p:cNvPr>
          <p:cNvSpPr txBox="1"/>
          <p:nvPr/>
        </p:nvSpPr>
        <p:spPr>
          <a:xfrm>
            <a:off x="6654802" y="3406653"/>
            <a:ext cx="570089" cy="230832"/>
          </a:xfrm>
          <a:prstGeom prst="rect">
            <a:avLst/>
          </a:prstGeom>
          <a:noFill/>
        </p:spPr>
        <p:txBody>
          <a:bodyPr wrap="square" rtlCol="0">
            <a:spAutoFit/>
          </a:bodyPr>
          <a:lstStyle/>
          <a:p>
            <a:pPr algn="ctr"/>
            <a:r>
              <a:rPr lang="en-US" sz="900" dirty="0"/>
              <a:t>19</a:t>
            </a:r>
          </a:p>
        </p:txBody>
      </p:sp>
      <p:sp>
        <p:nvSpPr>
          <p:cNvPr id="36" name="TextBox 35">
            <a:extLst>
              <a:ext uri="{FF2B5EF4-FFF2-40B4-BE49-F238E27FC236}">
                <a16:creationId xmlns:a16="http://schemas.microsoft.com/office/drawing/2014/main" id="{A4413465-2C8C-E44E-C2CC-0F205B6F65F2}"/>
              </a:ext>
            </a:extLst>
          </p:cNvPr>
          <p:cNvSpPr txBox="1"/>
          <p:nvPr/>
        </p:nvSpPr>
        <p:spPr>
          <a:xfrm>
            <a:off x="7157158" y="3406653"/>
            <a:ext cx="570089" cy="230832"/>
          </a:xfrm>
          <a:prstGeom prst="rect">
            <a:avLst/>
          </a:prstGeom>
          <a:noFill/>
        </p:spPr>
        <p:txBody>
          <a:bodyPr wrap="square" rtlCol="0">
            <a:spAutoFit/>
          </a:bodyPr>
          <a:lstStyle/>
          <a:p>
            <a:pPr algn="ctr"/>
            <a:r>
              <a:rPr lang="en-US" sz="900" dirty="0"/>
              <a:t>91</a:t>
            </a:r>
          </a:p>
        </p:txBody>
      </p:sp>
      <p:sp>
        <p:nvSpPr>
          <p:cNvPr id="37" name="TextBox 36">
            <a:extLst>
              <a:ext uri="{FF2B5EF4-FFF2-40B4-BE49-F238E27FC236}">
                <a16:creationId xmlns:a16="http://schemas.microsoft.com/office/drawing/2014/main" id="{C78E45A3-DBBD-A7F4-CB03-84D76AFB73D6}"/>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E9F54471-6A08-763B-3746-5C003FA4971B}"/>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DE702F80-229D-92B7-A5CE-EA5A938F773D}"/>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44AF301E-0454-9E30-04DF-496263710C75}"/>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2FCB4D2E-E5C8-316F-72B1-D46E5CD48DB8}"/>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289039AF-30B0-30E2-2568-BA231E2757BF}"/>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977691F3-FF0B-E07B-08C6-0872DCF7827B}"/>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C437AA07-1A0F-9183-F735-AB0D1F3D9B19}"/>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167C17F3-78FB-5A4D-EF66-7E020B1D961B}"/>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4B38A576-2A94-7D70-6139-7111F8EA6B62}"/>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5DDB920C-1EEB-203E-6D8F-4D4902B7809B}"/>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1B8ABCB6-6C08-9DDC-D746-312AB7E0EDBE}"/>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3FDCC3A7-019D-591A-1CCC-C2290D45455F}"/>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E5353845-9BE8-F2EF-0708-0D52085BEEE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1FEC3229-E537-F87C-2CA5-4E8A876EDD5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523AF56-5ABD-9586-2B56-81215F13EEC9}"/>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8BCFD6D-C595-516C-C19E-1C6CCB82E95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C7639AFA-4E1C-8EC6-0C7D-66F5371E4FE2}"/>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F92F2111-0807-0D3C-5BB6-CE52D4E0ECDF}"/>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601A1838-2B89-3089-6AF4-53CED3576325}"/>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Tree>
    <p:extLst>
      <p:ext uri="{BB962C8B-B14F-4D97-AF65-F5344CB8AC3E}">
        <p14:creationId xmlns:p14="http://schemas.microsoft.com/office/powerpoint/2010/main" val="31595289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3381A-6C03-AAE8-3BEE-EB376D57BA2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DDF57E-43EC-829B-DECB-7B0270437CA5}"/>
              </a:ext>
            </a:extLst>
          </p:cNvPr>
          <p:cNvSpPr>
            <a:spLocks noGrp="1"/>
          </p:cNvSpPr>
          <p:nvPr>
            <p:ph sz="half" idx="1"/>
          </p:nvPr>
        </p:nvSpPr>
        <p:spPr/>
        <p:txBody>
          <a:bodyPr/>
          <a:lstStyle/>
          <a:p>
            <a:r>
              <a:rPr lang="en-US" dirty="0"/>
              <a:t>In upper right block, 45–(15+17+9) = 4, in 2, which must be 13.</a:t>
            </a:r>
          </a:p>
        </p:txBody>
      </p:sp>
      <p:pic>
        <p:nvPicPr>
          <p:cNvPr id="4" name="Picture 3" descr="A grid of sudoku puzzle&#10;&#10;Description automatically generated">
            <a:extLst>
              <a:ext uri="{FF2B5EF4-FFF2-40B4-BE49-F238E27FC236}">
                <a16:creationId xmlns:a16="http://schemas.microsoft.com/office/drawing/2014/main" id="{20C7E538-AA00-696D-1F96-69A17CF0A10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206FA1F-1570-469F-2C76-A99C19AE339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70485A5-35FA-8E00-779A-3F741E243F6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F2286ED-0F0A-06EC-A363-A6D73616EEF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AA9B238-3424-54E4-B588-956D31CB0DD5}"/>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B1EA34B-6F2D-8EB7-F7E9-866AA61220CB}"/>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A9CA8232-7201-7E99-B90C-39CE142FF139}"/>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25B961CA-40D6-60A6-F86C-C63CF16631FE}"/>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0BA29C71-1922-4F02-B405-7FAEC36667A7}"/>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821804CC-4761-36E1-C70E-260E1409522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1DFFFA14-1148-957E-72C7-39920A191C1D}"/>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3E15FC02-3EB8-B484-2AC9-2D7F8515A9E2}"/>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B2C1C4CF-2620-983D-A698-1A5F6559D2A8}"/>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BC175C35-8623-C008-2F04-69A7AA6B3CF7}"/>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895D81AD-166B-86AE-B601-90FF752F1A2C}"/>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239953DF-66BD-A46F-5ABB-7C85224CEC2C}"/>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99DBAEBB-9A35-20B0-6DF9-DA543D497258}"/>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0455D97C-8073-EFA3-5874-F967B8E05EC2}"/>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9B243542-EBAD-5FF5-5CC7-636502DB7CA8}"/>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CD572768-A98C-7839-ACF3-C921B4FC93BD}"/>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7DF3DBA4-99B0-9DF9-E5B3-85FF7DD0F5CE}"/>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400ECD71-B897-F0E8-AA95-62E344C82AAF}"/>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550D1F30-BCB3-2390-8885-B0DEB3EFA073}"/>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23C41432-74CE-F6B4-385C-0F13F3BE162A}"/>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D630678B-A112-ACD2-AD83-232AE01063A9}"/>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1F500D1E-38A0-C877-2E76-E83FB37F4F68}"/>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31E7E6D4-6126-3D9F-B123-A4BBCD87F92A}"/>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78310A94-D6E1-5E1E-12A5-A8EDC0BD37D0}"/>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7D432F8A-566A-C995-82E1-1B173F6F93A6}"/>
              </a:ext>
            </a:extLst>
          </p:cNvPr>
          <p:cNvSpPr txBox="1"/>
          <p:nvPr/>
        </p:nvSpPr>
        <p:spPr>
          <a:xfrm>
            <a:off x="6654802" y="3406653"/>
            <a:ext cx="570089" cy="230832"/>
          </a:xfrm>
          <a:prstGeom prst="rect">
            <a:avLst/>
          </a:prstGeom>
          <a:noFill/>
        </p:spPr>
        <p:txBody>
          <a:bodyPr wrap="square" rtlCol="0">
            <a:spAutoFit/>
          </a:bodyPr>
          <a:lstStyle/>
          <a:p>
            <a:pPr algn="ctr"/>
            <a:r>
              <a:rPr lang="en-US" sz="900" dirty="0"/>
              <a:t>19</a:t>
            </a:r>
          </a:p>
        </p:txBody>
      </p:sp>
      <p:sp>
        <p:nvSpPr>
          <p:cNvPr id="36" name="TextBox 35">
            <a:extLst>
              <a:ext uri="{FF2B5EF4-FFF2-40B4-BE49-F238E27FC236}">
                <a16:creationId xmlns:a16="http://schemas.microsoft.com/office/drawing/2014/main" id="{B5AA9EA7-4B0A-317C-3F3B-CCFB3F71BDFE}"/>
              </a:ext>
            </a:extLst>
          </p:cNvPr>
          <p:cNvSpPr txBox="1"/>
          <p:nvPr/>
        </p:nvSpPr>
        <p:spPr>
          <a:xfrm>
            <a:off x="7157158" y="3406653"/>
            <a:ext cx="570089" cy="230832"/>
          </a:xfrm>
          <a:prstGeom prst="rect">
            <a:avLst/>
          </a:prstGeom>
          <a:noFill/>
        </p:spPr>
        <p:txBody>
          <a:bodyPr wrap="square" rtlCol="0">
            <a:spAutoFit/>
          </a:bodyPr>
          <a:lstStyle/>
          <a:p>
            <a:pPr algn="ctr"/>
            <a:r>
              <a:rPr lang="en-US" sz="900" dirty="0"/>
              <a:t>91</a:t>
            </a:r>
          </a:p>
        </p:txBody>
      </p:sp>
      <p:sp>
        <p:nvSpPr>
          <p:cNvPr id="37" name="TextBox 36">
            <a:extLst>
              <a:ext uri="{FF2B5EF4-FFF2-40B4-BE49-F238E27FC236}">
                <a16:creationId xmlns:a16="http://schemas.microsoft.com/office/drawing/2014/main" id="{D74BEE26-4ABC-286E-DC73-03401212B02A}"/>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BDEC65D8-BC8F-6C24-EE70-9E6AFACC16BD}"/>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0FB70F9A-42A3-0C0E-B73C-5C87CF598497}"/>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0ED2E0ED-F364-B012-15C8-F5F8D36875FA}"/>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21AAD931-4569-899F-9613-6C71F9AAA593}"/>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6EADE401-C979-9EA6-1CF7-87E0917A5D67}"/>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76BC7044-6FA3-CD0B-E424-5B2F9EB03F9A}"/>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6A072D35-9DF1-6B3B-A301-147C8BF2B4C6}"/>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8B1D5789-D6D2-AADB-8EC4-93E69FD64BDE}"/>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D72AF4EA-93A7-338F-DBB5-88AF0625A002}"/>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5CBF060B-8F46-077F-31E6-19E31D82B7A1}"/>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BEAF89B0-6397-F9F0-E7CE-3EFF02C40563}"/>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25353810-0BD8-D04C-DB96-421EAFC14A7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8FFA5C6D-9EB0-C8BC-8833-1BA4CF9BF2FF}"/>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237D5519-4894-7DBA-2F36-322B3BFC0CF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903CF7F-805D-387D-2465-C114668B9560}"/>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F0A1737-F09A-D995-E0BB-A829F5EA6FA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DA1F191-1C43-C208-062C-22A99519D21A}"/>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8D80FF36-84CD-6639-01AD-06B6A26D967D}"/>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6AC35CAD-FF92-51BA-12A9-1CFD5F949D41}"/>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48B6DEB3-04BA-E3D9-7DBC-98B1A16A9AC6}"/>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Tree>
    <p:extLst>
      <p:ext uri="{BB962C8B-B14F-4D97-AF65-F5344CB8AC3E}">
        <p14:creationId xmlns:p14="http://schemas.microsoft.com/office/powerpoint/2010/main" val="250697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F4529-4125-941D-9A3E-5C3016E0E02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6C7A86-5A3F-4B4C-84A3-57C0C76C0410}"/>
              </a:ext>
            </a:extLst>
          </p:cNvPr>
          <p:cNvSpPr>
            <a:spLocks noGrp="1"/>
          </p:cNvSpPr>
          <p:nvPr>
            <p:ph sz="half" idx="1"/>
          </p:nvPr>
        </p:nvSpPr>
        <p:spPr/>
        <p:txBody>
          <a:bodyPr/>
          <a:lstStyle/>
          <a:p>
            <a:r>
              <a:rPr lang="en-US" dirty="0"/>
              <a:t>Complete Column 7.</a:t>
            </a:r>
          </a:p>
        </p:txBody>
      </p:sp>
      <p:pic>
        <p:nvPicPr>
          <p:cNvPr id="4" name="Picture 3" descr="A grid of sudoku puzzle&#10;&#10;Description automatically generated">
            <a:extLst>
              <a:ext uri="{FF2B5EF4-FFF2-40B4-BE49-F238E27FC236}">
                <a16:creationId xmlns:a16="http://schemas.microsoft.com/office/drawing/2014/main" id="{425B55CE-7B0C-6B00-12F4-44BB74847A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1F102F-F1AE-08FD-6052-D636EF3B805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564093-649A-7A98-3AEE-77A8EEA9178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1DB5F4A-AE2B-444F-5625-95975640C2F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31864ED-E7F8-4A82-B5C1-0706155B5D87}"/>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7454A928-0065-52A0-0A84-E3A9BFDBFC7B}"/>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6F3A618B-BE68-F6ED-E640-F2ACC4006D48}"/>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DD5D00A8-838D-B22E-2987-703906513F46}"/>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F718EDEF-24E7-EC99-0C60-ACC7CF508F86}"/>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D625D796-A48B-9231-4810-80F88C168AB9}"/>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F53B883A-6BC0-C926-5897-431C31A763B4}"/>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9EB88DDF-3977-AEAD-71D8-70C33524D01D}"/>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EA195CA0-B098-07ED-CD23-708363DCD8C2}"/>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FF968DD2-1330-3333-0B7C-7540CE9DEEB8}"/>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F65AD5CB-37EF-EB6B-350F-609CC6577DF6}"/>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0B451605-EA85-80B0-9C4A-C6FE6D39656D}"/>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983DAD4C-D435-981C-596E-A65C503C1D45}"/>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5B99D355-C455-1EE5-A604-D3C13A3C323F}"/>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2863BB23-9057-E5DB-6928-F1DAAC45294A}"/>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14B6089A-CF26-36CA-3C84-07ECC48071E3}"/>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3D86FC57-1119-C592-A947-E86F98A9B83F}"/>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0755AB1E-93DA-A98F-F17C-B5CA8A3F7557}"/>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41F1E8E9-DE0F-E65F-43EA-4144F09EF3D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4281CB43-C1D2-D442-4822-495BA3B6E84E}"/>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9227B141-506F-3DE5-F5C3-7C17FEB3CCEC}"/>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EDBD876B-FB11-EB7E-73EC-9AA9ED71742C}"/>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43362B4F-A395-90C8-FEED-B211C5FBC179}"/>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A271FE46-E493-E397-230C-E47DFE6708E8}"/>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5" name="TextBox 34">
            <a:extLst>
              <a:ext uri="{FF2B5EF4-FFF2-40B4-BE49-F238E27FC236}">
                <a16:creationId xmlns:a16="http://schemas.microsoft.com/office/drawing/2014/main" id="{D5B21FA1-D06C-F63D-D803-09BE466A80A9}"/>
              </a:ext>
            </a:extLst>
          </p:cNvPr>
          <p:cNvSpPr txBox="1"/>
          <p:nvPr/>
        </p:nvSpPr>
        <p:spPr>
          <a:xfrm>
            <a:off x="6654802" y="3406653"/>
            <a:ext cx="570089" cy="230832"/>
          </a:xfrm>
          <a:prstGeom prst="rect">
            <a:avLst/>
          </a:prstGeom>
          <a:noFill/>
        </p:spPr>
        <p:txBody>
          <a:bodyPr wrap="square" rtlCol="0">
            <a:spAutoFit/>
          </a:bodyPr>
          <a:lstStyle/>
          <a:p>
            <a:pPr algn="ctr"/>
            <a:r>
              <a:rPr lang="en-US" sz="900" dirty="0"/>
              <a:t>19</a:t>
            </a:r>
          </a:p>
        </p:txBody>
      </p:sp>
      <p:sp>
        <p:nvSpPr>
          <p:cNvPr id="36" name="TextBox 35">
            <a:extLst>
              <a:ext uri="{FF2B5EF4-FFF2-40B4-BE49-F238E27FC236}">
                <a16:creationId xmlns:a16="http://schemas.microsoft.com/office/drawing/2014/main" id="{CCA37481-C8F0-0418-1AB4-4E21F83646D9}"/>
              </a:ext>
            </a:extLst>
          </p:cNvPr>
          <p:cNvSpPr txBox="1"/>
          <p:nvPr/>
        </p:nvSpPr>
        <p:spPr>
          <a:xfrm>
            <a:off x="7157158" y="3406653"/>
            <a:ext cx="570089" cy="230832"/>
          </a:xfrm>
          <a:prstGeom prst="rect">
            <a:avLst/>
          </a:prstGeom>
          <a:noFill/>
        </p:spPr>
        <p:txBody>
          <a:bodyPr wrap="square" rtlCol="0">
            <a:spAutoFit/>
          </a:bodyPr>
          <a:lstStyle/>
          <a:p>
            <a:pPr algn="ctr"/>
            <a:r>
              <a:rPr lang="en-US" sz="900" dirty="0"/>
              <a:t>91</a:t>
            </a:r>
          </a:p>
        </p:txBody>
      </p:sp>
      <p:sp>
        <p:nvSpPr>
          <p:cNvPr id="37" name="TextBox 36">
            <a:extLst>
              <a:ext uri="{FF2B5EF4-FFF2-40B4-BE49-F238E27FC236}">
                <a16:creationId xmlns:a16="http://schemas.microsoft.com/office/drawing/2014/main" id="{D5F456A4-A30E-162B-AC18-C38AAA4B4145}"/>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95BBCE23-4948-0AF2-CBC5-C0F0C7461E45}"/>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12ADBBBC-F45B-1744-DF59-01D4F042C2DC}"/>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7D5E820C-6758-6B41-60D1-EB143DADB2C7}"/>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B1D758EC-43C6-CD43-08E7-5AED6EBA251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25CD013B-6C1B-B8CC-E617-13E7439B2D41}"/>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374CE2F9-A8FF-7938-04BA-86F3CFC2AC86}"/>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0906590E-4FFC-3BC1-968E-50235F85A788}"/>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983728B3-D3DF-76F0-B015-A22910DCDEAF}"/>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D63907F9-C87A-8521-A205-BA6F2550D759}"/>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39893684-277F-B9FB-76DA-497A657A5778}"/>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A89C4D2-B86A-DA33-C5BB-83CA491550CE}"/>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4208A1E5-D19C-1604-F013-3170DA9EFE5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0860069D-B04C-A21E-1FE3-31D740FAF756}"/>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B5132D0E-604D-4FF4-48B4-E9F72DCCB18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83E111B-C0B2-D08A-0937-DA8570EE15A2}"/>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971EEA6-7518-16C0-D337-8C0F14CD57DE}"/>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26326251-3723-B175-C979-ED2535758C80}"/>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4DE2EA16-0465-4D2D-15B4-9EFC0909512B}"/>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5FB5C0B7-B333-B980-8481-E1CFA25E219C}"/>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49F57982-6A35-21ED-8493-9453FAD0EC1F}"/>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8D2301B8-5579-ACDE-83CD-8B2B0B60C41F}"/>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048BA116-8F39-374F-1689-14B0C6F6BA67}"/>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Tree>
    <p:extLst>
      <p:ext uri="{BB962C8B-B14F-4D97-AF65-F5344CB8AC3E}">
        <p14:creationId xmlns:p14="http://schemas.microsoft.com/office/powerpoint/2010/main" val="21703678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A3BC5-AB53-5859-8A19-BC6EEFC6E5C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152173-7550-75FF-183C-F140D646D3AE}"/>
              </a:ext>
            </a:extLst>
          </p:cNvPr>
          <p:cNvSpPr>
            <a:spLocks noGrp="1"/>
          </p:cNvSpPr>
          <p:nvPr>
            <p:ph sz="half" idx="1"/>
          </p:nvPr>
        </p:nvSpPr>
        <p:spPr/>
        <p:txBody>
          <a:bodyPr/>
          <a:lstStyle/>
          <a:p>
            <a:r>
              <a:rPr lang="en-US" dirty="0"/>
              <a:t>In the lower right block, [12 in 3, no 4, 5, 7] could be 129 or 138. Both contain 1.</a:t>
            </a:r>
          </a:p>
        </p:txBody>
      </p:sp>
      <p:pic>
        <p:nvPicPr>
          <p:cNvPr id="4" name="Picture 3" descr="A grid of sudoku puzzle&#10;&#10;Description automatically generated">
            <a:extLst>
              <a:ext uri="{FF2B5EF4-FFF2-40B4-BE49-F238E27FC236}">
                <a16:creationId xmlns:a16="http://schemas.microsoft.com/office/drawing/2014/main" id="{64303F0E-C3A6-2CD5-4C26-669D71A284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36BC3F7-1456-BA46-20A2-095996E1FF9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524FDFD-E9C7-1804-39AD-207874F501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B77EED1-0923-70F1-5065-02ABEB5905C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CB46357-AB27-378E-8354-1D3397E5B644}"/>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636AD89F-E420-2D2C-006F-041DE2E4916D}"/>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E8760BDB-08C1-A124-57D5-153C9D0B28D3}"/>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24D184D7-30B0-4D2D-7D30-E7E421373AFD}"/>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74B647B2-7723-9B32-973A-A22710F3663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7E513966-9241-9B03-E82E-7B8FA1508056}"/>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1C1F960C-1DEC-1713-8BEE-1E7069B91FA4}"/>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4907A067-7F2C-88AB-5838-E1B66389F591}"/>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B723ADCE-4E8B-47FF-2528-772141BF0D62}"/>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3DC9BF7D-23C5-7559-B6F6-927576D9CD6D}"/>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4FD2F3BC-AD37-CB57-D971-3BC407F76DCE}"/>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C31ABC69-368B-4596-0366-23AA10813FEE}"/>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194574FD-DC81-56A1-5DD4-06F417FE6A1C}"/>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3610FD9F-7246-1A3A-1751-295F03AB1B10}"/>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A9A32EA8-4D95-8869-3FCA-77ACE78E1241}"/>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FCF329A4-9271-B2B0-3985-CE1F48C3337D}"/>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612B2D22-F08A-8A5B-F6DB-67EEFBA7AEE1}"/>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BD28DC73-D9CD-B074-9ABE-AC65A4ADBE1D}"/>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A6E4FCC3-3578-C43D-B25D-3DC0673829D4}"/>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69CEF489-9B74-35B4-0261-29EE0642A53F}"/>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7969977F-0850-F381-CC22-28FF0DA133A7}"/>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640F7698-9DF8-D85F-32A1-D790FB53936D}"/>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532BDB6D-9652-11FE-D446-78479EF327D3}"/>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1FE9AA69-0A65-E36B-221A-419873C7A574}"/>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7" name="TextBox 36">
            <a:extLst>
              <a:ext uri="{FF2B5EF4-FFF2-40B4-BE49-F238E27FC236}">
                <a16:creationId xmlns:a16="http://schemas.microsoft.com/office/drawing/2014/main" id="{E34A5485-369A-49C8-00DF-BFACAF58F3F2}"/>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68432C6E-EADE-6DDD-CBCB-A493E3471DEF}"/>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7BAF8C03-2E18-663D-F26D-1DAB787A7B06}"/>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9BD2FB3A-6D3D-D699-9B19-E1C3E54E2DA3}"/>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14790913-452F-8162-CF06-8611F1EEE96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31194340-500D-C3FE-8263-38E38DCEEF00}"/>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10163C73-8237-354D-FF9F-CBE1DF39D892}"/>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DDA4F6C2-B01A-1310-EA1C-1472C135A579}"/>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E4A7CCD2-F07B-33BF-61C9-EF4BA179A407}"/>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97DC2AD7-9750-1F46-0D0C-A08203280636}"/>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84F74906-2D23-D692-F5A4-6C27860580A8}"/>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B9A264C9-FF4B-6E18-AF0B-BF64C53121AF}"/>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047B7EC7-D67D-1F7D-F5E3-83B6BA014C4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0AFCB369-9710-8B6B-FCD0-F664BA3AF539}"/>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61B46055-2D10-4148-D78F-42C489E4193D}"/>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606B06D-39D0-D9DD-FB7B-961444CC623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4F4F1070-A71C-0443-C8AE-A0FCB7895A6D}"/>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02092A1-1250-454F-5BE6-8FD69E3EACC2}"/>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5F8A06F7-E935-D4E6-DC4B-423021A6A858}"/>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2E631351-0C75-310E-9F73-DEFC8BE25079}"/>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20AAD238-88DB-88AB-C65E-811D9AEF0B68}"/>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A4EB0949-3474-D259-D42C-9C0195C0AB3F}"/>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56B09D93-A6FB-59A2-9F7F-64C85FB7F3F7}"/>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1227C2F2-1E35-102E-1D63-019E8FFB86C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34AD7B3-DA48-21C4-390C-97A8C4B4D55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7091435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A4AC9-F261-39D6-7878-3A90730B83A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56C0CD-8B2E-725E-3F71-F59576BE1D42}"/>
              </a:ext>
            </a:extLst>
          </p:cNvPr>
          <p:cNvSpPr>
            <a:spLocks noGrp="1"/>
          </p:cNvSpPr>
          <p:nvPr>
            <p:ph sz="half" idx="1"/>
          </p:nvPr>
        </p:nvSpPr>
        <p:spPr/>
        <p:txBody>
          <a:bodyPr/>
          <a:lstStyle/>
          <a:p>
            <a:r>
              <a:rPr lang="en-US" dirty="0"/>
              <a:t>We now know that it must be 138. [17 in 3] must be 269.</a:t>
            </a:r>
          </a:p>
        </p:txBody>
      </p:sp>
      <p:pic>
        <p:nvPicPr>
          <p:cNvPr id="4" name="Picture 3" descr="A grid of sudoku puzzle&#10;&#10;Description automatically generated">
            <a:extLst>
              <a:ext uri="{FF2B5EF4-FFF2-40B4-BE49-F238E27FC236}">
                <a16:creationId xmlns:a16="http://schemas.microsoft.com/office/drawing/2014/main" id="{377552DA-3CC1-5C03-A3E0-A434991A7CE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40ADF9D-4FDA-7266-CFB7-302B4856E11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6F0CC74-D931-60FD-0995-B4428BCAE3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39C1E87-AD74-CAEF-2A88-CA0E3FD5326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5D1F9C4-DBA4-CB0C-5FC8-A88EF518BAF4}"/>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EFC97ED1-30EB-1D8B-DAE3-D4FE1764D1E6}"/>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93FF961D-6B12-2E33-AEB1-E2DA307461FE}"/>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32D7EA6F-2BB0-E668-6164-2C5E27124965}"/>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F50F47BB-DC84-D3A6-180F-77283A4E7810}"/>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4A65125D-941F-D32A-9532-5D69F27F389B}"/>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017CF198-6F11-DD6C-4FF6-6F2BC401078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4" name="TextBox 13">
            <a:extLst>
              <a:ext uri="{FF2B5EF4-FFF2-40B4-BE49-F238E27FC236}">
                <a16:creationId xmlns:a16="http://schemas.microsoft.com/office/drawing/2014/main" id="{5349D644-E4DF-2420-4869-22CE91BD6668}"/>
              </a:ext>
            </a:extLst>
          </p:cNvPr>
          <p:cNvSpPr txBox="1"/>
          <p:nvPr/>
        </p:nvSpPr>
        <p:spPr>
          <a:xfrm>
            <a:off x="6654802" y="2404765"/>
            <a:ext cx="570089" cy="230832"/>
          </a:xfrm>
          <a:prstGeom prst="rect">
            <a:avLst/>
          </a:prstGeom>
          <a:noFill/>
        </p:spPr>
        <p:txBody>
          <a:bodyPr wrap="square" rtlCol="0">
            <a:spAutoFit/>
          </a:bodyPr>
          <a:lstStyle/>
          <a:p>
            <a:pPr algn="ctr"/>
            <a:r>
              <a:rPr lang="en-US" sz="900" dirty="0"/>
              <a:t>35</a:t>
            </a:r>
          </a:p>
        </p:txBody>
      </p:sp>
      <p:sp>
        <p:nvSpPr>
          <p:cNvPr id="15" name="TextBox 14">
            <a:extLst>
              <a:ext uri="{FF2B5EF4-FFF2-40B4-BE49-F238E27FC236}">
                <a16:creationId xmlns:a16="http://schemas.microsoft.com/office/drawing/2014/main" id="{A22EFAC3-7E67-7672-A0AB-64474A3A2BEF}"/>
              </a:ext>
            </a:extLst>
          </p:cNvPr>
          <p:cNvSpPr txBox="1"/>
          <p:nvPr/>
        </p:nvSpPr>
        <p:spPr>
          <a:xfrm>
            <a:off x="7157158" y="2404765"/>
            <a:ext cx="570089" cy="230832"/>
          </a:xfrm>
          <a:prstGeom prst="rect">
            <a:avLst/>
          </a:prstGeom>
          <a:noFill/>
        </p:spPr>
        <p:txBody>
          <a:bodyPr wrap="square" rtlCol="0">
            <a:spAutoFit/>
          </a:bodyPr>
          <a:lstStyle/>
          <a:p>
            <a:pPr algn="ctr"/>
            <a:r>
              <a:rPr lang="en-US" sz="900" dirty="0"/>
              <a:t>53</a:t>
            </a:r>
          </a:p>
        </p:txBody>
      </p:sp>
      <p:sp>
        <p:nvSpPr>
          <p:cNvPr id="16" name="TextBox 15">
            <a:extLst>
              <a:ext uri="{FF2B5EF4-FFF2-40B4-BE49-F238E27FC236}">
                <a16:creationId xmlns:a16="http://schemas.microsoft.com/office/drawing/2014/main" id="{F20CEA6C-52C6-333C-4856-4E6177528ABF}"/>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4039F282-A392-73BE-FF48-50BD5C3FA167}"/>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D615C479-779C-7E39-EEFD-9C78C1449503}"/>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6EA3116D-9A0F-3CCC-AD8B-3FF6D8524C2B}"/>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7A9C1234-773A-3B0E-464A-88C5E1923352}"/>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73B6C0CF-A393-6A43-F3D2-8736361DDEAB}"/>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20BE1C0F-3637-2982-D0F8-DD17B878052B}"/>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04E563DE-1D2F-D691-EBEE-B1632B9C7063}"/>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5464CD2F-87CC-BB67-793A-5A7E71560CBF}"/>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CC07B082-75A1-5546-7B3C-7384D20588D3}"/>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2A0A99A6-AE28-E468-99C4-5ED90F749E8D}"/>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DEA82284-1480-C583-C78F-6F22FB5D313C}"/>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7E850EAE-3211-F02A-8641-6BFE123D2835}"/>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193CBAB9-53CC-BCEE-4B9A-1C895B6566A6}"/>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BA8AB58D-531B-F38B-8B51-C6F19C7C0E9F}"/>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7" name="TextBox 36">
            <a:extLst>
              <a:ext uri="{FF2B5EF4-FFF2-40B4-BE49-F238E27FC236}">
                <a16:creationId xmlns:a16="http://schemas.microsoft.com/office/drawing/2014/main" id="{11B06336-76A7-D737-43F0-B2DFC968A027}"/>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9B79871F-E8E2-8DE9-28D2-34EF89B61D03}"/>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9AD38F38-B5F9-D321-FB41-E60E83A0FF85}"/>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8E831126-0273-31E4-A3AE-6593362DB828}"/>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66F9E2D5-F1D6-161C-4FD4-F348EDC6B483}"/>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AF65C17C-86A5-937A-8E38-83B4F26F1813}"/>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B301B5BB-0C63-14EA-102C-389E669423A6}"/>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A6E25BA2-A8A9-FA63-F595-CF5AD00BDD70}"/>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4A0CDDF4-BDA3-50CF-0BC6-EFCA61B4E540}"/>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D11D35F9-0459-CA7B-9971-58BE31C2843F}"/>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BC43A80E-2291-6815-B776-E3634D8D0A2D}"/>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DCEF1AC4-3D96-6733-7FA7-92739241EEFC}"/>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548B0E9F-3AF2-5BD2-0FD6-B6CF99A23C62}"/>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1ADA0520-CE2A-3A56-3370-6C43FD36FE8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3C2A6A65-6EB0-2D55-A195-376D2A8C003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A8798ACC-DFA5-6CE2-2A57-2756D77C5F3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736808F-D07C-3737-5335-67A742781A87}"/>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0559589D-B686-EA16-1486-1EFF99A38B48}"/>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3B93EC89-EC79-5CFB-C9C9-2B1765619259}"/>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6103E5F8-B609-4956-0545-DDC9442F10A4}"/>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DF472EEE-CDCC-9365-0BD3-9FA5A108A9B8}"/>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8387D2DD-7A30-FBB3-2176-DFA62E66C423}"/>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87025B45-889E-EE88-8283-080768E2E19F}"/>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273A9260-8E0C-BB49-B1FB-FB6C88573994}"/>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8BD7734A-9C16-7839-8EB9-10B382DF52B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657B423C-52DE-AF81-6920-D319F3D6FFB9}"/>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50A3B822-8C87-94CA-7DD0-A8595CC3939B}"/>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FC261EB9-6F62-28AB-52E3-DA25F6BB9271}"/>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643482A7-8EB0-5AA6-126A-3CA0ECCBF5D4}"/>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BA498124-6680-9DDE-D685-940299772D50}"/>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AE495325-D801-9DEA-92F9-451FA50A5720}"/>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Tree>
    <p:extLst>
      <p:ext uri="{BB962C8B-B14F-4D97-AF65-F5344CB8AC3E}">
        <p14:creationId xmlns:p14="http://schemas.microsoft.com/office/powerpoint/2010/main" val="1561917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3DDAB-B02D-36B4-FBBE-BD97D0D872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1AFFD9-976A-C461-2204-1A634680EFE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DAA34B8-43A5-8307-28CB-EF21A9BD012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62C34E0-D1C0-4D61-8F86-70EDA59064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FDE7EEF-8C85-61C6-8623-9E52C9A963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F48BD8-E7CA-80FC-C67E-4E56CF7F363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AEA1ABD-FC58-228C-3B40-3317F2582DDF}"/>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FE656DD0-488A-67A8-054C-9355D582E35C}"/>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3F0F7767-FFA0-2920-02AE-6024945D22F2}"/>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8F12332A-E74B-2D85-22E4-7897CF33B206}"/>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51B265C9-5B59-BF97-4898-9667CEC23290}"/>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E13C3E8C-D53D-3B25-7DE0-B17B048305C0}"/>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D9F4AB21-603F-B2B0-9BD4-AE7B0BF08BF4}"/>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6" name="TextBox 15">
            <a:extLst>
              <a:ext uri="{FF2B5EF4-FFF2-40B4-BE49-F238E27FC236}">
                <a16:creationId xmlns:a16="http://schemas.microsoft.com/office/drawing/2014/main" id="{EE70CF21-00F3-C986-9519-67A4C5981D7A}"/>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8F57AFF2-BAF2-AC42-4C31-246807D57ECE}"/>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BE4480DC-9781-674C-FFDF-AB7BA579D2C0}"/>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C8D30DED-9D2B-1CEC-2DFC-16F716E9EE93}"/>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F8DD6708-96E2-54AE-1A3E-4FF707838F84}"/>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700E243F-A799-B889-D7CE-A6444D63644D}"/>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1A156CFD-002F-F3D0-EDDE-B688A49FA00A}"/>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F85431AF-047A-3EBD-AA4A-A3D707BFB11C}"/>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4D269C59-7FD9-567A-2B4F-8A54078E2AC6}"/>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55F1850F-C5A0-6F25-9A90-02CE14A81F3C}"/>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656289B2-8F5D-2D48-2CC3-F14C00D4D343}"/>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DA90EC8E-A5DF-A228-1425-984CCE82B50B}"/>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437793B1-54AF-077A-B2BF-33B6279EEC4A}"/>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80E0D567-8046-E1B6-5151-E64C75B596B2}"/>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2E78A74F-4585-232F-9B4E-BFB55FC31D0F}"/>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7" name="TextBox 36">
            <a:extLst>
              <a:ext uri="{FF2B5EF4-FFF2-40B4-BE49-F238E27FC236}">
                <a16:creationId xmlns:a16="http://schemas.microsoft.com/office/drawing/2014/main" id="{D75E3C40-BC3D-75F6-34CA-9BDF6B2A6BCB}"/>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031A28EF-63AC-188C-C598-C9547F1686AD}"/>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1506AAB7-D7CC-8D7F-B93E-4CF8755DC994}"/>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4022FF0F-6A29-0559-6A60-05650C68F98B}"/>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D9C0DE83-5551-A1E9-F788-EC95F663583C}"/>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BC5164F6-81EB-1C59-3A7E-487381B624E4}"/>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A239FCBC-6023-4838-F82B-7DDA1494E216}"/>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F67D4139-CC73-C789-EEBD-9AFBA661CF9A}"/>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F7F9BC66-4FBB-F6B0-FF59-DC70450DA14A}"/>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0CACA1C0-A4BE-864C-7089-68A5405E33E2}"/>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F6A94D9A-9C06-2BDC-F4B6-3F034E8B43EF}"/>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B5FB10D3-8FA7-9C5C-FF6C-A4D980CFFE38}"/>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0C7BAAD8-8EE6-3C0C-0577-4449CBF56EC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1569F754-AF59-35D5-E035-17D75CB2A112}"/>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C8F4EFAB-4090-7FAD-21FB-FE5F8D92911D}"/>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109E293-31EF-098C-8EB2-43B56B5765D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6BAC1D6-8F83-6B5B-A65E-1EC24C7A19D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277F2235-6540-26A1-C2F8-03CE48884A7B}"/>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3FA3047F-1B02-9009-5BDE-F8FB67B6630B}"/>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271CA41F-8AE7-A470-3A1E-206B6C9AF840}"/>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30202564-473A-7856-15F2-ACE5949EF48D}"/>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13CECD2F-AD3D-92E6-EAF0-185536018614}"/>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A9FC1C3A-4B95-4F3B-D993-18627080876C}"/>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D8516948-6257-6402-267A-78098A23D1C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F571A3D3-2F7A-1F1C-A760-BF5D931DD6BE}"/>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E6A5220A-04D2-C94F-44B3-B77BCFD7E1F4}"/>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2B50209B-67F3-01FB-623F-41566A1813C5}"/>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D324692C-3336-076A-E484-014EC33EA854}"/>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8F4A3F2E-76C3-E62E-6AB4-512066AA88E2}"/>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80642307-8A9F-EB7B-C076-D9F74D0694CF}"/>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01FCA06F-5308-A4F0-E4CE-8F50B27FAFC6}"/>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8DBCAE01-59EE-9DE8-5295-19C133659C26}"/>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EF2110AA-BDFD-8D06-CD66-2B8A9B60DE98}"/>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547113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B2EBE-3F45-F706-12BA-103AB696C6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94818B-78CE-CFFF-26BF-C1A96214F47D}"/>
              </a:ext>
            </a:extLst>
          </p:cNvPr>
          <p:cNvSpPr>
            <a:spLocks noGrp="1"/>
          </p:cNvSpPr>
          <p:nvPr>
            <p:ph sz="half" idx="1"/>
          </p:nvPr>
        </p:nvSpPr>
        <p:spPr/>
        <p:txBody>
          <a:bodyPr/>
          <a:lstStyle/>
          <a:p>
            <a:r>
              <a:rPr lang="en-US" dirty="0"/>
              <a:t>In Column 8, [15 in 3] is four of 2467, which sums to 19. 4 is the odd one out.</a:t>
            </a:r>
          </a:p>
        </p:txBody>
      </p:sp>
      <p:pic>
        <p:nvPicPr>
          <p:cNvPr id="4" name="Picture 3" descr="A grid of sudoku puzzle&#10;&#10;Description automatically generated">
            <a:extLst>
              <a:ext uri="{FF2B5EF4-FFF2-40B4-BE49-F238E27FC236}">
                <a16:creationId xmlns:a16="http://schemas.microsoft.com/office/drawing/2014/main" id="{E7F525E0-B70B-8CC6-FD4E-7C770A597C2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B7AA25C-BD50-23BD-ADF9-85A28D6E57D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A4E9F80-405A-3369-8D0A-2CEE926A4F8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C5EF0F-D6B9-AE1C-F7B3-DB18185CAC5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C540A06-71D7-4634-0D21-0327D235DA2A}"/>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8953C9E1-3B38-ABA5-E2B4-63B7705EE5F2}"/>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19826A91-CB4E-AC87-2E05-09891FCDF358}"/>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4023E608-310C-D1A6-F153-5C587C0ECCF1}"/>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BAFAE2BE-C3D5-E14D-7A10-D406CB81F939}"/>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4A7B3157-2E51-7BC8-AE09-4786B5EB74B6}"/>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EA45B7A2-2211-1346-7E0D-988BF0A07F88}"/>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6" name="TextBox 15">
            <a:extLst>
              <a:ext uri="{FF2B5EF4-FFF2-40B4-BE49-F238E27FC236}">
                <a16:creationId xmlns:a16="http://schemas.microsoft.com/office/drawing/2014/main" id="{157FBC1F-58A6-B373-30F1-B211C08BF481}"/>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5ACF4803-90F5-599A-7897-0EA0C2C8C001}"/>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8B10B519-1CEC-67F9-3ED4-43F2D85EA59C}"/>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2C10660A-268F-9680-51C7-DF183735A331}"/>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A8E85D4D-C106-4831-E6D5-D9D9376772E8}"/>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FAE4AB25-E25C-530B-E17F-4135E7377BCF}"/>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6A8FBA7E-E5B0-F52B-C43B-C0150997246A}"/>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4C8E3BE3-F64A-691E-137E-0552DA778D56}"/>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59C097C5-3EEE-1F49-538D-512DA85C0264}"/>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B567C6ED-A8F4-BF7E-F03A-389ACB8504DA}"/>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F424ADA0-A714-41EB-F342-D2500B21444F}"/>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309B442B-79C6-E755-70EE-80696030A0B4}"/>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1A3A3A48-ACC5-6B1B-BD01-89F8EA2738B5}"/>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E97501AA-F5C1-D5C9-0B80-DD3958D8D911}"/>
              </a:ext>
            </a:extLst>
          </p:cNvPr>
          <p:cNvSpPr txBox="1"/>
          <p:nvPr/>
        </p:nvSpPr>
        <p:spPr>
          <a:xfrm>
            <a:off x="6654802"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47</a:t>
            </a:r>
          </a:p>
        </p:txBody>
      </p:sp>
      <p:sp>
        <p:nvSpPr>
          <p:cNvPr id="34" name="TextBox 33">
            <a:extLst>
              <a:ext uri="{FF2B5EF4-FFF2-40B4-BE49-F238E27FC236}">
                <a16:creationId xmlns:a16="http://schemas.microsoft.com/office/drawing/2014/main" id="{2C2A0DC1-2383-BC5D-63D9-0D3B7276AF8E}"/>
              </a:ext>
            </a:extLst>
          </p:cNvPr>
          <p:cNvSpPr txBox="1"/>
          <p:nvPr/>
        </p:nvSpPr>
        <p:spPr>
          <a:xfrm>
            <a:off x="7157158" y="2905709"/>
            <a:ext cx="570089" cy="230832"/>
          </a:xfrm>
          <a:prstGeom prst="rect">
            <a:avLst/>
          </a:prstGeom>
          <a:solidFill>
            <a:schemeClr val="accent6">
              <a:lumMod val="20000"/>
              <a:lumOff val="80000"/>
            </a:schemeClr>
          </a:solidFill>
        </p:spPr>
        <p:txBody>
          <a:bodyPr wrap="square" rtlCol="0">
            <a:spAutoFit/>
          </a:bodyPr>
          <a:lstStyle/>
          <a:p>
            <a:pPr algn="ctr"/>
            <a:r>
              <a:rPr lang="en-US" sz="900" dirty="0"/>
              <a:t>74</a:t>
            </a:r>
          </a:p>
        </p:txBody>
      </p:sp>
      <p:sp>
        <p:nvSpPr>
          <p:cNvPr id="37" name="TextBox 36">
            <a:extLst>
              <a:ext uri="{FF2B5EF4-FFF2-40B4-BE49-F238E27FC236}">
                <a16:creationId xmlns:a16="http://schemas.microsoft.com/office/drawing/2014/main" id="{F3BCB03D-AC67-39DE-6A33-7CE0197FAA26}"/>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A13BFD22-BD2A-B774-6E2D-4BE547EA0C5A}"/>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EB4D65EC-77CB-8FFF-B09C-D461E661B220}"/>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1C9DAC20-C8FB-854E-F0DA-0EA774F7AEE0}"/>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87CBB42F-9EC6-EE5F-D082-4E1F77B3C3D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0668BB4F-8C9E-C975-53AF-34317F28C2FE}"/>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D3274DAD-AE82-6D10-7081-8142391618CE}"/>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15C521A5-37B2-B59D-6017-C84578317F19}"/>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BDCE4024-64B4-0B75-9E33-7CE478EF0466}"/>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059B0A56-A6F3-365D-3C54-00444C6B9A6C}"/>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7B5DC6D0-672A-3E55-0A55-D82D640D81AA}"/>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53CED81-971B-B7EB-192C-F241D7BCC70C}"/>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DA388075-C999-0402-5808-6D5A64C129C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20E617CB-BCBF-A743-A8D1-EE42D9941ECC}"/>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EFE2CAEC-4D44-84D6-74A3-F7269C4FEE6F}"/>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055FDE5-A10E-7FFA-DB1A-512544658AB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6A8D930-3D49-F967-0E61-DEF1CA1913E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26F3A6C9-0E02-4285-B302-7487A5ACB9D0}"/>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C965978D-1406-70BC-B08A-13E6F1A4E89D}"/>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AF81DEDB-BD9C-704B-AB81-6CF1C07B53F6}"/>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4BDCC516-993F-AF2D-7A93-FD28EA2C6111}"/>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8C178759-2592-1650-5685-6E870400236B}"/>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C5D28576-5301-A25D-8C89-FE2E960FB9A2}"/>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6189B938-12EE-29A2-32E0-443DFF350B4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1E1CF16-DC2F-D2FA-2AB4-934E6595DAF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C12D408D-08A7-BA47-1B55-16C42668D4C8}"/>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447E3741-6253-0F72-537A-861C2D298E3E}"/>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B5451159-0C1D-840D-9E02-3573A1EA25EC}"/>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83B02C64-EF6D-6D99-B96B-9CE5B4D04490}"/>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21B0A331-0451-01EF-0DAA-0F1F4E2B4978}"/>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76FFE08D-8859-8E84-A359-4A27CC69E85E}"/>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3F341DE0-3788-EE5A-3A94-24A7C52D2CDA}"/>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E7736F63-30B0-CF1A-F30F-9C34233668C7}"/>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37A0C71-39DE-EF5F-C356-444B3DD77952}"/>
              </a:ext>
            </a:extLst>
          </p:cNvPr>
          <p:cNvSpPr txBox="1"/>
          <p:nvPr/>
        </p:nvSpPr>
        <p:spPr>
          <a:xfrm>
            <a:off x="6654802" y="901933"/>
            <a:ext cx="570089" cy="230832"/>
          </a:xfrm>
          <a:prstGeom prst="rect">
            <a:avLst/>
          </a:prstGeom>
          <a:noFill/>
        </p:spPr>
        <p:txBody>
          <a:bodyPr wrap="square" rtlCol="0">
            <a:spAutoFit/>
          </a:bodyPr>
          <a:lstStyle/>
          <a:p>
            <a:pPr algn="ctr"/>
            <a:r>
              <a:rPr lang="en-US" sz="900" dirty="0"/>
              <a:t>267</a:t>
            </a:r>
          </a:p>
        </p:txBody>
      </p:sp>
      <p:sp>
        <p:nvSpPr>
          <p:cNvPr id="15" name="TextBox 14">
            <a:extLst>
              <a:ext uri="{FF2B5EF4-FFF2-40B4-BE49-F238E27FC236}">
                <a16:creationId xmlns:a16="http://schemas.microsoft.com/office/drawing/2014/main" id="{7C725A6B-6F91-4426-F09D-A3DF81C4ED4A}"/>
              </a:ext>
            </a:extLst>
          </p:cNvPr>
          <p:cNvSpPr txBox="1"/>
          <p:nvPr/>
        </p:nvSpPr>
        <p:spPr>
          <a:xfrm>
            <a:off x="6654802" y="1402877"/>
            <a:ext cx="570089" cy="230832"/>
          </a:xfrm>
          <a:prstGeom prst="rect">
            <a:avLst/>
          </a:prstGeom>
          <a:noFill/>
        </p:spPr>
        <p:txBody>
          <a:bodyPr wrap="square" rtlCol="0">
            <a:spAutoFit/>
          </a:bodyPr>
          <a:lstStyle/>
          <a:p>
            <a:pPr algn="ctr"/>
            <a:r>
              <a:rPr lang="en-US" sz="900" dirty="0"/>
              <a:t>267</a:t>
            </a:r>
          </a:p>
        </p:txBody>
      </p:sp>
      <p:sp>
        <p:nvSpPr>
          <p:cNvPr id="64" name="TextBox 63">
            <a:extLst>
              <a:ext uri="{FF2B5EF4-FFF2-40B4-BE49-F238E27FC236}">
                <a16:creationId xmlns:a16="http://schemas.microsoft.com/office/drawing/2014/main" id="{2FD47D75-1FF1-0DFD-1EF5-F85A5DB9BB64}"/>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Tree>
    <p:extLst>
      <p:ext uri="{BB962C8B-B14F-4D97-AF65-F5344CB8AC3E}">
        <p14:creationId xmlns:p14="http://schemas.microsoft.com/office/powerpoint/2010/main" val="744947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B0360-C6B6-3D4F-CA99-FD84A7D8472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E7EB8B-4B37-DA8C-047C-DA25C37B5B02}"/>
              </a:ext>
            </a:extLst>
          </p:cNvPr>
          <p:cNvSpPr>
            <a:spLocks noGrp="1"/>
          </p:cNvSpPr>
          <p:nvPr>
            <p:ph sz="half" idx="1"/>
          </p:nvPr>
        </p:nvSpPr>
        <p:spPr/>
        <p:txBody>
          <a:bodyPr/>
          <a:lstStyle/>
          <a:p>
            <a:r>
              <a:rPr lang="en-US" dirty="0"/>
              <a:t>Complete the upper right block.</a:t>
            </a:r>
          </a:p>
          <a:p>
            <a:r>
              <a:rPr lang="en-US" dirty="0"/>
              <a:t>Then, reduce.</a:t>
            </a:r>
          </a:p>
        </p:txBody>
      </p:sp>
      <p:pic>
        <p:nvPicPr>
          <p:cNvPr id="4" name="Picture 3" descr="A grid of sudoku puzzle&#10;&#10;Description automatically generated">
            <a:extLst>
              <a:ext uri="{FF2B5EF4-FFF2-40B4-BE49-F238E27FC236}">
                <a16:creationId xmlns:a16="http://schemas.microsoft.com/office/drawing/2014/main" id="{6816DD28-4005-613B-2F8F-9DCC5FC5BDF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98484C7-155A-C8DE-9DA1-35C02FADAC3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E787C03-B6B6-7384-485A-A146AD01ABC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836276A-3BDF-37F7-87F7-33D60C5E5FD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EE2E76C-5ECC-9F9F-9204-6A8C6D8C6C87}"/>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DEA5E371-F488-A3A2-CC66-E6258EC5806C}"/>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771F4E34-4900-C37A-6E15-4F824AF235C1}"/>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80BFB237-6C23-723B-CE0D-A4256228014F}"/>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2DD1A976-1532-0BA8-1622-286C28A8DAC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CE7DD450-8383-0DCF-01DD-724B2AECDE11}"/>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5A8ABAD0-2DD5-C0CD-FCA4-33C9A48DA8BB}"/>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6" name="TextBox 15">
            <a:extLst>
              <a:ext uri="{FF2B5EF4-FFF2-40B4-BE49-F238E27FC236}">
                <a16:creationId xmlns:a16="http://schemas.microsoft.com/office/drawing/2014/main" id="{66501F7D-C7D0-FD08-1FF0-EF15B4524E5F}"/>
              </a:ext>
            </a:extLst>
          </p:cNvPr>
          <p:cNvSpPr txBox="1"/>
          <p:nvPr/>
        </p:nvSpPr>
        <p:spPr>
          <a:xfrm>
            <a:off x="3640666" y="3406653"/>
            <a:ext cx="570089" cy="230832"/>
          </a:xfrm>
          <a:prstGeom prst="rect">
            <a:avLst/>
          </a:prstGeom>
          <a:noFill/>
        </p:spPr>
        <p:txBody>
          <a:bodyPr wrap="square" rtlCol="0">
            <a:spAutoFit/>
          </a:bodyPr>
          <a:lstStyle/>
          <a:p>
            <a:pPr algn="ctr"/>
            <a:r>
              <a:rPr lang="en-US" sz="900" dirty="0"/>
              <a:t>53</a:t>
            </a:r>
          </a:p>
        </p:txBody>
      </p:sp>
      <p:sp>
        <p:nvSpPr>
          <p:cNvPr id="17" name="TextBox 16">
            <a:extLst>
              <a:ext uri="{FF2B5EF4-FFF2-40B4-BE49-F238E27FC236}">
                <a16:creationId xmlns:a16="http://schemas.microsoft.com/office/drawing/2014/main" id="{9B1704AB-12D5-4963-5CCB-CDC0A8062E29}"/>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82E3F76D-6A25-E402-B95D-2D54ACE5F140}"/>
              </a:ext>
            </a:extLst>
          </p:cNvPr>
          <p:cNvSpPr txBox="1"/>
          <p:nvPr/>
        </p:nvSpPr>
        <p:spPr>
          <a:xfrm>
            <a:off x="3138310" y="3406653"/>
            <a:ext cx="570089" cy="230832"/>
          </a:xfrm>
          <a:prstGeom prst="rect">
            <a:avLst/>
          </a:prstGeom>
          <a:noFill/>
        </p:spPr>
        <p:txBody>
          <a:bodyPr wrap="square" rtlCol="0">
            <a:spAutoFit/>
          </a:bodyPr>
          <a:lstStyle/>
          <a:p>
            <a:pPr algn="ctr"/>
            <a:r>
              <a:rPr lang="en-US" sz="900" dirty="0"/>
              <a:t>35</a:t>
            </a:r>
          </a:p>
        </p:txBody>
      </p:sp>
      <p:sp>
        <p:nvSpPr>
          <p:cNvPr id="19" name="TextBox 18">
            <a:extLst>
              <a:ext uri="{FF2B5EF4-FFF2-40B4-BE49-F238E27FC236}">
                <a16:creationId xmlns:a16="http://schemas.microsoft.com/office/drawing/2014/main" id="{07061BA9-D5AE-5699-391B-93131AF213FE}"/>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58494315-E777-8983-71F3-E35B3EDD7884}"/>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C9C4043B-E57B-FD35-2350-6B133DD22A36}"/>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FEC3427A-9210-B2B1-2505-308E8E1F7DD4}"/>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8DECC185-81EC-9976-E158-427DBAC6E8DB}"/>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4" name="TextBox 23">
            <a:extLst>
              <a:ext uri="{FF2B5EF4-FFF2-40B4-BE49-F238E27FC236}">
                <a16:creationId xmlns:a16="http://schemas.microsoft.com/office/drawing/2014/main" id="{1FBB0291-73A1-A7B9-E5D2-EC6468C7AC05}"/>
              </a:ext>
            </a:extLst>
          </p:cNvPr>
          <p:cNvSpPr txBox="1"/>
          <p:nvPr/>
        </p:nvSpPr>
        <p:spPr>
          <a:xfrm>
            <a:off x="3640666" y="2905709"/>
            <a:ext cx="570089" cy="230832"/>
          </a:xfrm>
          <a:prstGeom prst="rect">
            <a:avLst/>
          </a:prstGeom>
          <a:noFill/>
        </p:spPr>
        <p:txBody>
          <a:bodyPr wrap="square" rtlCol="0">
            <a:spAutoFit/>
          </a:bodyPr>
          <a:lstStyle/>
          <a:p>
            <a:pPr algn="ctr"/>
            <a:r>
              <a:rPr lang="en-US" sz="900" dirty="0"/>
              <a:t>21</a:t>
            </a:r>
          </a:p>
        </p:txBody>
      </p:sp>
      <p:sp>
        <p:nvSpPr>
          <p:cNvPr id="25" name="TextBox 24">
            <a:extLst>
              <a:ext uri="{FF2B5EF4-FFF2-40B4-BE49-F238E27FC236}">
                <a16:creationId xmlns:a16="http://schemas.microsoft.com/office/drawing/2014/main" id="{8855BB18-B1A5-CFDB-FBB2-EEBD5BE9E65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a:t>
            </a:r>
          </a:p>
        </p:txBody>
      </p:sp>
      <p:sp>
        <p:nvSpPr>
          <p:cNvPr id="26" name="TextBox 25">
            <a:extLst>
              <a:ext uri="{FF2B5EF4-FFF2-40B4-BE49-F238E27FC236}">
                <a16:creationId xmlns:a16="http://schemas.microsoft.com/office/drawing/2014/main" id="{1DAF7484-6590-7062-E5A1-0C4C02258E8F}"/>
              </a:ext>
            </a:extLst>
          </p:cNvPr>
          <p:cNvSpPr txBox="1"/>
          <p:nvPr/>
        </p:nvSpPr>
        <p:spPr>
          <a:xfrm>
            <a:off x="3640666" y="2404765"/>
            <a:ext cx="570089" cy="230832"/>
          </a:xfrm>
          <a:prstGeom prst="rect">
            <a:avLst/>
          </a:prstGeom>
          <a:no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3BCAB283-4107-3E2E-FD7D-ABC80925C1ED}"/>
              </a:ext>
            </a:extLst>
          </p:cNvPr>
          <p:cNvSpPr txBox="1"/>
          <p:nvPr/>
        </p:nvSpPr>
        <p:spPr>
          <a:xfrm>
            <a:off x="3138310" y="2404765"/>
            <a:ext cx="570089" cy="230832"/>
          </a:xfrm>
          <a:prstGeom prst="rect">
            <a:avLst/>
          </a:prstGeom>
          <a:no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7B80191C-54B7-0587-43A3-0E735B5D6181}"/>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CEBC4D65-E307-1A0F-D6DD-9D776EB4C5E9}"/>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BD90305F-A8D3-7BEF-122D-E711DD909CDB}"/>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8B5F5DFA-B5C4-B5AA-67EB-B44462BA6A56}"/>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F96D0CEC-7F11-A019-D8A0-B16EFD437D8F}"/>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DB9076D1-2C24-9DF6-DE61-BDDCB6476AA1}"/>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BA3150C2-3044-38E2-D18E-F548ED5B6572}"/>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46CDFAA4-E357-FE2E-55FA-FC2AEA2F211A}"/>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629B0460-52D6-5377-0321-732303102A36}"/>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12F962B4-E2BC-BB13-B8DC-A0D3CC7C1252}"/>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7925371F-0F75-009A-F26E-FBB3E02F4737}"/>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A57BE573-276F-9A0E-C1CA-E6BA19BFD9ED}"/>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3449188C-475E-A6E2-09A3-BCBB9533F9A7}"/>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DF7B92E9-1F48-2B8A-C473-2E8C247384D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A276BAB3-B31C-A0D7-0701-9D8E561DF88C}"/>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02471343-9528-819D-3851-C13E131FE27E}"/>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E94D514-370B-D22E-B9DC-0155118C935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FAF06753-81B8-2026-C9D2-1CBD049CD3EB}"/>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25B769E6-4776-EFF5-767F-43BF1F18CB08}"/>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C0F98A5A-BA0A-4BE3-6384-D62A844C3BBD}"/>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DAC7709A-2FFA-5FD8-3852-1F2E9A27D784}"/>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3C8AA184-26EA-7395-66B2-6E588CF91BF9}"/>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1F0CC097-9D69-6624-D1DA-0A6B375B3239}"/>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EE55CA8B-DAE4-EA1C-90DC-22BB5A4F78DD}"/>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5D892D98-1B3F-A244-0380-EBB0740937A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9B4BADE-B392-C6C3-9004-2258CD1432D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1D2FEF56-1157-6C03-5E22-49BA4BF25231}"/>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96C21251-114B-E008-88BB-6CD961DF1680}"/>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88E1DB23-D540-F4C5-8696-1AFD733D964E}"/>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EDEB7B5-686D-8F5B-F778-11A8ECF7A81B}"/>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30C93D5A-EC28-3363-24E0-9F8BC2B493A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F697F360-5A82-12BB-BD1E-AEE0486EB2A8}"/>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D1C54ABC-7D39-0A81-A0AF-FB01C636DA14}"/>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0EF98416-D240-03ED-0038-1A3F3183C912}"/>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A82932CF-6491-0EED-8A7E-ED431400DE51}"/>
              </a:ext>
            </a:extLst>
          </p:cNvPr>
          <p:cNvSpPr txBox="1"/>
          <p:nvPr/>
        </p:nvSpPr>
        <p:spPr>
          <a:xfrm>
            <a:off x="6654802" y="901933"/>
            <a:ext cx="570089" cy="230832"/>
          </a:xfrm>
          <a:prstGeom prst="rect">
            <a:avLst/>
          </a:prstGeom>
          <a:noFill/>
        </p:spPr>
        <p:txBody>
          <a:bodyPr wrap="square" rtlCol="0">
            <a:spAutoFit/>
          </a:bodyPr>
          <a:lstStyle/>
          <a:p>
            <a:pPr algn="ctr"/>
            <a:r>
              <a:rPr lang="en-US" sz="900" dirty="0"/>
              <a:t>267</a:t>
            </a:r>
          </a:p>
        </p:txBody>
      </p:sp>
      <p:sp>
        <p:nvSpPr>
          <p:cNvPr id="15" name="TextBox 14">
            <a:extLst>
              <a:ext uri="{FF2B5EF4-FFF2-40B4-BE49-F238E27FC236}">
                <a16:creationId xmlns:a16="http://schemas.microsoft.com/office/drawing/2014/main" id="{4FAFDDBA-B5D7-FCCD-7FF6-2AC422326564}"/>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F111E8A7-8FC4-D62D-D3B7-E43CC1EC61D8}"/>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3D139BBE-048C-5843-D681-E1C0E803BB9C}"/>
              </a:ext>
            </a:extLst>
          </p:cNvPr>
          <p:cNvSpPr txBox="1"/>
          <p:nvPr/>
        </p:nvSpPr>
        <p:spPr>
          <a:xfrm>
            <a:off x="7157158" y="901933"/>
            <a:ext cx="570089" cy="230832"/>
          </a:xfrm>
          <a:prstGeom prst="rect">
            <a:avLst/>
          </a:prstGeom>
          <a:noFill/>
        </p:spPr>
        <p:txBody>
          <a:bodyPr wrap="square" rtlCol="0">
            <a:spAutoFit/>
          </a:bodyPr>
          <a:lstStyle/>
          <a:p>
            <a:pPr algn="ctr"/>
            <a:r>
              <a:rPr lang="en-US" sz="900" dirty="0"/>
              <a:t>458</a:t>
            </a:r>
          </a:p>
        </p:txBody>
      </p:sp>
      <p:sp>
        <p:nvSpPr>
          <p:cNvPr id="66" name="TextBox 65">
            <a:extLst>
              <a:ext uri="{FF2B5EF4-FFF2-40B4-BE49-F238E27FC236}">
                <a16:creationId xmlns:a16="http://schemas.microsoft.com/office/drawing/2014/main" id="{15C2AC38-7787-25CE-3394-5362222C1D5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ECB56D3F-CB1C-23EE-E40C-5C19380E173F}"/>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66477C3A-0B2B-2FEC-6345-C4E032725E3C}"/>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BA3D5B17-5C19-8DFC-F8EB-1764BB109C39}"/>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333336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EC870-3770-B0E2-8374-D076D26EEAB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9E72A1-3266-354A-FBB5-70788093F0F0}"/>
              </a:ext>
            </a:extLst>
          </p:cNvPr>
          <p:cNvSpPr>
            <a:spLocks noGrp="1"/>
          </p:cNvSpPr>
          <p:nvPr>
            <p:ph sz="half" idx="1"/>
          </p:nvPr>
        </p:nvSpPr>
        <p:spPr/>
        <p:txBody>
          <a:bodyPr/>
          <a:lstStyle/>
          <a:p>
            <a:r>
              <a:rPr lang="en-US" dirty="0"/>
              <a:t>In the left center block, the portion in Column 1 must sum to 11, and the portion on Column 2 must sum to 10. So, the 6 and 5 cannot be together in the same column, and the 12 aligns with the column sums.</a:t>
            </a:r>
          </a:p>
        </p:txBody>
      </p:sp>
      <p:pic>
        <p:nvPicPr>
          <p:cNvPr id="4" name="Picture 3" descr="A grid of sudoku puzzle&#10;&#10;Description automatically generated">
            <a:extLst>
              <a:ext uri="{FF2B5EF4-FFF2-40B4-BE49-F238E27FC236}">
                <a16:creationId xmlns:a16="http://schemas.microsoft.com/office/drawing/2014/main" id="{B5ADCC82-A2B0-7148-F7D7-43AF283946B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945C9B0-1F9A-F4F3-E245-230AADB1AA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1593AD3-1B17-7A4B-3025-F0B5BD9CA27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84A3168-7571-4DAD-99F6-3EE64D5C977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EB3D224-C945-8E7E-A990-1A7578BF811B}"/>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932C4437-35F9-8EA2-D9E1-C9F82CC9F045}"/>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D3CC84AB-AB03-F103-8ADD-F6E9950D0A02}"/>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FE994D70-1542-7A43-3E2E-44C587E0BA0B}"/>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FCAD2901-58A9-3F58-AA38-99DB243707A9}"/>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4CD7C9BC-EFC9-5DC4-D12E-7F5C10C6590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7B5B5613-F5A7-8AFF-2CE9-B4F214272968}"/>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6" name="TextBox 15">
            <a:extLst>
              <a:ext uri="{FF2B5EF4-FFF2-40B4-BE49-F238E27FC236}">
                <a16:creationId xmlns:a16="http://schemas.microsoft.com/office/drawing/2014/main" id="{99C00AF8-0AF9-B248-71BB-87886E1ABAB6}"/>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4DEFA442-5BE3-94F8-28CF-5C7B2FA1CD27}"/>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436EFF5E-D69D-BD2D-FDA4-DEE02F53FA2A}"/>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83DB7F5E-CF46-C7A1-4404-855046909668}"/>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025EF871-110B-F66A-3CC4-DD8D2ED48BD3}"/>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0C53B968-364D-45BF-D33E-5D06C8C0EA53}"/>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4045D488-B907-2E05-E0B9-452C7BD92FA6}"/>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8BB39D1E-00A8-7A14-8FEB-2B556FDDF435}"/>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FA78E4A8-8C01-74E0-B870-44AA8CF5D15C}"/>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CE69FC16-8031-2432-B5F6-37ECCF493CEF}"/>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CB3F1D4D-F319-6604-C22D-381B8EFC4DF3}"/>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269ADF63-58F5-5A16-87F9-70EE79D65282}"/>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C7C711AC-F6D9-FBA9-2CC1-EE02903BA0A4}"/>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B8816502-5767-2B2C-7A45-177F07D82042}"/>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FC3098BD-664F-9EBF-B409-31036920B166}"/>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8617BAE4-4603-357D-DD40-22EA9E85C3B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666B562F-A628-1ED3-31CF-F4B82AF8590B}"/>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A6029B76-1BA6-EEB4-7F36-6BC15609D1FC}"/>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AEBC0ABA-F9DE-57E1-499A-B3D29C1973D5}"/>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149BD229-8735-E724-69C6-832EA326B3E9}"/>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D0C26D77-E142-1DE4-DA0F-8E521CEB974B}"/>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08EB4DE5-BBE4-80F3-0482-91BDE3801EA2}"/>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02F7DFD4-1AF3-9C86-A10B-5A850A6D74C2}"/>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DBC6CE22-FD87-6192-3515-7CD57004C0E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8E6FF398-C12B-8F87-24E3-530E2FCA3C9C}"/>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D86C378B-602D-4879-53EA-39A63E16873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9F4E92E-4F99-C7F4-A388-6C2DB829335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28181E0F-9380-69A7-D1C9-7623B7B4643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40A562D-1ABE-0DD3-DC12-E643092E5194}"/>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82B1D06D-126D-0A44-C05C-6B4A471F0F40}"/>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6539BD24-88C6-C9BB-E1E3-A28A695FE7D9}"/>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870D04F9-7366-75EF-FB59-37D30A6CD3E3}"/>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A7212A66-27FA-1493-B53F-940A2658FFE8}"/>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A7A00084-E4F6-9A03-77D4-44119ADFF16E}"/>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77444A94-4420-61ED-4AC1-A0327654E7D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A235A29-377C-A24A-D42F-366A3B270CB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97588882-6989-9DE9-AE20-9A238251AF5E}"/>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CDED2C00-A650-BEFB-02BE-B7AFA0C0FFED}"/>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BFA8D37A-9943-E9C4-0153-BD4545E57913}"/>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5E231405-4E4C-8DE2-FDAE-25DEA0D80D21}"/>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ADEC654D-2543-2BF8-2043-73F13778E97D}"/>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7DAFC7DE-477F-6C78-6591-2B38E63EDDC6}"/>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E8865BE1-8C15-97EB-7DF0-3B4256E6EE1D}"/>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EFE7CA24-E6AF-7B03-8E29-4A42C2F5375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90CB6D11-A174-A9CA-31E8-AD93B2FBB9FF}"/>
              </a:ext>
            </a:extLst>
          </p:cNvPr>
          <p:cNvSpPr txBox="1"/>
          <p:nvPr/>
        </p:nvSpPr>
        <p:spPr>
          <a:xfrm>
            <a:off x="6654802" y="901933"/>
            <a:ext cx="570089" cy="230832"/>
          </a:xfrm>
          <a:prstGeom prst="rect">
            <a:avLst/>
          </a:prstGeom>
          <a:noFill/>
        </p:spPr>
        <p:txBody>
          <a:bodyPr wrap="square" rtlCol="0">
            <a:spAutoFit/>
          </a:bodyPr>
          <a:lstStyle/>
          <a:p>
            <a:pPr algn="ctr"/>
            <a:r>
              <a:rPr lang="en-US" sz="900" dirty="0"/>
              <a:t>267</a:t>
            </a:r>
          </a:p>
        </p:txBody>
      </p:sp>
      <p:sp>
        <p:nvSpPr>
          <p:cNvPr id="15" name="TextBox 14">
            <a:extLst>
              <a:ext uri="{FF2B5EF4-FFF2-40B4-BE49-F238E27FC236}">
                <a16:creationId xmlns:a16="http://schemas.microsoft.com/office/drawing/2014/main" id="{DB08B630-D877-A729-5455-D86B08DBAD98}"/>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7AFDDBCC-4D8C-A7FF-5270-CAABC32E8CF9}"/>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EEF00983-AEF1-034B-6DEA-244ADAB6E407}"/>
              </a:ext>
            </a:extLst>
          </p:cNvPr>
          <p:cNvSpPr txBox="1"/>
          <p:nvPr/>
        </p:nvSpPr>
        <p:spPr>
          <a:xfrm>
            <a:off x="7157158" y="901933"/>
            <a:ext cx="570089" cy="230832"/>
          </a:xfrm>
          <a:prstGeom prst="rect">
            <a:avLst/>
          </a:prstGeom>
          <a:noFill/>
        </p:spPr>
        <p:txBody>
          <a:bodyPr wrap="square" rtlCol="0">
            <a:spAutoFit/>
          </a:bodyPr>
          <a:lstStyle/>
          <a:p>
            <a:pPr algn="ctr"/>
            <a:r>
              <a:rPr lang="en-US" sz="900" dirty="0"/>
              <a:t>458</a:t>
            </a:r>
          </a:p>
        </p:txBody>
      </p:sp>
      <p:sp>
        <p:nvSpPr>
          <p:cNvPr id="66" name="TextBox 65">
            <a:extLst>
              <a:ext uri="{FF2B5EF4-FFF2-40B4-BE49-F238E27FC236}">
                <a16:creationId xmlns:a16="http://schemas.microsoft.com/office/drawing/2014/main" id="{47A2D211-F224-FFEB-B568-95693AEE2DB3}"/>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2B9C428F-D628-7EE8-178B-CCD9937D360C}"/>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005CC33A-488B-9A5C-67CD-A44C9E3CBFE1}"/>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1474D0B0-3DDE-93F4-2273-1F3EEF30A61C}"/>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985D9D14-A03B-CA13-E448-F668F2C3845F}"/>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E85684CF-5EE7-79CD-C6EA-72B614F1139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805406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9BDD-43F1-5AFA-CA6B-96AD4930CA1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071E01-1C17-BF59-EB19-8515A9FDE309}"/>
              </a:ext>
            </a:extLst>
          </p:cNvPr>
          <p:cNvSpPr>
            <a:spLocks noGrp="1"/>
          </p:cNvSpPr>
          <p:nvPr>
            <p:ph sz="half" idx="1"/>
          </p:nvPr>
        </p:nvSpPr>
        <p:spPr/>
        <p:txBody>
          <a:bodyPr>
            <a:normAutofit fontScale="92500"/>
          </a:bodyPr>
          <a:lstStyle/>
          <a:p>
            <a:r>
              <a:rPr lang="en-US" dirty="0"/>
              <a:t>In Column 1, there are two [17 in 3, no 2], which could be 179, 368 (forcing the middle to be 45), or 458 (forcing the middle to be 36). (359 and 467 are disallowed.) So, one of the two must be 179. It must be the top one. Were it the bottom one, 79 (and hence 1) would have to be at the top of Column 2, and the 1 would pose a conflict.</a:t>
            </a:r>
          </a:p>
        </p:txBody>
      </p:sp>
      <p:pic>
        <p:nvPicPr>
          <p:cNvPr id="4" name="Picture 3" descr="A grid of sudoku puzzle&#10;&#10;Description automatically generated">
            <a:extLst>
              <a:ext uri="{FF2B5EF4-FFF2-40B4-BE49-F238E27FC236}">
                <a16:creationId xmlns:a16="http://schemas.microsoft.com/office/drawing/2014/main" id="{3CB37323-CD16-FFED-D440-436C265A195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B08583C-06A2-95C6-B7FE-E6FCDB526F8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E75A0EB-602C-F4D0-2F60-0227E6457B2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B14C53F-4751-3B35-6F8F-84757BC3F17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B22697-4A2F-F9F4-0E22-DC85548AA650}"/>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8E3437FD-2A12-3E9E-FBD0-8B39015A99D1}"/>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8FD42E1F-DD9A-861B-1345-3FD78BD66712}"/>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00BEB17D-C550-8F45-0C90-92939A9144C2}"/>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41A4F3CC-402F-EA34-246F-339A9340A66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721ACE53-FD64-8E43-ABEC-522DE706A519}"/>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3F87D8A9-A5E4-234A-F2FF-64403BF1B8ED}"/>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6" name="TextBox 15">
            <a:extLst>
              <a:ext uri="{FF2B5EF4-FFF2-40B4-BE49-F238E27FC236}">
                <a16:creationId xmlns:a16="http://schemas.microsoft.com/office/drawing/2014/main" id="{86DED16F-021C-BD57-340C-35A9B44E0EB9}"/>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49E4EDCA-53D6-DB62-F40A-1053FC4C50BC}"/>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024D5045-5A78-32F9-89B4-C6A51B71ACBB}"/>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A82D6D0A-3287-4606-12E2-D996CE696C1A}"/>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9BF1E495-AAF2-328D-D320-C713A4A3F7CC}"/>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11DD3729-FAA4-030F-9B9C-20FC7A2EDDB1}"/>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A9BE9C96-1D4B-B18D-7C93-7F74802E7D5E}"/>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BCB225A1-D6DD-E2B9-A465-88909F6BFCE3}"/>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BA46C614-880E-278B-6C25-84C36B90AB5F}"/>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61DD57E5-66B2-CB39-FABF-AEC0217BE71F}"/>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500196A3-4D1C-A226-8526-A883B36A5076}"/>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BFE05EA2-BFB7-665D-1817-2751BBE1499F}"/>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90015FD9-76EA-9B99-0E7B-E1E73CEFFF0D}"/>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EDFEE681-94B5-1A3B-B43F-9991389653AD}"/>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779231BA-0EBF-0BE3-CC86-6A1286557AAC}"/>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7AC75957-69D4-6DD8-E801-C85AD6B89F3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73326838-875D-86CB-632F-574A68B9B87B}"/>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3735A7B3-72DB-4F27-DCA9-393361E45835}"/>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BE4558E5-5170-40AE-DF7C-D7EBD21D5E1F}"/>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54D68B8F-1F29-C274-3F29-EDD754DE5B85}"/>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083EEBBB-E93C-5FD3-0FD5-45BAE9C4046D}"/>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A9CF65AB-1A3F-1257-840A-08926D7A07CD}"/>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A9C5F4BD-7039-94BA-6A74-5E22925C1AEF}"/>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83526FF1-FBBB-80AA-7F10-644445E2CA4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77AC451B-80AB-5F7C-E5C6-BDB06BEC5323}"/>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3B637BF5-0FB0-1AF7-7E55-B77A89BC685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1DAC2481-D96C-E107-CF8A-69FC4CC83CB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15BB5F7-B503-9BE9-69D9-825D3BA52C8C}"/>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C5009323-9CAD-BE25-8665-5EC7FD8426CF}"/>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D3E22551-7FC6-2710-6EDD-7F76DD098118}"/>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FC5A60E5-9CCB-A4E4-B737-3D60C95A273F}"/>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C9069187-2FBF-3FB4-FC8C-DAB4FCEE1C48}"/>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55D4BAFC-1D30-79C8-D858-B88418A7C635}"/>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FA1E21BA-4277-9BAB-3C50-7F702FF598D1}"/>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D164222F-4889-51A4-361F-E250BA158BD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BCE0B1F-03DA-604D-CA69-51DB5EAE02B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ADF19658-BE0E-88AE-7165-75E4A4F72E8A}"/>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A0E12D4C-0207-05DF-51FD-1BD78EDD085B}"/>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8E9D9A52-FD96-0733-8635-1697CBB32FF3}"/>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FB79542D-5998-612F-7216-73CE14C20AF2}"/>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DA62727D-6241-F880-8D93-53237DB26D51}"/>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61534409-948D-2E9B-D247-E350D047E797}"/>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25847767-698A-201B-E9AC-631A7B843328}"/>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C2663BE-9924-8380-A1AA-A63DAED3F4C9}"/>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45D18929-BC16-0C41-5564-E0D75A9E089E}"/>
              </a:ext>
            </a:extLst>
          </p:cNvPr>
          <p:cNvSpPr txBox="1"/>
          <p:nvPr/>
        </p:nvSpPr>
        <p:spPr>
          <a:xfrm>
            <a:off x="6654802" y="901933"/>
            <a:ext cx="570089" cy="230832"/>
          </a:xfrm>
          <a:prstGeom prst="rect">
            <a:avLst/>
          </a:prstGeom>
          <a:noFill/>
        </p:spPr>
        <p:txBody>
          <a:bodyPr wrap="square" rtlCol="0">
            <a:spAutoFit/>
          </a:bodyPr>
          <a:lstStyle/>
          <a:p>
            <a:pPr algn="ctr"/>
            <a:r>
              <a:rPr lang="en-US" sz="900" dirty="0"/>
              <a:t>267</a:t>
            </a:r>
          </a:p>
        </p:txBody>
      </p:sp>
      <p:sp>
        <p:nvSpPr>
          <p:cNvPr id="15" name="TextBox 14">
            <a:extLst>
              <a:ext uri="{FF2B5EF4-FFF2-40B4-BE49-F238E27FC236}">
                <a16:creationId xmlns:a16="http://schemas.microsoft.com/office/drawing/2014/main" id="{7416310C-D33C-E1CE-980D-D80BA80F2B93}"/>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A25566D2-1709-D362-1BE9-0F7035A82EFF}"/>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C9B7659E-37D0-9E01-8F87-8077914CC256}"/>
              </a:ext>
            </a:extLst>
          </p:cNvPr>
          <p:cNvSpPr txBox="1"/>
          <p:nvPr/>
        </p:nvSpPr>
        <p:spPr>
          <a:xfrm>
            <a:off x="7157158" y="901933"/>
            <a:ext cx="570089" cy="230832"/>
          </a:xfrm>
          <a:prstGeom prst="rect">
            <a:avLst/>
          </a:prstGeom>
          <a:noFill/>
        </p:spPr>
        <p:txBody>
          <a:bodyPr wrap="square" rtlCol="0">
            <a:spAutoFit/>
          </a:bodyPr>
          <a:lstStyle/>
          <a:p>
            <a:pPr algn="ctr"/>
            <a:r>
              <a:rPr lang="en-US" sz="900" dirty="0"/>
              <a:t>458</a:t>
            </a:r>
          </a:p>
        </p:txBody>
      </p:sp>
      <p:sp>
        <p:nvSpPr>
          <p:cNvPr id="66" name="TextBox 65">
            <a:extLst>
              <a:ext uri="{FF2B5EF4-FFF2-40B4-BE49-F238E27FC236}">
                <a16:creationId xmlns:a16="http://schemas.microsoft.com/office/drawing/2014/main" id="{21C9B438-D1F5-AA03-434A-8E32A832F42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3138ADA3-038C-1E74-FE3F-DB1C21283744}"/>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567F169F-E02C-173D-9F52-4E28BC6A84EB}"/>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ECD7CA1-2BC7-560A-8A6F-9E7494D1FFFC}"/>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64DFAF91-B6AE-FFE3-A876-5437EBF57E8C}"/>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55561EF9-8E63-A040-EF5E-7973F36CC214}"/>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65909E3F-7358-BC25-7368-39F0F14E9A06}"/>
              </a:ext>
            </a:extLst>
          </p:cNvPr>
          <p:cNvSpPr txBox="1"/>
          <p:nvPr/>
        </p:nvSpPr>
        <p:spPr>
          <a:xfrm>
            <a:off x="3138310" y="901933"/>
            <a:ext cx="570089" cy="230832"/>
          </a:xfrm>
          <a:prstGeom prst="rect">
            <a:avLst/>
          </a:prstGeom>
          <a:noFill/>
        </p:spPr>
        <p:txBody>
          <a:bodyPr wrap="square" rtlCol="0">
            <a:spAutoFit/>
          </a:bodyPr>
          <a:lstStyle/>
          <a:p>
            <a:pPr algn="ctr"/>
            <a:r>
              <a:rPr lang="en-US" sz="900" dirty="0"/>
              <a:t>179</a:t>
            </a:r>
          </a:p>
        </p:txBody>
      </p:sp>
      <p:sp>
        <p:nvSpPr>
          <p:cNvPr id="25" name="TextBox 24">
            <a:extLst>
              <a:ext uri="{FF2B5EF4-FFF2-40B4-BE49-F238E27FC236}">
                <a16:creationId xmlns:a16="http://schemas.microsoft.com/office/drawing/2014/main" id="{67F2DA2D-559E-68F2-CB21-3CA716F48018}"/>
              </a:ext>
            </a:extLst>
          </p:cNvPr>
          <p:cNvSpPr txBox="1"/>
          <p:nvPr/>
        </p:nvSpPr>
        <p:spPr>
          <a:xfrm>
            <a:off x="3138310" y="1402877"/>
            <a:ext cx="570089" cy="230832"/>
          </a:xfrm>
          <a:prstGeom prst="rect">
            <a:avLst/>
          </a:prstGeom>
          <a:noFill/>
        </p:spPr>
        <p:txBody>
          <a:bodyPr wrap="square" rtlCol="0">
            <a:spAutoFit/>
          </a:bodyPr>
          <a:lstStyle/>
          <a:p>
            <a:pPr algn="ctr"/>
            <a:r>
              <a:rPr lang="en-US" sz="900" dirty="0"/>
              <a:t>179</a:t>
            </a:r>
          </a:p>
        </p:txBody>
      </p:sp>
      <p:sp>
        <p:nvSpPr>
          <p:cNvPr id="70" name="TextBox 69">
            <a:extLst>
              <a:ext uri="{FF2B5EF4-FFF2-40B4-BE49-F238E27FC236}">
                <a16:creationId xmlns:a16="http://schemas.microsoft.com/office/drawing/2014/main" id="{D555E4BC-386E-0A5D-9E39-FC48AF7C2FF2}"/>
              </a:ext>
            </a:extLst>
          </p:cNvPr>
          <p:cNvSpPr txBox="1"/>
          <p:nvPr/>
        </p:nvSpPr>
        <p:spPr>
          <a:xfrm>
            <a:off x="3138310" y="1903821"/>
            <a:ext cx="570089" cy="230832"/>
          </a:xfrm>
          <a:prstGeom prst="rect">
            <a:avLst/>
          </a:prstGeom>
          <a:noFill/>
        </p:spPr>
        <p:txBody>
          <a:bodyPr wrap="square" rtlCol="0">
            <a:spAutoFit/>
          </a:bodyPr>
          <a:lstStyle/>
          <a:p>
            <a:pPr algn="ctr"/>
            <a:r>
              <a:rPr lang="en-US" sz="900" dirty="0"/>
              <a:t>179</a:t>
            </a:r>
          </a:p>
        </p:txBody>
      </p:sp>
      <p:sp>
        <p:nvSpPr>
          <p:cNvPr id="71" name="TextBox 70">
            <a:extLst>
              <a:ext uri="{FF2B5EF4-FFF2-40B4-BE49-F238E27FC236}">
                <a16:creationId xmlns:a16="http://schemas.microsoft.com/office/drawing/2014/main" id="{5E4E37E8-8F61-7DF7-5817-A2DE031D2407}"/>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A556290C-3EAB-3449-FBEA-6EB3F9A32899}"/>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8C438AC5-DE95-142B-ED6D-4BA4359FDA31}"/>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Tree>
    <p:extLst>
      <p:ext uri="{BB962C8B-B14F-4D97-AF65-F5344CB8AC3E}">
        <p14:creationId xmlns:p14="http://schemas.microsoft.com/office/powerpoint/2010/main" val="125898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C819C-C690-815A-BF65-5D9DED1903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B7D1CF-1B51-A683-FAED-C1EA64D88DC3}"/>
              </a:ext>
            </a:extLst>
          </p:cNvPr>
          <p:cNvSpPr>
            <a:spLocks noGrp="1"/>
          </p:cNvSpPr>
          <p:nvPr>
            <p:ph sz="half" idx="1"/>
          </p:nvPr>
        </p:nvSpPr>
        <p:spPr/>
        <p:txBody>
          <a:bodyPr>
            <a:normAutofit/>
          </a:bodyPr>
          <a:lstStyle/>
          <a:p>
            <a:r>
              <a:rPr lang="en-US" dirty="0"/>
              <a:t>In Column 2, 79 (and hence 2) must be on the bottom.</a:t>
            </a:r>
          </a:p>
        </p:txBody>
      </p:sp>
      <p:pic>
        <p:nvPicPr>
          <p:cNvPr id="4" name="Picture 3" descr="A grid of sudoku puzzle&#10;&#10;Description automatically generated">
            <a:extLst>
              <a:ext uri="{FF2B5EF4-FFF2-40B4-BE49-F238E27FC236}">
                <a16:creationId xmlns:a16="http://schemas.microsoft.com/office/drawing/2014/main" id="{0E4F208D-7B77-372C-BB39-D0D60E1F184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52510A5-08E0-DBAA-6832-DA98C5C9EB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5D131BD-49E0-7912-71DC-DC05000D8C9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A69C004-D16E-6E3C-452C-EB99E65AC0A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E71A0B8-4FA6-42F5-4E1F-E89A1BCA8E54}"/>
              </a:ext>
            </a:extLst>
          </p:cNvPr>
          <p:cNvSpPr txBox="1"/>
          <p:nvPr/>
        </p:nvSpPr>
        <p:spPr>
          <a:xfrm>
            <a:off x="4143022" y="901933"/>
            <a:ext cx="570089" cy="230832"/>
          </a:xfrm>
          <a:prstGeom prst="rect">
            <a:avLst/>
          </a:prstGeom>
          <a:noFill/>
        </p:spPr>
        <p:txBody>
          <a:bodyPr wrap="square" rtlCol="0">
            <a:spAutoFit/>
          </a:bodyPr>
          <a:lstStyle/>
          <a:p>
            <a:pPr algn="ctr"/>
            <a:r>
              <a:rPr lang="en-US" sz="900" dirty="0"/>
              <a:t>12</a:t>
            </a:r>
          </a:p>
        </p:txBody>
      </p:sp>
      <p:sp>
        <p:nvSpPr>
          <p:cNvPr id="8" name="TextBox 7">
            <a:extLst>
              <a:ext uri="{FF2B5EF4-FFF2-40B4-BE49-F238E27FC236}">
                <a16:creationId xmlns:a16="http://schemas.microsoft.com/office/drawing/2014/main" id="{0D4FF876-3F87-718E-5E36-38B71A2911AE}"/>
              </a:ext>
            </a:extLst>
          </p:cNvPr>
          <p:cNvSpPr txBox="1"/>
          <p:nvPr/>
        </p:nvSpPr>
        <p:spPr>
          <a:xfrm>
            <a:off x="4645378" y="901933"/>
            <a:ext cx="570089" cy="230832"/>
          </a:xfrm>
          <a:prstGeom prst="rect">
            <a:avLst/>
          </a:prstGeom>
          <a:noFill/>
        </p:spPr>
        <p:txBody>
          <a:bodyPr wrap="square" rtlCol="0">
            <a:spAutoFit/>
          </a:bodyPr>
          <a:lstStyle/>
          <a:p>
            <a:pPr algn="ctr"/>
            <a:r>
              <a:rPr lang="en-US" sz="900" dirty="0"/>
              <a:t>43</a:t>
            </a:r>
          </a:p>
        </p:txBody>
      </p:sp>
      <p:sp>
        <p:nvSpPr>
          <p:cNvPr id="9" name="TextBox 8">
            <a:extLst>
              <a:ext uri="{FF2B5EF4-FFF2-40B4-BE49-F238E27FC236}">
                <a16:creationId xmlns:a16="http://schemas.microsoft.com/office/drawing/2014/main" id="{A68DC2AF-866C-C180-4285-E534038EC9AE}"/>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2CA27AA0-6CF8-D472-64A4-1DC7989E0C6B}"/>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2E436561-09DB-7D77-98EA-B7B3005D4222}"/>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D8986219-0D99-1CE8-5B19-3C3AB6DAB419}"/>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9ABF7D96-A545-5BAE-F101-DB494581234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6" name="TextBox 15">
            <a:extLst>
              <a:ext uri="{FF2B5EF4-FFF2-40B4-BE49-F238E27FC236}">
                <a16:creationId xmlns:a16="http://schemas.microsoft.com/office/drawing/2014/main" id="{45704CC7-D895-C156-273D-C2785C89BE10}"/>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681302DF-FF4D-4612-A054-224E3297B76E}"/>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B06D924E-A9B2-12AC-EBEF-965F71363493}"/>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8709B7F2-1E3E-44A6-F60D-3F95150873DF}"/>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a:t>
            </a:r>
          </a:p>
        </p:txBody>
      </p:sp>
      <p:sp>
        <p:nvSpPr>
          <p:cNvPr id="20" name="TextBox 19">
            <a:extLst>
              <a:ext uri="{FF2B5EF4-FFF2-40B4-BE49-F238E27FC236}">
                <a16:creationId xmlns:a16="http://schemas.microsoft.com/office/drawing/2014/main" id="{A675DB81-ADCD-FD5D-D3AD-EE3AF0C6E044}"/>
              </a:ext>
            </a:extLst>
          </p:cNvPr>
          <p:cNvSpPr txBox="1"/>
          <p:nvPr/>
        </p:nvSpPr>
        <p:spPr>
          <a:xfrm>
            <a:off x="4645378" y="3907597"/>
            <a:ext cx="570089" cy="230832"/>
          </a:xfrm>
          <a:prstGeom prst="rect">
            <a:avLst/>
          </a:prstGeom>
          <a:noFill/>
        </p:spPr>
        <p:txBody>
          <a:bodyPr wrap="square" rtlCol="0">
            <a:spAutoFit/>
          </a:bodyPr>
          <a:lstStyle/>
          <a:p>
            <a:pPr algn="ctr"/>
            <a:r>
              <a:rPr lang="en-US" sz="900" dirty="0"/>
              <a:t>6543</a:t>
            </a:r>
          </a:p>
        </p:txBody>
      </p:sp>
      <p:sp>
        <p:nvSpPr>
          <p:cNvPr id="21" name="TextBox 20">
            <a:extLst>
              <a:ext uri="{FF2B5EF4-FFF2-40B4-BE49-F238E27FC236}">
                <a16:creationId xmlns:a16="http://schemas.microsoft.com/office/drawing/2014/main" id="{F7BDF1E3-EDC6-6888-4B46-4D397A67F2E5}"/>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87E85F59-94C5-F2B7-0BA1-86F0B8608D93}"/>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713ED2CE-B622-9A5B-52BE-314C9B7A6684}"/>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7A196794-4C50-5A17-7F5E-2FC4690AAFEB}"/>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843DE23E-91D7-72D6-D124-3ABE6B2E5E6C}"/>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8552F0A1-CB93-E1BC-DC63-402A53006864}"/>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8F5850CC-E143-FC45-4095-C1C0F7E7055E}"/>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0AC8D782-62FB-7F4A-23D9-2F60DD50F817}"/>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761331FD-1333-4C44-DA99-F5806750AA21}"/>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1D41E371-CE5B-B10A-84E9-50184B6571ED}"/>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41" name="TextBox 40">
            <a:extLst>
              <a:ext uri="{FF2B5EF4-FFF2-40B4-BE49-F238E27FC236}">
                <a16:creationId xmlns:a16="http://schemas.microsoft.com/office/drawing/2014/main" id="{DB045E67-6A7C-270B-C215-2AA6B576430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23456</a:t>
            </a:r>
          </a:p>
        </p:txBody>
      </p:sp>
      <p:sp>
        <p:nvSpPr>
          <p:cNvPr id="42" name="TextBox 41">
            <a:extLst>
              <a:ext uri="{FF2B5EF4-FFF2-40B4-BE49-F238E27FC236}">
                <a16:creationId xmlns:a16="http://schemas.microsoft.com/office/drawing/2014/main" id="{984D0809-9984-9EA6-6914-DFB7FD3E25D0}"/>
              </a:ext>
            </a:extLst>
          </p:cNvPr>
          <p:cNvSpPr txBox="1"/>
          <p:nvPr/>
        </p:nvSpPr>
        <p:spPr>
          <a:xfrm>
            <a:off x="4645378" y="4909484"/>
            <a:ext cx="570089" cy="230832"/>
          </a:xfrm>
          <a:prstGeom prst="rect">
            <a:avLst/>
          </a:prstGeom>
          <a:noFill/>
        </p:spPr>
        <p:txBody>
          <a:bodyPr wrap="square" rtlCol="0">
            <a:spAutoFit/>
          </a:bodyPr>
          <a:lstStyle/>
          <a:p>
            <a:pPr algn="ctr"/>
            <a:r>
              <a:rPr lang="en-US" sz="900" dirty="0"/>
              <a:t>98765</a:t>
            </a:r>
          </a:p>
        </p:txBody>
      </p:sp>
      <p:sp>
        <p:nvSpPr>
          <p:cNvPr id="43" name="TextBox 42">
            <a:extLst>
              <a:ext uri="{FF2B5EF4-FFF2-40B4-BE49-F238E27FC236}">
                <a16:creationId xmlns:a16="http://schemas.microsoft.com/office/drawing/2014/main" id="{331F4AFE-3B35-D307-D52C-7D0C562D484F}"/>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ED782C9B-3ADA-A3BC-A079-B22A3378922A}"/>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067B9D85-FFFB-2C18-8DAD-7CAB1F5D5E69}"/>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7A40AD34-EF1A-8C0E-1400-F30E5776A55F}"/>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DB6402EC-13F5-F3F9-F610-6150F35BB80C}"/>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4B58E0F-AB7E-E197-CC99-C8E58970BA40}"/>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D3F9C701-A6D0-D543-08AE-EC20F877338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901BF860-BA6C-BF4A-022E-C8775C53C389}"/>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21B5D9B5-8E90-1842-B45C-E93F590BE88A}"/>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1DAE83B-50B9-C42D-8866-D9256684A39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F9E4C424-137F-D42A-9D79-539D70FB879F}"/>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68FE844-C920-E584-0688-988CECA53AF7}"/>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21B844DD-FDC0-54EA-2ED8-CEDB80FA8649}"/>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5BF01EC3-55DA-F9E0-FBD8-137E2BA3895B}"/>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E246EC63-0997-C924-8B82-70D64B54DD90}"/>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9C022C9F-C736-C42C-CB6A-C8B24AAA0D58}"/>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4AA90EBB-8DAD-5D58-7CC4-3394B641ACE4}"/>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A2229BE8-D00F-5F96-B2A8-807AD279FC5D}"/>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5D3BDB0-35AD-B61F-E7D3-ADB59EC0762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689CFEEB-9987-B3C3-BFBF-C64799295D7C}"/>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4765233B-E614-C50F-BB57-F3B435950EBF}"/>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EC4642B3-D44C-DFFC-0765-D08F7F21FCD2}"/>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2D311658-1503-F800-C7F1-82FC959CD454}"/>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8237E1A3-2424-674B-3655-50424D137405}"/>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6605EB28-21C5-E431-074A-96D515C48E35}"/>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7000E2F7-E4BD-F046-4043-B71AEFAE24E7}"/>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8EC9C543-6790-E99A-15D8-3A8C4F922B2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8EC2733D-04ED-CDC4-B0AB-EC83CC864541}"/>
              </a:ext>
            </a:extLst>
          </p:cNvPr>
          <p:cNvSpPr txBox="1"/>
          <p:nvPr/>
        </p:nvSpPr>
        <p:spPr>
          <a:xfrm>
            <a:off x="6654802" y="901933"/>
            <a:ext cx="570089" cy="230832"/>
          </a:xfrm>
          <a:prstGeom prst="rect">
            <a:avLst/>
          </a:prstGeom>
          <a:noFill/>
        </p:spPr>
        <p:txBody>
          <a:bodyPr wrap="square" rtlCol="0">
            <a:spAutoFit/>
          </a:bodyPr>
          <a:lstStyle/>
          <a:p>
            <a:pPr algn="ctr"/>
            <a:r>
              <a:rPr lang="en-US" sz="900" dirty="0"/>
              <a:t>267</a:t>
            </a:r>
          </a:p>
        </p:txBody>
      </p:sp>
      <p:sp>
        <p:nvSpPr>
          <p:cNvPr id="15" name="TextBox 14">
            <a:extLst>
              <a:ext uri="{FF2B5EF4-FFF2-40B4-BE49-F238E27FC236}">
                <a16:creationId xmlns:a16="http://schemas.microsoft.com/office/drawing/2014/main" id="{1F2DAA00-07F1-C364-B096-C55043EDB939}"/>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038248D4-1928-F9C0-FED1-B7031147553C}"/>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959A66E0-BE1E-4F79-48A3-94A365244C1C}"/>
              </a:ext>
            </a:extLst>
          </p:cNvPr>
          <p:cNvSpPr txBox="1"/>
          <p:nvPr/>
        </p:nvSpPr>
        <p:spPr>
          <a:xfrm>
            <a:off x="7157158" y="901933"/>
            <a:ext cx="570089" cy="230832"/>
          </a:xfrm>
          <a:prstGeom prst="rect">
            <a:avLst/>
          </a:prstGeom>
          <a:noFill/>
        </p:spPr>
        <p:txBody>
          <a:bodyPr wrap="square" rtlCol="0">
            <a:spAutoFit/>
          </a:bodyPr>
          <a:lstStyle/>
          <a:p>
            <a:pPr algn="ctr"/>
            <a:r>
              <a:rPr lang="en-US" sz="900" dirty="0"/>
              <a:t>458</a:t>
            </a:r>
          </a:p>
        </p:txBody>
      </p:sp>
      <p:sp>
        <p:nvSpPr>
          <p:cNvPr id="66" name="TextBox 65">
            <a:extLst>
              <a:ext uri="{FF2B5EF4-FFF2-40B4-BE49-F238E27FC236}">
                <a16:creationId xmlns:a16="http://schemas.microsoft.com/office/drawing/2014/main" id="{8689C253-9502-4A06-387C-3B3529AA8820}"/>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8F39C3A4-C2FA-3163-EEF0-D40C1FDAEFCE}"/>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2B886F08-DAED-88F7-2721-9D0750BAED4E}"/>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47E5D2C-976C-8720-0ED2-BADCFA70D3E0}"/>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6EE96BA1-9926-466B-1A80-5C57913536D1}"/>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69E28B5F-DE59-C52A-ACD2-0AE68A43722E}"/>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6694AA6-9369-47FC-D05B-9380868FD4C1}"/>
              </a:ext>
            </a:extLst>
          </p:cNvPr>
          <p:cNvSpPr txBox="1"/>
          <p:nvPr/>
        </p:nvSpPr>
        <p:spPr>
          <a:xfrm>
            <a:off x="3138310" y="901933"/>
            <a:ext cx="570089" cy="230832"/>
          </a:xfrm>
          <a:prstGeom prst="rect">
            <a:avLst/>
          </a:prstGeom>
          <a:noFill/>
        </p:spPr>
        <p:txBody>
          <a:bodyPr wrap="square" rtlCol="0">
            <a:spAutoFit/>
          </a:bodyPr>
          <a:lstStyle/>
          <a:p>
            <a:pPr algn="ctr"/>
            <a:r>
              <a:rPr lang="en-US" sz="900" dirty="0"/>
              <a:t>179</a:t>
            </a:r>
          </a:p>
        </p:txBody>
      </p:sp>
      <p:sp>
        <p:nvSpPr>
          <p:cNvPr id="25" name="TextBox 24">
            <a:extLst>
              <a:ext uri="{FF2B5EF4-FFF2-40B4-BE49-F238E27FC236}">
                <a16:creationId xmlns:a16="http://schemas.microsoft.com/office/drawing/2014/main" id="{A40A3B76-9EE7-C699-8F1C-CA9366C3DFD7}"/>
              </a:ext>
            </a:extLst>
          </p:cNvPr>
          <p:cNvSpPr txBox="1"/>
          <p:nvPr/>
        </p:nvSpPr>
        <p:spPr>
          <a:xfrm>
            <a:off x="3138310" y="1402877"/>
            <a:ext cx="570089" cy="230832"/>
          </a:xfrm>
          <a:prstGeom prst="rect">
            <a:avLst/>
          </a:prstGeom>
          <a:noFill/>
        </p:spPr>
        <p:txBody>
          <a:bodyPr wrap="square" rtlCol="0">
            <a:spAutoFit/>
          </a:bodyPr>
          <a:lstStyle/>
          <a:p>
            <a:pPr algn="ctr"/>
            <a:r>
              <a:rPr lang="en-US" sz="900" dirty="0"/>
              <a:t>179</a:t>
            </a:r>
          </a:p>
        </p:txBody>
      </p:sp>
      <p:sp>
        <p:nvSpPr>
          <p:cNvPr id="70" name="TextBox 69">
            <a:extLst>
              <a:ext uri="{FF2B5EF4-FFF2-40B4-BE49-F238E27FC236}">
                <a16:creationId xmlns:a16="http://schemas.microsoft.com/office/drawing/2014/main" id="{5F229314-4958-7C41-A78C-81348B60304D}"/>
              </a:ext>
            </a:extLst>
          </p:cNvPr>
          <p:cNvSpPr txBox="1"/>
          <p:nvPr/>
        </p:nvSpPr>
        <p:spPr>
          <a:xfrm>
            <a:off x="3138310" y="1903821"/>
            <a:ext cx="570089" cy="230832"/>
          </a:xfrm>
          <a:prstGeom prst="rect">
            <a:avLst/>
          </a:prstGeom>
          <a:noFill/>
        </p:spPr>
        <p:txBody>
          <a:bodyPr wrap="square" rtlCol="0">
            <a:spAutoFit/>
          </a:bodyPr>
          <a:lstStyle/>
          <a:p>
            <a:pPr algn="ctr"/>
            <a:r>
              <a:rPr lang="en-US" sz="900" dirty="0"/>
              <a:t>179</a:t>
            </a:r>
          </a:p>
        </p:txBody>
      </p:sp>
      <p:sp>
        <p:nvSpPr>
          <p:cNvPr id="71" name="TextBox 70">
            <a:extLst>
              <a:ext uri="{FF2B5EF4-FFF2-40B4-BE49-F238E27FC236}">
                <a16:creationId xmlns:a16="http://schemas.microsoft.com/office/drawing/2014/main" id="{27963D6A-84B3-5A37-4C9A-DE8295DF59E7}"/>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1AFFA4FF-91A8-C7D5-2172-7011382ECCD2}"/>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83BC6B5B-27B8-8D96-E772-8466E18DE006}"/>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
        <p:nvSpPr>
          <p:cNvPr id="74" name="TextBox 73">
            <a:extLst>
              <a:ext uri="{FF2B5EF4-FFF2-40B4-BE49-F238E27FC236}">
                <a16:creationId xmlns:a16="http://schemas.microsoft.com/office/drawing/2014/main" id="{88036DE0-E0A2-4037-FC64-72E74C82DB7D}"/>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2E3976FE-159B-B919-AAAB-19575159FF36}"/>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6EADD1D7-344B-B7EA-DE69-F673EE6D7422}"/>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Tree>
    <p:extLst>
      <p:ext uri="{BB962C8B-B14F-4D97-AF65-F5344CB8AC3E}">
        <p14:creationId xmlns:p14="http://schemas.microsoft.com/office/powerpoint/2010/main" val="227779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A1A1-28C1-BF28-E946-B5C018E1395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9EBAA6-1E0A-CB46-C078-F3DBA7E5E43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8A1345D-FF36-30AC-9612-196AD50EDC1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104EB62-A56C-2372-59EA-AB2B9EC6DBD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F5799F5-58AD-DC55-826E-5736498553E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198B6AE-099C-A7D2-D4F5-E5640343E30B}"/>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846858BF-2414-8071-8DA5-527E8FE17C57}"/>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a:t>
            </a:r>
          </a:p>
        </p:txBody>
      </p:sp>
      <p:sp>
        <p:nvSpPr>
          <p:cNvPr id="10" name="TextBox 9">
            <a:extLst>
              <a:ext uri="{FF2B5EF4-FFF2-40B4-BE49-F238E27FC236}">
                <a16:creationId xmlns:a16="http://schemas.microsoft.com/office/drawing/2014/main" id="{7DB63ADB-0FBD-42A8-5A25-C39A694B711D}"/>
              </a:ext>
            </a:extLst>
          </p:cNvPr>
          <p:cNvSpPr txBox="1"/>
          <p:nvPr/>
        </p:nvSpPr>
        <p:spPr>
          <a:xfrm>
            <a:off x="6152446" y="901933"/>
            <a:ext cx="570089" cy="230832"/>
          </a:xfrm>
          <a:prstGeom prst="rect">
            <a:avLst/>
          </a:prstGeom>
          <a:noFill/>
        </p:spPr>
        <p:txBody>
          <a:bodyPr wrap="square" rtlCol="0">
            <a:spAutoFit/>
          </a:bodyPr>
          <a:lstStyle/>
          <a:p>
            <a:pPr algn="ctr"/>
            <a:r>
              <a:rPr lang="en-US" sz="900" dirty="0"/>
              <a:t>13</a:t>
            </a:r>
          </a:p>
        </p:txBody>
      </p:sp>
      <p:sp>
        <p:nvSpPr>
          <p:cNvPr id="11" name="TextBox 10">
            <a:extLst>
              <a:ext uri="{FF2B5EF4-FFF2-40B4-BE49-F238E27FC236}">
                <a16:creationId xmlns:a16="http://schemas.microsoft.com/office/drawing/2014/main" id="{3148AA3C-6617-D4E4-0771-F968D5FD4C66}"/>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92276B12-C358-CEF0-67F9-9DFD2E6EE15C}"/>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83A2116A-231F-A49D-1D35-7A72BADC871F}"/>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6" name="TextBox 15">
            <a:extLst>
              <a:ext uri="{FF2B5EF4-FFF2-40B4-BE49-F238E27FC236}">
                <a16:creationId xmlns:a16="http://schemas.microsoft.com/office/drawing/2014/main" id="{0642F7CF-08B1-1BB7-09B8-3C6EC13DC1A7}"/>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9467D1A0-1C79-43A8-05F8-8E9E1A0AE210}"/>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308C9A37-3F5D-7C94-79B2-A663F48F8550}"/>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1B8426A7-E54D-533A-6AD4-C5811EB2D595}"/>
              </a:ext>
            </a:extLst>
          </p:cNvPr>
          <p:cNvSpPr txBox="1"/>
          <p:nvPr/>
        </p:nvSpPr>
        <p:spPr>
          <a:xfrm>
            <a:off x="4143022" y="3907597"/>
            <a:ext cx="570089" cy="230832"/>
          </a:xfrm>
          <a:prstGeom prst="rect">
            <a:avLst/>
          </a:prstGeom>
          <a:noFill/>
        </p:spPr>
        <p:txBody>
          <a:bodyPr wrap="square" rtlCol="0">
            <a:spAutoFit/>
          </a:bodyPr>
          <a:lstStyle/>
          <a:p>
            <a:pPr algn="ctr"/>
            <a:r>
              <a:rPr lang="en-US" sz="900" dirty="0"/>
              <a:t>134</a:t>
            </a:r>
          </a:p>
        </p:txBody>
      </p:sp>
      <p:sp>
        <p:nvSpPr>
          <p:cNvPr id="20" name="TextBox 19">
            <a:extLst>
              <a:ext uri="{FF2B5EF4-FFF2-40B4-BE49-F238E27FC236}">
                <a16:creationId xmlns:a16="http://schemas.microsoft.com/office/drawing/2014/main" id="{FA84BAC2-BD0F-CA85-D243-0623991E7165}"/>
              </a:ext>
            </a:extLst>
          </p:cNvPr>
          <p:cNvSpPr txBox="1"/>
          <p:nvPr/>
        </p:nvSpPr>
        <p:spPr>
          <a:xfrm>
            <a:off x="4645378" y="3907597"/>
            <a:ext cx="570089" cy="230832"/>
          </a:xfrm>
          <a:prstGeom prst="rect">
            <a:avLst/>
          </a:prstGeom>
          <a:noFill/>
        </p:spPr>
        <p:txBody>
          <a:bodyPr wrap="square" rtlCol="0">
            <a:spAutoFit/>
          </a:bodyPr>
          <a:lstStyle/>
          <a:p>
            <a:pPr algn="ctr"/>
            <a:r>
              <a:rPr lang="en-US" sz="900" dirty="0"/>
              <a:t>643</a:t>
            </a:r>
          </a:p>
        </p:txBody>
      </p:sp>
      <p:sp>
        <p:nvSpPr>
          <p:cNvPr id="21" name="TextBox 20">
            <a:extLst>
              <a:ext uri="{FF2B5EF4-FFF2-40B4-BE49-F238E27FC236}">
                <a16:creationId xmlns:a16="http://schemas.microsoft.com/office/drawing/2014/main" id="{21502CF9-3FB0-8F81-F319-5D9E72BC5C32}"/>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C731BAA2-B59F-9C83-10F0-96C018A35486}"/>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ECB5C810-0A96-56AB-BE1C-C738ABBA3AC8}"/>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FAB4EC6B-BF72-9B06-A279-EED907A2366E}"/>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F66289D9-3C3A-1DC1-4E98-A2E9347071B8}"/>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418DB7A1-DD46-63E9-E602-1E59A218405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A7520296-59E7-C358-B6A6-195D1AF141D7}"/>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38B65C90-86EF-5BB5-E8DD-919586AA251B}"/>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3456</a:t>
            </a:r>
          </a:p>
        </p:txBody>
      </p:sp>
      <p:sp>
        <p:nvSpPr>
          <p:cNvPr id="39" name="TextBox 38">
            <a:extLst>
              <a:ext uri="{FF2B5EF4-FFF2-40B4-BE49-F238E27FC236}">
                <a16:creationId xmlns:a16="http://schemas.microsoft.com/office/drawing/2014/main" id="{C23A3194-30ED-EF39-127B-B3E1B7E5C21B}"/>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6543</a:t>
            </a:r>
          </a:p>
        </p:txBody>
      </p:sp>
      <p:sp>
        <p:nvSpPr>
          <p:cNvPr id="40" name="TextBox 39">
            <a:extLst>
              <a:ext uri="{FF2B5EF4-FFF2-40B4-BE49-F238E27FC236}">
                <a16:creationId xmlns:a16="http://schemas.microsoft.com/office/drawing/2014/main" id="{0A969861-B1F9-39C3-025C-7B9511F3135C}"/>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13456</a:t>
            </a:r>
          </a:p>
        </p:txBody>
      </p:sp>
      <p:sp>
        <p:nvSpPr>
          <p:cNvPr id="41" name="TextBox 40">
            <a:extLst>
              <a:ext uri="{FF2B5EF4-FFF2-40B4-BE49-F238E27FC236}">
                <a16:creationId xmlns:a16="http://schemas.microsoft.com/office/drawing/2014/main" id="{0A195C03-2109-B253-3A72-D8197F5C6674}"/>
              </a:ext>
            </a:extLst>
          </p:cNvPr>
          <p:cNvSpPr txBox="1"/>
          <p:nvPr/>
        </p:nvSpPr>
        <p:spPr>
          <a:xfrm>
            <a:off x="4143022" y="4909484"/>
            <a:ext cx="570089" cy="230832"/>
          </a:xfrm>
          <a:prstGeom prst="rect">
            <a:avLst/>
          </a:prstGeom>
          <a:noFill/>
        </p:spPr>
        <p:txBody>
          <a:bodyPr wrap="square" rtlCol="0">
            <a:spAutoFit/>
          </a:bodyPr>
          <a:lstStyle/>
          <a:p>
            <a:pPr algn="ctr"/>
            <a:r>
              <a:rPr lang="en-US" sz="900" dirty="0"/>
              <a:t>3456</a:t>
            </a:r>
          </a:p>
        </p:txBody>
      </p:sp>
      <p:sp>
        <p:nvSpPr>
          <p:cNvPr id="42" name="TextBox 41">
            <a:extLst>
              <a:ext uri="{FF2B5EF4-FFF2-40B4-BE49-F238E27FC236}">
                <a16:creationId xmlns:a16="http://schemas.microsoft.com/office/drawing/2014/main" id="{6303E796-2447-59C9-0967-92EF6D3C7AC1}"/>
              </a:ext>
            </a:extLst>
          </p:cNvPr>
          <p:cNvSpPr txBox="1"/>
          <p:nvPr/>
        </p:nvSpPr>
        <p:spPr>
          <a:xfrm>
            <a:off x="4645378" y="4909484"/>
            <a:ext cx="570089" cy="230832"/>
          </a:xfrm>
          <a:prstGeom prst="rect">
            <a:avLst/>
          </a:prstGeom>
          <a:noFill/>
        </p:spPr>
        <p:txBody>
          <a:bodyPr wrap="square" rtlCol="0">
            <a:spAutoFit/>
          </a:bodyPr>
          <a:lstStyle/>
          <a:p>
            <a:pPr algn="ctr"/>
            <a:r>
              <a:rPr lang="en-US" sz="900" dirty="0"/>
              <a:t>8765</a:t>
            </a:r>
          </a:p>
        </p:txBody>
      </p:sp>
      <p:sp>
        <p:nvSpPr>
          <p:cNvPr id="43" name="TextBox 42">
            <a:extLst>
              <a:ext uri="{FF2B5EF4-FFF2-40B4-BE49-F238E27FC236}">
                <a16:creationId xmlns:a16="http://schemas.microsoft.com/office/drawing/2014/main" id="{57E35CE0-0AC5-F6CB-DA59-965CC9833503}"/>
              </a:ext>
            </a:extLst>
          </p:cNvPr>
          <p:cNvSpPr txBox="1"/>
          <p:nvPr/>
        </p:nvSpPr>
        <p:spPr>
          <a:xfrm>
            <a:off x="4645378" y="2905709"/>
            <a:ext cx="570089" cy="230832"/>
          </a:xfrm>
          <a:prstGeom prst="rect">
            <a:avLst/>
          </a:prstGeom>
          <a:noFill/>
        </p:spPr>
        <p:txBody>
          <a:bodyPr wrap="square" rtlCol="0">
            <a:spAutoFit/>
          </a:bodyPr>
          <a:lstStyle/>
          <a:p>
            <a:pPr algn="ctr"/>
            <a:r>
              <a:rPr lang="en-US" sz="900" dirty="0"/>
              <a:t>3568</a:t>
            </a:r>
          </a:p>
        </p:txBody>
      </p:sp>
      <p:sp>
        <p:nvSpPr>
          <p:cNvPr id="44" name="TextBox 43">
            <a:extLst>
              <a:ext uri="{FF2B5EF4-FFF2-40B4-BE49-F238E27FC236}">
                <a16:creationId xmlns:a16="http://schemas.microsoft.com/office/drawing/2014/main" id="{C2B5E962-E3F2-D2BD-A028-E712227B731B}"/>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0514F0DC-CB97-CC82-D921-5B242DEF0358}"/>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A71DE267-2131-6266-1A41-3E895A46ACFC}"/>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00212062-6E69-DC1C-8F13-C6EEB08EB51F}"/>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4ACC4FB3-D054-0F92-7550-2DFAE44ABD77}"/>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727646D0-5053-F009-5581-834C6FFFBC8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240870A8-1FF6-5218-5449-54A2219B169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B4283DDC-71FF-27DE-20D0-F480C03D215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6AA0EB12-7CA3-4E1F-D565-02494235CB2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301D2B2-7841-7771-9653-100B628EA1E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EE1A1AC-5227-99ED-4B42-844BA7EC0722}"/>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9B407237-ACA0-2E6C-E3D3-29BFF318775B}"/>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3044A751-27BB-7871-D34E-CA2BC1919557}"/>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1" name="TextBox 30">
            <a:extLst>
              <a:ext uri="{FF2B5EF4-FFF2-40B4-BE49-F238E27FC236}">
                <a16:creationId xmlns:a16="http://schemas.microsoft.com/office/drawing/2014/main" id="{1B3493D8-3A44-ABCB-4A97-FD63F862EBD9}"/>
              </a:ext>
            </a:extLst>
          </p:cNvPr>
          <p:cNvSpPr txBox="1"/>
          <p:nvPr/>
        </p:nvSpPr>
        <p:spPr>
          <a:xfrm>
            <a:off x="6152446" y="1402877"/>
            <a:ext cx="570089" cy="230832"/>
          </a:xfrm>
          <a:prstGeom prst="rect">
            <a:avLst/>
          </a:prstGeom>
          <a:noFill/>
        </p:spPr>
        <p:txBody>
          <a:bodyPr wrap="square" rtlCol="0">
            <a:spAutoFit/>
          </a:bodyPr>
          <a:lstStyle/>
          <a:p>
            <a:pPr algn="ctr"/>
            <a:r>
              <a:rPr lang="en-US" sz="900" dirty="0"/>
              <a:t>31</a:t>
            </a:r>
          </a:p>
        </p:txBody>
      </p:sp>
      <p:sp>
        <p:nvSpPr>
          <p:cNvPr id="32" name="TextBox 31">
            <a:extLst>
              <a:ext uri="{FF2B5EF4-FFF2-40B4-BE49-F238E27FC236}">
                <a16:creationId xmlns:a16="http://schemas.microsoft.com/office/drawing/2014/main" id="{FD9FFE27-187D-DBEE-E93F-4E8DAF7D5915}"/>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6708CD3B-29F5-F50B-C2F9-ADA20BC58C03}"/>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00F7D777-1F95-8CFE-A376-87D080F1ACF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637B6A0-8FAA-383E-1D54-157553F7168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DF5D7D99-23D1-BC55-F6A4-E2929C0FB263}"/>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D45C6AF4-D205-7A7E-9357-ECB228ECE04B}"/>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E62AFEB4-D408-12A9-F4E0-40E2940DFD91}"/>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2EBD5ACC-5940-C56B-8AA5-829090A663CE}"/>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5E83A62F-E2D7-E530-2097-784F4150EB5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A5907568-563F-200F-3A39-B345B013E054}"/>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8EBD4BCE-C68F-CD77-8610-278A6D108C1D}"/>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3572EA9-8FF3-930A-EF4B-0819701714C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B852F97F-ADB0-477D-0695-26FF1C2C61F8}"/>
              </a:ext>
            </a:extLst>
          </p:cNvPr>
          <p:cNvSpPr txBox="1"/>
          <p:nvPr/>
        </p:nvSpPr>
        <p:spPr>
          <a:xfrm>
            <a:off x="6654802" y="901933"/>
            <a:ext cx="570089" cy="230832"/>
          </a:xfrm>
          <a:prstGeom prst="rect">
            <a:avLst/>
          </a:prstGeom>
          <a:noFill/>
        </p:spPr>
        <p:txBody>
          <a:bodyPr wrap="square" rtlCol="0">
            <a:spAutoFit/>
          </a:bodyPr>
          <a:lstStyle/>
          <a:p>
            <a:pPr algn="ctr"/>
            <a:r>
              <a:rPr lang="en-US" sz="900" dirty="0"/>
              <a:t>267</a:t>
            </a:r>
          </a:p>
        </p:txBody>
      </p:sp>
      <p:sp>
        <p:nvSpPr>
          <p:cNvPr id="15" name="TextBox 14">
            <a:extLst>
              <a:ext uri="{FF2B5EF4-FFF2-40B4-BE49-F238E27FC236}">
                <a16:creationId xmlns:a16="http://schemas.microsoft.com/office/drawing/2014/main" id="{5E62F901-2972-5714-1D4A-D03FD623C4B0}"/>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60A4A53F-271F-E510-646D-F5BF19A65F2F}"/>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F2400475-B3C5-4E09-21C8-58F01871DD8C}"/>
              </a:ext>
            </a:extLst>
          </p:cNvPr>
          <p:cNvSpPr txBox="1"/>
          <p:nvPr/>
        </p:nvSpPr>
        <p:spPr>
          <a:xfrm>
            <a:off x="7157158" y="901933"/>
            <a:ext cx="570089" cy="230832"/>
          </a:xfrm>
          <a:prstGeom prst="rect">
            <a:avLst/>
          </a:prstGeom>
          <a:noFill/>
        </p:spPr>
        <p:txBody>
          <a:bodyPr wrap="square" rtlCol="0">
            <a:spAutoFit/>
          </a:bodyPr>
          <a:lstStyle/>
          <a:p>
            <a:pPr algn="ctr"/>
            <a:r>
              <a:rPr lang="en-US" sz="900" dirty="0"/>
              <a:t>458</a:t>
            </a:r>
          </a:p>
        </p:txBody>
      </p:sp>
      <p:sp>
        <p:nvSpPr>
          <p:cNvPr id="66" name="TextBox 65">
            <a:extLst>
              <a:ext uri="{FF2B5EF4-FFF2-40B4-BE49-F238E27FC236}">
                <a16:creationId xmlns:a16="http://schemas.microsoft.com/office/drawing/2014/main" id="{662C465D-95F8-3678-3595-FB9F65B5478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598F95EC-7E4E-4FC8-ABA5-11A6269629A4}"/>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15F86AE3-36E0-EF40-903B-A69443DF0D8E}"/>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C412F4F6-3825-8348-DA71-5FA5DC0849F1}"/>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081C41D-AEDE-0524-3C02-8F7AE95FC78A}"/>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5327489-ACB7-1832-09CE-D81BBC2C6CB5}"/>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7E715233-9041-B439-B766-3DC439889654}"/>
              </a:ext>
            </a:extLst>
          </p:cNvPr>
          <p:cNvSpPr txBox="1"/>
          <p:nvPr/>
        </p:nvSpPr>
        <p:spPr>
          <a:xfrm>
            <a:off x="3138310" y="901933"/>
            <a:ext cx="570089" cy="230832"/>
          </a:xfrm>
          <a:prstGeom prst="rect">
            <a:avLst/>
          </a:prstGeom>
          <a:noFill/>
        </p:spPr>
        <p:txBody>
          <a:bodyPr wrap="square" rtlCol="0">
            <a:spAutoFit/>
          </a:bodyPr>
          <a:lstStyle/>
          <a:p>
            <a:pPr algn="ctr"/>
            <a:r>
              <a:rPr lang="en-US" sz="900" dirty="0"/>
              <a:t>179</a:t>
            </a:r>
          </a:p>
        </p:txBody>
      </p:sp>
      <p:sp>
        <p:nvSpPr>
          <p:cNvPr id="70" name="TextBox 69">
            <a:extLst>
              <a:ext uri="{FF2B5EF4-FFF2-40B4-BE49-F238E27FC236}">
                <a16:creationId xmlns:a16="http://schemas.microsoft.com/office/drawing/2014/main" id="{97DF0F65-5856-6039-93DA-C45179B7391C}"/>
              </a:ext>
            </a:extLst>
          </p:cNvPr>
          <p:cNvSpPr txBox="1"/>
          <p:nvPr/>
        </p:nvSpPr>
        <p:spPr>
          <a:xfrm>
            <a:off x="3138310" y="1903821"/>
            <a:ext cx="570089" cy="230832"/>
          </a:xfrm>
          <a:prstGeom prst="rect">
            <a:avLst/>
          </a:prstGeom>
          <a:noFill/>
        </p:spPr>
        <p:txBody>
          <a:bodyPr wrap="square" rtlCol="0">
            <a:spAutoFit/>
          </a:bodyPr>
          <a:lstStyle/>
          <a:p>
            <a:pPr algn="ctr"/>
            <a:r>
              <a:rPr lang="en-US" sz="900" dirty="0"/>
              <a:t>179</a:t>
            </a:r>
          </a:p>
        </p:txBody>
      </p:sp>
      <p:sp>
        <p:nvSpPr>
          <p:cNvPr id="71" name="TextBox 70">
            <a:extLst>
              <a:ext uri="{FF2B5EF4-FFF2-40B4-BE49-F238E27FC236}">
                <a16:creationId xmlns:a16="http://schemas.microsoft.com/office/drawing/2014/main" id="{07B679BE-A416-1AC5-7390-20493B0C6E2E}"/>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229409D7-15EF-2FF2-2E2D-439FB1BA8E0D}"/>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0673D89B-BA7C-15D7-56D5-0337013563A0}"/>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
        <p:nvSpPr>
          <p:cNvPr id="74" name="TextBox 73">
            <a:extLst>
              <a:ext uri="{FF2B5EF4-FFF2-40B4-BE49-F238E27FC236}">
                <a16:creationId xmlns:a16="http://schemas.microsoft.com/office/drawing/2014/main" id="{5B4F2234-3525-FD6E-22AD-ECE841DADCA6}"/>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FAD755B6-D803-F77E-9B1C-6057F2E10502}"/>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425D0CE7-9558-572D-C065-BDED534DED24}"/>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DDCB8991-F992-30B7-D7AA-55E9B1735CD3}"/>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81093506-0AF4-B02B-B0B5-3373DF0F439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79" name="TextBox 78">
            <a:extLst>
              <a:ext uri="{FF2B5EF4-FFF2-40B4-BE49-F238E27FC236}">
                <a16:creationId xmlns:a16="http://schemas.microsoft.com/office/drawing/2014/main" id="{9C7D2397-2002-DD05-EBFA-675FC60FF67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10989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46A52-BE6E-83F7-745A-4A00936A43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E4D4E1-FC5B-7BA3-CA96-6145C98766C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6B98C3B-EF6D-2431-AE90-AECE639E07C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BC14B1-5938-1A46-D91C-ED735D67DF1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200EC00-23ED-8285-8D23-E1537FA215B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4D2FB3D-046F-126F-9E74-6EE0C7E1A18F}"/>
              </a:ext>
            </a:extLst>
          </p:cNvPr>
          <p:cNvPicPr>
            <a:picLocks noChangeAspect="1"/>
          </p:cNvPicPr>
          <p:nvPr/>
        </p:nvPicPr>
        <p:blipFill>
          <a:blip r:embed="rId6"/>
          <a:stretch>
            <a:fillRect/>
          </a:stretch>
        </p:blipFill>
        <p:spPr>
          <a:xfrm>
            <a:off x="4584700" y="2311400"/>
            <a:ext cx="0" cy="0"/>
          </a:xfrm>
          <a:prstGeom prst="rect">
            <a:avLst/>
          </a:prstGeom>
        </p:spPr>
      </p:pic>
      <p:sp>
        <p:nvSpPr>
          <p:cNvPr id="9" name="TextBox 8">
            <a:extLst>
              <a:ext uri="{FF2B5EF4-FFF2-40B4-BE49-F238E27FC236}">
                <a16:creationId xmlns:a16="http://schemas.microsoft.com/office/drawing/2014/main" id="{C45ED0C7-8888-BB7C-22F2-C6D510BF8F0B}"/>
              </a:ext>
            </a:extLst>
          </p:cNvPr>
          <p:cNvSpPr txBox="1"/>
          <p:nvPr/>
        </p:nvSpPr>
        <p:spPr>
          <a:xfrm>
            <a:off x="5650090" y="901933"/>
            <a:ext cx="570089" cy="230832"/>
          </a:xfrm>
          <a:prstGeom prst="rect">
            <a:avLst/>
          </a:prstGeom>
          <a:noFill/>
        </p:spPr>
        <p:txBody>
          <a:bodyPr wrap="square" rtlCol="0">
            <a:spAutoFit/>
          </a:bodyPr>
          <a:lstStyle/>
          <a:p>
            <a:pPr algn="ctr"/>
            <a:r>
              <a:rPr lang="en-US" sz="900" dirty="0"/>
              <a:t>145</a:t>
            </a:r>
          </a:p>
        </p:txBody>
      </p:sp>
      <p:sp>
        <p:nvSpPr>
          <p:cNvPr id="11" name="TextBox 10">
            <a:extLst>
              <a:ext uri="{FF2B5EF4-FFF2-40B4-BE49-F238E27FC236}">
                <a16:creationId xmlns:a16="http://schemas.microsoft.com/office/drawing/2014/main" id="{5B0B5A7B-B7DA-55B7-B369-F5E0C1AB0500}"/>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C8FAB508-D4CE-8973-25FD-727ECE15CE5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3" name="TextBox 12">
            <a:extLst>
              <a:ext uri="{FF2B5EF4-FFF2-40B4-BE49-F238E27FC236}">
                <a16:creationId xmlns:a16="http://schemas.microsoft.com/office/drawing/2014/main" id="{F36DACE4-72DD-4A36-7598-16A880C9062A}"/>
              </a:ext>
            </a:extLst>
          </p:cNvPr>
          <p:cNvSpPr txBox="1"/>
          <p:nvPr/>
        </p:nvSpPr>
        <p:spPr>
          <a:xfrm>
            <a:off x="5650090" y="1402877"/>
            <a:ext cx="570089" cy="230832"/>
          </a:xfrm>
          <a:prstGeom prst="rect">
            <a:avLst/>
          </a:prstGeom>
          <a:noFill/>
        </p:spPr>
        <p:txBody>
          <a:bodyPr wrap="square" rtlCol="0">
            <a:spAutoFit/>
          </a:bodyPr>
          <a:lstStyle/>
          <a:p>
            <a:pPr algn="ctr"/>
            <a:r>
              <a:rPr lang="en-US" sz="900" dirty="0"/>
              <a:t>2345</a:t>
            </a:r>
          </a:p>
        </p:txBody>
      </p:sp>
      <p:sp>
        <p:nvSpPr>
          <p:cNvPr id="16" name="TextBox 15">
            <a:extLst>
              <a:ext uri="{FF2B5EF4-FFF2-40B4-BE49-F238E27FC236}">
                <a16:creationId xmlns:a16="http://schemas.microsoft.com/office/drawing/2014/main" id="{CC24F0E4-7328-2466-69EA-2211C8D909D8}"/>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F7BA9780-509A-F582-6034-4BFA9337FF36}"/>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707636A3-A19D-5D01-BC84-042F2D317223}"/>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00A9D1FC-7C38-E650-4C4C-3FECD4F2744E}"/>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811D7D28-EE78-EBD4-4E65-F34CBED10D0E}"/>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9830AFB7-D17E-B593-7B93-BE262C561E79}"/>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02EEB468-DCAF-ABA1-0972-5942D2FC5338}"/>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42354B71-6FFD-8778-9525-B24A85201CB0}"/>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8A4D994A-1080-D979-FE58-D21177E3581F}"/>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89EE0C30-FF7B-6595-400C-8C1D47DBA56A}"/>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A441E68B-2985-40AF-7485-CE620B77B22B}"/>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EFA93D00-14F4-6A1F-E0A6-F1215CDCCFCC}"/>
              </a:ext>
            </a:extLst>
          </p:cNvPr>
          <p:cNvSpPr txBox="1"/>
          <p:nvPr/>
        </p:nvSpPr>
        <p:spPr>
          <a:xfrm>
            <a:off x="4143022" y="1402877"/>
            <a:ext cx="570089" cy="230832"/>
          </a:xfrm>
          <a:prstGeom prst="rect">
            <a:avLst/>
          </a:prstGeom>
          <a:noFill/>
        </p:spPr>
        <p:txBody>
          <a:bodyPr wrap="square" rtlCol="0">
            <a:spAutoFit/>
          </a:bodyPr>
          <a:lstStyle/>
          <a:p>
            <a:pPr algn="ctr"/>
            <a:r>
              <a:rPr lang="en-US" sz="900" dirty="0"/>
              <a:t>3456</a:t>
            </a:r>
          </a:p>
        </p:txBody>
      </p:sp>
      <p:sp>
        <p:nvSpPr>
          <p:cNvPr id="38" name="TextBox 37">
            <a:extLst>
              <a:ext uri="{FF2B5EF4-FFF2-40B4-BE49-F238E27FC236}">
                <a16:creationId xmlns:a16="http://schemas.microsoft.com/office/drawing/2014/main" id="{AED8D601-8DCF-39D1-9511-EB39BAB507AD}"/>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a:t>
            </a:r>
          </a:p>
        </p:txBody>
      </p:sp>
      <p:sp>
        <p:nvSpPr>
          <p:cNvPr id="39" name="TextBox 38">
            <a:extLst>
              <a:ext uri="{FF2B5EF4-FFF2-40B4-BE49-F238E27FC236}">
                <a16:creationId xmlns:a16="http://schemas.microsoft.com/office/drawing/2014/main" id="{F20057B8-468C-7D74-06EA-57BEF3C7489D}"/>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a:t>
            </a:r>
          </a:p>
        </p:txBody>
      </p:sp>
      <p:sp>
        <p:nvSpPr>
          <p:cNvPr id="40" name="TextBox 39">
            <a:extLst>
              <a:ext uri="{FF2B5EF4-FFF2-40B4-BE49-F238E27FC236}">
                <a16:creationId xmlns:a16="http://schemas.microsoft.com/office/drawing/2014/main" id="{A46BACEF-A332-3D58-8037-E1DE899B09B7}"/>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13456</a:t>
            </a:r>
          </a:p>
        </p:txBody>
      </p:sp>
      <p:sp>
        <p:nvSpPr>
          <p:cNvPr id="41" name="TextBox 40">
            <a:extLst>
              <a:ext uri="{FF2B5EF4-FFF2-40B4-BE49-F238E27FC236}">
                <a16:creationId xmlns:a16="http://schemas.microsoft.com/office/drawing/2014/main" id="{C5CA6AEB-A758-D489-0549-99183889A175}"/>
              </a:ext>
            </a:extLst>
          </p:cNvPr>
          <p:cNvSpPr txBox="1"/>
          <p:nvPr/>
        </p:nvSpPr>
        <p:spPr>
          <a:xfrm>
            <a:off x="4143022" y="4909484"/>
            <a:ext cx="570089" cy="230832"/>
          </a:xfrm>
          <a:prstGeom prst="rect">
            <a:avLst/>
          </a:prstGeom>
          <a:noFill/>
        </p:spPr>
        <p:txBody>
          <a:bodyPr wrap="square" rtlCol="0">
            <a:spAutoFit/>
          </a:bodyPr>
          <a:lstStyle/>
          <a:p>
            <a:pPr algn="ctr"/>
            <a:r>
              <a:rPr lang="en-US" sz="900" dirty="0"/>
              <a:t>3456</a:t>
            </a:r>
          </a:p>
        </p:txBody>
      </p:sp>
      <p:sp>
        <p:nvSpPr>
          <p:cNvPr id="42" name="TextBox 41">
            <a:extLst>
              <a:ext uri="{FF2B5EF4-FFF2-40B4-BE49-F238E27FC236}">
                <a16:creationId xmlns:a16="http://schemas.microsoft.com/office/drawing/2014/main" id="{8A4C24D4-95A0-1E81-3FB1-5318B6DCD639}"/>
              </a:ext>
            </a:extLst>
          </p:cNvPr>
          <p:cNvSpPr txBox="1"/>
          <p:nvPr/>
        </p:nvSpPr>
        <p:spPr>
          <a:xfrm>
            <a:off x="4645378" y="4909484"/>
            <a:ext cx="570089" cy="230832"/>
          </a:xfrm>
          <a:prstGeom prst="rect">
            <a:avLst/>
          </a:prstGeom>
          <a:noFill/>
        </p:spPr>
        <p:txBody>
          <a:bodyPr wrap="square" rtlCol="0">
            <a:spAutoFit/>
          </a:bodyPr>
          <a:lstStyle/>
          <a:p>
            <a:pPr algn="ctr"/>
            <a:r>
              <a:rPr lang="en-US" sz="900" dirty="0"/>
              <a:t>8765</a:t>
            </a:r>
          </a:p>
        </p:txBody>
      </p:sp>
      <p:sp>
        <p:nvSpPr>
          <p:cNvPr id="43" name="TextBox 42">
            <a:extLst>
              <a:ext uri="{FF2B5EF4-FFF2-40B4-BE49-F238E27FC236}">
                <a16:creationId xmlns:a16="http://schemas.microsoft.com/office/drawing/2014/main" id="{AEDFD1E0-88CA-0244-92E9-52C11A09A92B}"/>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B2C10F87-3DF8-ED13-8566-35F6EBE62BF5}"/>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0349E6D6-5F35-1AF0-33B5-FB16F6EDD316}"/>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E57DC400-A77B-6C79-95C6-D08CA9C33B53}"/>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6462F423-7915-BB46-0DBE-FFAE893340D5}"/>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15F72F71-FB97-388E-FD2E-4F49D629A4BC}"/>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AC1C3A93-9C8D-4345-2CAC-C124EE6A5AB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B2F00E6-02DA-D008-5FD9-C1FFCF4AE386}"/>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6FEC8468-3EED-A7DE-F37C-553733F1957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33F21C8-8629-78CC-8C5A-8EA5E419E79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AFBEFA2D-3481-E773-4C3A-94A60048E0D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7A8D85ED-205C-5AD9-C2A1-7CBC4F76CB82}"/>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1A65ECBD-A9FC-106B-EAC3-F206DFD68608}"/>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E05F0725-618A-E736-E912-4FC1A21EABDC}"/>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E850DFFA-479C-89A4-7DAB-49052B2DE546}"/>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5FA7F005-80E3-EAB0-84C4-92038CAC99F5}"/>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96370D55-3CC7-7B27-3144-F98B57284EC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837D979-6668-F1CC-26A0-6B534CD3C998}"/>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424AA2A2-66E3-EFC0-01CE-16D5E18028A9}"/>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C5ECE450-0A1C-7CA6-B43D-B65BE5A3C5C7}"/>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2CED036B-FBCA-C399-CBA1-F54EE6524A5F}"/>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F21090F-D122-7D6C-581B-766059725ADA}"/>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22CA4C34-A2C3-F61D-D563-761C51C4EEC8}"/>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E94C6739-F2FE-B820-2991-1ADCA9EEDDD9}"/>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122FEF89-045C-9FAE-ACD8-547E51E4CED0}"/>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AC63AEA-4B6F-C06A-0E6B-2FD0990FC6C0}"/>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D10CC57B-18FA-1F45-EB2E-B143F8E0687A}"/>
              </a:ext>
            </a:extLst>
          </p:cNvPr>
          <p:cNvSpPr txBox="1"/>
          <p:nvPr/>
        </p:nvSpPr>
        <p:spPr>
          <a:xfrm>
            <a:off x="6654802" y="901933"/>
            <a:ext cx="570089" cy="230832"/>
          </a:xfrm>
          <a:prstGeom prst="rect">
            <a:avLst/>
          </a:prstGeom>
          <a:noFill/>
        </p:spPr>
        <p:txBody>
          <a:bodyPr wrap="square" rtlCol="0">
            <a:spAutoFit/>
          </a:bodyPr>
          <a:lstStyle/>
          <a:p>
            <a:pPr algn="ctr"/>
            <a:r>
              <a:rPr lang="en-US" sz="900" dirty="0"/>
              <a:t>67</a:t>
            </a:r>
          </a:p>
        </p:txBody>
      </p:sp>
      <p:sp>
        <p:nvSpPr>
          <p:cNvPr id="15" name="TextBox 14">
            <a:extLst>
              <a:ext uri="{FF2B5EF4-FFF2-40B4-BE49-F238E27FC236}">
                <a16:creationId xmlns:a16="http://schemas.microsoft.com/office/drawing/2014/main" id="{20C47734-1F53-3CDC-2246-D34713864639}"/>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CB408F10-E852-8ACD-ADD3-B9E788CC7AA9}"/>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13E4035C-252E-083B-9577-B35FFE846C48}"/>
              </a:ext>
            </a:extLst>
          </p:cNvPr>
          <p:cNvSpPr txBox="1"/>
          <p:nvPr/>
        </p:nvSpPr>
        <p:spPr>
          <a:xfrm>
            <a:off x="7157158" y="901933"/>
            <a:ext cx="570089" cy="230832"/>
          </a:xfrm>
          <a:prstGeom prst="rect">
            <a:avLst/>
          </a:prstGeom>
          <a:noFill/>
        </p:spPr>
        <p:txBody>
          <a:bodyPr wrap="square" rtlCol="0">
            <a:spAutoFit/>
          </a:bodyPr>
          <a:lstStyle/>
          <a:p>
            <a:pPr algn="ctr"/>
            <a:r>
              <a:rPr lang="en-US" sz="900" dirty="0"/>
              <a:t>458</a:t>
            </a:r>
          </a:p>
        </p:txBody>
      </p:sp>
      <p:sp>
        <p:nvSpPr>
          <p:cNvPr id="66" name="TextBox 65">
            <a:extLst>
              <a:ext uri="{FF2B5EF4-FFF2-40B4-BE49-F238E27FC236}">
                <a16:creationId xmlns:a16="http://schemas.microsoft.com/office/drawing/2014/main" id="{59E9EDD2-E684-436F-71A9-DDD3AA1492BC}"/>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A2CA8F96-CA69-9DF6-66D4-BBB331F8E17F}"/>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41B627DE-BD72-7542-C224-AB5E333FD6B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D3AD9923-F14E-56B8-3283-FE8DBDE0924D}"/>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18959AC8-00FC-4880-4A2E-BF96D482FE9C}"/>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4653885-418F-81F2-9948-8B1DE3433CB7}"/>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70541CD6-2F0D-359D-E79E-E0EDA149A9FD}"/>
              </a:ext>
            </a:extLst>
          </p:cNvPr>
          <p:cNvSpPr txBox="1"/>
          <p:nvPr/>
        </p:nvSpPr>
        <p:spPr>
          <a:xfrm>
            <a:off x="3138310" y="901933"/>
            <a:ext cx="570089" cy="230832"/>
          </a:xfrm>
          <a:prstGeom prst="rect">
            <a:avLst/>
          </a:prstGeom>
          <a:noFill/>
        </p:spPr>
        <p:txBody>
          <a:bodyPr wrap="square" rtlCol="0">
            <a:spAutoFit/>
          </a:bodyPr>
          <a:lstStyle/>
          <a:p>
            <a:pPr algn="ctr"/>
            <a:r>
              <a:rPr lang="en-US" sz="900" dirty="0"/>
              <a:t>79</a:t>
            </a:r>
          </a:p>
        </p:txBody>
      </p:sp>
      <p:sp>
        <p:nvSpPr>
          <p:cNvPr id="70" name="TextBox 69">
            <a:extLst>
              <a:ext uri="{FF2B5EF4-FFF2-40B4-BE49-F238E27FC236}">
                <a16:creationId xmlns:a16="http://schemas.microsoft.com/office/drawing/2014/main" id="{DAD161AC-A5F7-B4D7-CF2F-524E68F8FBEE}"/>
              </a:ext>
            </a:extLst>
          </p:cNvPr>
          <p:cNvSpPr txBox="1"/>
          <p:nvPr/>
        </p:nvSpPr>
        <p:spPr>
          <a:xfrm>
            <a:off x="3138310" y="1903821"/>
            <a:ext cx="570089" cy="230832"/>
          </a:xfrm>
          <a:prstGeom prst="rect">
            <a:avLst/>
          </a:prstGeom>
          <a:noFill/>
        </p:spPr>
        <p:txBody>
          <a:bodyPr wrap="square" rtlCol="0">
            <a:spAutoFit/>
          </a:bodyPr>
          <a:lstStyle/>
          <a:p>
            <a:pPr algn="ctr"/>
            <a:r>
              <a:rPr lang="en-US" sz="900" dirty="0"/>
              <a:t>97</a:t>
            </a:r>
          </a:p>
        </p:txBody>
      </p:sp>
      <p:sp>
        <p:nvSpPr>
          <p:cNvPr id="71" name="TextBox 70">
            <a:extLst>
              <a:ext uri="{FF2B5EF4-FFF2-40B4-BE49-F238E27FC236}">
                <a16:creationId xmlns:a16="http://schemas.microsoft.com/office/drawing/2014/main" id="{84BB1819-0E9B-4E17-0B0E-8C7832DCEC19}"/>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37C4D287-EA73-2030-2319-C4E74DAFB88A}"/>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A64650C1-C897-95A7-49EC-719F6C6EC1DB}"/>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
        <p:nvSpPr>
          <p:cNvPr id="74" name="TextBox 73">
            <a:extLst>
              <a:ext uri="{FF2B5EF4-FFF2-40B4-BE49-F238E27FC236}">
                <a16:creationId xmlns:a16="http://schemas.microsoft.com/office/drawing/2014/main" id="{7C82B88E-59B6-B49E-3D16-EBE1B1AA7C02}"/>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CCE5CE42-1746-485C-1C41-2AD7C9CE0082}"/>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158E4FB6-C03B-BECD-4859-9B0252A2DCED}"/>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35DACC5A-9A72-5476-7633-BC39D132838B}"/>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A6E2EF30-1920-5492-BE4C-A3B95B9EDC78}"/>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E2D73EA4-EB7E-C5A4-16B6-19391454587B}"/>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2AE40B03-47B0-D4A6-AB57-35651C340F4E}"/>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E697B3E4-C2AC-60C3-E281-25CEF9D03C0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30541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06F5-25E9-AE10-69D7-AE34760162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9E7B59-D604-73BA-05BA-F9214EAEF27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0E5760F-F261-F41B-8A77-C4052464F4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AECDAA1-2B35-EE36-229C-4DB603D890B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813BF0-DA48-6222-7B31-41A3CB39C1A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39D8A14-D4C8-233D-B03F-B40CAC5D2294}"/>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D1EA4705-BC96-1D13-3956-B4842874647D}"/>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E70359F0-1794-7D2B-4B19-B6E34A70AFD7}"/>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6" name="TextBox 15">
            <a:extLst>
              <a:ext uri="{FF2B5EF4-FFF2-40B4-BE49-F238E27FC236}">
                <a16:creationId xmlns:a16="http://schemas.microsoft.com/office/drawing/2014/main" id="{1172CCAB-7B91-1005-A4A0-A47C563EE623}"/>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04861497-AF9C-24F6-78F0-7EB1E65A8DF0}"/>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B5755B96-56EA-EAA5-9001-C80BAA8571EA}"/>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C0115477-9375-DDAA-BEAC-C75CBBF46E16}"/>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8B1944AA-A86E-E889-0595-0DA83ED6A157}"/>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DA8140DA-8C32-4E9C-6796-FD460A1AD407}"/>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2903B28E-825F-D218-5D36-9E3D54B64D05}"/>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018BD7BF-A527-3191-D80C-BFE8962C5D39}"/>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AC957CBA-2F1F-38D7-6F14-27610A943391}"/>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68353AD7-59D2-12EF-7402-D58A3E8CD5C4}"/>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4C3B306E-6E6F-3369-4DD9-37D79D157B6B}"/>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3838C937-E4B5-5F98-7E3B-612F1999F2F9}"/>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38" name="TextBox 37">
            <a:extLst>
              <a:ext uri="{FF2B5EF4-FFF2-40B4-BE49-F238E27FC236}">
                <a16:creationId xmlns:a16="http://schemas.microsoft.com/office/drawing/2014/main" id="{F78F2200-4339-817D-68AD-7E7E590414DC}"/>
              </a:ext>
            </a:extLst>
          </p:cNvPr>
          <p:cNvSpPr txBox="1"/>
          <p:nvPr/>
        </p:nvSpPr>
        <p:spPr>
          <a:xfrm>
            <a:off x="4143022" y="1903821"/>
            <a:ext cx="570089" cy="230832"/>
          </a:xfrm>
          <a:prstGeom prst="rect">
            <a:avLst/>
          </a:prstGeom>
          <a:noFill/>
        </p:spPr>
        <p:txBody>
          <a:bodyPr wrap="square" rtlCol="0">
            <a:spAutoFit/>
          </a:bodyPr>
          <a:lstStyle/>
          <a:p>
            <a:pPr algn="ctr"/>
            <a:r>
              <a:rPr lang="en-US" sz="900" dirty="0"/>
              <a:t>345</a:t>
            </a:r>
          </a:p>
        </p:txBody>
      </p:sp>
      <p:sp>
        <p:nvSpPr>
          <p:cNvPr id="39" name="TextBox 38">
            <a:extLst>
              <a:ext uri="{FF2B5EF4-FFF2-40B4-BE49-F238E27FC236}">
                <a16:creationId xmlns:a16="http://schemas.microsoft.com/office/drawing/2014/main" id="{28B5A484-8437-BC50-7C69-8FE6BC74C340}"/>
              </a:ext>
            </a:extLst>
          </p:cNvPr>
          <p:cNvSpPr txBox="1"/>
          <p:nvPr/>
        </p:nvSpPr>
        <p:spPr>
          <a:xfrm>
            <a:off x="4645378" y="1903821"/>
            <a:ext cx="570089" cy="230832"/>
          </a:xfrm>
          <a:prstGeom prst="rect">
            <a:avLst/>
          </a:prstGeom>
          <a:noFill/>
        </p:spPr>
        <p:txBody>
          <a:bodyPr wrap="square" rtlCol="0">
            <a:spAutoFit/>
          </a:bodyPr>
          <a:lstStyle/>
          <a:p>
            <a:pPr algn="ctr"/>
            <a:r>
              <a:rPr lang="en-US" sz="900" dirty="0"/>
              <a:t>654</a:t>
            </a:r>
          </a:p>
        </p:txBody>
      </p:sp>
      <p:sp>
        <p:nvSpPr>
          <p:cNvPr id="40" name="TextBox 39">
            <a:extLst>
              <a:ext uri="{FF2B5EF4-FFF2-40B4-BE49-F238E27FC236}">
                <a16:creationId xmlns:a16="http://schemas.microsoft.com/office/drawing/2014/main" id="{B40AA8F5-5F31-D0F1-91B3-0665F542D0DA}"/>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13456</a:t>
            </a:r>
          </a:p>
        </p:txBody>
      </p:sp>
      <p:sp>
        <p:nvSpPr>
          <p:cNvPr id="41" name="TextBox 40">
            <a:extLst>
              <a:ext uri="{FF2B5EF4-FFF2-40B4-BE49-F238E27FC236}">
                <a16:creationId xmlns:a16="http://schemas.microsoft.com/office/drawing/2014/main" id="{4CE62154-460C-573C-30AD-25A4C501DB63}"/>
              </a:ext>
            </a:extLst>
          </p:cNvPr>
          <p:cNvSpPr txBox="1"/>
          <p:nvPr/>
        </p:nvSpPr>
        <p:spPr>
          <a:xfrm>
            <a:off x="4143022" y="4909484"/>
            <a:ext cx="570089" cy="230832"/>
          </a:xfrm>
          <a:prstGeom prst="rect">
            <a:avLst/>
          </a:prstGeom>
          <a:noFill/>
        </p:spPr>
        <p:txBody>
          <a:bodyPr wrap="square" rtlCol="0">
            <a:spAutoFit/>
          </a:bodyPr>
          <a:lstStyle/>
          <a:p>
            <a:pPr algn="ctr"/>
            <a:r>
              <a:rPr lang="en-US" sz="900" dirty="0"/>
              <a:t>3456</a:t>
            </a:r>
          </a:p>
        </p:txBody>
      </p:sp>
      <p:sp>
        <p:nvSpPr>
          <p:cNvPr id="42" name="TextBox 41">
            <a:extLst>
              <a:ext uri="{FF2B5EF4-FFF2-40B4-BE49-F238E27FC236}">
                <a16:creationId xmlns:a16="http://schemas.microsoft.com/office/drawing/2014/main" id="{66508BE8-061A-65D2-AC5F-FD7D2FFAF4C3}"/>
              </a:ext>
            </a:extLst>
          </p:cNvPr>
          <p:cNvSpPr txBox="1"/>
          <p:nvPr/>
        </p:nvSpPr>
        <p:spPr>
          <a:xfrm>
            <a:off x="4645378" y="4909484"/>
            <a:ext cx="570089" cy="230832"/>
          </a:xfrm>
          <a:prstGeom prst="rect">
            <a:avLst/>
          </a:prstGeom>
          <a:noFill/>
        </p:spPr>
        <p:txBody>
          <a:bodyPr wrap="square" rtlCol="0">
            <a:spAutoFit/>
          </a:bodyPr>
          <a:lstStyle/>
          <a:p>
            <a:pPr algn="ctr"/>
            <a:r>
              <a:rPr lang="en-US" sz="900" dirty="0"/>
              <a:t>8765</a:t>
            </a:r>
          </a:p>
        </p:txBody>
      </p:sp>
      <p:sp>
        <p:nvSpPr>
          <p:cNvPr id="43" name="TextBox 42">
            <a:extLst>
              <a:ext uri="{FF2B5EF4-FFF2-40B4-BE49-F238E27FC236}">
                <a16:creationId xmlns:a16="http://schemas.microsoft.com/office/drawing/2014/main" id="{123627A9-CAC1-FC60-4388-D42C8DA86166}"/>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DD3C2B7A-71A1-100C-C466-BC4D9728D38E}"/>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FA37D649-CD00-B3E6-C853-DFD5137097A4}"/>
              </a:ext>
            </a:extLst>
          </p:cNvPr>
          <p:cNvSpPr txBox="1"/>
          <p:nvPr/>
        </p:nvSpPr>
        <p:spPr>
          <a:xfrm>
            <a:off x="5650090" y="2905709"/>
            <a:ext cx="570089" cy="230832"/>
          </a:xfrm>
          <a:prstGeom prst="rect">
            <a:avLst/>
          </a:prstGeom>
          <a:noFill/>
        </p:spPr>
        <p:txBody>
          <a:bodyPr wrap="square" rtlCol="0">
            <a:spAutoFit/>
          </a:bodyPr>
          <a:lstStyle/>
          <a:p>
            <a:pPr algn="ctr"/>
            <a:r>
              <a:rPr lang="en-US" sz="900" dirty="0"/>
              <a:t>3568</a:t>
            </a:r>
          </a:p>
        </p:txBody>
      </p:sp>
      <p:sp>
        <p:nvSpPr>
          <p:cNvPr id="46" name="TextBox 45">
            <a:extLst>
              <a:ext uri="{FF2B5EF4-FFF2-40B4-BE49-F238E27FC236}">
                <a16:creationId xmlns:a16="http://schemas.microsoft.com/office/drawing/2014/main" id="{A16428CD-CDD2-2B0C-E73B-90B0E8408176}"/>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4710D3EE-AADB-FCFB-035B-9419482A3B12}"/>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7E3D0470-573A-7DFF-AF16-4561910A2D74}"/>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85D051CD-D95D-B592-8702-E5907F9D7C2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08E9D378-081A-9E8B-5EBF-2430D87C0A99}"/>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5EBFBCB4-92F7-1FAF-84D3-EE61957B03A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41DCFC05-1715-8D43-C1E0-2A105A40211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07A0F8D7-F9B3-3127-201C-77AA175E490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0A9D894-E06D-EE59-F9AF-088659705ABE}"/>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B19BDFD0-C732-0E90-353E-605FCB09B304}"/>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D4ACAF1B-B5F4-DF5D-9658-E4EA989F54DF}"/>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800E6603-C974-ECE8-4960-B8E95D12321B}"/>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C5860C9E-701C-AEE2-AECE-453DB76C11DE}"/>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D5E263AD-E474-AD31-4872-08527A31BBD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D7A33290-46B2-AE26-88E8-F514C7A2083E}"/>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6B28EF57-ACF5-6122-0F3D-BCC875143457}"/>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1B3DEADE-7D14-AC19-E189-E8708438FFD4}"/>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D9F139A7-C898-26A9-0092-1D155A055BBE}"/>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A79A866D-D69F-C842-64E4-0CA59B801822}"/>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FD67A327-20E7-A58B-DFDA-547FE3E33066}"/>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177B1AD5-E730-F2E1-62F2-6419815BEF29}"/>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5C229CE1-B964-06CE-51D8-883F548FB47D}"/>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DBB840E3-5984-ACB9-D6D4-2C7A7ADA8672}"/>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A429B49E-4A4B-D173-0BF6-6358BE223DC1}"/>
              </a:ext>
            </a:extLst>
          </p:cNvPr>
          <p:cNvSpPr txBox="1"/>
          <p:nvPr/>
        </p:nvSpPr>
        <p:spPr>
          <a:xfrm>
            <a:off x="6654802" y="901933"/>
            <a:ext cx="570089" cy="230832"/>
          </a:xfrm>
          <a:prstGeom prst="rect">
            <a:avLst/>
          </a:prstGeom>
          <a:noFill/>
        </p:spPr>
        <p:txBody>
          <a:bodyPr wrap="square" rtlCol="0">
            <a:spAutoFit/>
          </a:bodyPr>
          <a:lstStyle/>
          <a:p>
            <a:pPr algn="ctr"/>
            <a:r>
              <a:rPr lang="en-US" sz="900" dirty="0"/>
              <a:t>67</a:t>
            </a:r>
          </a:p>
        </p:txBody>
      </p:sp>
      <p:sp>
        <p:nvSpPr>
          <p:cNvPr id="15" name="TextBox 14">
            <a:extLst>
              <a:ext uri="{FF2B5EF4-FFF2-40B4-BE49-F238E27FC236}">
                <a16:creationId xmlns:a16="http://schemas.microsoft.com/office/drawing/2014/main" id="{0EDBEA64-A57E-F7D6-8C74-57AA57393557}"/>
              </a:ext>
            </a:extLst>
          </p:cNvPr>
          <p:cNvSpPr txBox="1"/>
          <p:nvPr/>
        </p:nvSpPr>
        <p:spPr>
          <a:xfrm>
            <a:off x="6654802" y="1402877"/>
            <a:ext cx="570089" cy="230832"/>
          </a:xfrm>
          <a:prstGeom prst="rect">
            <a:avLst/>
          </a:prstGeom>
          <a:noFill/>
        </p:spPr>
        <p:txBody>
          <a:bodyPr wrap="square" rtlCol="0">
            <a:spAutoFit/>
          </a:bodyPr>
          <a:lstStyle/>
          <a:p>
            <a:pPr algn="ctr"/>
            <a:r>
              <a:rPr lang="en-US" sz="900" dirty="0"/>
              <a:t>26</a:t>
            </a:r>
          </a:p>
        </p:txBody>
      </p:sp>
      <p:sp>
        <p:nvSpPr>
          <p:cNvPr id="64" name="TextBox 63">
            <a:extLst>
              <a:ext uri="{FF2B5EF4-FFF2-40B4-BE49-F238E27FC236}">
                <a16:creationId xmlns:a16="http://schemas.microsoft.com/office/drawing/2014/main" id="{57D425A1-9450-E354-FA2E-91E46A332D2A}"/>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A0F16E23-66D0-BECF-39D5-41AE07084FD9}"/>
              </a:ext>
            </a:extLst>
          </p:cNvPr>
          <p:cNvSpPr txBox="1"/>
          <p:nvPr/>
        </p:nvSpPr>
        <p:spPr>
          <a:xfrm>
            <a:off x="7157158" y="901933"/>
            <a:ext cx="570089" cy="230832"/>
          </a:xfrm>
          <a:prstGeom prst="rect">
            <a:avLst/>
          </a:prstGeom>
          <a:noFill/>
        </p:spPr>
        <p:txBody>
          <a:bodyPr wrap="square" rtlCol="0">
            <a:spAutoFit/>
          </a:bodyPr>
          <a:lstStyle/>
          <a:p>
            <a:pPr algn="ctr"/>
            <a:r>
              <a:rPr lang="en-US" sz="900" dirty="0"/>
              <a:t>458</a:t>
            </a:r>
          </a:p>
        </p:txBody>
      </p:sp>
      <p:sp>
        <p:nvSpPr>
          <p:cNvPr id="66" name="TextBox 65">
            <a:extLst>
              <a:ext uri="{FF2B5EF4-FFF2-40B4-BE49-F238E27FC236}">
                <a16:creationId xmlns:a16="http://schemas.microsoft.com/office/drawing/2014/main" id="{DC0A66C4-F827-F50E-4BDC-5E0B8230189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CE7CE800-7D75-2CB8-4D3D-BD0A1603C441}"/>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95983EFC-90E8-C89D-6354-4204BDDDBD73}"/>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F49EB85F-68E7-549B-20A3-E8BFA48B2DF5}"/>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7FAF6E41-6922-B64C-3256-F0785F3B35B1}"/>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657265C-F710-5756-5FB1-8064D97D9C62}"/>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955DCEAF-CDF2-6199-1A1B-14FFB9C954DD}"/>
              </a:ext>
            </a:extLst>
          </p:cNvPr>
          <p:cNvSpPr txBox="1"/>
          <p:nvPr/>
        </p:nvSpPr>
        <p:spPr>
          <a:xfrm>
            <a:off x="3138310" y="901933"/>
            <a:ext cx="570089" cy="230832"/>
          </a:xfrm>
          <a:prstGeom prst="rect">
            <a:avLst/>
          </a:prstGeom>
          <a:noFill/>
        </p:spPr>
        <p:txBody>
          <a:bodyPr wrap="square" rtlCol="0">
            <a:spAutoFit/>
          </a:bodyPr>
          <a:lstStyle/>
          <a:p>
            <a:pPr algn="ctr"/>
            <a:r>
              <a:rPr lang="en-US" sz="900" dirty="0"/>
              <a:t>79</a:t>
            </a:r>
          </a:p>
        </p:txBody>
      </p:sp>
      <p:sp>
        <p:nvSpPr>
          <p:cNvPr id="70" name="TextBox 69">
            <a:extLst>
              <a:ext uri="{FF2B5EF4-FFF2-40B4-BE49-F238E27FC236}">
                <a16:creationId xmlns:a16="http://schemas.microsoft.com/office/drawing/2014/main" id="{CAFBF5B6-E8C9-F9BD-2762-FFC6CBA1CD7B}"/>
              </a:ext>
            </a:extLst>
          </p:cNvPr>
          <p:cNvSpPr txBox="1"/>
          <p:nvPr/>
        </p:nvSpPr>
        <p:spPr>
          <a:xfrm>
            <a:off x="3138310" y="1903821"/>
            <a:ext cx="570089" cy="230832"/>
          </a:xfrm>
          <a:prstGeom prst="rect">
            <a:avLst/>
          </a:prstGeom>
          <a:noFill/>
        </p:spPr>
        <p:txBody>
          <a:bodyPr wrap="square" rtlCol="0">
            <a:spAutoFit/>
          </a:bodyPr>
          <a:lstStyle/>
          <a:p>
            <a:pPr algn="ctr"/>
            <a:r>
              <a:rPr lang="en-US" sz="900" dirty="0"/>
              <a:t>97</a:t>
            </a:r>
          </a:p>
        </p:txBody>
      </p:sp>
      <p:sp>
        <p:nvSpPr>
          <p:cNvPr id="71" name="TextBox 70">
            <a:extLst>
              <a:ext uri="{FF2B5EF4-FFF2-40B4-BE49-F238E27FC236}">
                <a16:creationId xmlns:a16="http://schemas.microsoft.com/office/drawing/2014/main" id="{5F09A606-E3BE-DCB9-2F4E-F77928FD9EF5}"/>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F9C25A32-6797-490A-B02F-4CD24CC62CC6}"/>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6E3AF407-B9B3-BE5A-6963-4DB94C3A6FCC}"/>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
        <p:nvSpPr>
          <p:cNvPr id="74" name="TextBox 73">
            <a:extLst>
              <a:ext uri="{FF2B5EF4-FFF2-40B4-BE49-F238E27FC236}">
                <a16:creationId xmlns:a16="http://schemas.microsoft.com/office/drawing/2014/main" id="{E98F8E2E-11AC-7E71-FED8-E37CE0692CDB}"/>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A3405B6B-D1C4-FB01-68E2-67AB42444D3A}"/>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4E54F76D-009F-A03D-3CDE-6E7120B969D6}"/>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3986D141-2D8E-3DC8-054B-57F85F6C0CF0}"/>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5A058AF7-CBF0-CC8D-9061-6E119C767A11}"/>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962A9F76-47BC-DC77-C77C-CB9C8B80176C}"/>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29B2A42-E92A-DF7C-2330-544153C52FF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4964F59-9277-7FAF-FAE2-8599180FB1E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B01246D-D412-DB98-60E3-4B6F18266AFE}"/>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85755F89-26EB-FD4B-E909-92291DA3905A}"/>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09753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D9641-2E53-3421-7DF2-7F9A2C65C6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180A00-5C98-1C5A-76B1-9B8FDCB6C8C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28AFEE9-6554-FE55-88A2-64F0822A2ED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CF7D142-96AF-028F-3B6D-55E36BC2C13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97DEC6E-4167-C825-0C4A-AEBF5C9D1B7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724D2AF-8663-9DE7-3825-D9806A8E487E}"/>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7C6B46A-1868-3B19-ACDF-33865D5020BD}"/>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6FAF9828-F973-04DC-841C-12F5B7B37B9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6" name="TextBox 15">
            <a:extLst>
              <a:ext uri="{FF2B5EF4-FFF2-40B4-BE49-F238E27FC236}">
                <a16:creationId xmlns:a16="http://schemas.microsoft.com/office/drawing/2014/main" id="{F4C41E04-4913-AF4F-A78B-28F6354B0C39}"/>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283F7766-D7A9-E6B9-AF38-0BADADE9BA32}"/>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81C0B698-ED26-CA44-734B-AF2349EA3C0E}"/>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5BA22517-54FF-B006-F4DC-49F3FE409AF4}"/>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F2F575D2-7138-E5CA-5539-327EBCB6ED38}"/>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A4A2FAC8-14BD-FAF7-44E8-C863E64B211B}"/>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2A4A05EC-ECB5-85CC-3D0B-EAC9928D2309}"/>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5FAD064D-5530-908A-5DD4-233DDAD6AAA9}"/>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82316807-2732-7E9C-FC75-E653899A1DA3}"/>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37B44374-1909-1BC1-7704-DDCF9AA51ACC}"/>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E7E42A5D-B26E-ADF0-6CC4-0F6E25F2A6F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4EB75C60-8923-4129-C6AF-86F6ABF70A90}"/>
              </a:ext>
            </a:extLst>
          </p:cNvPr>
          <p:cNvSpPr txBox="1"/>
          <p:nvPr/>
        </p:nvSpPr>
        <p:spPr>
          <a:xfrm>
            <a:off x="4143022" y="1402877"/>
            <a:ext cx="570089" cy="230832"/>
          </a:xfrm>
          <a:prstGeom prst="rect">
            <a:avLst/>
          </a:prstGeom>
          <a:noFill/>
        </p:spPr>
        <p:txBody>
          <a:bodyPr wrap="square" rtlCol="0">
            <a:spAutoFit/>
          </a:bodyPr>
          <a:lstStyle/>
          <a:p>
            <a:pPr algn="ctr"/>
            <a:r>
              <a:rPr lang="en-US" sz="900" dirty="0"/>
              <a:t>456</a:t>
            </a:r>
          </a:p>
        </p:txBody>
      </p:sp>
      <p:sp>
        <p:nvSpPr>
          <p:cNvPr id="38" name="TextBox 37">
            <a:extLst>
              <a:ext uri="{FF2B5EF4-FFF2-40B4-BE49-F238E27FC236}">
                <a16:creationId xmlns:a16="http://schemas.microsoft.com/office/drawing/2014/main" id="{C0C36F9C-6C04-FB4E-5CF5-B211669E6550}"/>
              </a:ext>
            </a:extLst>
          </p:cNvPr>
          <p:cNvSpPr txBox="1"/>
          <p:nvPr/>
        </p:nvSpPr>
        <p:spPr>
          <a:xfrm>
            <a:off x="4143022" y="1903821"/>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48E49496-55E6-04D9-5622-241E7AAABD11}"/>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EC97CCCB-C798-F25B-C58A-70AAEDB807DD}"/>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13456</a:t>
            </a:r>
          </a:p>
        </p:txBody>
      </p:sp>
      <p:sp>
        <p:nvSpPr>
          <p:cNvPr id="41" name="TextBox 40">
            <a:extLst>
              <a:ext uri="{FF2B5EF4-FFF2-40B4-BE49-F238E27FC236}">
                <a16:creationId xmlns:a16="http://schemas.microsoft.com/office/drawing/2014/main" id="{5B6A45DB-12EC-06F5-0A8D-F37D573D887B}"/>
              </a:ext>
            </a:extLst>
          </p:cNvPr>
          <p:cNvSpPr txBox="1"/>
          <p:nvPr/>
        </p:nvSpPr>
        <p:spPr>
          <a:xfrm>
            <a:off x="4143022" y="4909484"/>
            <a:ext cx="570089" cy="230832"/>
          </a:xfrm>
          <a:prstGeom prst="rect">
            <a:avLst/>
          </a:prstGeom>
          <a:noFill/>
        </p:spPr>
        <p:txBody>
          <a:bodyPr wrap="square" rtlCol="0">
            <a:spAutoFit/>
          </a:bodyPr>
          <a:lstStyle/>
          <a:p>
            <a:pPr algn="ctr"/>
            <a:r>
              <a:rPr lang="en-US" sz="900" dirty="0"/>
              <a:t>3456</a:t>
            </a:r>
          </a:p>
        </p:txBody>
      </p:sp>
      <p:sp>
        <p:nvSpPr>
          <p:cNvPr id="42" name="TextBox 41">
            <a:extLst>
              <a:ext uri="{FF2B5EF4-FFF2-40B4-BE49-F238E27FC236}">
                <a16:creationId xmlns:a16="http://schemas.microsoft.com/office/drawing/2014/main" id="{ADBD4CB8-A0EF-A891-4D39-AE74FBFFEA79}"/>
              </a:ext>
            </a:extLst>
          </p:cNvPr>
          <p:cNvSpPr txBox="1"/>
          <p:nvPr/>
        </p:nvSpPr>
        <p:spPr>
          <a:xfrm>
            <a:off x="4645378" y="4909484"/>
            <a:ext cx="570089" cy="230832"/>
          </a:xfrm>
          <a:prstGeom prst="rect">
            <a:avLst/>
          </a:prstGeom>
          <a:noFill/>
        </p:spPr>
        <p:txBody>
          <a:bodyPr wrap="square" rtlCol="0">
            <a:spAutoFit/>
          </a:bodyPr>
          <a:lstStyle/>
          <a:p>
            <a:pPr algn="ctr"/>
            <a:r>
              <a:rPr lang="en-US" sz="900" dirty="0"/>
              <a:t>8765</a:t>
            </a:r>
          </a:p>
        </p:txBody>
      </p:sp>
      <p:sp>
        <p:nvSpPr>
          <p:cNvPr id="43" name="TextBox 42">
            <a:extLst>
              <a:ext uri="{FF2B5EF4-FFF2-40B4-BE49-F238E27FC236}">
                <a16:creationId xmlns:a16="http://schemas.microsoft.com/office/drawing/2014/main" id="{5C3B7831-8E59-5531-C4E6-6B219E22B261}"/>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8DBE66ED-69B7-5DCD-5192-22FEDC3C8DFE}"/>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241FFD8B-7086-031F-5635-0A9D0BBBBF0D}"/>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F83EC594-0126-57D2-C03B-AACC4E10E1BC}"/>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A08463B9-D197-EB27-C4F6-CDF6CE8107F0}"/>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E9235A5D-344F-7AE8-CD24-0738392D3661}"/>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6A496D38-167E-FE03-F455-19701E53949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7409548-279B-CB4D-6B17-00823960D148}"/>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EA24C3D3-631D-158F-6C0B-48443F405D3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3A8E63B-47EA-50A6-4203-C02F5634E86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C0B25A97-409F-B165-FC34-3ECEF93C0F5E}"/>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B4546C0-4C1C-8F31-7368-D65AB8013171}"/>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FFB0CFEA-1777-6FBD-537D-7029D124CA77}"/>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0E726327-049F-54AD-6137-23F683191F0C}"/>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E0A775EC-AC5E-751D-0FAD-4EC6B93A08DC}"/>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81B55A1F-0290-745E-74DA-F9205085C773}"/>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CF2818F9-DA20-C58A-5F6D-EE635A9102A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A9BA234-C44C-2551-AC4E-61EE3B64EBA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74B14ACC-A3FF-8B64-4520-E805D5854992}"/>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F8CA64A0-0BA8-643C-5093-51675F2F3033}"/>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8154A49A-75D2-AF10-16B7-D32C515242AF}"/>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9BAFF425-91BD-F829-2735-CA243533D2AD}"/>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E2A00225-BD94-339E-6BDF-28853DBEBF15}"/>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87B494F7-F26D-B718-975C-259F65400950}"/>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AAFBDFAD-8F63-6472-6E82-20B4AAAC2443}"/>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BC8E0EE1-5AF0-7928-D056-DA75DB18425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954CD7B0-7C8E-B5FE-8097-737CA7C4B10C}"/>
              </a:ext>
            </a:extLst>
          </p:cNvPr>
          <p:cNvSpPr txBox="1"/>
          <p:nvPr/>
        </p:nvSpPr>
        <p:spPr>
          <a:xfrm>
            <a:off x="6654802" y="901933"/>
            <a:ext cx="570089" cy="230832"/>
          </a:xfrm>
          <a:prstGeom prst="rect">
            <a:avLst/>
          </a:prstGeom>
          <a:noFill/>
        </p:spPr>
        <p:txBody>
          <a:bodyPr wrap="square" rtlCol="0">
            <a:spAutoFit/>
          </a:bodyPr>
          <a:lstStyle/>
          <a:p>
            <a:pPr algn="ctr"/>
            <a:r>
              <a:rPr lang="en-US" sz="900" dirty="0"/>
              <a:t>67</a:t>
            </a:r>
          </a:p>
        </p:txBody>
      </p:sp>
      <p:sp>
        <p:nvSpPr>
          <p:cNvPr id="64" name="TextBox 63">
            <a:extLst>
              <a:ext uri="{FF2B5EF4-FFF2-40B4-BE49-F238E27FC236}">
                <a16:creationId xmlns:a16="http://schemas.microsoft.com/office/drawing/2014/main" id="{CA5EA6D2-66BD-C309-4FF4-0D68EAEEABFC}"/>
              </a:ext>
            </a:extLst>
          </p:cNvPr>
          <p:cNvSpPr txBox="1"/>
          <p:nvPr/>
        </p:nvSpPr>
        <p:spPr>
          <a:xfrm>
            <a:off x="6654802" y="1903821"/>
            <a:ext cx="570089" cy="230832"/>
          </a:xfrm>
          <a:prstGeom prst="rect">
            <a:avLst/>
          </a:prstGeom>
          <a:noFill/>
        </p:spPr>
        <p:txBody>
          <a:bodyPr wrap="square" rtlCol="0">
            <a:spAutoFit/>
          </a:bodyPr>
          <a:lstStyle/>
          <a:p>
            <a:pPr algn="ctr"/>
            <a:r>
              <a:rPr lang="en-US" sz="900" dirty="0"/>
              <a:t>267</a:t>
            </a:r>
          </a:p>
        </p:txBody>
      </p:sp>
      <p:sp>
        <p:nvSpPr>
          <p:cNvPr id="65" name="TextBox 64">
            <a:extLst>
              <a:ext uri="{FF2B5EF4-FFF2-40B4-BE49-F238E27FC236}">
                <a16:creationId xmlns:a16="http://schemas.microsoft.com/office/drawing/2014/main" id="{ED0A07A4-4D26-CD3A-C62A-9BCAB4E6237B}"/>
              </a:ext>
            </a:extLst>
          </p:cNvPr>
          <p:cNvSpPr txBox="1"/>
          <p:nvPr/>
        </p:nvSpPr>
        <p:spPr>
          <a:xfrm>
            <a:off x="7157158" y="901933"/>
            <a:ext cx="570089" cy="230832"/>
          </a:xfrm>
          <a:prstGeom prst="rect">
            <a:avLst/>
          </a:prstGeom>
          <a:noFill/>
        </p:spPr>
        <p:txBody>
          <a:bodyPr wrap="square" rtlCol="0">
            <a:spAutoFit/>
          </a:bodyPr>
          <a:lstStyle/>
          <a:p>
            <a:pPr algn="ctr"/>
            <a:r>
              <a:rPr lang="en-US" sz="900" dirty="0"/>
              <a:t>48</a:t>
            </a:r>
          </a:p>
        </p:txBody>
      </p:sp>
      <p:sp>
        <p:nvSpPr>
          <p:cNvPr id="66" name="TextBox 65">
            <a:extLst>
              <a:ext uri="{FF2B5EF4-FFF2-40B4-BE49-F238E27FC236}">
                <a16:creationId xmlns:a16="http://schemas.microsoft.com/office/drawing/2014/main" id="{5643F9B9-FAE1-0931-327E-8F0133C4E5CA}"/>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841AB1E6-B9B1-7022-AC21-6D3A32D47FE0}"/>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9E45C199-E742-5C27-D785-D06D990C64A3}"/>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3B88B315-C44E-3072-E175-EF086E9F153E}"/>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DAD45589-38EA-8D33-4B1C-258E1454FFD4}"/>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06B7A72-70CD-3090-39FE-187FBA86642E}"/>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E955AAC5-D315-38C0-7737-9E83D0AED1AF}"/>
              </a:ext>
            </a:extLst>
          </p:cNvPr>
          <p:cNvSpPr txBox="1"/>
          <p:nvPr/>
        </p:nvSpPr>
        <p:spPr>
          <a:xfrm>
            <a:off x="3138310" y="901933"/>
            <a:ext cx="570089" cy="230832"/>
          </a:xfrm>
          <a:prstGeom prst="rect">
            <a:avLst/>
          </a:prstGeom>
          <a:noFill/>
        </p:spPr>
        <p:txBody>
          <a:bodyPr wrap="square" rtlCol="0">
            <a:spAutoFit/>
          </a:bodyPr>
          <a:lstStyle/>
          <a:p>
            <a:pPr algn="ctr"/>
            <a:r>
              <a:rPr lang="en-US" sz="900" dirty="0"/>
              <a:t>79</a:t>
            </a:r>
          </a:p>
        </p:txBody>
      </p:sp>
      <p:sp>
        <p:nvSpPr>
          <p:cNvPr id="70" name="TextBox 69">
            <a:extLst>
              <a:ext uri="{FF2B5EF4-FFF2-40B4-BE49-F238E27FC236}">
                <a16:creationId xmlns:a16="http://schemas.microsoft.com/office/drawing/2014/main" id="{EED8E801-BA10-3147-5FDA-3378EB573605}"/>
              </a:ext>
            </a:extLst>
          </p:cNvPr>
          <p:cNvSpPr txBox="1"/>
          <p:nvPr/>
        </p:nvSpPr>
        <p:spPr>
          <a:xfrm>
            <a:off x="3138310" y="1903821"/>
            <a:ext cx="570089" cy="230832"/>
          </a:xfrm>
          <a:prstGeom prst="rect">
            <a:avLst/>
          </a:prstGeom>
          <a:noFill/>
        </p:spPr>
        <p:txBody>
          <a:bodyPr wrap="square" rtlCol="0">
            <a:spAutoFit/>
          </a:bodyPr>
          <a:lstStyle/>
          <a:p>
            <a:pPr algn="ctr"/>
            <a:r>
              <a:rPr lang="en-US" sz="900" dirty="0"/>
              <a:t>97</a:t>
            </a:r>
          </a:p>
        </p:txBody>
      </p:sp>
      <p:sp>
        <p:nvSpPr>
          <p:cNvPr id="71" name="TextBox 70">
            <a:extLst>
              <a:ext uri="{FF2B5EF4-FFF2-40B4-BE49-F238E27FC236}">
                <a16:creationId xmlns:a16="http://schemas.microsoft.com/office/drawing/2014/main" id="{F2D04995-5598-BA1F-66F7-017608FD049A}"/>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5A4D0744-E68E-4E5F-0B00-C945B8BF7104}"/>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FBBCD4A2-5E75-C2BF-C8B8-A567329A9E4A}"/>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
        <p:nvSpPr>
          <p:cNvPr id="74" name="TextBox 73">
            <a:extLst>
              <a:ext uri="{FF2B5EF4-FFF2-40B4-BE49-F238E27FC236}">
                <a16:creationId xmlns:a16="http://schemas.microsoft.com/office/drawing/2014/main" id="{48EB6DF1-FE4E-EE90-6B60-D4D15A984AA1}"/>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BEB65C70-D7A3-A28B-AB21-CBE6B7045E06}"/>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6E2EC8BA-E3E4-BFE7-E90F-9D688BF06B08}"/>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496DEA57-90CD-A605-454B-FEB8A8DA4193}"/>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0BD529A2-597C-F0B4-0705-EB8F5AF1A8DF}"/>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5D8648A6-B6BB-BE94-FE58-0F185144E9BF}"/>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7AC3781C-78C9-055F-6F76-3D4201DB9209}"/>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5DDE09A-C4B5-19AE-F8F4-F1A6D09D9097}"/>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53E1C313-915C-DC90-A714-0388669EF3E0}"/>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915FBE8-3251-7279-F89E-172F4C5DF739}"/>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31F23E2E-4275-FFD9-A459-03CC510A38C5}"/>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8639469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A51C6-01C5-34C1-CA81-4278C34801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048589-75D9-C827-EF89-4832FA7249D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3C3E990-2500-A054-A0AD-ED2E73CB5DF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A65F53E-F927-F1AF-0422-DBF05467357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9C86713-BD2D-5A42-0C59-0183863447B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D1E3A35-8203-C0FE-53A5-E2AEE5BB5DD4}"/>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F8DF1991-3ED5-D450-0EB9-89035D141461}"/>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2C2FFB37-34C4-F0B5-BBDE-5186243010C2}"/>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6" name="TextBox 15">
            <a:extLst>
              <a:ext uri="{FF2B5EF4-FFF2-40B4-BE49-F238E27FC236}">
                <a16:creationId xmlns:a16="http://schemas.microsoft.com/office/drawing/2014/main" id="{EE9E5972-F244-128B-F38E-70744DC4131C}"/>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7A5FBA8F-30C0-E8DA-0AB1-C494A2103E97}"/>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00CFF131-9B7E-2D69-2FB9-FF158F4151B1}"/>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BB2ABF91-04A0-744C-0ABB-80214EABD44F}"/>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48FBF711-5A09-1064-62B6-2EB8DE96D627}"/>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312A95CD-60F9-F757-001D-AEDDA9E23041}"/>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0059AE65-4424-70F3-C9B6-664C31D549B0}"/>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C19792F4-8A75-4675-4866-B6B61B003D86}"/>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4D6D6D98-7BAE-78CC-EEDE-08EE7A19F3BA}"/>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3CF26992-5CC6-6CE3-B532-E59D8CB26E65}"/>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906E107E-ED0D-9964-96F4-BB7576B286BC}"/>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D2764675-6384-0F54-24A3-E841D9052E9F}"/>
              </a:ext>
            </a:extLst>
          </p:cNvPr>
          <p:cNvSpPr txBox="1"/>
          <p:nvPr/>
        </p:nvSpPr>
        <p:spPr>
          <a:xfrm>
            <a:off x="4143022" y="1402877"/>
            <a:ext cx="570089" cy="230832"/>
          </a:xfrm>
          <a:prstGeom prst="rect">
            <a:avLst/>
          </a:prstGeom>
          <a:noFill/>
        </p:spPr>
        <p:txBody>
          <a:bodyPr wrap="square" rtlCol="0">
            <a:spAutoFit/>
          </a:bodyPr>
          <a:lstStyle/>
          <a:p>
            <a:pPr algn="ctr"/>
            <a:r>
              <a:rPr lang="en-US" sz="900" dirty="0"/>
              <a:t>45</a:t>
            </a:r>
          </a:p>
        </p:txBody>
      </p:sp>
      <p:sp>
        <p:nvSpPr>
          <p:cNvPr id="38" name="TextBox 37">
            <a:extLst>
              <a:ext uri="{FF2B5EF4-FFF2-40B4-BE49-F238E27FC236}">
                <a16:creationId xmlns:a16="http://schemas.microsoft.com/office/drawing/2014/main" id="{F43F5A7B-74A3-DB89-1D1C-41FA4A3134CD}"/>
              </a:ext>
            </a:extLst>
          </p:cNvPr>
          <p:cNvSpPr txBox="1"/>
          <p:nvPr/>
        </p:nvSpPr>
        <p:spPr>
          <a:xfrm>
            <a:off x="4143022" y="1903821"/>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FF8FCD70-B6AD-AD2C-9F2A-D412C34B3074}"/>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3103E75E-AF59-050A-F03A-1DD684C09FFC}"/>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13456</a:t>
            </a:r>
          </a:p>
        </p:txBody>
      </p:sp>
      <p:sp>
        <p:nvSpPr>
          <p:cNvPr id="41" name="TextBox 40">
            <a:extLst>
              <a:ext uri="{FF2B5EF4-FFF2-40B4-BE49-F238E27FC236}">
                <a16:creationId xmlns:a16="http://schemas.microsoft.com/office/drawing/2014/main" id="{62A06203-8DBB-9AAD-988F-087A6A3C0BC1}"/>
              </a:ext>
            </a:extLst>
          </p:cNvPr>
          <p:cNvSpPr txBox="1"/>
          <p:nvPr/>
        </p:nvSpPr>
        <p:spPr>
          <a:xfrm>
            <a:off x="4143022" y="4909484"/>
            <a:ext cx="570089" cy="230832"/>
          </a:xfrm>
          <a:prstGeom prst="rect">
            <a:avLst/>
          </a:prstGeom>
          <a:noFill/>
        </p:spPr>
        <p:txBody>
          <a:bodyPr wrap="square" rtlCol="0">
            <a:spAutoFit/>
          </a:bodyPr>
          <a:lstStyle/>
          <a:p>
            <a:pPr algn="ctr"/>
            <a:r>
              <a:rPr lang="en-US" sz="900" dirty="0"/>
              <a:t>3456</a:t>
            </a:r>
          </a:p>
        </p:txBody>
      </p:sp>
      <p:sp>
        <p:nvSpPr>
          <p:cNvPr id="42" name="TextBox 41">
            <a:extLst>
              <a:ext uri="{FF2B5EF4-FFF2-40B4-BE49-F238E27FC236}">
                <a16:creationId xmlns:a16="http://schemas.microsoft.com/office/drawing/2014/main" id="{90554FDA-C09D-AE01-BA06-2686635166B8}"/>
              </a:ext>
            </a:extLst>
          </p:cNvPr>
          <p:cNvSpPr txBox="1"/>
          <p:nvPr/>
        </p:nvSpPr>
        <p:spPr>
          <a:xfrm>
            <a:off x="4645378" y="4909484"/>
            <a:ext cx="570089" cy="230832"/>
          </a:xfrm>
          <a:prstGeom prst="rect">
            <a:avLst/>
          </a:prstGeom>
          <a:noFill/>
        </p:spPr>
        <p:txBody>
          <a:bodyPr wrap="square" rtlCol="0">
            <a:spAutoFit/>
          </a:bodyPr>
          <a:lstStyle/>
          <a:p>
            <a:pPr algn="ctr"/>
            <a:r>
              <a:rPr lang="en-US" sz="900" dirty="0"/>
              <a:t>8765</a:t>
            </a:r>
          </a:p>
        </p:txBody>
      </p:sp>
      <p:sp>
        <p:nvSpPr>
          <p:cNvPr id="43" name="TextBox 42">
            <a:extLst>
              <a:ext uri="{FF2B5EF4-FFF2-40B4-BE49-F238E27FC236}">
                <a16:creationId xmlns:a16="http://schemas.microsoft.com/office/drawing/2014/main" id="{BDBA9642-1B2F-6E7C-AF0E-9C71D3BAD532}"/>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2C2D8EDE-2703-0D60-D876-21C6D2B482D0}"/>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7A9AB94A-7604-0DB7-D585-16027F475548}"/>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BB16BE29-A928-988A-FFC5-618D1AEFD39A}"/>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A4919965-607B-FBBB-BE04-47F0F0FF8CBD}"/>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F4595FF3-007C-CDDA-2B83-DEB71EB859FF}"/>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9C49F398-E0F7-4C99-13CC-162C2BE4BB0F}"/>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77B878FB-5459-D41B-796B-6D268846E321}"/>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9F0787D7-7EC0-3D34-12D2-E56773ECEB8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FCBBE8A4-7947-4B64-156B-3D27B03D49E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A9B565F8-4786-07F2-0D17-337C7F72875A}"/>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26994348-D198-C790-4E24-E367744D7049}"/>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278E3C8F-D584-D1F6-CD83-716B072DF5AC}"/>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9D593C26-62B3-FE83-4B5B-4C7EBBAFE12E}"/>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AB55BA5E-3632-56DD-AEC3-84165C272FF3}"/>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49A5A277-41E0-2B02-70F9-005F3AFDB6D1}"/>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58D1648F-7E0F-B941-0B9C-AAB5DCE02B8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1449993-E3ED-71C2-89C9-7B72B5AF73F2}"/>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F94D164A-E25C-D7E4-713E-91AD88C456ED}"/>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8A61E4BE-1AF6-67D6-BA5F-AF99067B7BFF}"/>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C0D6582D-1234-7939-9D38-CE9234E13E01}"/>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3066D48B-EFCE-DE71-3CE0-47E146CB87F1}"/>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177923FD-1CC7-D511-60FE-1B04D045545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2863B1A3-B77D-8A33-3971-23F84423213B}"/>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DF836834-E855-FF54-4B25-C6BC5B7085A9}"/>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3281B1AF-D6E9-338E-08C5-67AF17C89C6C}"/>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4" name="TextBox 63">
            <a:extLst>
              <a:ext uri="{FF2B5EF4-FFF2-40B4-BE49-F238E27FC236}">
                <a16:creationId xmlns:a16="http://schemas.microsoft.com/office/drawing/2014/main" id="{BC71E128-63F8-EAA8-98A2-0B1B59F173A2}"/>
              </a:ext>
            </a:extLst>
          </p:cNvPr>
          <p:cNvSpPr txBox="1"/>
          <p:nvPr/>
        </p:nvSpPr>
        <p:spPr>
          <a:xfrm>
            <a:off x="6654802" y="190382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00F1A064-6298-BBE9-C7B0-FC1F1A4E6A3A}"/>
              </a:ext>
            </a:extLst>
          </p:cNvPr>
          <p:cNvSpPr txBox="1"/>
          <p:nvPr/>
        </p:nvSpPr>
        <p:spPr>
          <a:xfrm>
            <a:off x="7157158" y="901933"/>
            <a:ext cx="570089" cy="230832"/>
          </a:xfrm>
          <a:prstGeom prst="rect">
            <a:avLst/>
          </a:prstGeom>
          <a:noFill/>
        </p:spPr>
        <p:txBody>
          <a:bodyPr wrap="square" rtlCol="0">
            <a:spAutoFit/>
          </a:bodyPr>
          <a:lstStyle/>
          <a:p>
            <a:pPr algn="ctr"/>
            <a:r>
              <a:rPr lang="en-US" sz="900" dirty="0"/>
              <a:t>48</a:t>
            </a:r>
          </a:p>
        </p:txBody>
      </p:sp>
      <p:sp>
        <p:nvSpPr>
          <p:cNvPr id="66" name="TextBox 65">
            <a:extLst>
              <a:ext uri="{FF2B5EF4-FFF2-40B4-BE49-F238E27FC236}">
                <a16:creationId xmlns:a16="http://schemas.microsoft.com/office/drawing/2014/main" id="{706C1C15-AE86-271D-50D1-1E6DB96D2A85}"/>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06E1DA28-42A1-2C16-9D73-41B4721F417E}"/>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358EAFF3-3F30-AD0F-FC1F-A93837B794B7}"/>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3CB5AAD5-4F40-32F8-9B51-EB35BD669C45}"/>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181376B-4B22-A750-E362-2E3E72D22F90}"/>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5EB2B3E-1988-A7D5-AC29-990BCFAB9659}"/>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24" name="TextBox 23">
            <a:extLst>
              <a:ext uri="{FF2B5EF4-FFF2-40B4-BE49-F238E27FC236}">
                <a16:creationId xmlns:a16="http://schemas.microsoft.com/office/drawing/2014/main" id="{3D276286-4AB8-BBEC-404F-09F84FD822B0}"/>
              </a:ext>
            </a:extLst>
          </p:cNvPr>
          <p:cNvSpPr txBox="1"/>
          <p:nvPr/>
        </p:nvSpPr>
        <p:spPr>
          <a:xfrm>
            <a:off x="3138310" y="901933"/>
            <a:ext cx="570089" cy="230832"/>
          </a:xfrm>
          <a:prstGeom prst="rect">
            <a:avLst/>
          </a:prstGeom>
          <a:noFill/>
        </p:spPr>
        <p:txBody>
          <a:bodyPr wrap="square" rtlCol="0">
            <a:spAutoFit/>
          </a:bodyPr>
          <a:lstStyle/>
          <a:p>
            <a:pPr algn="ctr"/>
            <a:r>
              <a:rPr lang="en-US" sz="900" dirty="0"/>
              <a:t>79</a:t>
            </a:r>
          </a:p>
        </p:txBody>
      </p:sp>
      <p:sp>
        <p:nvSpPr>
          <p:cNvPr id="70" name="TextBox 69">
            <a:extLst>
              <a:ext uri="{FF2B5EF4-FFF2-40B4-BE49-F238E27FC236}">
                <a16:creationId xmlns:a16="http://schemas.microsoft.com/office/drawing/2014/main" id="{0A86AE77-EC4B-8A1B-E3E5-A589EA116800}"/>
              </a:ext>
            </a:extLst>
          </p:cNvPr>
          <p:cNvSpPr txBox="1"/>
          <p:nvPr/>
        </p:nvSpPr>
        <p:spPr>
          <a:xfrm>
            <a:off x="3138310" y="1903821"/>
            <a:ext cx="570089" cy="230832"/>
          </a:xfrm>
          <a:prstGeom prst="rect">
            <a:avLst/>
          </a:prstGeom>
          <a:noFill/>
        </p:spPr>
        <p:txBody>
          <a:bodyPr wrap="square" rtlCol="0">
            <a:spAutoFit/>
          </a:bodyPr>
          <a:lstStyle/>
          <a:p>
            <a:pPr algn="ctr"/>
            <a:r>
              <a:rPr lang="en-US" sz="900" dirty="0"/>
              <a:t>97</a:t>
            </a:r>
          </a:p>
        </p:txBody>
      </p:sp>
      <p:sp>
        <p:nvSpPr>
          <p:cNvPr id="71" name="TextBox 70">
            <a:extLst>
              <a:ext uri="{FF2B5EF4-FFF2-40B4-BE49-F238E27FC236}">
                <a16:creationId xmlns:a16="http://schemas.microsoft.com/office/drawing/2014/main" id="{45994FD9-0C84-C7A6-B1AD-56886B02EF6C}"/>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762A003C-E924-9B94-ADCA-A26A45B54BD0}"/>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F13C78C7-F115-5745-FC39-9FE239562DE3}"/>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
        <p:nvSpPr>
          <p:cNvPr id="74" name="TextBox 73">
            <a:extLst>
              <a:ext uri="{FF2B5EF4-FFF2-40B4-BE49-F238E27FC236}">
                <a16:creationId xmlns:a16="http://schemas.microsoft.com/office/drawing/2014/main" id="{1E668422-3A89-DFC2-CB72-2759F6801CE2}"/>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417CFC55-968E-4472-2457-9866215F7C9D}"/>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1A411BC3-C2A2-9DEE-8E1F-5BCB61D7AC6B}"/>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A8F4D948-3ACA-A646-A553-F746426131F4}"/>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2549A9E2-FAAC-0AF3-4EC6-00EE8B27EE38}"/>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23FBFE07-7073-9235-19AE-D3322ACA3B57}"/>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77FDAC9-C58B-E9E4-A322-8E060882F49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7BA4394-26DB-256B-86EA-4059368AA636}"/>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2C9E11C-8BE6-B0F2-534A-EF0E44875B08}"/>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829C77D-C87A-0154-B5DD-71F52C88D34F}"/>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FBA33CAF-4749-6E44-92DD-2D0B8D662880}"/>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D82CFD9E-7179-BCBA-C760-9D2DE0A8E167}"/>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3258652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83151-90CF-151D-2C9B-DEFEAB76F9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BB1325-FE3A-D980-EEE6-E66479CF8A3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DF50A72-E334-9A94-145B-F473BAEF152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85AE888-F5F0-1FC0-2FE6-3F53FDF66E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C4A1E79-6EF3-85A9-79DE-5F896BCAB69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47C85DF-EC31-9B17-5179-F7F7B8552B2C}"/>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76E3D854-60DE-0F35-5674-8ACE1DF86F4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E5929C47-7E88-031B-9766-31F411BEB38D}"/>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6" name="TextBox 15">
            <a:extLst>
              <a:ext uri="{FF2B5EF4-FFF2-40B4-BE49-F238E27FC236}">
                <a16:creationId xmlns:a16="http://schemas.microsoft.com/office/drawing/2014/main" id="{5342CFFC-2898-E8B7-BA9C-9727C1C1C771}"/>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53ACB630-6BA9-2809-0BE5-F98344235BFB}"/>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42E52205-5BF4-F3E2-7BDC-F414747D9B97}"/>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AC6CF39F-1EE6-69CA-DF81-E465CDBAA577}"/>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5BACD66B-4DB3-69D0-CDC4-826C1D527989}"/>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3CBAF8EE-1544-8BC3-2C57-BF3CE42018BE}"/>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A21AEF13-6179-07ED-1DAE-43E3A7FD8C9E}"/>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4095316D-7E11-6CB3-1A64-99C692977922}"/>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2CFFED09-61E9-36A6-3D8B-362004CA20AE}"/>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CA4D96E8-66FF-9F6D-28E5-2EC2D955DCA2}"/>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977008D2-A8D8-31E1-7E81-1BA3EE5A9784}"/>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0F459844-222A-8682-E18E-F5CB66E01753}"/>
              </a:ext>
            </a:extLst>
          </p:cNvPr>
          <p:cNvSpPr txBox="1"/>
          <p:nvPr/>
        </p:nvSpPr>
        <p:spPr>
          <a:xfrm>
            <a:off x="4143022" y="1402877"/>
            <a:ext cx="570089" cy="230832"/>
          </a:xfrm>
          <a:prstGeom prst="rect">
            <a:avLst/>
          </a:prstGeom>
          <a:noFill/>
        </p:spPr>
        <p:txBody>
          <a:bodyPr wrap="square" rtlCol="0">
            <a:spAutoFit/>
          </a:bodyPr>
          <a:lstStyle/>
          <a:p>
            <a:pPr algn="ctr"/>
            <a:r>
              <a:rPr lang="en-US" sz="900" dirty="0"/>
              <a:t>45</a:t>
            </a:r>
          </a:p>
        </p:txBody>
      </p:sp>
      <p:sp>
        <p:nvSpPr>
          <p:cNvPr id="38" name="TextBox 37">
            <a:extLst>
              <a:ext uri="{FF2B5EF4-FFF2-40B4-BE49-F238E27FC236}">
                <a16:creationId xmlns:a16="http://schemas.microsoft.com/office/drawing/2014/main" id="{709BD675-A8EC-3B44-A103-F7ACBC108A63}"/>
              </a:ext>
            </a:extLst>
          </p:cNvPr>
          <p:cNvSpPr txBox="1"/>
          <p:nvPr/>
        </p:nvSpPr>
        <p:spPr>
          <a:xfrm>
            <a:off x="4143022" y="1903821"/>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5EA021C5-7331-9A81-B70B-352307DCBE25}"/>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CD43A5A7-0312-420D-84A5-055C9A40CE92}"/>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13456</a:t>
            </a:r>
          </a:p>
        </p:txBody>
      </p:sp>
      <p:sp>
        <p:nvSpPr>
          <p:cNvPr id="41" name="TextBox 40">
            <a:extLst>
              <a:ext uri="{FF2B5EF4-FFF2-40B4-BE49-F238E27FC236}">
                <a16:creationId xmlns:a16="http://schemas.microsoft.com/office/drawing/2014/main" id="{22842BFD-C097-EC03-6E0A-B5642A0122C7}"/>
              </a:ext>
            </a:extLst>
          </p:cNvPr>
          <p:cNvSpPr txBox="1"/>
          <p:nvPr/>
        </p:nvSpPr>
        <p:spPr>
          <a:xfrm>
            <a:off x="4143022" y="4909484"/>
            <a:ext cx="570089" cy="230832"/>
          </a:xfrm>
          <a:prstGeom prst="rect">
            <a:avLst/>
          </a:prstGeom>
          <a:noFill/>
        </p:spPr>
        <p:txBody>
          <a:bodyPr wrap="square" rtlCol="0">
            <a:spAutoFit/>
          </a:bodyPr>
          <a:lstStyle/>
          <a:p>
            <a:pPr algn="ctr"/>
            <a:r>
              <a:rPr lang="en-US" sz="900" dirty="0"/>
              <a:t>3456</a:t>
            </a:r>
          </a:p>
        </p:txBody>
      </p:sp>
      <p:sp>
        <p:nvSpPr>
          <p:cNvPr id="42" name="TextBox 41">
            <a:extLst>
              <a:ext uri="{FF2B5EF4-FFF2-40B4-BE49-F238E27FC236}">
                <a16:creationId xmlns:a16="http://schemas.microsoft.com/office/drawing/2014/main" id="{0DFBD731-3039-64BB-5FF5-5E980851815A}"/>
              </a:ext>
            </a:extLst>
          </p:cNvPr>
          <p:cNvSpPr txBox="1"/>
          <p:nvPr/>
        </p:nvSpPr>
        <p:spPr>
          <a:xfrm>
            <a:off x="4645378" y="4909484"/>
            <a:ext cx="570089" cy="230832"/>
          </a:xfrm>
          <a:prstGeom prst="rect">
            <a:avLst/>
          </a:prstGeom>
          <a:noFill/>
        </p:spPr>
        <p:txBody>
          <a:bodyPr wrap="square" rtlCol="0">
            <a:spAutoFit/>
          </a:bodyPr>
          <a:lstStyle/>
          <a:p>
            <a:pPr algn="ctr"/>
            <a:r>
              <a:rPr lang="en-US" sz="900" dirty="0"/>
              <a:t>8765</a:t>
            </a:r>
          </a:p>
        </p:txBody>
      </p:sp>
      <p:sp>
        <p:nvSpPr>
          <p:cNvPr id="43" name="TextBox 42">
            <a:extLst>
              <a:ext uri="{FF2B5EF4-FFF2-40B4-BE49-F238E27FC236}">
                <a16:creationId xmlns:a16="http://schemas.microsoft.com/office/drawing/2014/main" id="{BBCFCF22-DDE9-A431-4DDD-B2A85A82B9F7}"/>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86B25C89-BF20-B081-A18A-2427A19FAC77}"/>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0F770AD4-062F-8924-58C4-60663CB50EB2}"/>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C9FFBF9B-8DEA-80BB-2D60-C7A5586B99D1}"/>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C5A68FE4-719C-A517-3626-89E6BC341469}"/>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85D25FD7-00B0-596A-86E6-5E01EE5EDF71}"/>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9C0C19AC-03F7-7BF4-F6FA-D2AA9522273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8EE56403-D0F0-F97D-0B69-22A8D570950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9EA5643D-154D-F73B-2ED8-596195459BD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BFE14BB2-F142-CE19-E948-81AF4AF2A4A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2CD8B09-DC0C-BDCC-39F3-78C10388D30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F08C5C68-034D-482B-ACA5-9B542C3E9BBC}"/>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193CBF23-6A25-5DD7-591A-FB41D45D3AF0}"/>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9FBBAE20-0156-7BA4-D130-A51230E2D74E}"/>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BA4C63C6-E7E4-07D7-19EE-82A86FFBADAE}"/>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8BBB6EC2-3EA3-3A75-CC4D-57E0916298F9}"/>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751F0DC9-0900-F7B1-6A0A-7DE869F8821E}"/>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E607AFB-1A22-2206-847A-4341E9FF37F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AC98782C-D4BD-58DF-FAAE-DC62D92C971D}"/>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56CCA2B5-EFD7-C8F5-3316-8BAB25BC4C6B}"/>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A8312549-2217-EC92-DBDC-09CA7B9B2D33}"/>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67EABE5F-581E-DEB4-C11A-D661DBD1B519}"/>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702EA36E-9DFD-6C27-14E4-E1C5D860665F}"/>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E64FA4AC-6E27-1CB6-E242-E9A6EE3CEBD0}"/>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8DED5ED9-EB20-22E5-A493-851771EFCD5C}"/>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AD87A85-08E0-87D6-3C7D-D84FF91F28E4}"/>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7A20DD56-4C63-5E43-9165-4031FCF05144}"/>
              </a:ext>
            </a:extLst>
          </p:cNvPr>
          <p:cNvSpPr txBox="1"/>
          <p:nvPr/>
        </p:nvSpPr>
        <p:spPr>
          <a:xfrm>
            <a:off x="7157158" y="901933"/>
            <a:ext cx="570089" cy="230832"/>
          </a:xfrm>
          <a:prstGeom prst="rect">
            <a:avLst/>
          </a:prstGeom>
          <a:noFill/>
        </p:spPr>
        <p:txBody>
          <a:bodyPr wrap="square" rtlCol="0">
            <a:spAutoFit/>
          </a:bodyPr>
          <a:lstStyle/>
          <a:p>
            <a:pPr algn="ctr"/>
            <a:r>
              <a:rPr lang="en-US" sz="900" dirty="0"/>
              <a:t>48</a:t>
            </a:r>
          </a:p>
        </p:txBody>
      </p:sp>
      <p:sp>
        <p:nvSpPr>
          <p:cNvPr id="66" name="TextBox 65">
            <a:extLst>
              <a:ext uri="{FF2B5EF4-FFF2-40B4-BE49-F238E27FC236}">
                <a16:creationId xmlns:a16="http://schemas.microsoft.com/office/drawing/2014/main" id="{4F308185-8B08-6FD4-DC05-4BF05D463501}"/>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5407BB90-20DD-8364-6CD2-814253146C4C}"/>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2B83CC45-80FC-8B10-3B42-B61AF57151AF}"/>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A5FEFB8-F227-F328-BF61-9F68DBC897F9}"/>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8DFC9E4D-AF74-D285-FDE3-C218ECDCF9C2}"/>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F65A795B-639F-BC73-D93E-1DADCE585BC3}"/>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246C8CF6-3D26-3207-60C3-504123F25A44}"/>
              </a:ext>
            </a:extLst>
          </p:cNvPr>
          <p:cNvSpPr txBox="1"/>
          <p:nvPr/>
        </p:nvSpPr>
        <p:spPr>
          <a:xfrm>
            <a:off x="3138310" y="3907597"/>
            <a:ext cx="570089" cy="230832"/>
          </a:xfrm>
          <a:prstGeom prst="rect">
            <a:avLst/>
          </a:prstGeom>
          <a:noFill/>
        </p:spPr>
        <p:txBody>
          <a:bodyPr wrap="square" rtlCol="0">
            <a:spAutoFit/>
          </a:bodyPr>
          <a:lstStyle/>
          <a:p>
            <a:pPr algn="ctr"/>
            <a:r>
              <a:rPr lang="en-US" sz="900" dirty="0"/>
              <a:t>34568</a:t>
            </a:r>
          </a:p>
        </p:txBody>
      </p:sp>
      <p:sp>
        <p:nvSpPr>
          <p:cNvPr id="72" name="TextBox 71">
            <a:extLst>
              <a:ext uri="{FF2B5EF4-FFF2-40B4-BE49-F238E27FC236}">
                <a16:creationId xmlns:a16="http://schemas.microsoft.com/office/drawing/2014/main" id="{98E7E7AF-097D-A176-E691-7E49D6F693EF}"/>
              </a:ext>
            </a:extLst>
          </p:cNvPr>
          <p:cNvSpPr txBox="1"/>
          <p:nvPr/>
        </p:nvSpPr>
        <p:spPr>
          <a:xfrm>
            <a:off x="3138310" y="4408541"/>
            <a:ext cx="570089" cy="230832"/>
          </a:xfrm>
          <a:prstGeom prst="rect">
            <a:avLst/>
          </a:prstGeom>
          <a:noFill/>
        </p:spPr>
        <p:txBody>
          <a:bodyPr wrap="square" rtlCol="0">
            <a:spAutoFit/>
          </a:bodyPr>
          <a:lstStyle/>
          <a:p>
            <a:pPr algn="ctr"/>
            <a:r>
              <a:rPr lang="en-US" sz="900" dirty="0"/>
              <a:t>34568</a:t>
            </a:r>
          </a:p>
        </p:txBody>
      </p:sp>
      <p:sp>
        <p:nvSpPr>
          <p:cNvPr id="73" name="TextBox 72">
            <a:extLst>
              <a:ext uri="{FF2B5EF4-FFF2-40B4-BE49-F238E27FC236}">
                <a16:creationId xmlns:a16="http://schemas.microsoft.com/office/drawing/2014/main" id="{A42D9367-F388-866B-C664-C674425CE277}"/>
              </a:ext>
            </a:extLst>
          </p:cNvPr>
          <p:cNvSpPr txBox="1"/>
          <p:nvPr/>
        </p:nvSpPr>
        <p:spPr>
          <a:xfrm>
            <a:off x="3138310" y="4909484"/>
            <a:ext cx="570089" cy="230832"/>
          </a:xfrm>
          <a:prstGeom prst="rect">
            <a:avLst/>
          </a:prstGeom>
          <a:noFill/>
        </p:spPr>
        <p:txBody>
          <a:bodyPr wrap="square" rtlCol="0">
            <a:spAutoFit/>
          </a:bodyPr>
          <a:lstStyle/>
          <a:p>
            <a:pPr algn="ctr"/>
            <a:r>
              <a:rPr lang="en-US" sz="900" dirty="0"/>
              <a:t>34568</a:t>
            </a:r>
          </a:p>
        </p:txBody>
      </p:sp>
      <p:sp>
        <p:nvSpPr>
          <p:cNvPr id="74" name="TextBox 73">
            <a:extLst>
              <a:ext uri="{FF2B5EF4-FFF2-40B4-BE49-F238E27FC236}">
                <a16:creationId xmlns:a16="http://schemas.microsoft.com/office/drawing/2014/main" id="{4F269A52-05C6-C10A-05A0-45570FB40D23}"/>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3AA98CC8-F4AF-906F-2BFF-474F21AD5EBE}"/>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2040B7D0-C5B4-2CD4-56AD-07BC379D5B97}"/>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37B9D8B2-58C9-3C6B-5A83-2C5AFFAE8782}"/>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88565782-498D-DFB4-5A24-578D6B360668}"/>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1DAE787A-D015-5B4F-27D9-53FA308B1500}"/>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E566008F-AC51-FF17-F008-695E203DA96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3AD5D38-CA2F-6D2F-955C-5DBD62BCC60B}"/>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F6F5CA4-9143-CCE8-0315-CE3D6FEFC3C4}"/>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F70BD012-FACF-3D60-80DE-9B490784C5C0}"/>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39B056E7-0297-958E-B847-0BD0E30B8207}"/>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23ACC441-7A07-92AA-506E-06272225BFBE}"/>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F84D19A-7D5C-E17F-7C42-96E816689EB7}"/>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1DDBA420-5313-EBAB-3ECD-10C33DEBBE2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3E52260F-8C19-364C-13F9-D9A43E6B0FBC}"/>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1887219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26971-4DC5-E9FD-F5A2-4A8701417B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C7BA96-20FB-9456-A161-171C1DFD3C30}"/>
              </a:ext>
            </a:extLst>
          </p:cNvPr>
          <p:cNvSpPr>
            <a:spLocks noGrp="1"/>
          </p:cNvSpPr>
          <p:nvPr>
            <p:ph sz="half" idx="1"/>
          </p:nvPr>
        </p:nvSpPr>
        <p:spPr/>
        <p:txBody>
          <a:bodyPr>
            <a:normAutofit/>
          </a:bodyPr>
          <a:lstStyle/>
          <a:p>
            <a:r>
              <a:rPr lang="en-US" dirty="0"/>
              <a:t>In Column 3, the 6 must be in the lower block.</a:t>
            </a:r>
          </a:p>
        </p:txBody>
      </p:sp>
      <p:pic>
        <p:nvPicPr>
          <p:cNvPr id="4" name="Picture 3" descr="A grid of sudoku puzzle&#10;&#10;Description automatically generated">
            <a:extLst>
              <a:ext uri="{FF2B5EF4-FFF2-40B4-BE49-F238E27FC236}">
                <a16:creationId xmlns:a16="http://schemas.microsoft.com/office/drawing/2014/main" id="{FC9F10DF-8722-FEE5-5AF4-CFAF67796C1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65D0D70-8BD3-C993-BCFE-A8E668B457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4E665C1-3A29-3A35-7792-231CA620103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13BA887-8ECE-27C5-0034-968D3EEE4B25}"/>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2FCEEE16-6002-FF50-6E03-893794AEBA7C}"/>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013B8BF7-C984-3F90-2A3B-0BC6B90D5BC5}"/>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6" name="TextBox 15">
            <a:extLst>
              <a:ext uri="{FF2B5EF4-FFF2-40B4-BE49-F238E27FC236}">
                <a16:creationId xmlns:a16="http://schemas.microsoft.com/office/drawing/2014/main" id="{CBB671F1-D77C-2519-FC39-C39F8CF371A5}"/>
              </a:ext>
            </a:extLst>
          </p:cNvPr>
          <p:cNvSpPr txBox="1"/>
          <p:nvPr/>
        </p:nvSpPr>
        <p:spPr>
          <a:xfrm>
            <a:off x="364066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35</a:t>
            </a:r>
          </a:p>
        </p:txBody>
      </p:sp>
      <p:sp>
        <p:nvSpPr>
          <p:cNvPr id="17" name="TextBox 16">
            <a:extLst>
              <a:ext uri="{FF2B5EF4-FFF2-40B4-BE49-F238E27FC236}">
                <a16:creationId xmlns:a16="http://schemas.microsoft.com/office/drawing/2014/main" id="{14866D63-AEB5-56DE-2AC6-89B2AC0DBB0B}"/>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8" name="TextBox 17">
            <a:extLst>
              <a:ext uri="{FF2B5EF4-FFF2-40B4-BE49-F238E27FC236}">
                <a16:creationId xmlns:a16="http://schemas.microsoft.com/office/drawing/2014/main" id="{3FAB1F51-D9B0-D634-E27C-3E05A0DBC87D}"/>
              </a:ext>
            </a:extLst>
          </p:cNvPr>
          <p:cNvSpPr txBox="1"/>
          <p:nvPr/>
        </p:nvSpPr>
        <p:spPr>
          <a:xfrm>
            <a:off x="3138310"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53</a:t>
            </a:r>
          </a:p>
        </p:txBody>
      </p:sp>
      <p:sp>
        <p:nvSpPr>
          <p:cNvPr id="19" name="TextBox 18">
            <a:extLst>
              <a:ext uri="{FF2B5EF4-FFF2-40B4-BE49-F238E27FC236}">
                <a16:creationId xmlns:a16="http://schemas.microsoft.com/office/drawing/2014/main" id="{7921250E-B21E-3B8C-F99E-8D055469A513}"/>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2DE59D6E-47E2-B7B0-4C06-24056589D296}"/>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D66EFDE2-620A-7303-EE6B-8BFA5FD980B0}"/>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268A7E18-21D5-A7CD-4CAE-75E34016D3CC}"/>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3A5E43A1-E51D-F79B-0104-6CDCC56C54AD}"/>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6" name="TextBox 25">
            <a:extLst>
              <a:ext uri="{FF2B5EF4-FFF2-40B4-BE49-F238E27FC236}">
                <a16:creationId xmlns:a16="http://schemas.microsoft.com/office/drawing/2014/main" id="{DCF25D9C-4197-C2CD-1553-31CE06C97C26}"/>
              </a:ext>
            </a:extLst>
          </p:cNvPr>
          <p:cNvSpPr txBox="1"/>
          <p:nvPr/>
        </p:nvSpPr>
        <p:spPr>
          <a:xfrm>
            <a:off x="364066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27" name="TextBox 26">
            <a:extLst>
              <a:ext uri="{FF2B5EF4-FFF2-40B4-BE49-F238E27FC236}">
                <a16:creationId xmlns:a16="http://schemas.microsoft.com/office/drawing/2014/main" id="{A889B001-023E-80BD-AA96-9A7EA548A7FF}"/>
              </a:ext>
            </a:extLst>
          </p:cNvPr>
          <p:cNvSpPr txBox="1"/>
          <p:nvPr/>
        </p:nvSpPr>
        <p:spPr>
          <a:xfrm>
            <a:off x="313831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28" name="TextBox 27">
            <a:extLst>
              <a:ext uri="{FF2B5EF4-FFF2-40B4-BE49-F238E27FC236}">
                <a16:creationId xmlns:a16="http://schemas.microsoft.com/office/drawing/2014/main" id="{33B99336-80D9-045D-D115-53DEACC3CC16}"/>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CB156FAC-62C5-0243-032B-5B44BEF8B988}"/>
              </a:ext>
            </a:extLst>
          </p:cNvPr>
          <p:cNvSpPr txBox="1"/>
          <p:nvPr/>
        </p:nvSpPr>
        <p:spPr>
          <a:xfrm>
            <a:off x="4143022" y="1402877"/>
            <a:ext cx="570089" cy="230832"/>
          </a:xfrm>
          <a:prstGeom prst="rect">
            <a:avLst/>
          </a:prstGeom>
          <a:noFill/>
        </p:spPr>
        <p:txBody>
          <a:bodyPr wrap="square" rtlCol="0">
            <a:spAutoFit/>
          </a:bodyPr>
          <a:lstStyle/>
          <a:p>
            <a:pPr algn="ctr"/>
            <a:r>
              <a:rPr lang="en-US" sz="900" dirty="0"/>
              <a:t>45</a:t>
            </a:r>
          </a:p>
        </p:txBody>
      </p:sp>
      <p:sp>
        <p:nvSpPr>
          <p:cNvPr id="38" name="TextBox 37">
            <a:extLst>
              <a:ext uri="{FF2B5EF4-FFF2-40B4-BE49-F238E27FC236}">
                <a16:creationId xmlns:a16="http://schemas.microsoft.com/office/drawing/2014/main" id="{A8E30A42-396B-E644-E3B4-1F5AFD0A6FF0}"/>
              </a:ext>
            </a:extLst>
          </p:cNvPr>
          <p:cNvSpPr txBox="1"/>
          <p:nvPr/>
        </p:nvSpPr>
        <p:spPr>
          <a:xfrm>
            <a:off x="4143022" y="1903821"/>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F1D97939-C947-0B41-2B61-EA3041D0F25A}"/>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05EBF16A-F41B-B834-F382-D8260FE39A40}"/>
              </a:ext>
            </a:extLst>
          </p:cNvPr>
          <p:cNvSpPr txBox="1"/>
          <p:nvPr/>
        </p:nvSpPr>
        <p:spPr>
          <a:xfrm>
            <a:off x="4143022" y="4408541"/>
            <a:ext cx="570089" cy="230832"/>
          </a:xfrm>
          <a:prstGeom prst="rect">
            <a:avLst/>
          </a:prstGeom>
          <a:noFill/>
        </p:spPr>
        <p:txBody>
          <a:bodyPr wrap="square" rtlCol="0">
            <a:spAutoFit/>
          </a:bodyPr>
          <a:lstStyle/>
          <a:p>
            <a:pPr algn="ctr"/>
            <a:r>
              <a:rPr lang="en-US" sz="900" dirty="0"/>
              <a:t>13456</a:t>
            </a:r>
          </a:p>
        </p:txBody>
      </p:sp>
      <p:sp>
        <p:nvSpPr>
          <p:cNvPr id="41" name="TextBox 40">
            <a:extLst>
              <a:ext uri="{FF2B5EF4-FFF2-40B4-BE49-F238E27FC236}">
                <a16:creationId xmlns:a16="http://schemas.microsoft.com/office/drawing/2014/main" id="{A3D30AEB-61FD-8E56-62B2-BBFB165620E1}"/>
              </a:ext>
            </a:extLst>
          </p:cNvPr>
          <p:cNvSpPr txBox="1"/>
          <p:nvPr/>
        </p:nvSpPr>
        <p:spPr>
          <a:xfrm>
            <a:off x="4143022" y="4909484"/>
            <a:ext cx="570089" cy="230832"/>
          </a:xfrm>
          <a:prstGeom prst="rect">
            <a:avLst/>
          </a:prstGeom>
          <a:noFill/>
        </p:spPr>
        <p:txBody>
          <a:bodyPr wrap="square" rtlCol="0">
            <a:spAutoFit/>
          </a:bodyPr>
          <a:lstStyle/>
          <a:p>
            <a:pPr algn="ctr"/>
            <a:r>
              <a:rPr lang="en-US" sz="900" dirty="0"/>
              <a:t>3456</a:t>
            </a:r>
          </a:p>
        </p:txBody>
      </p:sp>
      <p:sp>
        <p:nvSpPr>
          <p:cNvPr id="42" name="TextBox 41">
            <a:extLst>
              <a:ext uri="{FF2B5EF4-FFF2-40B4-BE49-F238E27FC236}">
                <a16:creationId xmlns:a16="http://schemas.microsoft.com/office/drawing/2014/main" id="{BAF04B67-F506-C9C5-5870-F612231C9F6C}"/>
              </a:ext>
            </a:extLst>
          </p:cNvPr>
          <p:cNvSpPr txBox="1"/>
          <p:nvPr/>
        </p:nvSpPr>
        <p:spPr>
          <a:xfrm>
            <a:off x="4645378" y="4909484"/>
            <a:ext cx="570089" cy="230832"/>
          </a:xfrm>
          <a:prstGeom prst="rect">
            <a:avLst/>
          </a:prstGeom>
          <a:noFill/>
        </p:spPr>
        <p:txBody>
          <a:bodyPr wrap="square" rtlCol="0">
            <a:spAutoFit/>
          </a:bodyPr>
          <a:lstStyle/>
          <a:p>
            <a:pPr algn="ctr"/>
            <a:r>
              <a:rPr lang="en-US" sz="900" dirty="0"/>
              <a:t>8765</a:t>
            </a:r>
          </a:p>
        </p:txBody>
      </p:sp>
      <p:sp>
        <p:nvSpPr>
          <p:cNvPr id="43" name="TextBox 42">
            <a:extLst>
              <a:ext uri="{FF2B5EF4-FFF2-40B4-BE49-F238E27FC236}">
                <a16:creationId xmlns:a16="http://schemas.microsoft.com/office/drawing/2014/main" id="{EC0927B5-0E5F-36CC-86E1-BEFFC96375B3}"/>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19563651-7A54-09BC-8239-020CE7FAADDA}"/>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025FEF90-6E35-005A-C4F5-3047BD9DE9CB}"/>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5DD46167-28AB-FDA8-2C2E-DDED77AA4D83}"/>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ABB2D2BA-8A2E-1F76-A9E2-5DDB6D33094B}"/>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390F363A-8160-15F0-DF92-DB4E28C40742}"/>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5BD98FFB-EE06-5512-A1B2-EF54CE16DDF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036C5F88-0D19-B376-DEED-149FDB19A51F}"/>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93D549B2-D622-55AD-F8F7-264061D6304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1584216-7CE0-A2C6-E911-13049A00746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A1AEAB0-BC2B-0A1D-5FF7-4531378D041E}"/>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5827DA1-CA00-D6BC-3D73-33968040A4BE}"/>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5B2F57F5-4825-6A1C-3D90-CBCCCCB66A29}"/>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82C2761F-AE81-5988-2E65-CFAD97DFCBE2}"/>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48AFB68B-1CA1-6E86-3DE1-14F7FB783916}"/>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7BDAB4CE-341B-4694-1DBB-0C5CB7B01E61}"/>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E56470D0-33EB-5041-3CF9-977DF414144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4F2CF1E1-142A-525A-6B89-BC9A9BB073F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57231ECF-9862-C486-BAE1-94F859108808}"/>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7C4F06EF-2EE9-F58F-257F-0DA4F55D6331}"/>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49157F97-7130-37A3-68AD-B4B9F5D8771D}"/>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ABD4B17E-FB9B-7EC5-5C10-40E7401C2706}"/>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B9A41CBB-7B3F-B0D7-15B2-683CC5D21048}"/>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F5CF7644-B640-73F8-BA74-B5B979023D02}"/>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773AE6D8-3FEC-1D5D-5009-C0D8DD3DC597}"/>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E7F752D9-4473-A390-D2EC-69BA48C3F9B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D2B32B9E-5613-5BCE-30AE-2A01C5CF7F71}"/>
              </a:ext>
            </a:extLst>
          </p:cNvPr>
          <p:cNvSpPr txBox="1"/>
          <p:nvPr/>
        </p:nvSpPr>
        <p:spPr>
          <a:xfrm>
            <a:off x="7157158" y="901933"/>
            <a:ext cx="570089" cy="230832"/>
          </a:xfrm>
          <a:prstGeom prst="rect">
            <a:avLst/>
          </a:prstGeom>
          <a:noFill/>
        </p:spPr>
        <p:txBody>
          <a:bodyPr wrap="square" rtlCol="0">
            <a:spAutoFit/>
          </a:bodyPr>
          <a:lstStyle/>
          <a:p>
            <a:pPr algn="ctr"/>
            <a:r>
              <a:rPr lang="en-US" sz="900" dirty="0"/>
              <a:t>48</a:t>
            </a:r>
          </a:p>
        </p:txBody>
      </p:sp>
      <p:sp>
        <p:nvSpPr>
          <p:cNvPr id="66" name="TextBox 65">
            <a:extLst>
              <a:ext uri="{FF2B5EF4-FFF2-40B4-BE49-F238E27FC236}">
                <a16:creationId xmlns:a16="http://schemas.microsoft.com/office/drawing/2014/main" id="{4A42D7B7-45D5-3EBE-D898-40A545573AB3}"/>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4DC50BC0-ABD6-8879-0DCB-6047F55E42FB}"/>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2CAA9043-2888-C3D7-560C-1A5C1C89B6BB}"/>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A7BA427D-749D-EF6A-6C56-A27CC35FFED2}"/>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D5F8F160-82EC-B224-ADA9-4FC7DB2E650E}"/>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C7A44169-9269-BE75-3F37-958ED214CCEF}"/>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30B749DB-2E1D-6D5E-BAF5-641686DB84F5}"/>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5E8F7B01-E3FB-BF95-DBAF-A0612E928EBD}"/>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4D3CB0F5-9033-D503-359D-0DFFC0E17BF9}"/>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7AE23322-7843-3208-D08D-BC5BE030E051}"/>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A6D4FF47-9D81-70D5-62D7-FB6CE095E2AE}"/>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1150F92A-018B-8586-4C97-A9D8F94BB7F2}"/>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282A9711-7683-08FE-3710-66E384F488D1}"/>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24309861-A5C7-9F75-A699-0167F76A7731}"/>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980688BF-94F9-D6B2-19C4-30CE3A5DC777}"/>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C89C99E2-6FD3-E03D-05DB-6F35CB2EEB36}"/>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6864066-0552-B686-3DB8-FA7AE78F1A18}"/>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B29E8E58-6BF7-074D-A362-846FE9F5A0D4}"/>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2E269DB-BAA2-782F-60A3-41331845592A}"/>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6EFE5DD0-B6A9-9869-ADF0-F687B4F30352}"/>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B11F40C3-BE5D-71F8-023B-16761314B7EE}"/>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5729415-75BB-7C0E-688A-B1450DF3372D}"/>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A5D3951D-9E71-9F9A-A602-57E6F168427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4" name="TextBox 63">
            <a:extLst>
              <a:ext uri="{FF2B5EF4-FFF2-40B4-BE49-F238E27FC236}">
                <a16:creationId xmlns:a16="http://schemas.microsoft.com/office/drawing/2014/main" id="{89D90F49-2DB3-9955-FD8F-C311CD8A14C9}"/>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108523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4CA49-A353-A282-09F0-F6218A0743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564046-ABEB-52F6-E425-F9D9B7F391A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E441D3B-2EB4-F88E-D50C-B29B8615652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02AAE7-1E02-6B00-860C-BF1E6493FB4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ACA2013-8E67-92EF-448F-3C4AF90FE95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7E84939-14DA-4884-E4A4-C357F851FBFD}"/>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F5BA9D96-D6A6-4B43-1AE7-586A55FDBF47}"/>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C6AC45B8-A055-E590-F15A-EDAE05056955}"/>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3D66BE81-B0E1-7A98-ED0B-96C5AE3CEB6B}"/>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9" name="TextBox 18">
            <a:extLst>
              <a:ext uri="{FF2B5EF4-FFF2-40B4-BE49-F238E27FC236}">
                <a16:creationId xmlns:a16="http://schemas.microsoft.com/office/drawing/2014/main" id="{2CFF732A-8F12-9E02-356D-BBDC972AE30C}"/>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68157868-C76E-53B0-FDAE-0C9CE11B3F10}"/>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59C52B46-D325-5C4D-D0A2-D5E18BA965D9}"/>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550CDBE9-0170-1783-0E0B-103FE337AEC1}"/>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5C412BBD-2F12-22F3-9E0F-0E9B76AF26C2}"/>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8" name="TextBox 27">
            <a:extLst>
              <a:ext uri="{FF2B5EF4-FFF2-40B4-BE49-F238E27FC236}">
                <a16:creationId xmlns:a16="http://schemas.microsoft.com/office/drawing/2014/main" id="{C5A6D91E-E931-E291-6969-6FB8B23B205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6EAFA95C-04CC-2E1C-D071-3513A8649B7E}"/>
              </a:ext>
            </a:extLst>
          </p:cNvPr>
          <p:cNvSpPr txBox="1"/>
          <p:nvPr/>
        </p:nvSpPr>
        <p:spPr>
          <a:xfrm>
            <a:off x="4143022" y="1402877"/>
            <a:ext cx="570089" cy="230832"/>
          </a:xfrm>
          <a:prstGeom prst="rect">
            <a:avLst/>
          </a:prstGeom>
          <a:noFill/>
        </p:spPr>
        <p:txBody>
          <a:bodyPr wrap="square" rtlCol="0">
            <a:spAutoFit/>
          </a:bodyPr>
          <a:lstStyle/>
          <a:p>
            <a:pPr algn="ctr"/>
            <a:r>
              <a:rPr lang="en-US" sz="900" dirty="0"/>
              <a:t>45</a:t>
            </a:r>
          </a:p>
        </p:txBody>
      </p:sp>
      <p:sp>
        <p:nvSpPr>
          <p:cNvPr id="38" name="TextBox 37">
            <a:extLst>
              <a:ext uri="{FF2B5EF4-FFF2-40B4-BE49-F238E27FC236}">
                <a16:creationId xmlns:a16="http://schemas.microsoft.com/office/drawing/2014/main" id="{19BBCC3A-D573-0035-4E3F-75E1154AAB29}"/>
              </a:ext>
            </a:extLst>
          </p:cNvPr>
          <p:cNvSpPr txBox="1"/>
          <p:nvPr/>
        </p:nvSpPr>
        <p:spPr>
          <a:xfrm>
            <a:off x="4143022" y="1903821"/>
            <a:ext cx="570089" cy="230832"/>
          </a:xfrm>
          <a:prstGeom prst="rect">
            <a:avLst/>
          </a:prstGeom>
          <a:noFill/>
        </p:spPr>
        <p:txBody>
          <a:bodyPr wrap="square" rtlCol="0">
            <a:spAutoFit/>
          </a:bodyPr>
          <a:lstStyle/>
          <a:p>
            <a:pPr algn="ctr"/>
            <a:r>
              <a:rPr lang="en-US" sz="900" dirty="0"/>
              <a:t>35</a:t>
            </a:r>
          </a:p>
        </p:txBody>
      </p:sp>
      <p:sp>
        <p:nvSpPr>
          <p:cNvPr id="39" name="TextBox 38">
            <a:extLst>
              <a:ext uri="{FF2B5EF4-FFF2-40B4-BE49-F238E27FC236}">
                <a16:creationId xmlns:a16="http://schemas.microsoft.com/office/drawing/2014/main" id="{42EA1550-E8AC-E85F-D5C8-19ACF7E42561}"/>
              </a:ext>
            </a:extLst>
          </p:cNvPr>
          <p:cNvSpPr txBox="1"/>
          <p:nvPr/>
        </p:nvSpPr>
        <p:spPr>
          <a:xfrm>
            <a:off x="4645378" y="1903821"/>
            <a:ext cx="570089" cy="230832"/>
          </a:xfrm>
          <a:prstGeom prst="rect">
            <a:avLst/>
          </a:prstGeom>
          <a:noFill/>
        </p:spPr>
        <p:txBody>
          <a:bodyPr wrap="square" rtlCol="0">
            <a:spAutoFit/>
          </a:bodyPr>
          <a:lstStyle/>
          <a:p>
            <a:pPr algn="ctr"/>
            <a:r>
              <a:rPr lang="en-US" sz="900" dirty="0"/>
              <a:t>64</a:t>
            </a:r>
          </a:p>
        </p:txBody>
      </p:sp>
      <p:sp>
        <p:nvSpPr>
          <p:cNvPr id="40" name="TextBox 39">
            <a:extLst>
              <a:ext uri="{FF2B5EF4-FFF2-40B4-BE49-F238E27FC236}">
                <a16:creationId xmlns:a16="http://schemas.microsoft.com/office/drawing/2014/main" id="{BD99C003-C6DA-2A8C-0EA3-4BAA3D0ED2FC}"/>
              </a:ext>
            </a:extLst>
          </p:cNvPr>
          <p:cNvSpPr txBox="1"/>
          <p:nvPr/>
        </p:nvSpPr>
        <p:spPr>
          <a:xfrm>
            <a:off x="4143022" y="4408541"/>
            <a:ext cx="570089" cy="230832"/>
          </a:xfrm>
          <a:prstGeom prst="rect">
            <a:avLst/>
          </a:prstGeom>
          <a:noFill/>
        </p:spPr>
        <p:txBody>
          <a:bodyPr wrap="square" rtlCol="0">
            <a:spAutoFit/>
          </a:bodyPr>
          <a:lstStyle/>
          <a:p>
            <a:pPr algn="ctr"/>
            <a:r>
              <a:rPr lang="en-US" sz="900" dirty="0"/>
              <a:t>136</a:t>
            </a:r>
          </a:p>
        </p:txBody>
      </p:sp>
      <p:sp>
        <p:nvSpPr>
          <p:cNvPr id="41" name="TextBox 40">
            <a:extLst>
              <a:ext uri="{FF2B5EF4-FFF2-40B4-BE49-F238E27FC236}">
                <a16:creationId xmlns:a16="http://schemas.microsoft.com/office/drawing/2014/main" id="{674381CB-F0E9-1566-D1DD-24C54EC6C93A}"/>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3A307F9A-8845-F28A-D10A-9447501292F8}"/>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598206E5-DC60-BD4A-85C6-591DED6ACC37}"/>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F398B846-08E9-435D-335F-32E1417151A4}"/>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59A0EA3C-C26C-50EE-8863-06022CB2C86C}"/>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F7336E1D-910B-6D06-FD93-D424DDD8AFF0}"/>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2532B205-3F50-A6CD-D5E2-6B9D3F4080C1}"/>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D15B1A2A-D6EE-4FE2-9EDC-2A5ECE1A32A2}"/>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5A4759E6-7365-D7E6-D5CC-C249D50B356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847E13D-22E4-745A-9EE0-EEBBA7C423A4}"/>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CEDB6097-4816-0B59-FDB7-76CC0B0598F2}"/>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94BAC22-CA2B-76C8-F9C7-25AA08583C5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94994FF-9F3D-F0B6-9DCD-8E320BF78830}"/>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9808D61-21D2-12F2-86E2-BC70D80CADCE}"/>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3D215375-808B-0921-EB44-9700C3F12616}"/>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D0A81740-275C-7837-EB9E-EAA6E0EBC32D}"/>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B9681AE3-88B8-7010-64C1-FF01A8901BB9}"/>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6A6ECE7C-7310-3A58-5A12-DAD61212E8B9}"/>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48A575CD-7760-06DD-0D41-EA72B86F693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842C813-0F1B-D79B-4E46-A8CB0163EC1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E396D378-DEB2-DC76-0E8D-47D577758D60}"/>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7AD64A90-7342-29EE-D49B-190F7C89C6B3}"/>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0DC5DE80-7372-03D6-878E-4F64DBA289CE}"/>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4A0AD0E-C3C1-DAEB-89DA-1D2767A5AE6A}"/>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52609869-30DA-A777-2C14-287A31DB1A96}"/>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4227D006-DF03-6957-1DAE-9EBACA39173C}"/>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47B78233-14A7-7FCC-A052-7F6D82ED1407}"/>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F0BE6F7-8024-E79B-D6EE-3F337390B5C5}"/>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D30E7A97-72B1-827B-1C6B-81DEA95FEE0C}"/>
              </a:ext>
            </a:extLst>
          </p:cNvPr>
          <p:cNvSpPr txBox="1"/>
          <p:nvPr/>
        </p:nvSpPr>
        <p:spPr>
          <a:xfrm>
            <a:off x="7157158" y="901933"/>
            <a:ext cx="570089" cy="230832"/>
          </a:xfrm>
          <a:prstGeom prst="rect">
            <a:avLst/>
          </a:prstGeom>
          <a:noFill/>
        </p:spPr>
        <p:txBody>
          <a:bodyPr wrap="square" rtlCol="0">
            <a:spAutoFit/>
          </a:bodyPr>
          <a:lstStyle/>
          <a:p>
            <a:pPr algn="ctr"/>
            <a:r>
              <a:rPr lang="en-US" sz="900" dirty="0"/>
              <a:t>48</a:t>
            </a:r>
          </a:p>
        </p:txBody>
      </p:sp>
      <p:sp>
        <p:nvSpPr>
          <p:cNvPr id="66" name="TextBox 65">
            <a:extLst>
              <a:ext uri="{FF2B5EF4-FFF2-40B4-BE49-F238E27FC236}">
                <a16:creationId xmlns:a16="http://schemas.microsoft.com/office/drawing/2014/main" id="{B0FBE0ED-B59B-D606-7687-90FFA3EE6E0D}"/>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CB88262B-6329-1314-4AB6-BECF42E42A1A}"/>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5FAFFD07-8684-0050-1E92-23D01E9C98E4}"/>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D864EF2C-3FC4-4D8D-059B-6317FD8C2BB1}"/>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627120B-1C55-1ECF-9595-B68501C75E09}"/>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A3DFE69D-7400-FA28-12DE-8DB902A0A2B9}"/>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3467564B-50D8-3EB9-CBB5-87DCA778595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58E1BAEA-38F6-4347-8380-C3ADEE9FDEF7}"/>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10712C17-0820-E337-991E-9E70421AD493}"/>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21112745-DD24-CF7A-63F7-E8F5ED383765}"/>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1E25916B-58B9-21EE-2C83-6ED45169E77B}"/>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082F6404-4B0F-951B-5CB9-B5D548E44E72}"/>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61CA5B65-7D02-6336-75D3-630835BAC0EC}"/>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8879868B-8640-07AE-2CF6-C8AF626AB212}"/>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40DBAE23-A103-571C-BF0F-2900DF0EBFBD}"/>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02519713-7BBD-B442-6E04-81CF4F27EDB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CBC69B2-038E-8895-2688-2A2F3B9AEC0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57967C0-A932-1A5F-AE98-7063B21CEFD3}"/>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0EFC919-B160-BAC1-5812-ADE2C2255DEF}"/>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2A028345-1CF7-30AA-46EC-63415ACCFAF7}"/>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0EDBB6B-97C2-1EA9-1ECC-12D87657F558}"/>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F86675FD-870A-5A2E-C2D0-BC97BFF6F9FD}"/>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815CBDC4-E686-609A-C025-E9649FB96F19}"/>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19F12F38-6B80-61DE-D75A-933F0FEB281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7E8374BF-4618-E7F8-1E5D-D7AF5A635A18}"/>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5E1337E8-ADAC-475F-ACD3-A6C886C003A1}"/>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81" name="TextBox 80">
            <a:extLst>
              <a:ext uri="{FF2B5EF4-FFF2-40B4-BE49-F238E27FC236}">
                <a16:creationId xmlns:a16="http://schemas.microsoft.com/office/drawing/2014/main" id="{E370BBB8-C8C4-E8DC-5999-E25A535545E0}"/>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4CD0799D-9C38-2273-2CD6-D8C196F1D743}"/>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0406990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B1592-E55A-6CBF-3266-036D401A55F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F5DEF5-8D5E-40AF-30C9-A440A51EB6C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32EA760-EEC3-ACC1-13E4-37488E9C5E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35BE567-6D8E-E069-9CBB-23CEF56554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C1DC6A9-A6D2-52C3-F816-C22D57C0F27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AAB5A4F-007B-A0DB-D798-BF8E7304D940}"/>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9FF06738-D65E-241E-56A0-FA07FFC47375}"/>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08EAFB17-D45E-0EE4-6FCA-35EB7DF6CD0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F0981393-D3FA-9855-163E-C3176AA74FF3}"/>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19" name="TextBox 18">
            <a:extLst>
              <a:ext uri="{FF2B5EF4-FFF2-40B4-BE49-F238E27FC236}">
                <a16:creationId xmlns:a16="http://schemas.microsoft.com/office/drawing/2014/main" id="{D9C88861-E529-C85B-F78D-E5B33F215368}"/>
              </a:ext>
            </a:extLst>
          </p:cNvPr>
          <p:cNvSpPr txBox="1"/>
          <p:nvPr/>
        </p:nvSpPr>
        <p:spPr>
          <a:xfrm>
            <a:off x="4143022" y="3907597"/>
            <a:ext cx="570089" cy="230832"/>
          </a:xfrm>
          <a:prstGeom prst="rect">
            <a:avLst/>
          </a:prstGeom>
          <a:noFill/>
        </p:spPr>
        <p:txBody>
          <a:bodyPr wrap="square" rtlCol="0">
            <a:spAutoFit/>
          </a:bodyPr>
          <a:lstStyle/>
          <a:p>
            <a:pPr algn="ctr"/>
            <a:r>
              <a:rPr lang="en-US" sz="900" dirty="0"/>
              <a:t>13</a:t>
            </a:r>
          </a:p>
        </p:txBody>
      </p:sp>
      <p:sp>
        <p:nvSpPr>
          <p:cNvPr id="20" name="TextBox 19">
            <a:extLst>
              <a:ext uri="{FF2B5EF4-FFF2-40B4-BE49-F238E27FC236}">
                <a16:creationId xmlns:a16="http://schemas.microsoft.com/office/drawing/2014/main" id="{9A763C96-7606-75BA-F189-03C984929773}"/>
              </a:ext>
            </a:extLst>
          </p:cNvPr>
          <p:cNvSpPr txBox="1"/>
          <p:nvPr/>
        </p:nvSpPr>
        <p:spPr>
          <a:xfrm>
            <a:off x="4645378" y="3907597"/>
            <a:ext cx="570089" cy="230832"/>
          </a:xfrm>
          <a:prstGeom prst="rect">
            <a:avLst/>
          </a:prstGeom>
          <a:noFill/>
        </p:spPr>
        <p:txBody>
          <a:bodyPr wrap="square" rtlCol="0">
            <a:spAutoFit/>
          </a:bodyPr>
          <a:lstStyle/>
          <a:p>
            <a:pPr algn="ctr"/>
            <a:r>
              <a:rPr lang="en-US" sz="900" dirty="0"/>
              <a:t>64</a:t>
            </a:r>
          </a:p>
        </p:txBody>
      </p:sp>
      <p:sp>
        <p:nvSpPr>
          <p:cNvPr id="21" name="TextBox 20">
            <a:extLst>
              <a:ext uri="{FF2B5EF4-FFF2-40B4-BE49-F238E27FC236}">
                <a16:creationId xmlns:a16="http://schemas.microsoft.com/office/drawing/2014/main" id="{52408DAF-9ECD-98EF-5492-C84B5161EC2D}"/>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25FF7735-2E6B-9B6D-C968-D179AEC6697C}"/>
              </a:ext>
            </a:extLst>
          </p:cNvPr>
          <p:cNvSpPr txBox="1"/>
          <p:nvPr/>
        </p:nvSpPr>
        <p:spPr>
          <a:xfrm>
            <a:off x="4645378" y="4408541"/>
            <a:ext cx="570089" cy="230832"/>
          </a:xfrm>
          <a:prstGeom prst="rect">
            <a:avLst/>
          </a:prstGeom>
          <a:noFill/>
        </p:spPr>
        <p:txBody>
          <a:bodyPr wrap="square" rtlCol="0">
            <a:spAutoFit/>
          </a:bodyPr>
          <a:lstStyle/>
          <a:p>
            <a:pPr algn="ctr"/>
            <a:r>
              <a:rPr lang="en-US" sz="900" dirty="0"/>
              <a:t>4789</a:t>
            </a:r>
          </a:p>
        </p:txBody>
      </p:sp>
      <p:sp>
        <p:nvSpPr>
          <p:cNvPr id="23" name="TextBox 22">
            <a:extLst>
              <a:ext uri="{FF2B5EF4-FFF2-40B4-BE49-F238E27FC236}">
                <a16:creationId xmlns:a16="http://schemas.microsoft.com/office/drawing/2014/main" id="{9FCB4305-8A91-D8FB-11E8-82280B668659}"/>
              </a:ext>
            </a:extLst>
          </p:cNvPr>
          <p:cNvSpPr txBox="1"/>
          <p:nvPr/>
        </p:nvSpPr>
        <p:spPr>
          <a:xfrm>
            <a:off x="5147734" y="4408541"/>
            <a:ext cx="570089" cy="230832"/>
          </a:xfrm>
          <a:prstGeom prst="rect">
            <a:avLst/>
          </a:prstGeom>
          <a:noFill/>
        </p:spPr>
        <p:txBody>
          <a:bodyPr wrap="square" rtlCol="0">
            <a:spAutoFit/>
          </a:bodyPr>
          <a:lstStyle/>
          <a:p>
            <a:pPr algn="ctr"/>
            <a:r>
              <a:rPr lang="en-US" sz="900" dirty="0"/>
              <a:t>8543</a:t>
            </a:r>
          </a:p>
        </p:txBody>
      </p:sp>
      <p:sp>
        <p:nvSpPr>
          <p:cNvPr id="28" name="TextBox 27">
            <a:extLst>
              <a:ext uri="{FF2B5EF4-FFF2-40B4-BE49-F238E27FC236}">
                <a16:creationId xmlns:a16="http://schemas.microsoft.com/office/drawing/2014/main" id="{2A42FA2A-6830-CD59-FDCC-E88A3ED02725}"/>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37" name="TextBox 36">
            <a:extLst>
              <a:ext uri="{FF2B5EF4-FFF2-40B4-BE49-F238E27FC236}">
                <a16:creationId xmlns:a16="http://schemas.microsoft.com/office/drawing/2014/main" id="{55BBB70B-F69E-365E-437A-C36815A82657}"/>
              </a:ext>
            </a:extLst>
          </p:cNvPr>
          <p:cNvSpPr txBox="1"/>
          <p:nvPr/>
        </p:nvSpPr>
        <p:spPr>
          <a:xfrm>
            <a:off x="4143022" y="1402877"/>
            <a:ext cx="570089" cy="230832"/>
          </a:xfrm>
          <a:prstGeom prst="rect">
            <a:avLst/>
          </a:prstGeom>
          <a:noFill/>
        </p:spPr>
        <p:txBody>
          <a:bodyPr wrap="square" rtlCol="0">
            <a:spAutoFit/>
          </a:bodyPr>
          <a:lstStyle/>
          <a:p>
            <a:pPr algn="ctr"/>
            <a:r>
              <a:rPr lang="en-US" sz="900" dirty="0"/>
              <a:t>45</a:t>
            </a:r>
          </a:p>
        </p:txBody>
      </p:sp>
      <p:sp>
        <p:nvSpPr>
          <p:cNvPr id="40" name="TextBox 39">
            <a:extLst>
              <a:ext uri="{FF2B5EF4-FFF2-40B4-BE49-F238E27FC236}">
                <a16:creationId xmlns:a16="http://schemas.microsoft.com/office/drawing/2014/main" id="{D89B4CD3-4A21-CEDD-A432-42AAE7070BFA}"/>
              </a:ext>
            </a:extLst>
          </p:cNvPr>
          <p:cNvSpPr txBox="1"/>
          <p:nvPr/>
        </p:nvSpPr>
        <p:spPr>
          <a:xfrm>
            <a:off x="4143022" y="4408541"/>
            <a:ext cx="570089" cy="230832"/>
          </a:xfrm>
          <a:prstGeom prst="rect">
            <a:avLst/>
          </a:prstGeom>
          <a:noFill/>
        </p:spPr>
        <p:txBody>
          <a:bodyPr wrap="square" rtlCol="0">
            <a:spAutoFit/>
          </a:bodyPr>
          <a:lstStyle/>
          <a:p>
            <a:pPr algn="ctr"/>
            <a:r>
              <a:rPr lang="en-US" sz="900" dirty="0"/>
              <a:t>136</a:t>
            </a:r>
          </a:p>
        </p:txBody>
      </p:sp>
      <p:sp>
        <p:nvSpPr>
          <p:cNvPr id="41" name="TextBox 40">
            <a:extLst>
              <a:ext uri="{FF2B5EF4-FFF2-40B4-BE49-F238E27FC236}">
                <a16:creationId xmlns:a16="http://schemas.microsoft.com/office/drawing/2014/main" id="{4A34C56F-8099-9049-0B8B-6ADB2C366982}"/>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C5B246D3-1BB4-AEFB-6ADD-F6FC2A8683CA}"/>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2A9F977C-754D-56CA-F0E5-70F9057728E1}"/>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33FC756D-F694-F352-04A1-330718B4AA6A}"/>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0DA08D50-1A72-4D1C-72CC-043B45BA333C}"/>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9D46509A-7426-0AC1-A11A-5D7EC28ADEFF}"/>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90573536-8BCF-A823-7453-0B54E61418EC}"/>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7AB89331-D020-6BCA-1C04-A824488079E7}"/>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AE00451A-65CF-3B17-C2C7-E0F9B6AB957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4BA4621-2748-A4F9-8F9D-E8E24094018E}"/>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0A64AFBB-B328-107F-D1BA-AE8EB2027117}"/>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D84AD39-8A6C-55DE-FE4A-ED81A841FA22}"/>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96F0B0D-AC47-FA86-3A33-CBB00B7C22C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4F3FFD1E-A632-35C7-7C09-890DEB2E9B43}"/>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54D0B596-0962-4ACD-FF37-2CF94E51680C}"/>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F54C0B6F-AB23-5708-2F0C-8F2B37EB8CD1}"/>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8B0F14B0-D0ED-251E-C323-E9BC91204D34}"/>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17E1D26D-BFFD-DFBA-75B0-E0246B76DDF7}"/>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8FFE0A43-1835-8386-9F3F-C37757487064}"/>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F42E7160-42DA-AE2B-DCD5-37AB237E583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663195FA-5078-C3ED-C7D3-BA5632B6D0A7}"/>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35D4F362-560A-F373-9ED8-713AF1383F1E}"/>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8EFDC1C0-CF2B-0630-FD65-B7C88862E65C}"/>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A032EF4B-217D-0BB3-0178-3CD8C1A21C82}"/>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6337140F-EB34-014F-AEAF-8DF0DF69AF2D}"/>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75E8E1F7-670A-C3D4-3FD5-655DC8C5712B}"/>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2558F645-AAC9-3198-45F6-DF9B5657E6F0}"/>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30FDA1A-990A-940C-E19D-E94C4191B5C8}"/>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31A064AD-1B8B-432D-CF95-6FC27C9C33E3}"/>
              </a:ext>
            </a:extLst>
          </p:cNvPr>
          <p:cNvSpPr txBox="1"/>
          <p:nvPr/>
        </p:nvSpPr>
        <p:spPr>
          <a:xfrm>
            <a:off x="7157158" y="901933"/>
            <a:ext cx="570089" cy="230832"/>
          </a:xfrm>
          <a:prstGeom prst="rect">
            <a:avLst/>
          </a:prstGeom>
          <a:noFill/>
        </p:spPr>
        <p:txBody>
          <a:bodyPr wrap="square" rtlCol="0">
            <a:spAutoFit/>
          </a:bodyPr>
          <a:lstStyle/>
          <a:p>
            <a:pPr algn="ctr"/>
            <a:r>
              <a:rPr lang="en-US" sz="900" dirty="0"/>
              <a:t>48</a:t>
            </a:r>
          </a:p>
        </p:txBody>
      </p:sp>
      <p:sp>
        <p:nvSpPr>
          <p:cNvPr id="66" name="TextBox 65">
            <a:extLst>
              <a:ext uri="{FF2B5EF4-FFF2-40B4-BE49-F238E27FC236}">
                <a16:creationId xmlns:a16="http://schemas.microsoft.com/office/drawing/2014/main" id="{6BE9C02E-A3E0-CFB5-74CA-ADB76893E6F7}"/>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7" name="TextBox 66">
            <a:extLst>
              <a:ext uri="{FF2B5EF4-FFF2-40B4-BE49-F238E27FC236}">
                <a16:creationId xmlns:a16="http://schemas.microsoft.com/office/drawing/2014/main" id="{77BE4AC2-90E8-7BE2-59D5-D1580A975E05}"/>
              </a:ext>
            </a:extLst>
          </p:cNvPr>
          <p:cNvSpPr txBox="1"/>
          <p:nvPr/>
        </p:nvSpPr>
        <p:spPr>
          <a:xfrm>
            <a:off x="7157158" y="1903821"/>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7A72C70B-C702-0D97-D60D-A21D83569282}"/>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9AF6A25-D856-45CE-BAA6-566899EF523B}"/>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523E0F25-5E6E-CBE6-BF97-6CCCF6E87FCD}"/>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564942B6-B61A-3351-0506-FBA8245A1EE0}"/>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20CAC755-5FC0-845F-4BF5-523422A4414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682F63EF-97B6-2CAD-BD85-37D8A242EF34}"/>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B464127A-83B3-5345-F5BE-D6FD98BE53C7}"/>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A5050193-8934-B468-77A0-5D911482D319}"/>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D6571832-DC30-5F5A-169A-38FC6DAC56C2}"/>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E5A74A69-972E-905D-9570-4032C5FAF39D}"/>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0EAF9AC3-74E7-F1DF-1CDA-7E487A3E0544}"/>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703E28D3-513E-931B-4279-AD1F38C35368}"/>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6DE8A60D-4F0E-07AA-3C76-F6981111EA22}"/>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63AE3483-76E7-EE32-62AF-CF78EF84FB32}"/>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C87FCB12-C28C-AFBA-CAA3-C37DFADD8A38}"/>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98F8614-8C73-823F-F19F-02EC91AB39E8}"/>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C70D3DC5-44C1-6F78-D5C5-7C39B9CE054D}"/>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E05FE32-6187-7F2E-2955-3495CFFFC6C3}"/>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55F0854-DFFE-117B-42F3-908A75A9B155}"/>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39DB6C4-2B65-5589-BA3B-A7EB0364A8E2}"/>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886ED406-CF25-4E8F-F65E-0512054E15C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5A0CE05B-461F-3E0B-764B-119228A686E2}"/>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08AD9065-7ECA-8F14-DFD0-C0B49AFE2257}"/>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05091A4C-7C5C-0E83-DA20-FAC0893CDD90}"/>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87A630E-2D60-151C-52EE-5A8617FD9BEF}"/>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54ACC1C-6140-046C-DF5E-F874B123A52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937212DC-9C73-B1BE-08E3-0F9D61E92D65}"/>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27" name="TextBox 26">
            <a:extLst>
              <a:ext uri="{FF2B5EF4-FFF2-40B4-BE49-F238E27FC236}">
                <a16:creationId xmlns:a16="http://schemas.microsoft.com/office/drawing/2014/main" id="{5AA1862E-49F7-AEB4-F866-2C19EC599329}"/>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3596009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18572-73AF-650A-1377-9ED2F59566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139837-0F42-2849-1757-1A7E2EB39EC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7711F6D-6FC3-9ABA-E417-F31977F07A9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70EF0FC-48C9-641B-4664-9BF96D6E662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A7C3998-F4D2-B82A-2287-2C60A239E34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580ED92-488A-8F9F-D3F4-D404E0AF20B7}"/>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525432B1-442E-A8F2-CA3B-B9778A19A1DA}"/>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C15627F8-FEAF-BF99-B6B8-416B43C2D94B}"/>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54715333-246D-2F1E-7277-220416B78F39}"/>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C2055907-0D95-FFD4-DC2F-76381E4057E2}"/>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3C924A94-DB42-D845-BDA8-EFEBB498B138}"/>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B91D7194-2359-76B4-B5A2-86881996F643}"/>
              </a:ext>
            </a:extLst>
          </p:cNvPr>
          <p:cNvSpPr txBox="1"/>
          <p:nvPr/>
        </p:nvSpPr>
        <p:spPr>
          <a:xfrm>
            <a:off x="5147734" y="4408541"/>
            <a:ext cx="570089" cy="230832"/>
          </a:xfrm>
          <a:prstGeom prst="rect">
            <a:avLst/>
          </a:prstGeom>
          <a:noFill/>
        </p:spPr>
        <p:txBody>
          <a:bodyPr wrap="square" rtlCol="0">
            <a:spAutoFit/>
          </a:bodyPr>
          <a:lstStyle/>
          <a:p>
            <a:pPr algn="ctr"/>
            <a:r>
              <a:rPr lang="en-US" sz="900" dirty="0"/>
              <a:t>543</a:t>
            </a:r>
          </a:p>
        </p:txBody>
      </p:sp>
      <p:sp>
        <p:nvSpPr>
          <p:cNvPr id="28" name="TextBox 27">
            <a:extLst>
              <a:ext uri="{FF2B5EF4-FFF2-40B4-BE49-F238E27FC236}">
                <a16:creationId xmlns:a16="http://schemas.microsoft.com/office/drawing/2014/main" id="{A9041210-87E9-85BA-76EC-98541B631809}"/>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5D8042F-4126-89B3-8C31-53B0A709C01D}"/>
              </a:ext>
            </a:extLst>
          </p:cNvPr>
          <p:cNvSpPr txBox="1"/>
          <p:nvPr/>
        </p:nvSpPr>
        <p:spPr>
          <a:xfrm>
            <a:off x="4143022" y="4408541"/>
            <a:ext cx="570089" cy="230832"/>
          </a:xfrm>
          <a:prstGeom prst="rect">
            <a:avLst/>
          </a:prstGeom>
          <a:noFill/>
        </p:spPr>
        <p:txBody>
          <a:bodyPr wrap="square" rtlCol="0">
            <a:spAutoFit/>
          </a:bodyPr>
          <a:lstStyle/>
          <a:p>
            <a:pPr algn="ctr"/>
            <a:r>
              <a:rPr lang="en-US" sz="900" dirty="0"/>
              <a:t>136</a:t>
            </a:r>
          </a:p>
        </p:txBody>
      </p:sp>
      <p:sp>
        <p:nvSpPr>
          <p:cNvPr id="41" name="TextBox 40">
            <a:extLst>
              <a:ext uri="{FF2B5EF4-FFF2-40B4-BE49-F238E27FC236}">
                <a16:creationId xmlns:a16="http://schemas.microsoft.com/office/drawing/2014/main" id="{D028126A-EE77-7266-49BB-805F05545017}"/>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A9FEA6FB-98F8-7571-833F-58C986B1B93A}"/>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1677ACBF-9D2A-5C2A-F437-26102E64F9CE}"/>
              </a:ext>
            </a:extLst>
          </p:cNvPr>
          <p:cNvSpPr txBox="1"/>
          <p:nvPr/>
        </p:nvSpPr>
        <p:spPr>
          <a:xfrm>
            <a:off x="4645378" y="2905709"/>
            <a:ext cx="570089" cy="230832"/>
          </a:xfrm>
          <a:prstGeom prst="rect">
            <a:avLst/>
          </a:prstGeom>
          <a:noFill/>
        </p:spPr>
        <p:txBody>
          <a:bodyPr wrap="square" rtlCol="0">
            <a:spAutoFit/>
          </a:bodyPr>
          <a:lstStyle/>
          <a:p>
            <a:pPr algn="ctr"/>
            <a:r>
              <a:rPr lang="en-US" sz="900" dirty="0"/>
              <a:t>568</a:t>
            </a:r>
          </a:p>
        </p:txBody>
      </p:sp>
      <p:sp>
        <p:nvSpPr>
          <p:cNvPr id="44" name="TextBox 43">
            <a:extLst>
              <a:ext uri="{FF2B5EF4-FFF2-40B4-BE49-F238E27FC236}">
                <a16:creationId xmlns:a16="http://schemas.microsoft.com/office/drawing/2014/main" id="{267B0F9E-B756-EF39-46F0-DE297FC6A79C}"/>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90914514-474E-8D84-7CB4-541BA90CD37C}"/>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C185A426-457D-C4C5-9AFC-4C83493B636F}"/>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2F4CE8B0-BB7A-B325-CEA1-F002776111FB}"/>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0F7A1252-E839-8619-F8EF-5BA93E70D9A8}"/>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9AAE3FBA-83CE-DD66-6C23-A7ADE0E34E0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24D247B7-F7FB-98D0-32AB-6B89443758A5}"/>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B01745F1-33D3-EF9B-A060-B082F353D1F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BF33DDA-7EC7-C145-9AF1-9EFFCB8C4FBC}"/>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730596CC-2C53-0ED5-9036-F4E861F8F2F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61A8FFA7-0A29-42E7-6DC4-469EE8E1BE1E}"/>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83FD6C8A-4D5C-D005-31FA-85AF2712FB3B}"/>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1D29B3C0-58CA-CCD0-D61E-0DF855AB7DB0}"/>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03929DB1-804A-D937-E045-DE4C62CB9DDC}"/>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08C833F0-F77C-792D-D9D6-0B0EE662149E}"/>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63A48AA6-E5C8-0892-C79A-A8F720AC19D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3D9A2E7E-FC55-9F01-152A-82B7BE761773}"/>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0E7E8A2E-1AB5-0888-2DC0-B5AB6583A61B}"/>
              </a:ext>
            </a:extLst>
          </p:cNvPr>
          <p:cNvSpPr txBox="1"/>
          <p:nvPr/>
        </p:nvSpPr>
        <p:spPr>
          <a:xfrm>
            <a:off x="6654802" y="3907597"/>
            <a:ext cx="570089" cy="230832"/>
          </a:xfrm>
          <a:prstGeom prst="rect">
            <a:avLst/>
          </a:prstGeom>
          <a:noFill/>
        </p:spPr>
        <p:txBody>
          <a:bodyPr wrap="square" rtlCol="0">
            <a:spAutoFit/>
          </a:bodyPr>
          <a:lstStyle/>
          <a:p>
            <a:pPr algn="ctr"/>
            <a:r>
              <a:rPr lang="en-US" sz="900" dirty="0"/>
              <a:t>138</a:t>
            </a:r>
          </a:p>
        </p:txBody>
      </p:sp>
      <p:sp>
        <p:nvSpPr>
          <p:cNvPr id="36" name="TextBox 35">
            <a:extLst>
              <a:ext uri="{FF2B5EF4-FFF2-40B4-BE49-F238E27FC236}">
                <a16:creationId xmlns:a16="http://schemas.microsoft.com/office/drawing/2014/main" id="{EA0CCC9F-C057-D12E-1BC6-FC5D44D21BC0}"/>
              </a:ext>
            </a:extLst>
          </p:cNvPr>
          <p:cNvSpPr txBox="1"/>
          <p:nvPr/>
        </p:nvSpPr>
        <p:spPr>
          <a:xfrm>
            <a:off x="7157158" y="3907597"/>
            <a:ext cx="570089" cy="230832"/>
          </a:xfrm>
          <a:prstGeom prst="rect">
            <a:avLst/>
          </a:prstGeom>
          <a:noFill/>
        </p:spPr>
        <p:txBody>
          <a:bodyPr wrap="square" rtlCol="0">
            <a:spAutoFit/>
          </a:bodyPr>
          <a:lstStyle/>
          <a:p>
            <a:pPr algn="ctr"/>
            <a:r>
              <a:rPr lang="en-US" sz="900" dirty="0"/>
              <a:t>269</a:t>
            </a:r>
          </a:p>
        </p:txBody>
      </p:sp>
      <p:sp>
        <p:nvSpPr>
          <p:cNvPr id="58" name="TextBox 57">
            <a:extLst>
              <a:ext uri="{FF2B5EF4-FFF2-40B4-BE49-F238E27FC236}">
                <a16:creationId xmlns:a16="http://schemas.microsoft.com/office/drawing/2014/main" id="{BE841683-CF5E-E81E-D41C-0E463314D4B1}"/>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BB109AFA-2237-BDAD-4D1D-0C9F2E9AE8D1}"/>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4D1B1C0F-9EB5-8146-E2B5-5C059F5BE00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1EB9567C-DF89-7FA3-7F19-424C588DC57E}"/>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07EADEAE-C67C-950B-189F-F4FE3EC94332}"/>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D211311-5F7E-E463-26A0-D77CF7506689}"/>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5" name="TextBox 64">
            <a:extLst>
              <a:ext uri="{FF2B5EF4-FFF2-40B4-BE49-F238E27FC236}">
                <a16:creationId xmlns:a16="http://schemas.microsoft.com/office/drawing/2014/main" id="{7ED91ACA-F9D6-EF20-AD8D-D700AEA3C304}"/>
              </a:ext>
            </a:extLst>
          </p:cNvPr>
          <p:cNvSpPr txBox="1"/>
          <p:nvPr/>
        </p:nvSpPr>
        <p:spPr>
          <a:xfrm>
            <a:off x="7157158" y="901933"/>
            <a:ext cx="570089" cy="230832"/>
          </a:xfrm>
          <a:prstGeom prst="rect">
            <a:avLst/>
          </a:prstGeom>
          <a:noFill/>
        </p:spPr>
        <p:txBody>
          <a:bodyPr wrap="square" rtlCol="0">
            <a:spAutoFit/>
          </a:bodyPr>
          <a:lstStyle/>
          <a:p>
            <a:pPr algn="ctr"/>
            <a:r>
              <a:rPr lang="en-US" sz="900" dirty="0"/>
              <a:t>48</a:t>
            </a:r>
          </a:p>
        </p:txBody>
      </p:sp>
      <p:sp>
        <p:nvSpPr>
          <p:cNvPr id="66" name="TextBox 65">
            <a:extLst>
              <a:ext uri="{FF2B5EF4-FFF2-40B4-BE49-F238E27FC236}">
                <a16:creationId xmlns:a16="http://schemas.microsoft.com/office/drawing/2014/main" id="{09683DE8-DCD5-650A-7AD1-B5C95971570E}"/>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a:t>
            </a:r>
          </a:p>
        </p:txBody>
      </p:sp>
      <p:sp>
        <p:nvSpPr>
          <p:cNvPr id="68" name="TextBox 67">
            <a:extLst>
              <a:ext uri="{FF2B5EF4-FFF2-40B4-BE49-F238E27FC236}">
                <a16:creationId xmlns:a16="http://schemas.microsoft.com/office/drawing/2014/main" id="{30196617-B829-96E4-9345-8F16C373B909}"/>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BCAE19AC-FCF5-FF82-88E3-7337437A428E}"/>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EE3AFFA3-97DB-E6C8-1EF3-8D644D8F0C39}"/>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FA5B878A-9E91-37C2-F8D1-D762AAF2E3CE}"/>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1CCDA288-6361-370A-F5B8-39792CB634F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4CFAFB39-D31A-3A2B-C5A1-CD57E13DE0FC}"/>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E9813077-097F-AFC0-481F-8B81241F0DAB}"/>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6CB71F63-126B-8B1D-92B4-FA1EAC5FB605}"/>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3A303318-FA79-92A4-0ED7-F1547A4E56FC}"/>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0592219E-C72C-4C57-3CF2-14DB2DCC49AF}"/>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62E0E21B-B1D0-DFB8-6D15-3EECB7ADD610}"/>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239F18EE-9707-446B-C5AC-A5341A31E824}"/>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C722FB5E-B216-490D-FDDC-906BB0D9B3BA}"/>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E0AFC1D8-EB0E-4C00-7AA3-A92C3AE3785E}"/>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0BC79D1-F59A-FF05-4596-45D2D179C7A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0C4E49D-BAFD-EB23-8FF8-5A032AB32515}"/>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F68B216-343F-3E91-FD75-CFF383712047}"/>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249AE00B-17F6-6469-B8B8-CCA39E2AC33F}"/>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FD4BFCCF-C506-F7C3-FA44-6BB5CF210779}"/>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87BFBADB-9AC8-33E9-799C-218E7DEEF3AF}"/>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7B031C37-B35C-489E-0B55-33B2A3E97DC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E27CDADD-A271-2430-6673-93A3901E9DE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A0349D5B-D7C5-2F47-8000-96BA0B7A43A3}"/>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1581EE55-43B9-5FBF-F121-6C4DDC84CD3E}"/>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BCBB0D04-5317-5BD3-AAC3-0715C2EAE85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27384FEE-4A0E-7161-E65F-56D85CEDECE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25728B63-8BBF-AFD4-4811-86B45907362B}"/>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66A9C26-32F2-03C1-0882-BDA195B189EB}"/>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9E304BF-8EBA-22C2-4154-F7D210CD1E3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591B9913-4E9E-9653-B20F-3162368D4D8F}"/>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7069FA54-6F3F-4733-6359-CEB042100607}"/>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82" name="TextBox 81">
            <a:extLst>
              <a:ext uri="{FF2B5EF4-FFF2-40B4-BE49-F238E27FC236}">
                <a16:creationId xmlns:a16="http://schemas.microsoft.com/office/drawing/2014/main" id="{E6325A73-36A4-288F-2865-0F3A114297C5}"/>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615384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99413-31F8-429C-92B7-4D2C50987D0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FEE56A-B4B8-562E-3B4F-DC08352AFC3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E90EA38-1719-D12B-A1CD-BE9C850F4A2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EBBE46-56AD-B2E5-5BE5-244A936DEB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D23C1E-A348-042B-1376-066EA9BD3EA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EC76720-4310-6F7E-8FE8-B6C53834BFDF}"/>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9116268E-C0F6-690C-95D4-8B1D5C47901D}"/>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532C3994-51BF-0A80-E832-FCFE18545C4A}"/>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1E948551-001A-DDD9-77D0-A767D8E7E1D7}"/>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DAD6CC17-A413-172C-0B0E-B6D75C5CD170}"/>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608DCBF6-4982-82E4-7911-F9225B888172}"/>
              </a:ext>
            </a:extLst>
          </p:cNvPr>
          <p:cNvSpPr txBox="1"/>
          <p:nvPr/>
        </p:nvSpPr>
        <p:spPr>
          <a:xfrm>
            <a:off x="4645378" y="4408541"/>
            <a:ext cx="570089" cy="230832"/>
          </a:xfrm>
          <a:prstGeom prst="rect">
            <a:avLst/>
          </a:prstGeom>
          <a:noFill/>
        </p:spPr>
        <p:txBody>
          <a:bodyPr wrap="square" rtlCol="0">
            <a:spAutoFit/>
          </a:bodyPr>
          <a:lstStyle/>
          <a:p>
            <a:pPr algn="ctr"/>
            <a:r>
              <a:rPr lang="en-US" sz="900" dirty="0"/>
              <a:t>789</a:t>
            </a:r>
          </a:p>
        </p:txBody>
      </p:sp>
      <p:sp>
        <p:nvSpPr>
          <p:cNvPr id="23" name="TextBox 22">
            <a:extLst>
              <a:ext uri="{FF2B5EF4-FFF2-40B4-BE49-F238E27FC236}">
                <a16:creationId xmlns:a16="http://schemas.microsoft.com/office/drawing/2014/main" id="{9CBE295C-8829-86D4-143A-81EC9E21622C}"/>
              </a:ext>
            </a:extLst>
          </p:cNvPr>
          <p:cNvSpPr txBox="1"/>
          <p:nvPr/>
        </p:nvSpPr>
        <p:spPr>
          <a:xfrm>
            <a:off x="5147734" y="4408541"/>
            <a:ext cx="570089" cy="230832"/>
          </a:xfrm>
          <a:prstGeom prst="rect">
            <a:avLst/>
          </a:prstGeom>
          <a:noFill/>
        </p:spPr>
        <p:txBody>
          <a:bodyPr wrap="square" rtlCol="0">
            <a:spAutoFit/>
          </a:bodyPr>
          <a:lstStyle/>
          <a:p>
            <a:pPr algn="ctr"/>
            <a:r>
              <a:rPr lang="en-US" sz="900" dirty="0"/>
              <a:t>543</a:t>
            </a:r>
          </a:p>
        </p:txBody>
      </p:sp>
      <p:sp>
        <p:nvSpPr>
          <p:cNvPr id="28" name="TextBox 27">
            <a:extLst>
              <a:ext uri="{FF2B5EF4-FFF2-40B4-BE49-F238E27FC236}">
                <a16:creationId xmlns:a16="http://schemas.microsoft.com/office/drawing/2014/main" id="{0BD06F5B-181E-CFC2-64E3-6FC4867D73B7}"/>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ACC82807-96F7-02B9-F193-BF70D6B5DE52}"/>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09BF64FD-42C6-5CAB-A00E-C6502A06A90E}"/>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CACBDBB7-4986-F4B4-6177-A21F59EA14EF}"/>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4F802E66-0C86-CF9C-D4C1-3BB11E6D759C}"/>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FB5B8289-8879-1171-2A22-54BCD3E85108}"/>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DB8B1BF9-D173-3674-AC68-633082E811CD}"/>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7A4A09C7-1A3C-C7C1-62D7-5F4BF5F24206}"/>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C316BE08-D43A-871C-C179-A01810EBB599}"/>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3B21387D-D845-9561-4FD1-A42D86C1C833}"/>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3AAE966B-62DB-B774-0FD4-E137B21B44E5}"/>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04EFFB30-7B8E-43BB-2E09-D89D7F7C3E91}"/>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C2CC5B5F-D40D-6C6B-53A6-BD505C49778E}"/>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50AF9884-9528-71E5-2273-106905C1A4AF}"/>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213B4826-69C5-6565-0066-674BF94E71DD}"/>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4A14276F-815A-7CFA-C756-232BCA9DCC67}"/>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4E9C493D-8DE3-A01B-4056-E6C86343C61F}"/>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5A5F6912-2CA6-708E-B3A2-ED383FEB89E3}"/>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4D05EFC7-17B3-972C-D569-31C98D107215}"/>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1DB83359-D879-291B-88B4-A97482212BEE}"/>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ED1FF3DF-BEFC-307D-DC3E-ED24B60D715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F07DEEB-4094-202C-E3DB-EC8A2A4A12F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4EA60FF4-B1D9-2D7E-149D-E0FA1C188724}"/>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C464FEF9-DCD1-1700-4804-840DD79AB618}"/>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50187E67-39FE-A6A5-81B3-960586F52FB6}"/>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76589133-FC9B-92B4-CB8D-536A9E34FFD9}"/>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A36925D3-44AA-3FAD-7277-EDB84D9F6F4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2FA08E6A-9038-855A-8489-75E5117181B2}"/>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4D9497C1-2AEA-F538-3C67-623FD6ED7055}"/>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34F34125-5466-7DA9-AD2C-3FC7071FCC86}"/>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06737AAE-2F2F-7498-FEA9-2B561638B72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2D76BD46-D7A0-54FD-3397-A12F07306994}"/>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DC6BCA3B-4DDD-CB4A-F2FA-DDFBABEFC25A}"/>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8F254103-12E0-BFCD-B59D-4FF0A3EA2E5D}"/>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CD6A7BCA-E0EE-94CC-382E-3C02C3F7A4E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90FBEA1D-2936-15B0-6E82-74FEF4F12420}"/>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52027894-88E2-FC49-6DA0-3D87AC603433}"/>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4FB39214-66A2-56FA-4EB7-993DC5F991C2}"/>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6B7588C2-7A7D-B3CC-1403-ADB1969C8EE0}"/>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04B3AA73-FC29-F053-B587-6566B5C41CD1}"/>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04526864-15AB-B64B-82BA-D233B92521B4}"/>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B10167EF-76DC-8B30-DE9F-E8B50D16F04A}"/>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2D57299B-44F0-C95D-85FE-4FD4D8F24CB3}"/>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7A44C520-BD1B-8868-225D-9CE22BC54A3E}"/>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D822C1B9-AC26-8D45-56AF-EF4D8593CED3}"/>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CF19509-B80A-CEAA-24A3-A4FF12D80FB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89B2CC74-590B-5C89-72A4-4B87794E3987}"/>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70697DF4-91E4-3751-F5D5-CA5D409C2376}"/>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E7E3E42-2353-68E0-1FC3-06C893B2981E}"/>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131DD992-9BA4-D330-C862-3E98C09AB5E9}"/>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7C6E3F2C-1CDE-80A8-DE0B-3B058FFB7F9C}"/>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2CC866F9-F4E7-0975-2C73-BF6EECB4BC3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8025876C-BBCD-601A-73F4-82A8AB45147F}"/>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3E1C8580-906A-385A-966C-FE598D2E967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B00B2C23-5B41-325C-D6A7-E53F45DE7E74}"/>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3890EDE9-9FD7-0211-FCFB-0D7F9529892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9986A805-5163-76B1-E10A-C41E85D11E8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03901D9-8D86-344B-7862-4E12539A94D4}"/>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8FC6929F-DBB6-1ACB-3757-1CD1809942F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F8101CDD-2115-09FF-BEBD-905C013B9A74}"/>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BEBCFAF1-DB36-FD4A-82A6-242522BF9787}"/>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4535F7DE-8B13-CE4A-DA1F-9001CA71352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5CEA7195-0616-49AA-31A9-4F847D9B14C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7" name="TextBox 66">
            <a:extLst>
              <a:ext uri="{FF2B5EF4-FFF2-40B4-BE49-F238E27FC236}">
                <a16:creationId xmlns:a16="http://schemas.microsoft.com/office/drawing/2014/main" id="{AC00D666-CD3F-AD0E-2B86-F42CD3E137F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1846107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4B18-008A-4E85-BF5B-3BA37741C9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801960-1F36-3F4F-6455-F15EBD701E5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BDE8F0B-6583-99A5-88D2-948ACA21D3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9FB3AC-1A81-4C1F-24A7-D4D155CB1EC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7CCC1E-B425-A32A-09D3-226866DF06E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34D3F9B-382A-C14D-8122-562ABB2AF4B2}"/>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9C8DD5A9-010F-6A5F-B2AE-35D4BE2BF5AF}"/>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D4E6EB36-A30F-2B79-1C17-20C813B74F3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68150EBB-8720-400F-7614-818AB8413745}"/>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1B56E942-F5D8-9537-961D-4172827A3C69}"/>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B73C15D8-5708-7815-5D8E-6EA752DE4459}"/>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A82FDCB1-C9D7-B9AA-FBEA-8610063342D9}"/>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CA7760F6-CDFF-FE79-4C45-5F7698583BF8}"/>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FA694423-13A8-90E9-8DD9-403F3D84A422}"/>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ECE707AD-EA57-C583-9215-92AF339F584E}"/>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071AFC3E-458B-0A5A-9F0C-355EC371903C}"/>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0A83CDE6-ED20-C55A-651D-4DCAC2D6B61C}"/>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203BC631-B201-284B-1C8E-5F03818DF709}"/>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9CBE524C-BAA1-F43D-9201-317C190B32F9}"/>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BECB453D-9461-77F9-280F-8B90D4BD4F3B}"/>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C7410D13-CFF6-78E1-149D-33DA8F6D09BB}"/>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7A6C4134-4405-BD30-E861-EC6F4849D683}"/>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133CAD25-924D-7BFC-D0C6-54D35795604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296B9373-B0B7-9854-3F1D-FB7769ED387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4EFCDAD3-4B03-1B9F-464F-8E997B86CD77}"/>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0B0C1A6-CB4C-D61F-7DC5-92780A5574C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46E1E44-0EF3-F6A9-3208-B2A1544C283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BB0D8146-DA5E-66F2-D1A0-C37A301067FF}"/>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19D345A8-753C-D87F-B08B-ABD9D23F0A4C}"/>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D0F6F58B-435A-837F-C810-AC5E9C6C2589}"/>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E1BC6DD7-4D4A-160C-09F4-1B9B1D62D9C9}"/>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9E6BE7B7-313D-4BE0-C7EA-8A2347227383}"/>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CFB70DBC-DF60-E0B6-8D32-D234601E95A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A50B77C-5E69-1323-CE94-A5459292CE1E}"/>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F09C569C-F878-F317-5DAB-B0819F5DF7B3}"/>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FDDEB5C7-7592-AF1D-4364-2794583DDD72}"/>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39BE87B5-C0D9-A5CB-36C9-DBE865BD45E6}"/>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7DAF13A-AF4D-F4F2-7870-B517259FEFDE}"/>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A9E15A1D-7A38-81BD-FD3B-6BF8CC8D9491}"/>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2556E8A8-DB30-0C59-ACC3-2130A36CEE46}"/>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EE48C5A2-3831-C4AF-E54E-5D21249403FC}"/>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99DD7D07-3911-187D-A2A0-8373C839401E}"/>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A4F73C57-FBF2-352E-B13E-BE037D756219}"/>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8C9526C5-29D3-4A67-FB7B-D7CD427D4514}"/>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CF447CF-DA71-E7C4-4D31-A9D01687566D}"/>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346D6A7-56C5-1DDF-700D-92A52C925BC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1E627DD-F44C-91C9-AB0D-3BE72E285EC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B9FCF845-460B-E68C-D31C-6E82172012EA}"/>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3C7DB894-A14A-23A7-12BB-1B2103D62CB2}"/>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3B45B614-FF25-6343-C412-A7F8A683015B}"/>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6E2984BE-696C-61FB-C2B0-0E2A4B6143DB}"/>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D206DF3F-F210-F7AC-4F45-8FFDFD97440B}"/>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CB6C2EFE-3617-E8F2-2576-EAC6C54F7D61}"/>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889E828C-0675-197C-8BC9-12F271BEC6A2}"/>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288E67F5-6451-0E7A-A2F9-A8EDCCFB91DD}"/>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9A7D9239-90C0-76BF-28F5-A61E7E4FCFD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391A4FD-32D0-7ABC-7B70-5CFBC9B30084}"/>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E0B423E-E47C-8580-93C7-1B47598DEA9E}"/>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158E1BA3-D1B2-4466-0110-FFD0AE7D4C8A}"/>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1BF75292-24C2-6956-D14D-93BEC2731E15}"/>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E203F54-6B92-0006-A1B7-869571CF6BB6}"/>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361B003-ADDC-0D58-3869-709F90C76346}"/>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CE2FF9F0-1DD0-6950-6B84-72DEF8F02E7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7525C1E7-722E-D422-313B-9FDB2EFD8112}"/>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92BBEA70-32CC-4884-CA50-04C648801364}"/>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70D59DEA-7054-4102-D841-A77899A5A101}"/>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6AABB06A-5C5B-D48B-F487-3F584BEAB50B}"/>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9D7ADD1C-7240-CCB3-E7C3-805491649AD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4F8CB12E-B3B8-5184-0672-52B8076207D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F7DD16E-92F8-AA5F-6494-03214B1DB4DE}"/>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18BD290-DE4A-B035-6E89-85D131A1037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0CB72537-2FC1-F7C1-FC7D-59E123B927A1}"/>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3AD84E75-E949-52CC-5135-523C6EC9DB89}"/>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DACB9438-E9E0-3B13-A3E9-351CDE07C684}"/>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CEBDADE5-C1CC-60A6-F883-02F21F367269}"/>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7" name="TextBox 66">
            <a:extLst>
              <a:ext uri="{FF2B5EF4-FFF2-40B4-BE49-F238E27FC236}">
                <a16:creationId xmlns:a16="http://schemas.microsoft.com/office/drawing/2014/main" id="{A67167F7-4FDB-13EA-B30C-4666DB738CEC}"/>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5627771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24C9A-14AD-7D2B-5554-816099FEAE5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224751-4A3A-070C-BACD-FE6ACBB50E53}"/>
              </a:ext>
            </a:extLst>
          </p:cNvPr>
          <p:cNvSpPr>
            <a:spLocks noGrp="1"/>
          </p:cNvSpPr>
          <p:nvPr>
            <p:ph sz="half" idx="1"/>
          </p:nvPr>
        </p:nvSpPr>
        <p:spPr/>
        <p:txBody>
          <a:bodyPr>
            <a:normAutofit/>
          </a:bodyPr>
          <a:lstStyle/>
          <a:p>
            <a:r>
              <a:rPr lang="en-US" dirty="0"/>
              <a:t>Complete Column 2.</a:t>
            </a:r>
          </a:p>
        </p:txBody>
      </p:sp>
      <p:pic>
        <p:nvPicPr>
          <p:cNvPr id="4" name="Picture 3" descr="A grid of sudoku puzzle&#10;&#10;Description automatically generated">
            <a:extLst>
              <a:ext uri="{FF2B5EF4-FFF2-40B4-BE49-F238E27FC236}">
                <a16:creationId xmlns:a16="http://schemas.microsoft.com/office/drawing/2014/main" id="{04CEBFB6-0ED2-7673-ECF3-F57CEE08E05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26966E3-A12D-76EE-0FDE-51D1D972C71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2919D9-F055-8662-BD8B-6FE5F09D177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8715FA3-6E60-3D29-3E45-8C2C0E2E7040}"/>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D822D1F5-0F4B-EDFD-3663-477C7FF7FDF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1ACEADFB-3D4B-5DD4-6333-9E4979F93F91}"/>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CBCCD598-3036-76E4-EF75-61D0B01A633E}"/>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69967C40-7F2B-5ECB-AAAE-CF0019443CB1}"/>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9B0D3998-451A-7336-3BAE-DBAA5343DB43}"/>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651812F3-C06A-A368-E48D-F642C5BBAE66}"/>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DBEF6DFD-2EEE-48B3-E576-BB2177F65E5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607DBD2-4142-BCC7-AAD9-6B8083506F3F}"/>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F42863F0-BDA6-227E-EB07-978BE9D38FC2}"/>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7ABB7DA0-6F9B-E7FF-BE54-018DDAD71FBF}"/>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47FDF40B-6763-A0A2-25F0-2CC3ACAD3664}"/>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008A6C53-E5F8-BFF4-C3B5-54779C53053D}"/>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12504C28-DE36-7152-3ECF-F93D93D47729}"/>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E4C960A3-21DC-F2CE-FBF8-15D45D8A2BB6}"/>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6BAB6358-EDAD-30FB-AE98-3D284CA734D2}"/>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B8C9C043-4AFC-0538-8386-99B266FF32F7}"/>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CCF91944-4164-65DA-D258-80E355DF3F5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5B94BC6-A5FA-EC57-BA3E-C6F63F484CAD}"/>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96EDAEB7-712B-445C-FAA8-7DC7898232FF}"/>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53839A0-AF5D-9F76-B322-5F7A7FD3D449}"/>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3DE3DFA8-BC2D-C833-DEC6-307B0FEF907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D7CFD37E-69AF-3704-5ECF-5CF6919535AB}"/>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FC8F19BC-CF89-18F2-72AB-95F2B7726087}"/>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313A542E-A4C2-E79E-D3B9-2521722B5F06}"/>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4878E24E-EE43-34D2-7468-2F753B4CAF2F}"/>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FFE11300-B4D6-7655-ED2E-E6EFF38AA2E7}"/>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BF8C5F7C-F2E2-3E03-D181-F6570024D1EF}"/>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99274C76-3F89-F2F0-C56F-C1E6157390D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2C699BD5-7EEF-3CE4-FEBE-8F1FE2CAC7A3}"/>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2F100A00-CE30-8AAF-3A3F-9D42B3800C03}"/>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5B9A30C1-429A-934D-DD60-EAFDC53ECE56}"/>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830CFFD-CABE-7EB0-4CBF-CB0BF698D5FB}"/>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D24782C2-FF50-F05E-C9B2-E1572CCCFA5F}"/>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3AF96241-BCE0-3BBE-E35F-410C6AE181FE}"/>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E7CA9094-732D-B786-DAC8-89F98531358D}"/>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BE3B38A4-2FBC-8597-CE5D-7B0A36F33004}"/>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02249A05-DC40-106E-2321-B6F1F7A42532}"/>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E33309DC-D960-E63F-3AE1-26E00C3CC2EB}"/>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6AD9582B-E391-6BB3-311F-42D3DDD0F2CE}"/>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A4DEA90E-1FA1-8CE3-B7CA-D289D1C9DB35}"/>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D659614B-7C0C-E3FF-750F-A19CCDCE78F8}"/>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A51080C2-84D9-3530-5C23-9F8FB5D71582}"/>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AFCEF523-F33A-2A7D-CC07-EF2B96D250C7}"/>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EDBF7963-9C29-AB2D-0910-71D8DD8078A5}"/>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2926702D-6B19-9F3B-03E1-CD9A4F05449C}"/>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236107A6-A49E-CE5C-8C8D-EEF27F82F615}"/>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9A73ADC4-7984-4549-173F-02BDCF200AF5}"/>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75B00866-0B8F-5629-D500-07F6324D9595}"/>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76AA62E0-4298-FE84-0DA3-F7A2751724F2}"/>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79B75206-0130-5C11-38E3-CEBFADD56BA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99E7208D-6386-7E5B-9B4A-536B7C7F035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C395A3C3-F588-C366-66A2-2C51B55E8E10}"/>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A181E24-371C-15EB-0311-66B63FAF7610}"/>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89FA1FB-C260-177E-A8BD-CFE496F2971D}"/>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F7D82A78-7543-F5A2-EDB3-22A4381C398E}"/>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D2BD6BDE-2878-226F-A432-EDB16C92932B}"/>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382A71DA-87B0-D4B6-1CDA-C89A5D01E31B}"/>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8A6F8AD1-AACA-9D78-CF18-CDF4D6DEF7EE}"/>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C64652E1-D98D-3A5C-364B-5EEE65F6CED3}"/>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AA352532-1F36-BE21-C518-C497852ADA6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F5B89601-60EF-C746-43F3-C72A61CBD08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D9D73B55-BF5C-504B-2D84-1A79A18FC40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B27E3778-0EBA-B7CD-CCCE-4CFB2E097B6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705AED8-B4A6-2B35-0A6A-EF3CAE054E0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5696FFE-000D-9D5F-4041-065CB9499D25}"/>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C7ED6523-F03B-07D9-4E9A-3D6D602E2162}"/>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BB4770F0-821A-7C36-95A4-A2498ECA4D24}"/>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990E5327-597A-EFED-C39D-243CCB26E39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8EA9671F-0E40-0ADC-5EF2-E4A212233BC9}"/>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A751BB1D-7840-B23D-0C55-7FD7C564C18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399CEBF0-84B8-F70F-72EB-94E2F62F5B09}"/>
              </a:ext>
            </a:extLst>
          </p:cNvPr>
          <p:cNvSpPr txBox="1"/>
          <p:nvPr/>
        </p:nvSpPr>
        <p:spPr>
          <a:xfrm>
            <a:off x="3640666" y="901933"/>
            <a:ext cx="570089" cy="230832"/>
          </a:xfrm>
          <a:prstGeom prst="rect">
            <a:avLst/>
          </a:prstGeom>
          <a:noFill/>
        </p:spPr>
        <p:txBody>
          <a:bodyPr wrap="square" rtlCol="0">
            <a:spAutoFit/>
          </a:bodyPr>
          <a:lstStyle/>
          <a:p>
            <a:pPr algn="ctr"/>
            <a:r>
              <a:rPr lang="en-US" sz="900" dirty="0"/>
              <a:t>368</a:t>
            </a:r>
          </a:p>
        </p:txBody>
      </p:sp>
      <p:sp>
        <p:nvSpPr>
          <p:cNvPr id="67" name="TextBox 66">
            <a:extLst>
              <a:ext uri="{FF2B5EF4-FFF2-40B4-BE49-F238E27FC236}">
                <a16:creationId xmlns:a16="http://schemas.microsoft.com/office/drawing/2014/main" id="{3CA9F196-105F-F6A0-F733-88BF41AD3204}"/>
              </a:ext>
            </a:extLst>
          </p:cNvPr>
          <p:cNvSpPr txBox="1"/>
          <p:nvPr/>
        </p:nvSpPr>
        <p:spPr>
          <a:xfrm>
            <a:off x="3640666" y="1402877"/>
            <a:ext cx="570089" cy="230832"/>
          </a:xfrm>
          <a:prstGeom prst="rect">
            <a:avLst/>
          </a:prstGeom>
          <a:noFill/>
        </p:spPr>
        <p:txBody>
          <a:bodyPr wrap="square" rtlCol="0">
            <a:spAutoFit/>
          </a:bodyPr>
          <a:lstStyle/>
          <a:p>
            <a:pPr algn="ctr"/>
            <a:r>
              <a:rPr lang="en-US" sz="900" dirty="0"/>
              <a:t>368</a:t>
            </a:r>
          </a:p>
        </p:txBody>
      </p:sp>
      <p:sp>
        <p:nvSpPr>
          <p:cNvPr id="81" name="TextBox 80">
            <a:extLst>
              <a:ext uri="{FF2B5EF4-FFF2-40B4-BE49-F238E27FC236}">
                <a16:creationId xmlns:a16="http://schemas.microsoft.com/office/drawing/2014/main" id="{79503101-4BB5-40B8-8C0A-87AF8E61E8DE}"/>
              </a:ext>
            </a:extLst>
          </p:cNvPr>
          <p:cNvSpPr txBox="1"/>
          <p:nvPr/>
        </p:nvSpPr>
        <p:spPr>
          <a:xfrm>
            <a:off x="3640666" y="1903821"/>
            <a:ext cx="570089" cy="230832"/>
          </a:xfrm>
          <a:prstGeom prst="rect">
            <a:avLst/>
          </a:prstGeom>
          <a:noFill/>
        </p:spPr>
        <p:txBody>
          <a:bodyPr wrap="square" rtlCol="0">
            <a:spAutoFit/>
          </a:bodyPr>
          <a:lstStyle/>
          <a:p>
            <a:pPr algn="ctr"/>
            <a:r>
              <a:rPr lang="en-US" sz="900" dirty="0"/>
              <a:t>368</a:t>
            </a:r>
          </a:p>
        </p:txBody>
      </p:sp>
    </p:spTree>
    <p:extLst>
      <p:ext uri="{BB962C8B-B14F-4D97-AF65-F5344CB8AC3E}">
        <p14:creationId xmlns:p14="http://schemas.microsoft.com/office/powerpoint/2010/main" val="2310347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505B-7B1D-EDDA-2177-7E08705444A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D99AB2-4EA9-F1B8-7DCA-D7D579BA811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2756F96-19AB-1A44-3606-FCB36FD6FB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2F4887B-ED1F-C194-9A32-D825FB4024D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56A5C7-9BD5-50CA-9637-219C61B1627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F4ACD7-B836-9FD8-241F-0FF95F16EA10}"/>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96164CF6-D517-26A6-2DAF-8E101667CCEB}"/>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E61B5A25-2276-AAF6-B69D-A8860C509C47}"/>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3687E410-8027-8A3F-9EC7-0F8FC1A5F35B}"/>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617FF31D-1C3E-62C7-8985-1DECEB80BE52}"/>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214840A3-27F3-7B14-833D-F774004B5301}"/>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A5C65A40-FCB7-1DCC-8122-D09CD3EC8CD4}"/>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DEE4E1DA-FF97-8F24-7F4C-817490FD07D6}"/>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C1571E75-1DB7-BD46-14DA-B83C6308CE47}"/>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998810DE-7AC3-421B-AA42-8E36A8D68685}"/>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28EC78EC-1F0C-EA98-FA44-2AEA8EABCB6F}"/>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B7A29EE6-9B92-ACE4-AF58-BC2B5A4DA969}"/>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7E11F216-D8BA-0E43-ADCE-48D8BC9A77F6}"/>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5D3E0225-BD3E-0484-48E8-945EFDC22139}"/>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3FB21F1D-2B72-DC1E-C646-0FDD1908322D}"/>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C02AE86C-37D5-ACC1-73A5-29B94C43F009}"/>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53EC3D0F-C18B-5A82-9B56-C98080FE5D02}"/>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CDE03D20-0FFB-7FE3-E61E-B881E8C0B02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3E40C090-31C6-AEA0-0E78-138EFD5B712F}"/>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128E0D7C-BBE4-1129-A8E5-3DBCF953EE7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46B63D3-642A-0A82-DE87-A2D7884A347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0F7C7E5-D5EF-94D5-32D1-3DEDB35C8734}"/>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C89FA7E-DFEB-53B7-5204-FBD3CED86052}"/>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AEA699E3-62DE-80AC-BC6A-A13A481F2049}"/>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78F472DA-3593-D2AA-4C4B-31D7A39FD061}"/>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980F7F92-FED7-DF5D-FEEF-068DE81BEF9C}"/>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221228B6-0A2F-D4BC-F90E-A9D1849344EE}"/>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B03C67B0-1DA1-2006-7CBF-97C9CD57E04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C0A5A87-E88F-F071-2402-4A672EC0E03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CB019D11-C2DF-5398-B15E-8549A0FC5D89}"/>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5611385A-D11C-47AD-1722-6ED52428939E}"/>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E3CCB9BA-2F2F-0EE8-D0BA-475ED03082AD}"/>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46BCD42-3F51-EFA5-1D50-D642059373CB}"/>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FE017271-BB95-18B7-0233-17D5B5F7BC65}"/>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4556808D-2E9F-7002-7E2A-6FD8661A48CF}"/>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BA83CA8D-4570-E27B-E9CA-E9324865CB40}"/>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50AC31B2-000C-60BB-8928-6628EBC9101A}"/>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46363B79-B7A2-2171-816C-068792F9F47E}"/>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8485DCA-834A-0175-F817-9C2EA0DB1538}"/>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FE8E2E90-373C-482B-AE0F-FBBA876E9CD6}"/>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2B7EC3B-D0DA-06EB-8708-7E4EAE3FA07A}"/>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C35E2795-9336-A6BF-5C65-A40113167AB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94CCAF53-B7E4-DDA0-CE20-D3EA665AF6BC}"/>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0162B985-7A1C-7F80-8DA8-F1E32828D9A4}"/>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9FA31AB5-DB56-163F-6C35-2E76A691B272}"/>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01A59D69-8453-7B09-DA2F-A18EAF16E8F5}"/>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D29D7923-669E-C98D-B9B4-C4E2D11043F8}"/>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06947445-1A7F-A8A5-D046-0AA598FFD45B}"/>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2A9FE163-20D9-FE58-F11C-561F3C0FE2ED}"/>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53140E08-588C-30DF-396C-F5CFE2CD51F1}"/>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43B77BF5-2F29-66DE-4905-B9EF31A6B37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7AF6C56-8524-7299-55A3-01E3A6C3DBB7}"/>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58BEDC5-8087-2170-E5AE-3828F13E5980}"/>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86112AFA-FE99-4029-DB80-106961A6B397}"/>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5999C8D-5084-A751-B3E8-D0AD04DF28C5}"/>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34AA3FFA-7A61-CED9-CB29-5666D253E811}"/>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24D7E591-3D16-6882-C835-758D3A50BE33}"/>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17FE7BD1-8E9C-C4CF-F267-DDAA074FEA42}"/>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A30F7A39-55EF-50DE-EC79-17C57FB22B99}"/>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0D387CE5-7806-86A1-C8F7-49A6E33967C2}"/>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63D1537D-284F-6FFD-FB3D-A6BEC9917189}"/>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7107E2E4-3BF4-05F6-5029-EC97D2F6DA8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8018B40C-91F5-1F03-A759-46EE4AD273E8}"/>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43A1E01A-36BC-631C-1CD3-3D37EBE1C83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F5F2EF4-4D9D-CACA-BA5A-DF90EB7FC439}"/>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2A55983C-9BBB-1678-917D-F1BC4CDF760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5966C7E2-EA74-6832-359F-95DEDBC4D681}"/>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A76801AE-E9EC-C0BA-FB2C-8E4338AD0BDF}"/>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F69748B7-5524-2514-829E-C577BA458FE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1FD220DA-B64B-5213-CE0D-C60624B9BF4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653EAC1B-6B59-1192-9C1B-F382A8F9B777}"/>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15A17B56-31DB-7AEC-AB59-9C8452110E63}"/>
              </a:ext>
            </a:extLst>
          </p:cNvPr>
          <p:cNvSpPr txBox="1"/>
          <p:nvPr/>
        </p:nvSpPr>
        <p:spPr>
          <a:xfrm>
            <a:off x="3640666" y="901933"/>
            <a:ext cx="570089" cy="230832"/>
          </a:xfrm>
          <a:prstGeom prst="rect">
            <a:avLst/>
          </a:prstGeom>
          <a:noFill/>
        </p:spPr>
        <p:txBody>
          <a:bodyPr wrap="square" rtlCol="0">
            <a:spAutoFit/>
          </a:bodyPr>
          <a:lstStyle/>
          <a:p>
            <a:pPr algn="ctr"/>
            <a:r>
              <a:rPr lang="en-US" sz="900" dirty="0"/>
              <a:t>68</a:t>
            </a:r>
          </a:p>
        </p:txBody>
      </p:sp>
      <p:sp>
        <p:nvSpPr>
          <p:cNvPr id="81" name="TextBox 80">
            <a:extLst>
              <a:ext uri="{FF2B5EF4-FFF2-40B4-BE49-F238E27FC236}">
                <a16:creationId xmlns:a16="http://schemas.microsoft.com/office/drawing/2014/main" id="{CCBDAD82-1AC9-2FCA-3E5F-92EBEAD8A6AE}"/>
              </a:ext>
            </a:extLst>
          </p:cNvPr>
          <p:cNvSpPr txBox="1"/>
          <p:nvPr/>
        </p:nvSpPr>
        <p:spPr>
          <a:xfrm>
            <a:off x="3640666" y="1903821"/>
            <a:ext cx="570089" cy="230832"/>
          </a:xfrm>
          <a:prstGeom prst="rect">
            <a:avLst/>
          </a:prstGeom>
          <a:noFill/>
        </p:spPr>
        <p:txBody>
          <a:bodyPr wrap="square" rtlCol="0">
            <a:spAutoFit/>
          </a:bodyPr>
          <a:lstStyle/>
          <a:p>
            <a:pPr algn="ctr"/>
            <a:r>
              <a:rPr lang="en-US" sz="900" dirty="0"/>
              <a:t>36</a:t>
            </a:r>
          </a:p>
        </p:txBody>
      </p:sp>
      <p:sp>
        <p:nvSpPr>
          <p:cNvPr id="25" name="TextBox 24">
            <a:extLst>
              <a:ext uri="{FF2B5EF4-FFF2-40B4-BE49-F238E27FC236}">
                <a16:creationId xmlns:a16="http://schemas.microsoft.com/office/drawing/2014/main" id="{86D4D04E-7562-93E7-E563-B651B3C44F32}"/>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405189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51C94-0C9E-C2CD-D1E2-70027D53D2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958159-475D-F8EF-2130-47B8852B81A6}"/>
              </a:ext>
            </a:extLst>
          </p:cNvPr>
          <p:cNvSpPr>
            <a:spLocks noGrp="1"/>
          </p:cNvSpPr>
          <p:nvPr>
            <p:ph sz="half" idx="1"/>
          </p:nvPr>
        </p:nvSpPr>
        <p:spPr/>
        <p:txBody>
          <a:bodyPr>
            <a:normAutofit/>
          </a:bodyPr>
          <a:lstStyle/>
          <a:p>
            <a:r>
              <a:rPr lang="en-US" dirty="0"/>
              <a:t>Reduce.  Then, reduce.</a:t>
            </a:r>
          </a:p>
        </p:txBody>
      </p:sp>
      <p:pic>
        <p:nvPicPr>
          <p:cNvPr id="4" name="Picture 3" descr="A grid of sudoku puzzle&#10;&#10;Description automatically generated">
            <a:extLst>
              <a:ext uri="{FF2B5EF4-FFF2-40B4-BE49-F238E27FC236}">
                <a16:creationId xmlns:a16="http://schemas.microsoft.com/office/drawing/2014/main" id="{049A59D3-7B28-5263-A91C-0F820AB56F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4A663A9-7522-38B4-B007-8305471B26A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AF8DA80-A472-F264-B900-9ADA4CE872E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32C45C3-DC88-6B08-867F-C44A92ABE682}"/>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4BA088F-4DBB-2598-3263-B0F2EA98A3E1}"/>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2CB01373-FD34-FE56-AB06-3B17D1CD8153}"/>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2A931352-3558-28AC-BC48-9C89CF0A5744}"/>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29F00941-4719-EE69-DF44-8243A3EE2A72}"/>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88E441F3-996E-AFB3-9BEA-336FDCACF343}"/>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0959B6C7-DB66-71C7-3327-95827EBEF67E}"/>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4162E2AA-F927-F022-C6C7-BE24492E8587}"/>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01C500B-5197-762E-A69A-3F22AD755DC7}"/>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B9D0CA86-C6F5-C208-BA2A-303D6FCFCDD9}"/>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96846CA5-6B5D-3892-7D02-FB340B6E9A53}"/>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215E1899-8068-0E92-A833-7DE0E5E6F1DE}"/>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23623925-B4EB-21F8-087D-773EAECC343E}"/>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76ACB361-F43E-7126-D6A9-4E44D03FFD19}"/>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38EABB71-DD86-19ED-EAD1-1E9434FA2675}"/>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B391ABF8-2490-8207-97F6-0B17FD3E60DA}"/>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EAA69A2F-0F19-B350-9184-39117F2D104C}"/>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94FE5815-FDF9-A539-643E-A952031289B9}"/>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8B2CF42E-FC4B-0AC4-6B8B-67073DC8F4D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88146794-138F-9786-5B2B-C66826C0A05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034C561-8545-A70A-191F-BBA0436E23E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C740037-F1B0-3C24-1F4F-8EE3A497150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F28A5C40-CB59-FE00-81E0-7719762B4FEF}"/>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6A524CC6-C3CB-014B-F2DC-BF53FE353BF0}"/>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06380A86-049E-8121-631A-1D42085DCD99}"/>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D401836D-5F55-1115-5B9E-B2D496151C54}"/>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9B2CBD53-2BD0-4C0E-2514-87BDA34AF2E1}"/>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DD0BE1D5-4833-7B09-A5F5-01D1B84B2875}"/>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8FB46D10-9F0C-C9CF-3A34-570E52A072DF}"/>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96DDC973-3AB3-1AF5-1F01-B6B572556A8F}"/>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5EAA8BC4-2182-F732-1EF8-C97AE53739EF}"/>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73E70357-0D60-1329-A330-FF4E73638387}"/>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C7FDBB85-511D-6540-EE85-4B6AA5F5DD9B}"/>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060C7B80-8DAB-3F64-0F47-A10E09CFCCF0}"/>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46E79510-193E-6593-46B0-2399148D820D}"/>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BB245D10-201C-EE2A-6DFC-53B17609E4BC}"/>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9F35F6D2-C010-AC5B-5F70-0F36B141B3B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BC1E229E-C29D-72CA-0BA0-01127E8BA5BF}"/>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7012D65-5B98-5EB0-D3A3-4E6645A952B7}"/>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A8EA1B14-FC30-BD85-6280-AEC50589499D}"/>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1F935F64-6929-6B5F-8F16-934CA3CF369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FBFCEE8A-B65D-8E00-F859-7C4996E1CB6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C13D889A-733D-46B6-C1DE-18E1DEB54BB2}"/>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CF186C7E-2E24-3050-44E2-99611644923A}"/>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97B25EA6-67E7-9A5E-1AF9-B7DC01122161}"/>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539B40ED-6A02-6971-D1E0-02F9E4B3463B}"/>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D6C73073-C192-E77C-51D2-9B5C51402E9F}"/>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24B52CFA-6CAA-DAF4-0917-02058D00ADA2}"/>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2443F1B7-428A-7E17-965C-C571285CF95A}"/>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8554BC36-8339-B52E-00E5-3F760103428C}"/>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44E8C528-2B14-A323-3B90-7CC0800051CB}"/>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626B3FB8-BC95-393F-7B0C-54E0F777B104}"/>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5A3A78FC-078F-FF4D-5D74-24C58B3427CC}"/>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C06F940-B8C0-F9E7-84B0-924B0865F312}"/>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BEDC76E4-EE23-9210-37A9-6C8B7DE6CA49}"/>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E941ECB3-73E5-3C09-88D9-D5B0484259D9}"/>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239F72E-7822-FA19-05D5-30D2E6EEDF1E}"/>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8D73187-38DE-999B-D287-6564085736E3}"/>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20BC581D-70A2-83DE-1821-497BC578FD2B}"/>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1D21360-4FFB-71DE-91E6-AC2DF7D729F4}"/>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1AB53C80-BF6D-5339-B1C7-79A4F4B30993}"/>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909929B2-7DFB-E0E9-0856-985430177C3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01BCDA60-44E1-0967-CEA0-B5D84DDF5A3B}"/>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85B35DD5-A3E9-E065-A90C-FFA6C88D95D3}"/>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A0E2EAAE-F3DA-8375-0899-7A60F18A92C8}"/>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AC442DE-F39C-AA8B-1C16-760E08CAAEC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464A2294-A597-EF3D-51BC-23DDE19ECF4F}"/>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32D1A747-5BBB-4D85-A1C8-5BA9B3642DAA}"/>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9BCB02D4-F3DB-6D14-65DE-04D51EEAF726}"/>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13030D16-8221-3E7F-1C7B-44C79A3F1F2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8E83C7B9-8251-3030-ABC4-9DAF9FAEC83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6254E54-D3D9-BD70-5170-7913B16C71D8}"/>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1D1AF04D-39F5-8105-824B-926F584BAA04}"/>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DBDEF203-B5AE-E72E-A62C-2D65D1D1DE7D}"/>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448542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F678A-FF57-E2C6-BC52-8FA1B5652A1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485A1D-9DC1-2608-DD51-C839BD89291A}"/>
              </a:ext>
            </a:extLst>
          </p:cNvPr>
          <p:cNvSpPr>
            <a:spLocks noGrp="1"/>
          </p:cNvSpPr>
          <p:nvPr>
            <p:ph sz="half" idx="1"/>
          </p:nvPr>
        </p:nvSpPr>
        <p:spPr/>
        <p:txBody>
          <a:bodyPr>
            <a:normAutofit/>
          </a:bodyPr>
          <a:lstStyle/>
          <a:p>
            <a:r>
              <a:rPr lang="en-US" dirty="0"/>
              <a:t>Complete Rows 1 and 3.</a:t>
            </a:r>
          </a:p>
        </p:txBody>
      </p:sp>
      <p:pic>
        <p:nvPicPr>
          <p:cNvPr id="4" name="Picture 3" descr="A grid of sudoku puzzle&#10;&#10;Description automatically generated">
            <a:extLst>
              <a:ext uri="{FF2B5EF4-FFF2-40B4-BE49-F238E27FC236}">
                <a16:creationId xmlns:a16="http://schemas.microsoft.com/office/drawing/2014/main" id="{72A1F0F8-8E68-9BA2-D184-06F99920538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E379B79-6CDA-7EDA-3ACD-65407D51DD3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433BEA5-3B39-05B1-4EF2-0A8BB5A45E8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94A6256-3058-8C74-9681-C4FA28E287C2}"/>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48739A39-25F7-8308-2C1D-A8D01010A740}"/>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749DD0C9-D675-F889-C361-993D407B57D3}"/>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3C87FE52-28DE-9F9A-6C82-75977A8B8C68}"/>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87443070-101E-A7CA-0B35-49D0A088568A}"/>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F1726FB6-E877-5241-952C-755D657DB66C}"/>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AA886C71-29F9-A031-5764-74C3E35DF570}"/>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493C6E80-5976-5063-4A20-F4043C073F7F}"/>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62805250-246D-98E4-E3F8-F4E67BF62EE2}"/>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8E4AFB0C-1829-B200-AC81-5A867D8B3BF2}"/>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B17067A0-EBC1-3C29-0175-5278B948E309}"/>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362E8F83-106D-F13B-20C3-6AB19756321A}"/>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AA5BFBB9-D84D-18B1-4758-4444D4569714}"/>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3568</a:t>
            </a:r>
          </a:p>
        </p:txBody>
      </p:sp>
      <p:sp>
        <p:nvSpPr>
          <p:cNvPr id="45" name="TextBox 44">
            <a:extLst>
              <a:ext uri="{FF2B5EF4-FFF2-40B4-BE49-F238E27FC236}">
                <a16:creationId xmlns:a16="http://schemas.microsoft.com/office/drawing/2014/main" id="{D52E52AC-6ACF-6357-3F45-54443E8C9362}"/>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B80CC85A-9158-977C-A0DA-2CA16ED2CCAE}"/>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5A8C7A0A-1F5B-8ED0-E621-C5E8C481D73A}"/>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C231ED10-455C-6B4C-ADCA-34B0E234282D}"/>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55B98BF7-C0F5-7D7F-A882-1BD2CEAFD1E8}"/>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9F204CE7-6AC3-335B-9457-C23FAC2B7F0C}"/>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DF2887AA-7E53-93A4-DDB3-81BA87D8FA57}"/>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D5F3EAB-C935-5149-DFF9-FF1034BFDBB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F4FE03D8-ADCB-9A47-B3BE-7972E403C94D}"/>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D46A774-7B2E-1B6A-4D46-6FB1808ACD82}"/>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E130E485-69E5-64DD-9DEA-C8B5A7C8090B}"/>
              </a:ext>
            </a:extLst>
          </p:cNvPr>
          <p:cNvSpPr txBox="1"/>
          <p:nvPr/>
        </p:nvSpPr>
        <p:spPr>
          <a:xfrm>
            <a:off x="5147734" y="3406653"/>
            <a:ext cx="570089" cy="230832"/>
          </a:xfrm>
          <a:prstGeom prst="rect">
            <a:avLst/>
          </a:prstGeom>
          <a:noFill/>
        </p:spPr>
        <p:txBody>
          <a:bodyPr wrap="square" rtlCol="0">
            <a:spAutoFit/>
          </a:bodyPr>
          <a:lstStyle/>
          <a:p>
            <a:pPr algn="ctr"/>
            <a:r>
              <a:rPr lang="en-US" sz="900" dirty="0"/>
              <a:t>468</a:t>
            </a:r>
          </a:p>
        </p:txBody>
      </p:sp>
      <p:sp>
        <p:nvSpPr>
          <p:cNvPr id="30" name="TextBox 29">
            <a:extLst>
              <a:ext uri="{FF2B5EF4-FFF2-40B4-BE49-F238E27FC236}">
                <a16:creationId xmlns:a16="http://schemas.microsoft.com/office/drawing/2014/main" id="{4ADB21BF-FBC5-399C-20F2-F33624B951EF}"/>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9511544B-BA42-CBA0-42A3-DB5D2028A2B1}"/>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75F96158-AF5D-33DC-369D-9D80E391C201}"/>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A5A89AA7-CB3B-E8C2-D4A1-9078D5FD23FF}"/>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3FE5B32-0931-EEA7-2D33-AD12D612751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A60C10A9-9271-4FEB-3333-F99826809847}"/>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FCF6DD20-0FAB-07E3-48DE-235436990D4A}"/>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7A7BCAB9-116E-B594-2309-BC918B8B7CD6}"/>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F1AAC6D2-F23D-483F-7B98-61D63F002A28}"/>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64FA1E8A-1A1F-30C2-B800-798D1BCC837C}"/>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B2758A6F-7F12-B100-B3C6-280949666B3B}"/>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68E280DB-5544-45CB-00F8-99C9683E41B1}"/>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26B63EF2-AEB8-F2AE-303D-B008CB790B92}"/>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2FE7F5DB-89F1-565E-0F50-BA64A97E5306}"/>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AF2CD46B-AE65-1892-272C-6F964CE1D2F2}"/>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65ACB28B-3AAD-36C4-DFAE-D435CA652AA3}"/>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6F4A8BE-A3DB-0E6C-0CE7-13A149EEF93C}"/>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1A62D1B-9DBA-EEA3-6314-5335F61A8F7C}"/>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7D82D413-18AE-13C8-AF1F-127CF0D55049}"/>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2CFF26B9-CC5F-DE64-8D4E-45D81271F35C}"/>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A1D03E37-9D90-2A57-0132-FB1CF9CE4032}"/>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F9D2A1ED-323C-9211-65DF-89D17AF7E6B1}"/>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08A40351-6B22-BF8B-8651-F6E5AE830171}"/>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1BF4E3FE-E156-A5B2-4A5B-038465867228}"/>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C65A720E-336F-4291-C926-DC1E702A7717}"/>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0D685D7D-F631-CE2E-BE40-570D05AB7311}"/>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2DADFD28-A7E1-7578-1B36-E8646359F5FB}"/>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E910ACD-E9C0-ED06-9033-F3DA43F67B9A}"/>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BBD8F3D-BA7E-70BD-D5AE-3897FFC8743C}"/>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3E575DC2-6D70-4374-0351-DD8525F909E5}"/>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4ED9D82-8187-963E-72D7-CFA34D5F4F6A}"/>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E7CC067-1FA4-7341-D9E1-E22E6D56C4C1}"/>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C511682-2C8C-9E1F-C3BF-C48D592DFFCF}"/>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43214E0B-C559-59FC-5E27-8EF5A2AD312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BE1E5061-738B-F464-13D4-09002AE98B12}"/>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217CA11A-623C-F8C0-435C-EFD0F9FE8730}"/>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B4DC625B-CD81-D708-4A4F-F0C7A51E8883}"/>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DCCBC955-9E49-C2E5-84E5-4494028D4D9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107E240D-FB5F-E8AB-9DBE-BCAF0C7D356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700027CA-DF08-F679-4C2B-AEB4DF36186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DEB37FA8-E6A6-A819-6EBC-C042325BF255}"/>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AB050F8-B10F-397A-4053-005E76C723F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B62E3C89-A50F-BB61-5DD2-60279AF64EA5}"/>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A68BFD4A-DECB-5B6C-4EBD-FB07CE0571D3}"/>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1E20D7B8-BB14-E606-457C-44D0990E8BB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94D5F22E-914B-F305-FB86-B7C2885D2D2A}"/>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8468EF5E-2B0D-A2CC-1086-4D9E434449B9}"/>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BDE5A50-1E29-634B-A59C-F5299830B032}"/>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970786B-BBA7-11D0-5F22-737525D5C6B0}"/>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BAA31D8F-6F47-A9FC-6252-A3E884441DBE}"/>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023BDAE9-F09A-EC7B-D2F2-8983C8555885}"/>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6C2CBA5A-175C-2B46-D5D8-B836E3D98638}"/>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42B83AA6-9366-2309-B859-5ED6FE10C4BF}"/>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Tree>
    <p:extLst>
      <p:ext uri="{BB962C8B-B14F-4D97-AF65-F5344CB8AC3E}">
        <p14:creationId xmlns:p14="http://schemas.microsoft.com/office/powerpoint/2010/main" val="2535169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07177-8ECC-5A6B-7FCA-5935A6BAC8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2F2C5C-4483-7C18-D666-A7E423BCC26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9501C20-CAED-3006-9403-C1C58CB109B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9BE3F8D-BA71-ACFA-D59E-9E793D2669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0DCBBD0-6975-3AB3-0B4D-72F04EC6DEB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00C7B1A-5758-AEDB-301F-9039DC116851}"/>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52A8BA9C-78A0-1929-BC7C-82DB1DDE265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1F5247CD-832E-1F51-A4E0-ED443ABE8B40}"/>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D9B613A5-3047-66CB-72EF-ECEB313827F5}"/>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05586892-83FD-C79C-8733-C53806120016}"/>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E6B1EE75-E702-CE82-F90D-CAEE0A7837BB}"/>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875BCC64-AB71-8FD1-4514-76A8EDC51910}"/>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A2F77081-9C50-587F-C20E-5437EB39157C}"/>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0E46C897-F4D5-9472-EFB1-294C93E83AE2}"/>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EB9C32F6-D05F-5A79-9020-283DBE01E02C}"/>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4A7B1F0D-B5A0-643F-8B63-2386A12060F6}"/>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0F732E53-3F5D-5F0D-14F0-EDC297709E71}"/>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A8E9D4B5-32A8-1AB4-E39C-B5F5BF6AB839}"/>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350D8A81-ED45-BC5B-38CB-FF0B9015C61C}"/>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3E2E3262-361E-FE2B-EF66-6144AC116CB4}"/>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8DF9C4A2-5B2C-DC82-8991-E073C296DA61}"/>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8109241C-FB35-ABC9-C199-830EAC8ED17C}"/>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67AA026F-A168-6DD2-711C-C7468214D4B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A3513AE-1C47-119F-472F-4D88BA592F3D}"/>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FD3AF01E-35C8-E4CA-D76C-4516D18D5B4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D3F35A7-A20D-B907-443F-6972E9D8FDA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71E3AE7-0516-74AD-1B4B-73BB29D7D50E}"/>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F212A03-EB71-5DDA-EA31-7C6B80F5B49B}"/>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3BF6E038-074F-0F75-5D45-30E924569764}"/>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2D4EDB89-9E32-156A-DFFE-1C6FE80A95AB}"/>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75B95C92-CBDB-E73D-FCEA-8C22902885EE}"/>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18660C62-2E6E-FA44-A254-0B80362DB5A2}"/>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3093B3CA-CA62-D58E-538C-5C4E45AEFB0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FEC2B149-FC76-297B-EB6C-CDA83BC6E6C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7EFB6F2B-9AA9-1A94-6263-E7B67376DF26}"/>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28611E3A-A9C2-FB1A-3DAA-17A8F0DBB8F6}"/>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F78C7097-1EE8-2D86-AF13-6B8A9CCD6014}"/>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797B9046-454C-FCE2-E645-486956432818}"/>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DA7D3BA2-FDB2-5A17-CAAC-27F482708310}"/>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5961DD34-EB29-1B99-3289-7AF2732CEC83}"/>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E0DE20D0-6709-0E2D-6F55-41BC34D94352}"/>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35B6537F-133B-A109-BC94-B013AF8246FE}"/>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1363EDB7-DC53-3815-70F5-6DDBC1D9C4C8}"/>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439DB47A-2631-0FCA-F82E-7E426DA45F52}"/>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241C4665-8B1F-8283-0F06-4087520F541F}"/>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4AF74047-8A39-003D-47D3-32FE574CD037}"/>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B6BB33CD-BF15-A92F-C72F-4E60C3A9D24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7FC90042-B7A8-35E7-D7D6-A00A81783B23}"/>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2DF2D5B8-A069-84E1-0762-FB307B11FCC2}"/>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2CDBB322-63AB-9E2D-F6EA-DCB5FC1448D4}"/>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0267A49C-779D-3D41-9C99-AFC86913E0F7}"/>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C486609D-2DFB-F7C3-63F2-2E4E9CB697A5}"/>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44C08E11-BBD1-9F3D-ACD1-3A0658A899F6}"/>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A0C6B85C-44DD-46CB-A981-13E35A3BD36D}"/>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3B03115A-56ED-A3CF-9459-4C5E414815C4}"/>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4B646FF8-1137-3BCE-D5AF-0E6FC07E77F3}"/>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0961A6E-2F9C-3658-C00D-40072000A9D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DB287D6-999A-6E25-ECEB-882A3A674AB9}"/>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622BD4E9-4F87-E46C-0F9B-810717368C07}"/>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3D35D8F-F128-8CEE-9CFF-E029D1FA298D}"/>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00822E9-BF2C-E487-AD28-973F0316E985}"/>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FB57B4E5-4099-4D65-C3B9-299E96534887}"/>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4FFF9153-CBC5-3FE4-0215-EED6689B0BBA}"/>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292D941E-6AB4-BED5-36D6-076A83CEE3F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AFE9B021-F0C4-3241-0397-B0A6B706066B}"/>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8C8839A2-CAD2-871B-3062-4B0BACDFB325}"/>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D40B690-CB05-047A-E347-2CE408DD8B00}"/>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CF8AC50B-13E3-E2B3-4328-D3AA534F00C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B7D012A2-882E-4C49-D097-C92F3A2FED29}"/>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1A52082E-620F-9D83-9A78-FA881AF00A81}"/>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86FA95C-6405-4A24-6A5E-EBD932BE0AF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30191C10-1050-3048-C50B-4106FE3F8EE8}"/>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0C58A79F-0E09-5C1F-4352-58C8584A6CA9}"/>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2A203A92-0A35-1F81-AE05-9BFE239333AD}"/>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407EAACC-495B-C153-7042-7261285426AA}"/>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977E7622-62C8-6D90-DCA0-650BBC89B21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EBBFC214-AEA7-6D89-D4E7-460377EAD5D2}"/>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B92C7AB9-488B-F2D0-C218-AFB773320A75}"/>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813A29E9-83E5-EAD8-48CE-8ADEE6C5C958}"/>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3B7C56E4-DF5C-9FF0-6F5B-AF9CAD68B204}"/>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4A8FACE3-A0DB-A23C-8351-11B3906BBA21}"/>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DB4BB8BB-0557-FE9A-5609-74DA831914CE}"/>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Tree>
    <p:extLst>
      <p:ext uri="{BB962C8B-B14F-4D97-AF65-F5344CB8AC3E}">
        <p14:creationId xmlns:p14="http://schemas.microsoft.com/office/powerpoint/2010/main" val="6564421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D7C63-C6F3-B701-EC5C-69E3D7A2FB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65B548-4FE4-A05C-47B6-7FDB0E79F745}"/>
              </a:ext>
            </a:extLst>
          </p:cNvPr>
          <p:cNvSpPr>
            <a:spLocks noGrp="1"/>
          </p:cNvSpPr>
          <p:nvPr>
            <p:ph sz="half" idx="1"/>
          </p:nvPr>
        </p:nvSpPr>
        <p:spPr/>
        <p:txBody>
          <a:bodyPr>
            <a:normAutofit/>
          </a:bodyPr>
          <a:lstStyle/>
          <a:p>
            <a:r>
              <a:rPr lang="en-US" dirty="0"/>
              <a:t>Complete Column 5.</a:t>
            </a:r>
          </a:p>
        </p:txBody>
      </p:sp>
      <p:pic>
        <p:nvPicPr>
          <p:cNvPr id="4" name="Picture 3" descr="A grid of sudoku puzzle&#10;&#10;Description automatically generated">
            <a:extLst>
              <a:ext uri="{FF2B5EF4-FFF2-40B4-BE49-F238E27FC236}">
                <a16:creationId xmlns:a16="http://schemas.microsoft.com/office/drawing/2014/main" id="{39B1DC1E-74BE-F25D-BF3C-6762D75373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E29400B-B9BA-D255-2582-F3573F81B28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7EB960B-5BB0-0580-12D3-89A7793E4E4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2D7A00C-154E-AA03-8B4A-CBFF2EAF2C95}"/>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403A037-0CF7-FBDE-FF7A-FBDB53849CD1}"/>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D6E757F9-2BE8-51CB-C491-7EA898ED7E36}"/>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22295EF2-3C20-5C91-C395-16C74478EEC4}"/>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78722FFC-241F-97CF-A481-F902F3C52FEA}"/>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91776379-4602-B0A2-18A3-2393F3C615C1}"/>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D048A4B5-B563-00EB-AD0C-22CF43EB583C}"/>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4A182247-21DB-DC54-5846-04422DBB91D6}"/>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28FBF1B7-1B9D-3FC9-14A3-7EA15AC6DB96}"/>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6DC6A7DE-82C5-763C-8BD6-AD0CF5D2E011}"/>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1EEF2752-0929-A62B-2F83-AC16EA56F4AF}"/>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C77E1886-4B2F-AD23-339B-EF0A885EB417}"/>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9C6EC6A8-EEFD-BABE-0940-6B0F45AC9314}"/>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8E02D7D0-0531-4A95-CFDE-D7C61481DCC3}"/>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BF628363-5B2F-F333-64AC-F052017F12CF}"/>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EE63E7E4-49BD-601C-D0A5-0A265BCCD751}"/>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86B16793-9602-6621-4DC6-5A64907BCF66}"/>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730123C0-E1A1-6A9C-063B-C87F89E47606}"/>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D70AC6C0-E99A-D96A-4E94-C4BA92D2E4C4}"/>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7C9148AE-69CA-5D65-15AB-FFCE07F3E635}"/>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52F7871-1ADB-1F3A-DE7F-65CFDD4CF6EF}"/>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B870BFC-1BCF-31C8-8861-34B3D189564E}"/>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390D408-F518-92B5-3F52-948E58DFCEB8}"/>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BA76FB26-4103-3227-4EBE-1C19B795E0D3}"/>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40272F9E-E403-8618-974F-5F9ABC9589C9}"/>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8703A0B0-7DC6-D8AD-C341-523431530021}"/>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9D56E1F5-6A37-3D1F-958A-9263965A6C6D}"/>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E50CCD6F-C0F7-3283-8367-FE67C7E43C1C}"/>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D0DFDDB-EFB4-F507-4021-6D7EDE857BB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6BF6BD9C-D8C6-7710-FE75-2AAECE87B221}"/>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7B5F0931-8EDE-D870-E643-36BD7187DF41}"/>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7BEF099E-CD7B-FBC5-4BBE-4DA2214FA7C7}"/>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8854BAB5-D5EE-78B7-F1CB-16DBCF124B72}"/>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FEF66CC7-CA11-E00D-4B5C-44EC649486C9}"/>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0423F854-1BFC-97E9-7C10-41048CA6B69D}"/>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FEBCB011-21A2-5FB7-B702-4C2236FEE0F2}"/>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08F43FAD-1E5F-23C8-2189-B8A111A41906}"/>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9F93AD47-EC9D-63B8-B017-B59100CF4E3A}"/>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4F22A45F-E115-2700-D682-AFFFCC126CB0}"/>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8A32B99D-C20D-0505-ADA5-FFD8F38D2A33}"/>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FD533361-5CFB-AC80-D4FD-1942E2F35DE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DAB68F62-7334-F441-0955-959C14A30922}"/>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763B088E-C915-5193-18FC-A6DF5AC3C387}"/>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1E79CDFD-DA81-5706-99A8-5EB78103747F}"/>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F4DA3343-949A-D3CA-C1F1-F70CD05D932E}"/>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36E4FCCA-67B0-65CE-20F2-BEDF390DB5C1}"/>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4D4D7A46-4DA5-697D-F434-4B58012BB2D5}"/>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E46FDBCC-B246-6D6E-ED70-D7026692DCF1}"/>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7EB9EFDF-AC33-0EDF-CF9A-5B188C4115E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94F7E4F0-0871-80FF-49C7-36A1A9F39584}"/>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26BB01C7-D65D-C6B1-9374-5C347484829B}"/>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0958288-CDB0-87EE-9CC0-696EBF827236}"/>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325F98D-3649-C756-8187-82CBAB780865}"/>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E594636-680B-49FB-2091-7E436140509D}"/>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BED15B2D-0E78-E588-5630-37CF806C8437}"/>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CE0CA48-6F9A-2909-9B27-F63813031E01}"/>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D742A426-B910-D083-CB7E-D0540F098282}"/>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9E9B46E-4AD6-AF24-30AC-6CF4F172B223}"/>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BBB995A4-FEED-028A-7A42-860C0DBC1557}"/>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6EC42229-3E50-F270-1D00-C3F89772AB8F}"/>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F6438BC7-4FA0-7AA4-6827-CDAF9BC0245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48D47BB4-72E1-7679-1385-65573FD6B6C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4DE950FA-42EF-324B-1DF6-4E99A2AA6C8C}"/>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B543CADC-F524-96F4-FA61-50FE2ED1405A}"/>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7B254F3A-286C-A08E-E32F-FC9D486CB71D}"/>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22A7B8E-9AD1-D55D-D41B-4325AE5A4879}"/>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69F9AC89-19A4-105B-206A-93419F724DB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6F48F852-E2C4-3A81-FD61-F094967588A2}"/>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7F43D4BB-0F9E-C810-EC09-3475FA66624F}"/>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22E36A97-DF91-32D9-2899-5E69524AA07B}"/>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017D46EA-ACEC-AF8D-58CC-F5EA096E2ED5}"/>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D8F6E30-8705-3CBB-483A-E83BE638BF7E}"/>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3E6C016C-91B1-C390-EB61-C8B9D59E1311}"/>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F01C4F90-E538-6656-7068-527BA318E0C7}"/>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F210A6B5-11D9-D65A-15F3-2F17D745E9BF}"/>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80301E07-5465-5EDE-ADFC-466E12168586}"/>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826B4D2D-B58A-0910-95F0-5E826C1607C0}"/>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
        <p:nvSpPr>
          <p:cNvPr id="83" name="TextBox 82">
            <a:extLst>
              <a:ext uri="{FF2B5EF4-FFF2-40B4-BE49-F238E27FC236}">
                <a16:creationId xmlns:a16="http://schemas.microsoft.com/office/drawing/2014/main" id="{EA15CD62-78FB-7303-94F6-63CFD9222731}"/>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4F5B7CD4-236E-D662-D34D-05093B3AEE2E}"/>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a:t>
            </a:r>
          </a:p>
        </p:txBody>
      </p:sp>
    </p:spTree>
    <p:extLst>
      <p:ext uri="{BB962C8B-B14F-4D97-AF65-F5344CB8AC3E}">
        <p14:creationId xmlns:p14="http://schemas.microsoft.com/office/powerpoint/2010/main" val="8169891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0DFBC-0591-05B7-DFEF-64BC09874D3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0F17E6-A518-9182-DF15-E557D45E6A84}"/>
              </a:ext>
            </a:extLst>
          </p:cNvPr>
          <p:cNvSpPr>
            <a:spLocks noGrp="1"/>
          </p:cNvSpPr>
          <p:nvPr>
            <p:ph sz="half" idx="1"/>
          </p:nvPr>
        </p:nvSpPr>
        <p:spPr/>
        <p:txBody>
          <a:bodyPr>
            <a:normAutofit/>
          </a:bodyPr>
          <a:lstStyle/>
          <a:p>
            <a:r>
              <a:rPr lang="en-US" dirty="0"/>
              <a:t>Complete Column 6.</a:t>
            </a:r>
          </a:p>
        </p:txBody>
      </p:sp>
      <p:pic>
        <p:nvPicPr>
          <p:cNvPr id="4" name="Picture 3" descr="A grid of sudoku puzzle&#10;&#10;Description automatically generated">
            <a:extLst>
              <a:ext uri="{FF2B5EF4-FFF2-40B4-BE49-F238E27FC236}">
                <a16:creationId xmlns:a16="http://schemas.microsoft.com/office/drawing/2014/main" id="{1EB43A36-CA82-22C3-7975-CBE44836BB7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D0DE142-CC36-39DA-5753-4E71D5D176C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283D9E1-BA08-B60A-6D20-61E025B0A64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3A772C0-57E1-B6F2-A230-F28D8F310A66}"/>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163E39BC-442B-3AD7-A1E7-913ACCAEC846}"/>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EE1ECB3F-83F9-39F1-CE8B-9AC3DAA0CF57}"/>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7C3367EC-2808-BCE1-B085-624E6C13EF9C}"/>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4E92D07B-B028-D421-88C8-F06433D82ADC}"/>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9D84BB06-ABC8-C6E1-9ED8-636B7719763A}"/>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0E3DE805-7C66-7019-4DF9-6638E8157BD6}"/>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FB14BD35-9F35-24B5-277B-DB4D85ABE08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F6E5C8EA-5C8E-7735-2717-A7CE96D56962}"/>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E2DAA27F-89B7-0C3D-57B7-31DDC29BFFD0}"/>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83E47B1F-FA98-049C-96D8-DB4E4B8A6B47}"/>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68DCDB85-9081-DA5D-D6C3-E26165592646}"/>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25A859EA-3B3C-9968-3D0B-53C8079BDA86}"/>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6E49B08B-AC9E-CB59-8515-34B8656FA48E}"/>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8FB1E871-857C-6116-EBF4-0F6E1C9C9C05}"/>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AD4C37D2-A9BA-E60D-2C69-14F771EAC018}"/>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3A3B1AA6-D7A5-7377-0646-964A6B6FF362}"/>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359D3559-C16A-BC1F-266A-39DDA74677DB}"/>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BF9817BC-4813-9FA4-4F7D-ED540071E352}"/>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FE20A347-BBCD-30AB-6388-6BA669B7AF6D}"/>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1C77CA4-2104-21CF-14BF-DB1031EB425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163A14F-8393-5992-6BAB-3E357575DDBC}"/>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4AAC5EA0-8121-C90E-6255-657E0EBBB8AB}"/>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891BF8E4-176D-7B58-E591-C4D12992DD8F}"/>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51C9D574-DF39-8AAC-4720-4301946B76F7}"/>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A6E71F28-B09D-61E8-7C28-6FB80F7B06DA}"/>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8784C88A-D2BC-6C84-E0B1-70CFAD12B0A6}"/>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1CDF224C-FF42-B228-1221-CD95B7772724}"/>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C30E6C7-6419-39E2-8C09-30BA49A05328}"/>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52E84902-909F-B85A-1F61-DACD620C28AD}"/>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FE1DA0AE-1F87-18FC-5265-729FD4279247}"/>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B340A30C-4569-4FF8-34A1-1D1ED95DD1E6}"/>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F3553863-8768-C09B-2F00-B4493DA16041}"/>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7B9D64A1-E81C-0AC9-5613-9A9F01322EBE}"/>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8DE3E05F-A330-6EB9-3DAC-252DF9C1AED0}"/>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7FAF7537-C959-436B-B8A2-B2D6E5ECD36C}"/>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2FD4C0F-1F2E-CA60-5592-39C735590DA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F32F6A61-DA25-B5F2-C86A-ECA22CA2BEC3}"/>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9FC9F34C-6AFC-26AB-2FD4-09C1159E5857}"/>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0A52791-C293-06D1-9F2C-B584976EF78C}"/>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BB4F3E0A-9766-B9CC-23EE-E6A829078B85}"/>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2DEEECD3-612A-453F-A8F0-C50084B974BE}"/>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9EFC9E9D-F753-AC1A-F6AD-6BCEBC76F086}"/>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E5130833-97A4-E0F2-C093-7F86EE893B82}"/>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8095A25E-1811-7226-464A-9BD772AD00C9}"/>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2AE605D3-8BC4-1AB8-C9FA-3EE72577CB05}"/>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6B0EA8E4-0ABB-252D-1BE4-B0A792908955}"/>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410AD605-C243-2675-56AE-AFF7ADF9554C}"/>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4F479B8E-89B5-D53D-6353-6D17810731C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156DBD38-3DC7-A058-AD3B-EB18EDF64E78}"/>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6CC7FA3-3AB7-C36D-D3AF-ED4356CC2F55}"/>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F3B02B73-9EE3-4A02-3CB5-425ABE6CCB6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F24398F-C57B-76F1-3705-E494C3EE5D89}"/>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3CE10433-C674-46B4-7192-2690AE15E646}"/>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F3E3137E-3814-AB54-15DD-7F8C0306F612}"/>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7EBF12B-A532-7FD0-75E8-DF9E65C352EF}"/>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0303095-9949-519E-ACF9-5E1EE17A854B}"/>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60A6896C-4B17-2A7A-7B73-224F52FB37F1}"/>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F5322B51-A7F3-BFB4-074C-DD2CD13F0DA9}"/>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9FA2A7F-414E-4312-D680-149FB31A7FC8}"/>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36AD662B-AF5B-80FE-F032-0E1D8F5D815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EC13EE3-CD56-C18B-8C69-47C12DC3AB20}"/>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75F7DF6C-239B-066B-C590-067672E1640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54E7E380-1D3F-3CA3-8CEB-0AA64DCFB075}"/>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84D8F870-7904-F5F0-9C8E-8121312FF10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868A335-A16D-4329-3F5C-1E40622D2C3B}"/>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B3C976D5-84A4-51A3-EA8A-70F5B5E716B1}"/>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C5B77531-CE68-884D-C459-E1886EBAD021}"/>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73DE246F-05A3-4A3A-4590-6034D9D48B68}"/>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624F290B-B127-015C-CCEF-62F516526BA5}"/>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C5831283-E73F-1069-082B-553ADCDE6B0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65E6112-38E4-CDAB-73F4-83A4D85EA9AA}"/>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7F92B920-0C53-ED6A-1DA0-F9939C9A1EB6}"/>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523D42BF-D018-8D71-E6D5-7CDAF5BA6A97}"/>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CE55B579-142B-BB95-BEF5-7BCEE458EDCE}"/>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16AF21DF-B43B-0510-0891-004F591AE94B}"/>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3299AC1F-076A-AF09-F275-435B8E8364CB}"/>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
        <p:nvSpPr>
          <p:cNvPr id="83" name="TextBox 82">
            <a:extLst>
              <a:ext uri="{FF2B5EF4-FFF2-40B4-BE49-F238E27FC236}">
                <a16:creationId xmlns:a16="http://schemas.microsoft.com/office/drawing/2014/main" id="{B9D627B6-A9A5-43A7-4961-CCFC5774A4C2}"/>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FB9DDCB0-1EF6-964B-63D7-A25A355E2768}"/>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a:t>
            </a:r>
          </a:p>
        </p:txBody>
      </p:sp>
      <p:sp>
        <p:nvSpPr>
          <p:cNvPr id="85" name="TextBox 84">
            <a:extLst>
              <a:ext uri="{FF2B5EF4-FFF2-40B4-BE49-F238E27FC236}">
                <a16:creationId xmlns:a16="http://schemas.microsoft.com/office/drawing/2014/main" id="{2460C96E-0E22-C7BC-B27D-8E36CF95E9A1}"/>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CA8CA197-208D-E8C2-CDFA-295EED40D97C}"/>
              </a:ext>
            </a:extLst>
          </p:cNvPr>
          <p:cNvSpPr txBox="1"/>
          <p:nvPr/>
        </p:nvSpPr>
        <p:spPr>
          <a:xfrm>
            <a:off x="5650090" y="4408541"/>
            <a:ext cx="570089" cy="230832"/>
          </a:xfrm>
          <a:prstGeom prst="rect">
            <a:avLst/>
          </a:prstGeom>
          <a:noFill/>
        </p:spPr>
        <p:txBody>
          <a:bodyPr wrap="square" rtlCol="0">
            <a:spAutoFit/>
          </a:bodyPr>
          <a:lstStyle/>
          <a:p>
            <a:pPr algn="ctr"/>
            <a:r>
              <a:rPr lang="en-US" sz="900" dirty="0"/>
              <a:t>134789</a:t>
            </a:r>
          </a:p>
        </p:txBody>
      </p:sp>
      <p:sp>
        <p:nvSpPr>
          <p:cNvPr id="87" name="TextBox 86">
            <a:extLst>
              <a:ext uri="{FF2B5EF4-FFF2-40B4-BE49-F238E27FC236}">
                <a16:creationId xmlns:a16="http://schemas.microsoft.com/office/drawing/2014/main" id="{AA7B7ECF-0A07-F041-B3EF-47509718CF4F}"/>
              </a:ext>
            </a:extLst>
          </p:cNvPr>
          <p:cNvSpPr txBox="1"/>
          <p:nvPr/>
        </p:nvSpPr>
        <p:spPr>
          <a:xfrm>
            <a:off x="5650090" y="4909484"/>
            <a:ext cx="570089" cy="230832"/>
          </a:xfrm>
          <a:prstGeom prst="rect">
            <a:avLst/>
          </a:prstGeom>
          <a:noFill/>
        </p:spPr>
        <p:txBody>
          <a:bodyPr wrap="square" rtlCol="0">
            <a:spAutoFit/>
          </a:bodyPr>
          <a:lstStyle/>
          <a:p>
            <a:pPr algn="ctr"/>
            <a:r>
              <a:rPr lang="en-US" sz="900" dirty="0"/>
              <a:t>134789</a:t>
            </a:r>
          </a:p>
        </p:txBody>
      </p:sp>
    </p:spTree>
    <p:extLst>
      <p:ext uri="{BB962C8B-B14F-4D97-AF65-F5344CB8AC3E}">
        <p14:creationId xmlns:p14="http://schemas.microsoft.com/office/powerpoint/2010/main" val="26200686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B79065-9FBE-955B-65B7-81F4B67009EA}"/>
              </a:ext>
            </a:extLst>
          </p:cNvPr>
          <p:cNvSpPr txBox="1"/>
          <p:nvPr/>
        </p:nvSpPr>
        <p:spPr>
          <a:xfrm>
            <a:off x="986589" y="697832"/>
            <a:ext cx="9978190" cy="5078313"/>
          </a:xfrm>
          <a:prstGeom prst="rect">
            <a:avLst/>
          </a:prstGeom>
          <a:noFill/>
        </p:spPr>
        <p:txBody>
          <a:bodyPr wrap="square" rtlCol="0">
            <a:spAutoFit/>
          </a:bodyPr>
          <a:lstStyle/>
          <a:p>
            <a:r>
              <a:rPr lang="en-US" dirty="0"/>
              <a:t>Analysis using </a:t>
            </a:r>
            <a:r>
              <a:rPr lang="en-US" dirty="0" err="1"/>
              <a:t>Phistomefel’s</a:t>
            </a:r>
            <a:r>
              <a:rPr lang="en-US" dirty="0"/>
              <a:t> Ring:</a:t>
            </a:r>
          </a:p>
          <a:p>
            <a:r>
              <a:rPr lang="en-US" dirty="0"/>
              <a:t>The ring contains 1124 5666 7889 9xxx, where xxx is three of 2345789, subject to constraints. The constraints are, e.g., it must include 5 or 7 (or both), because there is a 57 cell. It can’t contain both 8 and 9, since they only occur together in one cell. So, the actually mappable 7 Choose 3 (=35) possibilities are reduced. </a:t>
            </a:r>
            <a:r>
              <a:rPr lang="en-US" strike="sngStrike" dirty="0"/>
              <a:t>234</a:t>
            </a:r>
            <a:r>
              <a:rPr lang="en-US" dirty="0"/>
              <a:t>, 235, 237, </a:t>
            </a:r>
            <a:r>
              <a:rPr lang="en-US" strike="sngStrike" dirty="0"/>
              <a:t>238</a:t>
            </a:r>
            <a:r>
              <a:rPr lang="en-US" dirty="0"/>
              <a:t>, </a:t>
            </a:r>
            <a:r>
              <a:rPr lang="en-US" strike="sngStrike" dirty="0"/>
              <a:t>239</a:t>
            </a:r>
            <a:r>
              <a:rPr lang="en-US" dirty="0"/>
              <a:t>, 245, 247, </a:t>
            </a:r>
            <a:r>
              <a:rPr lang="en-US" strike="sngStrike" dirty="0"/>
              <a:t>248</a:t>
            </a:r>
            <a:r>
              <a:rPr lang="en-US" dirty="0"/>
              <a:t>, </a:t>
            </a:r>
            <a:r>
              <a:rPr lang="en-US" strike="sngStrike" dirty="0"/>
              <a:t>249</a:t>
            </a:r>
            <a:r>
              <a:rPr lang="en-US" dirty="0"/>
              <a:t>, 257, 258, 259, 278, 279, </a:t>
            </a:r>
            <a:r>
              <a:rPr lang="en-US" strike="sngStrike" dirty="0"/>
              <a:t>289</a:t>
            </a:r>
            <a:r>
              <a:rPr lang="en-US" dirty="0"/>
              <a:t>, 345, 347, </a:t>
            </a:r>
            <a:r>
              <a:rPr lang="en-US" strike="sngStrike" dirty="0"/>
              <a:t>348</a:t>
            </a:r>
            <a:r>
              <a:rPr lang="en-US" dirty="0"/>
              <a:t>, </a:t>
            </a:r>
            <a:r>
              <a:rPr lang="en-US" strike="sngStrike" dirty="0"/>
              <a:t>349</a:t>
            </a:r>
            <a:r>
              <a:rPr lang="en-US" dirty="0"/>
              <a:t>, 357, 358, 359, 378, 379, </a:t>
            </a:r>
            <a:r>
              <a:rPr lang="en-US" strike="sngStrike" dirty="0"/>
              <a:t>389</a:t>
            </a:r>
            <a:r>
              <a:rPr lang="en-US" dirty="0"/>
              <a:t>, 457, 458, 459, 478, 479, </a:t>
            </a:r>
            <a:r>
              <a:rPr lang="en-US" strike="sngStrike" dirty="0"/>
              <a:t>489</a:t>
            </a:r>
            <a:r>
              <a:rPr lang="en-US" dirty="0"/>
              <a:t>, 578, 579, </a:t>
            </a:r>
            <a:r>
              <a:rPr lang="en-US" strike="sngStrike" dirty="0"/>
              <a:t>589</a:t>
            </a:r>
            <a:r>
              <a:rPr lang="en-US" dirty="0"/>
              <a:t>, </a:t>
            </a:r>
            <a:r>
              <a:rPr lang="en-US" strike="sngStrike" dirty="0"/>
              <a:t>789</a:t>
            </a:r>
            <a:r>
              <a:rPr lang="en-US" dirty="0"/>
              <a:t>.</a:t>
            </a:r>
          </a:p>
          <a:p>
            <a:endParaRPr lang="en-US" dirty="0"/>
          </a:p>
          <a:p>
            <a:r>
              <a:rPr lang="en-US" dirty="0"/>
              <a:t>The corner squares contain 1145 6667 89xx </a:t>
            </a:r>
            <a:r>
              <a:rPr lang="en-US" dirty="0" err="1"/>
              <a:t>xxxx</a:t>
            </a:r>
            <a:r>
              <a:rPr lang="en-US" dirty="0"/>
              <a:t>, where </a:t>
            </a:r>
            <a:r>
              <a:rPr lang="en-US" dirty="0" err="1"/>
              <a:t>xxxxxx</a:t>
            </a:r>
            <a:r>
              <a:rPr lang="en-US" dirty="0"/>
              <a:t> consists of two of 458, two of 279, one of 38 (1 is already a given), and one of 29 (6 is already a given). So, at a minimum, the corners must contribute 289. Combining sets and allocating 289, we need to pick two of 3458 (one 8 spoken for) and one of 279 (one 2 and one 9 spoken for).</a:t>
            </a:r>
          </a:p>
          <a:p>
            <a:endParaRPr lang="en-US" dirty="0"/>
          </a:p>
          <a:p>
            <a:r>
              <a:rPr lang="en-US" dirty="0"/>
              <a:t>The ring cells that meet this criteria are: 235, </a:t>
            </a:r>
            <a:r>
              <a:rPr lang="en-US" strike="sngStrike" dirty="0"/>
              <a:t>237</a:t>
            </a:r>
            <a:r>
              <a:rPr lang="en-US" dirty="0"/>
              <a:t>, 245, </a:t>
            </a:r>
            <a:r>
              <a:rPr lang="en-US" strike="sngStrike" dirty="0"/>
              <a:t>247</a:t>
            </a:r>
            <a:r>
              <a:rPr lang="en-US" dirty="0"/>
              <a:t>, </a:t>
            </a:r>
            <a:r>
              <a:rPr lang="en-US" strike="sngStrike" dirty="0"/>
              <a:t>257</a:t>
            </a:r>
            <a:r>
              <a:rPr lang="en-US" dirty="0"/>
              <a:t>, 258, </a:t>
            </a:r>
            <a:r>
              <a:rPr lang="en-US" strike="sngStrike" dirty="0"/>
              <a:t>259</a:t>
            </a:r>
            <a:r>
              <a:rPr lang="en-US" dirty="0"/>
              <a:t>, </a:t>
            </a:r>
            <a:r>
              <a:rPr lang="en-US" strike="sngStrike" dirty="0"/>
              <a:t>278</a:t>
            </a:r>
            <a:r>
              <a:rPr lang="en-US" dirty="0"/>
              <a:t>, </a:t>
            </a:r>
            <a:r>
              <a:rPr lang="en-US" strike="sngStrike" dirty="0"/>
              <a:t>279</a:t>
            </a:r>
            <a:r>
              <a:rPr lang="en-US" dirty="0"/>
              <a:t>, </a:t>
            </a:r>
            <a:r>
              <a:rPr lang="en-US" strike="sngStrike" dirty="0"/>
              <a:t>345</a:t>
            </a:r>
            <a:r>
              <a:rPr lang="en-US" dirty="0"/>
              <a:t>, 347, 357, </a:t>
            </a:r>
            <a:r>
              <a:rPr lang="en-US" strike="sngStrike" dirty="0"/>
              <a:t>358</a:t>
            </a:r>
            <a:r>
              <a:rPr lang="en-US" dirty="0"/>
              <a:t>, 359, 378, </a:t>
            </a:r>
            <a:r>
              <a:rPr lang="en-US" strike="sngStrike" dirty="0"/>
              <a:t>379</a:t>
            </a:r>
            <a:r>
              <a:rPr lang="en-US" dirty="0"/>
              <a:t>, 457, </a:t>
            </a:r>
            <a:r>
              <a:rPr lang="en-US" strike="sngStrike" dirty="0"/>
              <a:t>458</a:t>
            </a:r>
            <a:r>
              <a:rPr lang="en-US" dirty="0"/>
              <a:t>, 459, 478, </a:t>
            </a:r>
            <a:r>
              <a:rPr lang="en-US" strike="sngStrike" dirty="0"/>
              <a:t>479</a:t>
            </a:r>
            <a:r>
              <a:rPr lang="en-US" dirty="0"/>
              <a:t>, 578, </a:t>
            </a:r>
            <a:r>
              <a:rPr lang="en-US" strike="sngStrike" dirty="0"/>
              <a:t>579</a:t>
            </a:r>
            <a:r>
              <a:rPr lang="en-US" dirty="0"/>
              <a:t>.</a:t>
            </a:r>
          </a:p>
          <a:p>
            <a:endParaRPr lang="en-US" dirty="0"/>
          </a:p>
          <a:p>
            <a:r>
              <a:rPr lang="en-US" dirty="0"/>
              <a:t>378 is disallowed because it would leave the 38 cell with no options. 578 conflicts with the 85 cell.</a:t>
            </a:r>
          </a:p>
          <a:p>
            <a:endParaRPr lang="en-US" dirty="0"/>
          </a:p>
          <a:p>
            <a:r>
              <a:rPr lang="en-US" dirty="0"/>
              <a:t>The result is: 235, 245, 258, 347, 357, 359, 457, 459, 478 (9 possibilities).</a:t>
            </a:r>
          </a:p>
        </p:txBody>
      </p:sp>
    </p:spTree>
    <p:extLst>
      <p:ext uri="{BB962C8B-B14F-4D97-AF65-F5344CB8AC3E}">
        <p14:creationId xmlns:p14="http://schemas.microsoft.com/office/powerpoint/2010/main" val="1436147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79EF5-0EA2-1529-679F-98F2D0A8115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5CC8EB-93A1-3DDC-32DE-0E332B41ECD9}"/>
              </a:ext>
            </a:extLst>
          </p:cNvPr>
          <p:cNvSpPr>
            <a:spLocks noGrp="1"/>
          </p:cNvSpPr>
          <p:nvPr>
            <p:ph sz="half" idx="1"/>
          </p:nvPr>
        </p:nvSpPr>
        <p:spPr/>
        <p:txBody>
          <a:bodyPr>
            <a:normAutofit/>
          </a:bodyPr>
          <a:lstStyle/>
          <a:p>
            <a:r>
              <a:rPr lang="en-US" dirty="0"/>
              <a:t>[12 in 3] could be 129, 138, 147, 156, 237, 246, or 345. Since it must contain a 4, 5, or 7, and not contain a 2 or a 6, the possibilities are 147 or 345. 8 and 9 are excluded.</a:t>
            </a:r>
          </a:p>
        </p:txBody>
      </p:sp>
      <p:pic>
        <p:nvPicPr>
          <p:cNvPr id="4" name="Picture 3" descr="A grid of sudoku puzzle&#10;&#10;Description automatically generated">
            <a:extLst>
              <a:ext uri="{FF2B5EF4-FFF2-40B4-BE49-F238E27FC236}">
                <a16:creationId xmlns:a16="http://schemas.microsoft.com/office/drawing/2014/main" id="{E7ADE696-C768-2EF4-5090-2BF908B5AE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8D4A944-F86B-2A94-CA9B-3D2A0319A16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AD27BE6-06D7-E3E1-1C52-A0C0D88DEA5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A8CAC3C-8335-3C44-A54B-26B3A9FE7CDF}"/>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84B3F3C5-E36B-45DE-B994-6EFBC7850822}"/>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313E6EB1-982F-DA7D-1C71-5ABAEA85C04A}"/>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0065F22F-8250-3DC8-4711-B3E4BCD09973}"/>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A92F73BA-427C-193C-58A9-0EA60E3E8102}"/>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A17179E5-C7A3-92C9-2697-CB2F7A63C54E}"/>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E4025966-1835-574C-CD71-3B16E7B135C5}"/>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54767788-A646-5E0F-F13F-4E9BB4ED2CA3}"/>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E79D300-4B07-B52E-B600-455621F0723D}"/>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55AB23B0-38A0-069A-4582-2D0B5C18BC26}"/>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6062C642-DF4E-895D-53C3-39BFAA2C4AA4}"/>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8EAEEBC3-8061-D1D6-CB40-A80019C93075}"/>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96707323-3F71-CEE5-D611-870E5210E82C}"/>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37580231-855C-A5A8-980E-D62DFA4076D8}"/>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5F0B825B-BA25-C9B2-A0E2-4803F1DCD59F}"/>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4F35E86F-4C40-5D68-E591-2F846F7201AC}"/>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EB4E6B8B-3469-DB2F-3C7F-75FA255ABEE0}"/>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0496C216-9AB5-8374-626E-2B6BCCF643E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A3B32A80-595B-E734-01FB-381F4F1F803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B45844AB-7F67-A8D4-1A65-864CA80906A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05DDB1D7-40A4-97DF-56B8-A9B35E408E08}"/>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D68AF72-243F-745E-BBDC-66F05C45381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65D4E0A4-2E13-6696-7157-F48829BB4CB1}"/>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D8BCF2D6-2A2F-0102-30F1-6B51D2837151}"/>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44E0681C-C78A-87CE-7196-0FE65141A207}"/>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E2BCD9B2-1916-5582-C387-B3FA84131715}"/>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B05D024F-7781-6AB9-A3AC-AF1E48075155}"/>
              </a:ext>
            </a:extLst>
          </p:cNvPr>
          <p:cNvSpPr txBox="1"/>
          <p:nvPr/>
        </p:nvSpPr>
        <p:spPr>
          <a:xfrm>
            <a:off x="6152446" y="4909484"/>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015342EF-637E-7814-A920-5B8B171D9D1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B8B440FA-80B3-1A5A-3035-C539891A5EFA}"/>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0EF65996-A708-E061-B397-E47B1BFA5317}"/>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C6DEBFBC-D75B-C335-6FC1-E9625B1700BE}"/>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6A849ECB-6584-2F0C-99B7-36A1ECE6DFB7}"/>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A2D8802D-7B2F-DFA2-78B7-909EC58A71B8}"/>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E6D6C9E6-BEEF-8EA9-D0A9-95C24BB03C21}"/>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E6E87058-B365-1C79-951D-88A6BCCC986A}"/>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9C922034-504B-C41B-9571-9C216CA39028}"/>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5D7CF7B3-F094-E51E-6552-1DB32EBAA27E}"/>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6F66EA01-026C-2A56-8454-16E25AE738E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DA09BA28-C467-F10A-C2E1-3417C610D058}"/>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A1002AE-C544-B994-3A56-D520599C503D}"/>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66E326A2-DDEA-B1C9-7494-2D07BFCEEBE0}"/>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7C91DEBD-EC8C-1042-0FF8-B2440A31641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5DF273A5-7131-C722-259D-F7DEF22F8D1E}"/>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F9A33474-91D7-DCB4-F06D-ACD753B146AA}"/>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ABE8DF68-AA8C-571B-8422-9F37F5D612C3}"/>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A07D6F36-D159-3F1C-BE67-6B76C7AF7E5B}"/>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D4455503-9615-C24D-B607-8FF24F940F26}"/>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9BC9E60C-CC94-8228-05D8-67D75FF1E7BF}"/>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4B600913-E9D7-A3D1-25B3-596492F622EA}"/>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5571646E-BBCA-AE15-3141-9B9F008BE786}"/>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DDCF4C5C-DF7B-D3E9-B44F-BADFA3FBA34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74988479-49E0-3B51-EFD9-43AD6F813B1C}"/>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D884AEB-E445-2075-2AF4-47F227186225}"/>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4B632B42-E27F-0CDB-AC48-4D20D6E1DE42}"/>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4A6510D1-766D-989D-2C7D-53958421489A}"/>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8F4DEAA-6B79-368E-1D93-32330D759377}"/>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9C3B2F7F-4D21-79AC-45E5-16822EB7DF3B}"/>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35561E5C-9B45-AA88-72AF-9C0D67C25A84}"/>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D610AE3-1979-30FF-5555-52E76B590472}"/>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004569E9-E46E-9338-918D-2C942D9679A1}"/>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95FF23B8-0F42-1001-1916-DC4ECCF17A4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5D53A267-2EB3-2F01-E4BE-D3A167CDB311}"/>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373723F4-35DB-8259-E6FA-5F9F7B3C9904}"/>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10548828-25A9-A197-8B92-CDB78132C89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FD5EEC7A-8858-FDAB-D9B5-1BA4250C8F38}"/>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023B7643-5865-9E25-D430-A8A42A9E99D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8E485F83-E8BD-8849-246D-237D4BEE1CC5}"/>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A08E27E0-6078-F0F0-8496-0A282F44097E}"/>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8F322D98-A948-E6DD-3100-F3CBF51D028F}"/>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8C2E2D4B-2636-3986-A182-0AEB298D79B2}"/>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902601FB-7F0A-0327-6590-0AD43EE6396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814821F2-DCC5-DF91-E1DF-66D539DFE00E}"/>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6D632FA7-97CC-2318-EDE2-44E83AE8CAAD}"/>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AC08241C-2AA1-16A8-BE6D-87999336CC87}"/>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B45A0E42-7A4A-4529-8D37-F7B67309FD4C}"/>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CC087E2B-B473-7ED3-7335-CDB80EB3239D}"/>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26072EC3-B2A8-5293-85A5-606C43486CD9}"/>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
        <p:nvSpPr>
          <p:cNvPr id="83" name="TextBox 82">
            <a:extLst>
              <a:ext uri="{FF2B5EF4-FFF2-40B4-BE49-F238E27FC236}">
                <a16:creationId xmlns:a16="http://schemas.microsoft.com/office/drawing/2014/main" id="{E1921B42-F3CD-3800-92E7-656F1B4433C3}"/>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5327EC6D-3B5D-A876-5A48-7159B1A2726A}"/>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a:t>
            </a:r>
          </a:p>
        </p:txBody>
      </p:sp>
      <p:sp>
        <p:nvSpPr>
          <p:cNvPr id="85" name="TextBox 84">
            <a:extLst>
              <a:ext uri="{FF2B5EF4-FFF2-40B4-BE49-F238E27FC236}">
                <a16:creationId xmlns:a16="http://schemas.microsoft.com/office/drawing/2014/main" id="{4EBCB316-ADA3-CB7B-CF2B-677BCB157A71}"/>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F0B89D6D-4E70-EA5E-2D76-C86AAB09A6F9}"/>
              </a:ext>
            </a:extLst>
          </p:cNvPr>
          <p:cNvSpPr txBox="1"/>
          <p:nvPr/>
        </p:nvSpPr>
        <p:spPr>
          <a:xfrm>
            <a:off x="5650090" y="4408541"/>
            <a:ext cx="570089" cy="230832"/>
          </a:xfrm>
          <a:prstGeom prst="rect">
            <a:avLst/>
          </a:prstGeom>
          <a:noFill/>
        </p:spPr>
        <p:txBody>
          <a:bodyPr wrap="square" rtlCol="0">
            <a:spAutoFit/>
          </a:bodyPr>
          <a:lstStyle/>
          <a:p>
            <a:pPr algn="ctr"/>
            <a:r>
              <a:rPr lang="en-US" sz="900" dirty="0"/>
              <a:t>1347</a:t>
            </a:r>
          </a:p>
        </p:txBody>
      </p:sp>
      <p:sp>
        <p:nvSpPr>
          <p:cNvPr id="87" name="TextBox 86">
            <a:extLst>
              <a:ext uri="{FF2B5EF4-FFF2-40B4-BE49-F238E27FC236}">
                <a16:creationId xmlns:a16="http://schemas.microsoft.com/office/drawing/2014/main" id="{25AD1164-AD45-E709-E4A5-CA11E674F35E}"/>
              </a:ext>
            </a:extLst>
          </p:cNvPr>
          <p:cNvSpPr txBox="1"/>
          <p:nvPr/>
        </p:nvSpPr>
        <p:spPr>
          <a:xfrm>
            <a:off x="5650090" y="4909484"/>
            <a:ext cx="570089" cy="230832"/>
          </a:xfrm>
          <a:prstGeom prst="rect">
            <a:avLst/>
          </a:prstGeom>
          <a:noFill/>
        </p:spPr>
        <p:txBody>
          <a:bodyPr wrap="square" rtlCol="0">
            <a:spAutoFit/>
          </a:bodyPr>
          <a:lstStyle/>
          <a:p>
            <a:pPr algn="ctr"/>
            <a:r>
              <a:rPr lang="en-US" sz="900" dirty="0"/>
              <a:t>1347</a:t>
            </a:r>
          </a:p>
        </p:txBody>
      </p:sp>
    </p:spTree>
    <p:extLst>
      <p:ext uri="{BB962C8B-B14F-4D97-AF65-F5344CB8AC3E}">
        <p14:creationId xmlns:p14="http://schemas.microsoft.com/office/powerpoint/2010/main" val="1181262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BDD40-7CE9-A3EB-9F9D-51A607E33E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6684C1-F4A8-7AC8-8052-6CE953D1D199}"/>
              </a:ext>
            </a:extLst>
          </p:cNvPr>
          <p:cNvSpPr>
            <a:spLocks noGrp="1"/>
          </p:cNvSpPr>
          <p:nvPr>
            <p:ph sz="half" idx="1"/>
          </p:nvPr>
        </p:nvSpPr>
        <p:spPr/>
        <p:txBody>
          <a:bodyPr>
            <a:normAutofit/>
          </a:bodyPr>
          <a:lstStyle/>
          <a:p>
            <a:r>
              <a:rPr lang="en-US" dirty="0"/>
              <a:t>Stuck.  Let’s bifurcate into the two possibilities for [12 in 3].  First, 345.  The 3 must be in the bottom center block, and the 5 can’t also be in the bottom center block because of the 35 cell.</a:t>
            </a:r>
          </a:p>
        </p:txBody>
      </p:sp>
      <p:pic>
        <p:nvPicPr>
          <p:cNvPr id="4" name="Picture 3" descr="A grid of sudoku puzzle&#10;&#10;Description automatically generated">
            <a:extLst>
              <a:ext uri="{FF2B5EF4-FFF2-40B4-BE49-F238E27FC236}">
                <a16:creationId xmlns:a16="http://schemas.microsoft.com/office/drawing/2014/main" id="{637AFD25-704D-0115-0622-2A3DE92B03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8ADEB61-1AF1-D1A3-3463-FCFC362A9BC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E76F8B8-85A6-32C5-50BA-8737F0C7B3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7A0E734-8C33-B62A-C7EB-130D59ACDAAB}"/>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FA67D5D3-EC5C-5126-00F4-26580CA98F2E}"/>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EBDA7CAE-AC14-FBF4-4470-F543062A09D4}"/>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B40BBFA2-5658-5843-9756-199E2EE89FF7}"/>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B62FC026-FC95-C1A5-EFA6-AB20F6522C0A}"/>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9B8AEA0B-B985-5FA2-2596-E15D5B039DD4}"/>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3CEC09C0-3DB0-F1C2-C2CE-76B47C68AE4D}"/>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CF93C262-3CB1-69C7-7480-033F344DB7F2}"/>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89519048-53EE-70FF-2C43-D1091448172E}"/>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5E2B5767-77B5-8F53-DDE9-998927095331}"/>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E0437567-6313-5151-E46F-5961DF274F8D}"/>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775DDD4E-4B7C-8B97-EB5E-A0B3C56F6E3C}"/>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2A131554-142C-24A5-19A2-51143EF4A6B0}"/>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94D784B7-1E4A-EEF4-C5E5-560B68B0029A}"/>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73E5A060-D50C-0376-3283-898569646DB0}"/>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CD13CBC3-7FEB-8BD3-FA5C-784EC1EA678F}"/>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84B44B3A-6AC1-7F86-D744-87779BC026A8}"/>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C06A58DE-5C3D-3B8E-8EC4-0D5CB1082AB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C925A424-01E2-FFD4-E766-AD18BB72E80B}"/>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060998F0-2C5F-3982-7AF8-9E64C9B3FA9A}"/>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9957FB5E-D48D-11A1-02BF-93BD82678C2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C6E0C3D-50C9-4593-3D8D-CC9EF8BDD634}"/>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D94817A4-7CFE-4CE5-83E6-EC8D9A860C38}"/>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EE0AB088-4DD8-099A-6DFD-11A989F28B2A}"/>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45BC3DD3-3979-B381-3299-3482FE6E219F}"/>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61D4461A-C3C1-6E61-BB11-BF90EA42BF41}"/>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6" name="TextBox 55">
            <a:extLst>
              <a:ext uri="{FF2B5EF4-FFF2-40B4-BE49-F238E27FC236}">
                <a16:creationId xmlns:a16="http://schemas.microsoft.com/office/drawing/2014/main" id="{C5507C16-E140-EC95-08E7-E506FBE292D1}"/>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0271480C-E56C-33BD-725D-E6655B1AB8D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F9DC2C78-064C-C367-7F11-FDB2F3A5CDFB}"/>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2380FDAB-9057-A226-FB59-9EB0B2EFC344}"/>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7A258F4A-3571-E6B2-007F-2C2AB4199A6E}"/>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79CF547-20B8-F6EA-76A8-0F55271BE83E}"/>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ED0FF44A-8466-A540-ED5A-BC37B34D173B}"/>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FD8778F6-1963-20B3-EACD-C4E717FC7D8F}"/>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483F2DFB-C121-D6E2-E089-81A786F66977}"/>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97109E0-8057-B2F3-2BA5-910062B855D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D7285183-368E-27EC-D74E-3BF1AC8218E6}"/>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5B7B49D7-8862-7B01-CBE7-545A28389928}"/>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8E2FC750-6E7F-F9E0-2145-54C5A7837B22}"/>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146D13BD-7C46-55C2-D065-68E71BF0368C}"/>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19CAB0F9-677B-73A0-6849-14C9879D3986}"/>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83728C33-0D4B-3124-49E0-C8DA46B1F312}"/>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2216CB78-C136-413B-5FE1-EDF3796CDFD8}"/>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C03A92E3-334D-2577-3AD2-B7B8C641D319}"/>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81B712A8-80F6-87A0-0C4D-48D4798D39A4}"/>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4DADB9B2-6B63-77A1-0967-6CE80F585EA8}"/>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E2CD851B-6132-96BC-410B-5DEEC7934DEE}"/>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D3194777-096A-A0A1-B834-6EC060B89E6E}"/>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A279635E-582B-8CE0-3B90-46A3422EEE54}"/>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BE7EA0B0-69E5-FCC2-ACBA-DF1D27A7086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B2683FD-7CD5-CA50-00DF-D9CB4DB38F1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0E794471-C7C0-3C71-3B7C-3812349F1DBF}"/>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74F3588-AC31-CEFB-EB3B-140D38A8844F}"/>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1FCD2ECB-59F9-5C60-D3AC-AA695637986E}"/>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990F878B-B2A3-A38F-0C07-EEED3C30CB82}"/>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9F7BED76-85F2-3502-E383-C7ACDADBB21E}"/>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2FD8C1D4-C525-BC41-BA73-9CDE8DB99CC7}"/>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0549062A-3378-0AA9-1A9F-68590F9BEAEB}"/>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1FA38D45-3C18-6BB8-5084-3A9581CC904E}"/>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C4048ABF-3E87-1252-AF84-B1D6EBED3B1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F07696C0-B030-0017-321B-98E6B950798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73D22ABB-5245-6623-B2D8-CAACF96A39D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F073D99B-5345-DDE4-3CAD-1E5A08CDCA03}"/>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86F92B4-18A7-DCFD-2FBB-547BB930BFE7}"/>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8CF441F-30FB-1C5F-141F-3011ED4AE38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7C459186-92EA-D5B0-572C-6ECC3D9C9CAE}"/>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6FE6D634-679D-F64D-B439-2A791D5D1CB1}"/>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1FC32AD4-654B-EC7E-ABDA-84E46C69C0BB}"/>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7832920D-6CE8-7F8E-F295-B8C626EBAF66}"/>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F0303BD6-3EEE-EF34-50DB-7C04167C5FE9}"/>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04A76076-054A-35CA-9A82-CED812D28E25}"/>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61EA4296-6E68-675E-68CA-AD7D636BFAA6}"/>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E178E6B0-B3ED-B9C2-35A0-9EE8506D8A3B}"/>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97EFDD1A-B4F5-5E50-0D5C-88A0B0A40E5A}"/>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687D3C4C-A096-0F28-8D3C-0C50BBA091B9}"/>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C50AADB1-C4C8-D0AE-A447-37D226A362E6}"/>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
        <p:nvSpPr>
          <p:cNvPr id="83" name="TextBox 82">
            <a:extLst>
              <a:ext uri="{FF2B5EF4-FFF2-40B4-BE49-F238E27FC236}">
                <a16:creationId xmlns:a16="http://schemas.microsoft.com/office/drawing/2014/main" id="{D7211527-41D0-706F-A132-CB1AD64D958B}"/>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C415E7AF-E3E7-EEF2-E33C-EC05EFEE545A}"/>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a:t>
            </a:r>
          </a:p>
        </p:txBody>
      </p:sp>
      <p:sp>
        <p:nvSpPr>
          <p:cNvPr id="85" name="TextBox 84">
            <a:extLst>
              <a:ext uri="{FF2B5EF4-FFF2-40B4-BE49-F238E27FC236}">
                <a16:creationId xmlns:a16="http://schemas.microsoft.com/office/drawing/2014/main" id="{B9030E08-BC95-FDBC-6CAF-14716A2430F1}"/>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DAAA79D3-E7CE-1CB9-C497-7B4E6573D27F}"/>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87" name="TextBox 86">
            <a:extLst>
              <a:ext uri="{FF2B5EF4-FFF2-40B4-BE49-F238E27FC236}">
                <a16:creationId xmlns:a16="http://schemas.microsoft.com/office/drawing/2014/main" id="{21C49086-DBAB-FE41-E8B8-AEAFAC30EC54}"/>
              </a:ext>
            </a:extLst>
          </p:cNvPr>
          <p:cNvSpPr txBox="1"/>
          <p:nvPr/>
        </p:nvSpPr>
        <p:spPr>
          <a:xfrm>
            <a:off x="5650090" y="4909484"/>
            <a:ext cx="570089" cy="230832"/>
          </a:xfrm>
          <a:prstGeom prst="rect">
            <a:avLst/>
          </a:prstGeom>
          <a:noFill/>
        </p:spPr>
        <p:txBody>
          <a:bodyPr wrap="square" rtlCol="0">
            <a:spAutoFit/>
          </a:bodyPr>
          <a:lstStyle/>
          <a:p>
            <a:pPr algn="ctr"/>
            <a:r>
              <a:rPr lang="en-US" sz="900" dirty="0"/>
              <a:t>43</a:t>
            </a:r>
          </a:p>
        </p:txBody>
      </p:sp>
      <p:sp>
        <p:nvSpPr>
          <p:cNvPr id="88" name="TextBox 87">
            <a:extLst>
              <a:ext uri="{FF2B5EF4-FFF2-40B4-BE49-F238E27FC236}">
                <a16:creationId xmlns:a16="http://schemas.microsoft.com/office/drawing/2014/main" id="{5E5A8484-9A1F-E15D-88F7-341D0DEF3B42}"/>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0383246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E5916-EBBE-4881-5847-9133C85997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F8515E-5C30-E0D4-DF55-E3BDD658C4E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94C13A4-2C18-9166-F499-35F9D9C41C7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27847CC-E5D8-C71A-4FB6-DE95E2FE6C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D68AFF0-B1F2-72FD-BAE2-785CBCDF1F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29397F-E2ED-8A50-FE70-797DBF06874D}"/>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5518651F-6924-5C92-FF9D-FF5EA39AC391}"/>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9EE8AC8F-B360-86A8-41BB-7D4B8C928543}"/>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8" name="TextBox 27">
            <a:extLst>
              <a:ext uri="{FF2B5EF4-FFF2-40B4-BE49-F238E27FC236}">
                <a16:creationId xmlns:a16="http://schemas.microsoft.com/office/drawing/2014/main" id="{DCFBA79B-3B66-AE3C-5CAE-D6EA386F80D6}"/>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125846F-7374-1388-6886-930391DD6534}"/>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3" name="TextBox 42">
            <a:extLst>
              <a:ext uri="{FF2B5EF4-FFF2-40B4-BE49-F238E27FC236}">
                <a16:creationId xmlns:a16="http://schemas.microsoft.com/office/drawing/2014/main" id="{FB55C137-E44A-FFA4-CAFF-0DE231F297CF}"/>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8FFDF72B-7B3B-47F4-7810-0A6356ACC642}"/>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D662D99A-6689-9709-676F-5C0FD42EBB52}"/>
              </a:ext>
            </a:extLst>
          </p:cNvPr>
          <p:cNvSpPr txBox="1"/>
          <p:nvPr/>
        </p:nvSpPr>
        <p:spPr>
          <a:xfrm>
            <a:off x="5650090" y="2905709"/>
            <a:ext cx="570089" cy="230832"/>
          </a:xfrm>
          <a:prstGeom prst="rect">
            <a:avLst/>
          </a:prstGeom>
          <a:noFill/>
        </p:spPr>
        <p:txBody>
          <a:bodyPr wrap="square" rtlCol="0">
            <a:spAutoFit/>
          </a:bodyPr>
          <a:lstStyle/>
          <a:p>
            <a:pPr algn="ctr"/>
            <a:r>
              <a:rPr lang="en-US" sz="900" dirty="0"/>
              <a:t>86</a:t>
            </a:r>
          </a:p>
        </p:txBody>
      </p:sp>
      <p:sp>
        <p:nvSpPr>
          <p:cNvPr id="46" name="TextBox 45">
            <a:extLst>
              <a:ext uri="{FF2B5EF4-FFF2-40B4-BE49-F238E27FC236}">
                <a16:creationId xmlns:a16="http://schemas.microsoft.com/office/drawing/2014/main" id="{5847C0FF-28DD-CF0D-E6F1-060F2B1E7B62}"/>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196627E1-53A1-CEA9-002B-57C56602A17E}"/>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B613CAF7-6660-E713-0E69-2CB315FDB514}"/>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93D267B7-1814-1C8A-245E-95057E6135D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9F65F96-8309-CDB8-F7D8-24042383F6E6}"/>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0429497E-6F42-4F80-B369-032D22DDE806}"/>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887BE96-B7C2-85E1-42AB-FB0134F99A7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93BE1DD6-3213-AB69-6D30-CAC8EA8F90E5}"/>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168C957F-E637-F917-8A00-9412788E5213}"/>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52F73A1E-E3A4-D402-FB07-B3379A4AC8C6}"/>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E44C4AB0-DD62-2005-136C-18B34972137C}"/>
              </a:ext>
            </a:extLst>
          </p:cNvPr>
          <p:cNvSpPr txBox="1"/>
          <p:nvPr/>
        </p:nvSpPr>
        <p:spPr>
          <a:xfrm>
            <a:off x="5650090" y="3406653"/>
            <a:ext cx="570089" cy="230832"/>
          </a:xfrm>
          <a:prstGeom prst="rect">
            <a:avLst/>
          </a:prstGeom>
          <a:noFill/>
        </p:spPr>
        <p:txBody>
          <a:bodyPr wrap="square" rtlCol="0">
            <a:spAutoFit/>
          </a:bodyPr>
          <a:lstStyle/>
          <a:p>
            <a:pPr algn="ctr"/>
            <a:r>
              <a:rPr lang="en-US" sz="900" dirty="0"/>
              <a:t>68</a:t>
            </a:r>
          </a:p>
        </p:txBody>
      </p:sp>
      <p:sp>
        <p:nvSpPr>
          <p:cNvPr id="32" name="TextBox 31">
            <a:extLst>
              <a:ext uri="{FF2B5EF4-FFF2-40B4-BE49-F238E27FC236}">
                <a16:creationId xmlns:a16="http://schemas.microsoft.com/office/drawing/2014/main" id="{D4E31986-5CCB-351D-9E1E-859519F174F4}"/>
              </a:ext>
            </a:extLst>
          </p:cNvPr>
          <p:cNvSpPr txBox="1"/>
          <p:nvPr/>
        </p:nvSpPr>
        <p:spPr>
          <a:xfrm>
            <a:off x="6152446" y="4408541"/>
            <a:ext cx="570089" cy="230832"/>
          </a:xfrm>
          <a:prstGeom prst="rect">
            <a:avLst/>
          </a:prstGeom>
          <a:noFill/>
        </p:spPr>
        <p:txBody>
          <a:bodyPr wrap="square" rtlCol="0">
            <a:spAutoFit/>
          </a:bodyPr>
          <a:lstStyle/>
          <a:p>
            <a:pPr algn="ctr"/>
            <a:r>
              <a:rPr lang="en-US" sz="900" dirty="0"/>
              <a:t>47</a:t>
            </a:r>
          </a:p>
        </p:txBody>
      </p:sp>
      <p:sp>
        <p:nvSpPr>
          <p:cNvPr id="56" name="TextBox 55">
            <a:extLst>
              <a:ext uri="{FF2B5EF4-FFF2-40B4-BE49-F238E27FC236}">
                <a16:creationId xmlns:a16="http://schemas.microsoft.com/office/drawing/2014/main" id="{E79FA48E-5DE0-49F4-1CB6-374DAA6E6C0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8D098057-39C6-81FC-E483-54F49A94185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2212D951-14C8-556C-0948-07AA53C4C787}"/>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B3615A3D-7834-93BC-26A9-8098D95ACB5C}"/>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BBA8CD1C-24AF-3A4A-B245-3309A8C071D7}"/>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C2587C17-7B17-0162-FC8F-54819D335BB3}"/>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695EFE17-E426-70C0-FDCC-37433C458EA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A6A7EB9C-33FB-A2C3-4FFA-591E0B685988}"/>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2361C4EC-36E2-A822-D1E9-26A6DB5B0FA2}"/>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6BABD689-5485-D9B2-E1D0-095B5FBD1959}"/>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AAD57578-97DA-12E5-EE91-986BE88343E1}"/>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C84A9473-2F21-5AA4-7FD5-86D0E40F3CA6}"/>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E3AF86B4-0568-936F-FB7D-65471B9C5770}"/>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52012349-067A-7286-4F53-D11D01332115}"/>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1A6C3327-07F5-1B7C-3589-FAE9D1FBD21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60F50482-4E5C-50F2-88C5-E36A5122ECDD}"/>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998FD404-2C6D-4205-BA92-ACDF185F73B6}"/>
              </a:ext>
            </a:extLst>
          </p:cNvPr>
          <p:cNvSpPr txBox="1"/>
          <p:nvPr/>
        </p:nvSpPr>
        <p:spPr>
          <a:xfrm>
            <a:off x="3138310" y="4909484"/>
            <a:ext cx="570089" cy="230832"/>
          </a:xfrm>
          <a:prstGeom prst="rect">
            <a:avLst/>
          </a:prstGeom>
          <a:noFill/>
        </p:spPr>
        <p:txBody>
          <a:bodyPr wrap="square" rtlCol="0">
            <a:spAutoFit/>
          </a:bodyPr>
          <a:lstStyle/>
          <a:p>
            <a:pPr algn="ctr"/>
            <a:r>
              <a:rPr lang="en-US" sz="900" dirty="0"/>
              <a:t>48</a:t>
            </a:r>
          </a:p>
        </p:txBody>
      </p:sp>
      <p:sp>
        <p:nvSpPr>
          <p:cNvPr id="74" name="TextBox 73">
            <a:extLst>
              <a:ext uri="{FF2B5EF4-FFF2-40B4-BE49-F238E27FC236}">
                <a16:creationId xmlns:a16="http://schemas.microsoft.com/office/drawing/2014/main" id="{5AD43E02-AA5C-CA4A-F7AA-71EE0BFE9D38}"/>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5F328688-DB44-18C2-C0FE-0E5730309FA4}"/>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EA3C3E41-0900-4ADB-F7B7-63BEF82FAF1C}"/>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D91654E4-35FC-8BE8-8C8A-0B5157CDD921}"/>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2338C296-9F85-80A3-6D33-9948CE805D4A}"/>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23FE64BF-4B69-115A-C82E-7572CA5D10EB}"/>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829C2699-B016-5EAB-94FB-2CBA0147341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4D85A1DA-4220-91D4-1751-088A3A71EC0A}"/>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DF27A6A-4B5A-008F-E16D-E1047E7A66A2}"/>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A1596039-04F7-0C23-4156-03A0B0ACF270}"/>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7834E02E-48AB-EC85-F9C3-222837270FFC}"/>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056A138-7D31-0866-6FFE-83A91D102D03}"/>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22994DA5-BFBB-CDC2-FAF8-1D14D26C4A12}"/>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5CA55B9-041A-28C0-08CE-00D304E87EBA}"/>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9EC65292-73A6-D8D3-86C1-238897EB7FAA}"/>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0D1D2968-94D7-D857-A424-E738D3CBFEFA}"/>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479070C6-6755-BEF1-DD92-E86309F42FC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BDB3D908-AB13-CAC4-FB78-39FC4BC5D601}"/>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CC2E4DD-9D87-FDC9-F109-4BA6DF72084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A2C60C55-F1DE-4F18-F3D9-43BA86BEB05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57777C21-E911-E19E-F6E0-E7B6EFCC25F1}"/>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BE3CCCD-3E95-5103-660A-9018BBB3028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63FD8907-FC15-AF65-BDB9-8E35C6D0DC9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856AF8B8-B64B-F7FB-3DE8-47CF7622683A}"/>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94542FEF-63C8-F793-2930-9BB9FD844ACB}"/>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60B2BCE5-92CD-4475-B695-B252E0484304}"/>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DE20799B-65ED-E43D-7865-FC815A66F138}"/>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DC12AB1-A7CC-94D1-7038-3BD0C0E3D68E}"/>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FF63DA7D-CDCB-E149-4E02-EE48A585D86E}"/>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26E74773-E9AC-F2D6-9761-CE54D9801C60}"/>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D5D6069A-7565-9656-F9A9-9EF83919F5D5}"/>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25D1C2D1-A4CA-2135-C4CF-C9784042FB7E}"/>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CD0007B2-2CBC-449C-D035-223DEF7CFB10}"/>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
        <p:nvSpPr>
          <p:cNvPr id="83" name="TextBox 82">
            <a:extLst>
              <a:ext uri="{FF2B5EF4-FFF2-40B4-BE49-F238E27FC236}">
                <a16:creationId xmlns:a16="http://schemas.microsoft.com/office/drawing/2014/main" id="{01884DFE-352D-2ABF-4C97-EF2B8E05C2DB}"/>
              </a:ext>
            </a:extLst>
          </p:cNvPr>
          <p:cNvSpPr txBox="1"/>
          <p:nvPr/>
        </p:nvSpPr>
        <p:spPr>
          <a:xfrm>
            <a:off x="5147734" y="3907597"/>
            <a:ext cx="570089" cy="230832"/>
          </a:xfrm>
          <a:prstGeom prst="rect">
            <a:avLst/>
          </a:prstGeom>
          <a:noFill/>
        </p:spPr>
        <p:txBody>
          <a:bodyPr wrap="square" rtlCol="0">
            <a:spAutoFit/>
          </a:bodyPr>
          <a:lstStyle/>
          <a:p>
            <a:pPr algn="ctr"/>
            <a:r>
              <a:rPr lang="en-US" sz="900" dirty="0"/>
              <a:t>25</a:t>
            </a:r>
          </a:p>
        </p:txBody>
      </p:sp>
      <p:sp>
        <p:nvSpPr>
          <p:cNvPr id="84" name="TextBox 83">
            <a:extLst>
              <a:ext uri="{FF2B5EF4-FFF2-40B4-BE49-F238E27FC236}">
                <a16:creationId xmlns:a16="http://schemas.microsoft.com/office/drawing/2014/main" id="{23F6060C-7D10-68E1-8890-F3BBF4D324BE}"/>
              </a:ext>
            </a:extLst>
          </p:cNvPr>
          <p:cNvSpPr txBox="1"/>
          <p:nvPr/>
        </p:nvSpPr>
        <p:spPr>
          <a:xfrm>
            <a:off x="5147734" y="4909484"/>
            <a:ext cx="570089" cy="230832"/>
          </a:xfrm>
          <a:prstGeom prst="rect">
            <a:avLst/>
          </a:prstGeom>
          <a:noFill/>
        </p:spPr>
        <p:txBody>
          <a:bodyPr wrap="square" rtlCol="0">
            <a:spAutoFit/>
          </a:bodyPr>
          <a:lstStyle/>
          <a:p>
            <a:pPr algn="ctr"/>
            <a:r>
              <a:rPr lang="en-US" sz="900" dirty="0"/>
              <a:t>12</a:t>
            </a:r>
          </a:p>
        </p:txBody>
      </p:sp>
      <p:sp>
        <p:nvSpPr>
          <p:cNvPr id="85" name="TextBox 84">
            <a:extLst>
              <a:ext uri="{FF2B5EF4-FFF2-40B4-BE49-F238E27FC236}">
                <a16:creationId xmlns:a16="http://schemas.microsoft.com/office/drawing/2014/main" id="{35176535-DB66-4E1D-9B83-40793857F618}"/>
              </a:ext>
            </a:extLst>
          </p:cNvPr>
          <p:cNvSpPr txBox="1"/>
          <p:nvPr/>
        </p:nvSpPr>
        <p:spPr>
          <a:xfrm>
            <a:off x="5650090" y="3907597"/>
            <a:ext cx="570089" cy="230832"/>
          </a:xfrm>
          <a:prstGeom prst="rect">
            <a:avLst/>
          </a:prstGeom>
          <a:noFill/>
        </p:spPr>
        <p:txBody>
          <a:bodyPr wrap="square" rtlCol="0">
            <a:spAutoFit/>
          </a:bodyPr>
          <a:lstStyle/>
          <a:p>
            <a:pPr algn="ctr"/>
            <a:r>
              <a:rPr lang="en-US" sz="900" dirty="0"/>
              <a:t>789</a:t>
            </a:r>
          </a:p>
        </p:txBody>
      </p:sp>
      <p:sp>
        <p:nvSpPr>
          <p:cNvPr id="86" name="TextBox 85">
            <a:extLst>
              <a:ext uri="{FF2B5EF4-FFF2-40B4-BE49-F238E27FC236}">
                <a16:creationId xmlns:a16="http://schemas.microsoft.com/office/drawing/2014/main" id="{C6063779-7F79-77F5-E224-5B7D11864CB4}"/>
              </a:ext>
            </a:extLst>
          </p:cNvPr>
          <p:cNvSpPr txBox="1"/>
          <p:nvPr/>
        </p:nvSpPr>
        <p:spPr>
          <a:xfrm>
            <a:off x="5650090" y="4408541"/>
            <a:ext cx="570089" cy="230832"/>
          </a:xfrm>
          <a:prstGeom prst="rect">
            <a:avLst/>
          </a:prstGeom>
          <a:noFill/>
        </p:spPr>
        <p:txBody>
          <a:bodyPr wrap="square" rtlCol="0">
            <a:spAutoFit/>
          </a:bodyPr>
          <a:lstStyle/>
          <a:p>
            <a:pPr algn="ctr"/>
            <a:r>
              <a:rPr lang="en-US" sz="900" dirty="0"/>
              <a:t>34</a:t>
            </a:r>
          </a:p>
        </p:txBody>
      </p:sp>
      <p:sp>
        <p:nvSpPr>
          <p:cNvPr id="87" name="TextBox 86">
            <a:extLst>
              <a:ext uri="{FF2B5EF4-FFF2-40B4-BE49-F238E27FC236}">
                <a16:creationId xmlns:a16="http://schemas.microsoft.com/office/drawing/2014/main" id="{CA624283-B05B-B397-BE59-B6223800E80B}"/>
              </a:ext>
            </a:extLst>
          </p:cNvPr>
          <p:cNvSpPr txBox="1"/>
          <p:nvPr/>
        </p:nvSpPr>
        <p:spPr>
          <a:xfrm>
            <a:off x="5650090" y="4909484"/>
            <a:ext cx="570089" cy="230832"/>
          </a:xfrm>
          <a:prstGeom prst="rect">
            <a:avLst/>
          </a:prstGeom>
          <a:noFill/>
        </p:spPr>
        <p:txBody>
          <a:bodyPr wrap="square" rtlCol="0">
            <a:spAutoFit/>
          </a:bodyPr>
          <a:lstStyle/>
          <a:p>
            <a:pPr algn="ctr"/>
            <a:r>
              <a:rPr lang="en-US" sz="900" dirty="0"/>
              <a:t>43</a:t>
            </a:r>
          </a:p>
        </p:txBody>
      </p:sp>
      <p:sp>
        <p:nvSpPr>
          <p:cNvPr id="88" name="TextBox 87">
            <a:extLst>
              <a:ext uri="{FF2B5EF4-FFF2-40B4-BE49-F238E27FC236}">
                <a16:creationId xmlns:a16="http://schemas.microsoft.com/office/drawing/2014/main" id="{485E9FA6-9CE7-A151-063F-65021C2A739A}"/>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8508B44-0CB2-DD05-A774-831A9FEF21D7}"/>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9" name="TextBox 88">
            <a:extLst>
              <a:ext uri="{FF2B5EF4-FFF2-40B4-BE49-F238E27FC236}">
                <a16:creationId xmlns:a16="http://schemas.microsoft.com/office/drawing/2014/main" id="{AD8B3D04-D520-A7CD-6E8E-50C6DEE9552F}"/>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1B58BEA5-FA3D-5F75-30FC-21CC5C1CB53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23478D23-8BF4-584C-FF16-BAB0D605F486}"/>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3134D942-C13A-D342-0E68-8C3AB45029CC}"/>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F91529A7-A363-8AA8-BABF-81B0F409F834}"/>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03649106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D8B508-C363-896A-7F1C-0B7E9409F8C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917D34-B66A-7910-3B19-DD87AB61B1CD}"/>
              </a:ext>
            </a:extLst>
          </p:cNvPr>
          <p:cNvSpPr>
            <a:spLocks noGrp="1"/>
          </p:cNvSpPr>
          <p:nvPr>
            <p:ph sz="half" idx="1"/>
          </p:nvPr>
        </p:nvSpPr>
        <p:spPr/>
        <p:txBody>
          <a:bodyPr>
            <a:normAutofit/>
          </a:bodyPr>
          <a:lstStyle/>
          <a:p>
            <a:r>
              <a:rPr lang="en-US" dirty="0"/>
              <a:t>Reduce, and FAIL.</a:t>
            </a:r>
          </a:p>
        </p:txBody>
      </p:sp>
      <p:pic>
        <p:nvPicPr>
          <p:cNvPr id="4" name="Picture 3" descr="A grid of sudoku puzzle&#10;&#10;Description automatically generated">
            <a:extLst>
              <a:ext uri="{FF2B5EF4-FFF2-40B4-BE49-F238E27FC236}">
                <a16:creationId xmlns:a16="http://schemas.microsoft.com/office/drawing/2014/main" id="{05ACC437-A04E-F979-59E3-CAA680D2A7C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E604804-9312-BF4E-0EE3-F22A7D11DF4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5DEB5E4-C5A5-BCAD-041E-A553076743F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1B0E55D-5467-E0C7-94BB-63469691F979}"/>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80FD967F-A87A-F03C-8B42-ACACA23EEA80}"/>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15EE08D0-5334-45EB-1D7F-A741A2DC843B}"/>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8" name="TextBox 27">
            <a:extLst>
              <a:ext uri="{FF2B5EF4-FFF2-40B4-BE49-F238E27FC236}">
                <a16:creationId xmlns:a16="http://schemas.microsoft.com/office/drawing/2014/main" id="{B3AE945D-B5F4-3075-669F-2D9865CA87F3}"/>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53BF7BCC-A393-B9E4-6BD3-EA26C9D91EAB}"/>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3" name="TextBox 42">
            <a:extLst>
              <a:ext uri="{FF2B5EF4-FFF2-40B4-BE49-F238E27FC236}">
                <a16:creationId xmlns:a16="http://schemas.microsoft.com/office/drawing/2014/main" id="{FA891AA8-0F2E-18D8-0BE1-AB9A75F2894E}"/>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9B81D061-ADBF-DEDA-9D23-CA12A0913149}"/>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9" name="TextBox 48">
            <a:extLst>
              <a:ext uri="{FF2B5EF4-FFF2-40B4-BE49-F238E27FC236}">
                <a16:creationId xmlns:a16="http://schemas.microsoft.com/office/drawing/2014/main" id="{DD11D75A-ED80-6EF1-8E5B-02B7503E2ED5}"/>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4BE320AB-F977-EFAA-BCCF-7B5A0FC7CCC9}"/>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C7C3C768-9A41-E90A-630D-340E205FB8A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E30C3CDC-4773-51ED-9DD8-6EED256FFDF8}"/>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6B51EAAD-BA12-B0B7-BB1C-8BF6919FA25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E2F2A24-3883-8550-110E-18028BC292C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9086A342-71E2-0AFA-5D57-F995660BAB8D}"/>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E69E7A14-B2C1-9858-2FA7-E6E000D4D22B}"/>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1F9F70E8-F513-A743-C0CB-56535172559F}"/>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56" name="TextBox 55">
            <a:extLst>
              <a:ext uri="{FF2B5EF4-FFF2-40B4-BE49-F238E27FC236}">
                <a16:creationId xmlns:a16="http://schemas.microsoft.com/office/drawing/2014/main" id="{94570F6D-B17C-D30C-8ABD-CBBEEFDF6ADD}"/>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FF8D1AB-2615-490B-87A0-B0B8C860864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ACE6EE9B-6D87-E107-EBF9-01B1F579A99D}"/>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A741F6FC-DDB5-C72A-1067-15842398B875}"/>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119B8333-2A56-CE6D-E34E-747B9903C6A4}"/>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0E42D86F-E850-2130-1A03-1D1C940817CC}"/>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1" name="TextBox 60">
            <a:extLst>
              <a:ext uri="{FF2B5EF4-FFF2-40B4-BE49-F238E27FC236}">
                <a16:creationId xmlns:a16="http://schemas.microsoft.com/office/drawing/2014/main" id="{4392659E-54F9-85E7-F8E3-DC1FD6CF6A8F}"/>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F5329D42-A2DA-EDFB-2F91-CFEE923F8564}"/>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7F6C494D-42C3-3774-452F-5FC99EA0A085}"/>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8D56969E-8E1B-E016-367B-157491BBC0F4}"/>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5C55FE6-9437-A2E8-FAA6-EFA41CDBF006}"/>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9B2CD18D-3816-1986-FAD6-818D4B870C89}"/>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F526F482-8BB8-5B3D-81A4-F1E34EE71801}"/>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1037EFFD-24DE-C1DD-1ECF-971C1987B426}"/>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F9E3943D-19EA-DCFB-AA93-C8EF8D4339A1}"/>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1CC8AA20-EEE2-BDA2-F6C1-474396BBFCAC}"/>
              </a:ext>
            </a:extLst>
          </p:cNvPr>
          <p:cNvSpPr txBox="1"/>
          <p:nvPr/>
        </p:nvSpPr>
        <p:spPr>
          <a:xfrm>
            <a:off x="3640666" y="3907597"/>
            <a:ext cx="570089" cy="230832"/>
          </a:xfrm>
          <a:prstGeom prst="rect">
            <a:avLst/>
          </a:prstGeom>
          <a:noFill/>
        </p:spPr>
        <p:txBody>
          <a:bodyPr wrap="square" rtlCol="0">
            <a:spAutoFit/>
          </a:bodyPr>
          <a:lstStyle/>
          <a:p>
            <a:pPr algn="ctr"/>
            <a:r>
              <a:rPr lang="en-US" sz="900" dirty="0"/>
              <a:t>29</a:t>
            </a:r>
          </a:p>
        </p:txBody>
      </p:sp>
      <p:sp>
        <p:nvSpPr>
          <p:cNvPr id="75" name="TextBox 74">
            <a:extLst>
              <a:ext uri="{FF2B5EF4-FFF2-40B4-BE49-F238E27FC236}">
                <a16:creationId xmlns:a16="http://schemas.microsoft.com/office/drawing/2014/main" id="{40F29C8B-7F63-16E1-609A-1A725E97A643}"/>
              </a:ext>
            </a:extLst>
          </p:cNvPr>
          <p:cNvSpPr txBox="1"/>
          <p:nvPr/>
        </p:nvSpPr>
        <p:spPr>
          <a:xfrm>
            <a:off x="3640666" y="4408541"/>
            <a:ext cx="570089" cy="230832"/>
          </a:xfrm>
          <a:prstGeom prst="rect">
            <a:avLst/>
          </a:prstGeom>
          <a:noFill/>
        </p:spPr>
        <p:txBody>
          <a:bodyPr wrap="square" rtlCol="0">
            <a:spAutoFit/>
          </a:bodyPr>
          <a:lstStyle/>
          <a:p>
            <a:pPr algn="ctr"/>
            <a:r>
              <a:rPr lang="en-US" sz="900" dirty="0"/>
              <a:t>92</a:t>
            </a:r>
          </a:p>
        </p:txBody>
      </p:sp>
      <p:sp>
        <p:nvSpPr>
          <p:cNvPr id="76" name="TextBox 75">
            <a:extLst>
              <a:ext uri="{FF2B5EF4-FFF2-40B4-BE49-F238E27FC236}">
                <a16:creationId xmlns:a16="http://schemas.microsoft.com/office/drawing/2014/main" id="{A6986B10-B21D-1D85-5B61-8D6854807F99}"/>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4FF86CDF-21FC-8BA5-BC8D-BDCFC680B13D}"/>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914F6A0C-FE86-4085-0268-9933C4BAFEF0}"/>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155441C4-9E26-994D-FCC7-35A08994C6D4}"/>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6775A84-241A-1031-926D-8AB14C5CF48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A39B785-66F4-F78E-017C-70F64A1E1B3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BFE9256-AB3B-2E32-2B82-F45BDB6C874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B50B441F-7588-023C-DD33-A7AF37EF3734}"/>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F22923F8-BA0E-33F7-FCC3-F8EBCED3BB84}"/>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709234A8-4155-BA04-9081-FF3E60DF79AD}"/>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E4BB037-30E1-1435-BF81-031CC70EF7A8}"/>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CD920A5B-2D8B-E2BD-D1AE-B96AC08F0A53}"/>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8D952558-1443-30C4-57BF-AF3C2B3B4C6D}"/>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6A177D08-4DCA-4006-A3DF-B033DE5F6C81}"/>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96F6A2F8-1364-B124-FD7A-D08FEB89A1C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C71D01A8-8583-5CFF-2BF4-CA369F2AAEB1}"/>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F3379741-8005-A880-212B-C953AD18457F}"/>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3DC81D9E-814A-B4C4-EDFC-C9C4B9BC9FA6}"/>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0E78C5E6-49B2-4F1F-2F8E-80369AAD2B8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AB4AAA8-AE64-0B16-EF42-017698D1168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C079F2AE-1596-1A8F-0A87-07FB77B08164}"/>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6664EDB9-E3CF-8AD1-4A57-FE23D62210E4}"/>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D1FE8B77-D13E-0812-7228-9CC2D8BC13FF}"/>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2CA024D5-8E14-C9CB-95C0-51F539159A1C}"/>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8933230A-7858-BF4B-E8BD-54CC6386B32C}"/>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8B89969-84BB-A43D-282A-7DBEE128749F}"/>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845C89C0-9F7D-569D-DE1C-C04341E848F4}"/>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77739F26-CE4C-7E76-1104-EC0BE303E541}"/>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0641DF5E-4D5A-6470-DBC9-BBC88BB00307}"/>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4B0C4D7F-B64E-8F4E-E0E3-6FF4587657A4}"/>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2877F8B0-1AB1-3471-25E5-878F0388642D}"/>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
        <p:nvSpPr>
          <p:cNvPr id="83" name="TextBox 82">
            <a:extLst>
              <a:ext uri="{FF2B5EF4-FFF2-40B4-BE49-F238E27FC236}">
                <a16:creationId xmlns:a16="http://schemas.microsoft.com/office/drawing/2014/main" id="{CA7CA361-BB45-9CEC-0FF4-63B1E73E0BA7}"/>
              </a:ext>
            </a:extLst>
          </p:cNvPr>
          <p:cNvSpPr txBox="1"/>
          <p:nvPr/>
        </p:nvSpPr>
        <p:spPr>
          <a:xfrm>
            <a:off x="5147734" y="3907597"/>
            <a:ext cx="570089" cy="230832"/>
          </a:xfrm>
          <a:prstGeom prst="rect">
            <a:avLst/>
          </a:prstGeom>
          <a:noFill/>
        </p:spPr>
        <p:txBody>
          <a:bodyPr wrap="square" rtlCol="0">
            <a:spAutoFit/>
          </a:bodyPr>
          <a:lstStyle/>
          <a:p>
            <a:pPr algn="ctr"/>
            <a:r>
              <a:rPr lang="en-US" sz="900" dirty="0"/>
              <a:t>25</a:t>
            </a:r>
          </a:p>
        </p:txBody>
      </p:sp>
      <p:sp>
        <p:nvSpPr>
          <p:cNvPr id="84" name="TextBox 83">
            <a:extLst>
              <a:ext uri="{FF2B5EF4-FFF2-40B4-BE49-F238E27FC236}">
                <a16:creationId xmlns:a16="http://schemas.microsoft.com/office/drawing/2014/main" id="{D86A02EE-1158-0ACC-0CCD-C5488B894455}"/>
              </a:ext>
            </a:extLst>
          </p:cNvPr>
          <p:cNvSpPr txBox="1"/>
          <p:nvPr/>
        </p:nvSpPr>
        <p:spPr>
          <a:xfrm>
            <a:off x="5147734" y="4909484"/>
            <a:ext cx="570089" cy="230832"/>
          </a:xfrm>
          <a:prstGeom prst="rect">
            <a:avLst/>
          </a:prstGeom>
          <a:noFill/>
        </p:spPr>
        <p:txBody>
          <a:bodyPr wrap="square" rtlCol="0">
            <a:spAutoFit/>
          </a:bodyPr>
          <a:lstStyle/>
          <a:p>
            <a:pPr algn="ctr"/>
            <a:r>
              <a:rPr lang="en-US" sz="900" dirty="0"/>
              <a:t>12</a:t>
            </a:r>
          </a:p>
        </p:txBody>
      </p:sp>
      <p:sp>
        <p:nvSpPr>
          <p:cNvPr id="85" name="TextBox 84">
            <a:extLst>
              <a:ext uri="{FF2B5EF4-FFF2-40B4-BE49-F238E27FC236}">
                <a16:creationId xmlns:a16="http://schemas.microsoft.com/office/drawing/2014/main" id="{F0F6BD4A-9CCE-0CCE-507D-D460E653E4C7}"/>
              </a:ext>
            </a:extLst>
          </p:cNvPr>
          <p:cNvSpPr txBox="1"/>
          <p:nvPr/>
        </p:nvSpPr>
        <p:spPr>
          <a:xfrm>
            <a:off x="5650090" y="3907597"/>
            <a:ext cx="570089" cy="230832"/>
          </a:xfrm>
          <a:prstGeom prst="rect">
            <a:avLst/>
          </a:prstGeom>
          <a:noFill/>
        </p:spPr>
        <p:txBody>
          <a:bodyPr wrap="square" rtlCol="0">
            <a:spAutoFit/>
          </a:bodyPr>
          <a:lstStyle/>
          <a:p>
            <a:pPr algn="ctr"/>
            <a:r>
              <a:rPr lang="en-US" sz="900" dirty="0"/>
              <a:t>789</a:t>
            </a:r>
          </a:p>
        </p:txBody>
      </p:sp>
      <p:sp>
        <p:nvSpPr>
          <p:cNvPr id="86" name="TextBox 85">
            <a:extLst>
              <a:ext uri="{FF2B5EF4-FFF2-40B4-BE49-F238E27FC236}">
                <a16:creationId xmlns:a16="http://schemas.microsoft.com/office/drawing/2014/main" id="{D1F9F60A-4753-A300-4395-9BD714D547C0}"/>
              </a:ext>
            </a:extLst>
          </p:cNvPr>
          <p:cNvSpPr txBox="1"/>
          <p:nvPr/>
        </p:nvSpPr>
        <p:spPr>
          <a:xfrm>
            <a:off x="5650090" y="4408541"/>
            <a:ext cx="570089" cy="230832"/>
          </a:xfrm>
          <a:prstGeom prst="rect">
            <a:avLst/>
          </a:prstGeom>
          <a:solidFill>
            <a:srgbClr val="FFFF00"/>
          </a:solidFill>
        </p:spPr>
        <p:txBody>
          <a:bodyPr wrap="square" rtlCol="0">
            <a:spAutoFit/>
          </a:bodyPr>
          <a:lstStyle/>
          <a:p>
            <a:pPr algn="ctr"/>
            <a:r>
              <a:rPr lang="en-US" sz="900" dirty="0"/>
              <a:t>34</a:t>
            </a:r>
          </a:p>
        </p:txBody>
      </p:sp>
      <p:sp>
        <p:nvSpPr>
          <p:cNvPr id="87" name="TextBox 86">
            <a:extLst>
              <a:ext uri="{FF2B5EF4-FFF2-40B4-BE49-F238E27FC236}">
                <a16:creationId xmlns:a16="http://schemas.microsoft.com/office/drawing/2014/main" id="{9B742FCD-AABB-3225-C8B9-E84CD5944D43}"/>
              </a:ext>
            </a:extLst>
          </p:cNvPr>
          <p:cNvSpPr txBox="1"/>
          <p:nvPr/>
        </p:nvSpPr>
        <p:spPr>
          <a:xfrm>
            <a:off x="5650090" y="4909484"/>
            <a:ext cx="570089" cy="230832"/>
          </a:xfrm>
          <a:prstGeom prst="rect">
            <a:avLst/>
          </a:prstGeom>
          <a:solidFill>
            <a:srgbClr val="FFFF00"/>
          </a:solidFill>
        </p:spPr>
        <p:txBody>
          <a:bodyPr wrap="square" rtlCol="0">
            <a:spAutoFit/>
          </a:bodyPr>
          <a:lstStyle/>
          <a:p>
            <a:pPr algn="ctr"/>
            <a:r>
              <a:rPr lang="en-US" sz="900" dirty="0"/>
              <a:t>43</a:t>
            </a:r>
          </a:p>
        </p:txBody>
      </p:sp>
      <p:sp>
        <p:nvSpPr>
          <p:cNvPr id="88" name="TextBox 87">
            <a:extLst>
              <a:ext uri="{FF2B5EF4-FFF2-40B4-BE49-F238E27FC236}">
                <a16:creationId xmlns:a16="http://schemas.microsoft.com/office/drawing/2014/main" id="{DE967828-5729-E683-99DF-91E2A3AE6289}"/>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7F59C5D5-0BA1-5ADF-4BCC-A68D6B02A646}"/>
              </a:ext>
            </a:extLst>
          </p:cNvPr>
          <p:cNvSpPr txBox="1"/>
          <p:nvPr/>
        </p:nvSpPr>
        <p:spPr>
          <a:xfrm>
            <a:off x="4715935" y="4244561"/>
            <a:ext cx="462845" cy="584775"/>
          </a:xfrm>
          <a:prstGeom prst="rect">
            <a:avLst/>
          </a:prstGeom>
          <a:noFill/>
        </p:spPr>
        <p:txBody>
          <a:bodyPr wrap="square" rtlCol="0">
            <a:spAutoFit/>
          </a:bodyPr>
          <a:lstStyle/>
          <a:p>
            <a:pPr algn="ctr"/>
            <a:r>
              <a:rPr lang="en-US" sz="3200" dirty="0"/>
              <a:t>7</a:t>
            </a:r>
          </a:p>
        </p:txBody>
      </p:sp>
      <p:sp>
        <p:nvSpPr>
          <p:cNvPr id="89" name="TextBox 88">
            <a:extLst>
              <a:ext uri="{FF2B5EF4-FFF2-40B4-BE49-F238E27FC236}">
                <a16:creationId xmlns:a16="http://schemas.microsoft.com/office/drawing/2014/main" id="{0911149D-43C2-3277-2669-2218DE3E5A27}"/>
              </a:ext>
            </a:extLst>
          </p:cNvPr>
          <p:cNvSpPr txBox="1"/>
          <p:nvPr/>
        </p:nvSpPr>
        <p:spPr>
          <a:xfrm>
            <a:off x="5215469" y="4244561"/>
            <a:ext cx="462845" cy="584775"/>
          </a:xfrm>
          <a:prstGeom prst="rect">
            <a:avLst/>
          </a:prstGeom>
          <a:noFill/>
        </p:spPr>
        <p:txBody>
          <a:bodyPr wrap="square" rtlCol="0">
            <a:spAutoFit/>
          </a:bodyPr>
          <a:lstStyle/>
          <a:p>
            <a:pPr algn="ctr"/>
            <a:r>
              <a:rPr lang="en-US" sz="3200" dirty="0"/>
              <a:t>5</a:t>
            </a:r>
          </a:p>
        </p:txBody>
      </p:sp>
      <p:sp>
        <p:nvSpPr>
          <p:cNvPr id="90" name="TextBox 89">
            <a:extLst>
              <a:ext uri="{FF2B5EF4-FFF2-40B4-BE49-F238E27FC236}">
                <a16:creationId xmlns:a16="http://schemas.microsoft.com/office/drawing/2014/main" id="{E3B77718-58F5-3AAF-9C46-30BE4D03612A}"/>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91" name="TextBox 90">
            <a:extLst>
              <a:ext uri="{FF2B5EF4-FFF2-40B4-BE49-F238E27FC236}">
                <a16:creationId xmlns:a16="http://schemas.microsoft.com/office/drawing/2014/main" id="{B0DF60BF-DE4A-363E-4043-27C274CD9EDB}"/>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9D3DD0A5-51BC-06FF-5130-59DD619897A7}"/>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3" name="TextBox 92">
            <a:extLst>
              <a:ext uri="{FF2B5EF4-FFF2-40B4-BE49-F238E27FC236}">
                <a16:creationId xmlns:a16="http://schemas.microsoft.com/office/drawing/2014/main" id="{D44264F8-95CD-0F61-E683-ECCB3073CF4D}"/>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DFD39FA6-C07B-0FB7-DCA2-2875FD2542CE}"/>
              </a:ext>
            </a:extLst>
          </p:cNvPr>
          <p:cNvSpPr txBox="1"/>
          <p:nvPr/>
        </p:nvSpPr>
        <p:spPr>
          <a:xfrm>
            <a:off x="6214537" y="4244561"/>
            <a:ext cx="462845" cy="584775"/>
          </a:xfrm>
          <a:prstGeom prst="rect">
            <a:avLst/>
          </a:prstGeom>
          <a:solidFill>
            <a:srgbClr val="FFFF00"/>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73B3BCBB-31FB-F17B-823A-98A591C1168F}"/>
              </a:ext>
            </a:extLst>
          </p:cNvPr>
          <p:cNvSpPr txBox="1"/>
          <p:nvPr/>
        </p:nvSpPr>
        <p:spPr>
          <a:xfrm>
            <a:off x="5715003" y="2734556"/>
            <a:ext cx="462845" cy="584775"/>
          </a:xfrm>
          <a:prstGeom prst="rect">
            <a:avLst/>
          </a:prstGeom>
          <a:noFill/>
        </p:spPr>
        <p:txBody>
          <a:bodyPr wrap="square" rtlCol="0">
            <a:spAutoFit/>
          </a:bodyPr>
          <a:lstStyle/>
          <a:p>
            <a:pPr algn="ctr"/>
            <a:r>
              <a:rPr lang="en-US" sz="3200" dirty="0"/>
              <a:t>6</a:t>
            </a:r>
          </a:p>
        </p:txBody>
      </p:sp>
      <p:sp>
        <p:nvSpPr>
          <p:cNvPr id="22" name="TextBox 21">
            <a:extLst>
              <a:ext uri="{FF2B5EF4-FFF2-40B4-BE49-F238E27FC236}">
                <a16:creationId xmlns:a16="http://schemas.microsoft.com/office/drawing/2014/main" id="{DEE3A887-0D68-7CD7-B309-D7240B24CFEB}"/>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6A08C77C-51A1-C3E3-E546-595B0BA6430E}"/>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F0D904EF-E6FD-B15C-1D04-63FB01559056}"/>
              </a:ext>
            </a:extLst>
          </p:cNvPr>
          <p:cNvSpPr txBox="1"/>
          <p:nvPr/>
        </p:nvSpPr>
        <p:spPr>
          <a:xfrm>
            <a:off x="3217333" y="4747898"/>
            <a:ext cx="462845" cy="584775"/>
          </a:xfrm>
          <a:prstGeom prst="rect">
            <a:avLst/>
          </a:prstGeom>
          <a:solidFill>
            <a:srgbClr val="FFFF00"/>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9C1D4EC9-D758-2E91-497C-5C151AFA9A5E}"/>
              </a:ext>
            </a:extLst>
          </p:cNvPr>
          <p:cNvSpPr txBox="1"/>
          <p:nvPr/>
        </p:nvSpPr>
        <p:spPr>
          <a:xfrm>
            <a:off x="6714071"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5731907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E5CEF-447D-8ABF-973E-654564B9ACA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11A96C-0A0C-1BDE-55A3-DF059928C046}"/>
              </a:ext>
            </a:extLst>
          </p:cNvPr>
          <p:cNvSpPr>
            <a:spLocks noGrp="1"/>
          </p:cNvSpPr>
          <p:nvPr>
            <p:ph sz="half" idx="1"/>
          </p:nvPr>
        </p:nvSpPr>
        <p:spPr/>
        <p:txBody>
          <a:bodyPr>
            <a:normAutofit/>
          </a:bodyPr>
          <a:lstStyle/>
          <a:p>
            <a:r>
              <a:rPr lang="en-US" dirty="0"/>
              <a:t>[12 in 3] must be 147.</a:t>
            </a:r>
          </a:p>
        </p:txBody>
      </p:sp>
      <p:pic>
        <p:nvPicPr>
          <p:cNvPr id="4" name="Picture 3" descr="A grid of sudoku puzzle&#10;&#10;Description automatically generated">
            <a:extLst>
              <a:ext uri="{FF2B5EF4-FFF2-40B4-BE49-F238E27FC236}">
                <a16:creationId xmlns:a16="http://schemas.microsoft.com/office/drawing/2014/main" id="{060CDB9E-084D-3620-4960-23215582C44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F3707A3-8240-B64B-DEC5-4E51D422935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7F8AD94-6A58-7017-27B8-606DB7726FC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F0CD525-B0F0-8D89-3005-E73C210CF9E8}"/>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732707E4-41EF-94DD-E0D3-F429F06448E1}"/>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4FBFEDBD-DEBA-B644-FC0E-B04D647BDA87}"/>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EC3BDF4E-A1B1-E426-4470-36641E919404}"/>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5AD68DEF-6055-EC30-74EF-BD20B9E3F8A4}"/>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7F938707-68A9-FF8A-E67D-7AF028FA4310}"/>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10C12F08-1E24-F289-0579-E5CD75ECC168}"/>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54D28472-0C48-AD5C-7123-CDC8620B675A}"/>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653DF4D3-EEFB-7BC9-5DF8-37BC09FBC6D4}"/>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8F3DE3A9-1CCA-4379-9252-72E849BA80FC}"/>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5928504F-7984-C5AB-1DD0-31909C60C8F5}"/>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E5FB6749-A050-BA0C-ABD0-3230927AD830}"/>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F4AADA0D-1F6A-E944-343E-CD00F09506BB}"/>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21D3E4DA-6C0A-6097-33A6-7B87E45C8145}"/>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9908D25F-4F59-AFFF-6CB8-B78AA803D938}"/>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984EE4C2-D84C-1AD2-391A-24775C74B386}"/>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DEE82B89-CB79-CC33-27D4-DADB6FF2C63E}"/>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43E52A18-2DAF-FF5D-2D3F-3DCAB7AA6A3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3D64A964-5D64-CD22-7DFB-EDCBF468C289}"/>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E2599F68-3284-3652-BC0D-9E2E0660DBE8}"/>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CEFCBF8-4189-16DB-E694-43875ECEBFF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F6CE99DB-1C04-2F84-FF33-70A9DF4A37F6}"/>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E21A4FF6-AC3B-B250-059F-52A212FCC727}"/>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33D52973-3464-8E2C-86EA-91F086C361D4}"/>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9DD8D206-C007-06B6-28C8-75ECE6146B2C}"/>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457E327D-185A-5A88-6A81-E989E86D68BE}"/>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EC2D27B1-5AA9-ABE9-1C87-F0620F084BE4}"/>
              </a:ext>
            </a:extLst>
          </p:cNvPr>
          <p:cNvSpPr txBox="1"/>
          <p:nvPr/>
        </p:nvSpPr>
        <p:spPr>
          <a:xfrm>
            <a:off x="6152446" y="4909484"/>
            <a:ext cx="570089" cy="230832"/>
          </a:xfrm>
          <a:prstGeom prst="rect">
            <a:avLst/>
          </a:prstGeom>
          <a:noFill/>
        </p:spPr>
        <p:txBody>
          <a:bodyPr wrap="square" rtlCol="0">
            <a:spAutoFit/>
          </a:bodyPr>
          <a:lstStyle/>
          <a:p>
            <a:pPr algn="ctr"/>
            <a:r>
              <a:rPr lang="en-US" sz="900" dirty="0"/>
              <a:t>47</a:t>
            </a:r>
          </a:p>
        </p:txBody>
      </p:sp>
      <p:sp>
        <p:nvSpPr>
          <p:cNvPr id="56" name="TextBox 55">
            <a:extLst>
              <a:ext uri="{FF2B5EF4-FFF2-40B4-BE49-F238E27FC236}">
                <a16:creationId xmlns:a16="http://schemas.microsoft.com/office/drawing/2014/main" id="{7B7EA21C-1B68-8283-25D9-2BC3244A478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A5EADBFC-4D38-F171-C4F6-68BA006340C3}"/>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A6CC3329-33EC-6E11-AEC7-78F45429AC69}"/>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BA3A7776-4382-4043-5B83-AA633B14B97A}"/>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208E5B3B-F3ED-BF9C-316C-3CEE62EF0457}"/>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268E9D14-CABD-3963-2DC3-901C57FBA72B}"/>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C1876310-C36F-0B4D-C430-BC9EEC3773AF}"/>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E8F4B4E9-A87D-F865-6766-4D36FE5E0FA9}"/>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D6E7752A-898D-7142-209A-0FC09A99E2E8}"/>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B26E391F-8463-04E6-EAB6-ECEA7365F86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A059D509-F655-E084-E304-063D498FD92C}"/>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64E23FFB-CD20-B323-7B3A-78C46B975FE6}"/>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B66BFB4D-C142-30D2-B22E-1F63AAB132CF}"/>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B345B897-161C-36E4-C985-5190734F5482}"/>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13229755-E1BA-47F4-437B-BB07DF9B729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B7E40646-A0F2-BC72-A24E-649AE7FD5261}"/>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DB078433-FF86-9ADD-8CDB-1834CF3A7B2D}"/>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5C03255A-AD9A-1FB4-4E6A-7D75D7762158}"/>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6017B1A7-156B-9A70-8C0D-61092F1A83C9}"/>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1F281739-4F44-28ED-205D-4C901FE29073}"/>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3C134AF8-58C6-CAB0-9229-224E49BF4941}"/>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31CBEE35-B1FE-E1A8-AD8F-EAF8BDD39726}"/>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ADEBA35D-3AA1-06CE-83B6-56B32811D05E}"/>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7CE36B32-5E63-FE14-CF65-BC5B56A9218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93DFBB0-9150-3923-DF6E-2F1E38B4DCB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ADDA1A9-3C12-63DC-577B-CC7971BD83FA}"/>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A9946D4-81ED-2D46-2F18-91847BCC6015}"/>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241D9EE-0283-3ED2-23E8-9B59152DD24D}"/>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B897D1E2-2AE4-1760-B0A6-7BC6FDF9D9DA}"/>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0EBD5B81-388D-5E8A-A10C-0BD40527FFAF}"/>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9CCE91FD-9F87-665A-0177-7F4F1C052A2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0F5E026E-0CD1-0CF0-2F91-D29DB34472B4}"/>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0ABAE8E5-9042-12CD-8350-A2E0F1F342A5}"/>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CE980DA8-53C9-FD61-A923-852A73AB6662}"/>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60B367A3-DB9F-2B94-A8B6-1FD9E8C2DD28}"/>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67F1D037-4FCE-EB83-1A6D-9B4063C989F3}"/>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6AD6C2C4-AA59-0814-3215-F5F8D9D4DBD2}"/>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DDAA3408-85FB-ED42-CF46-5CB7943200B9}"/>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9A6C1B8E-3FD6-2DF1-75AE-0F850A92809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F7578729-863C-65E1-021A-FF9F18EAE3B4}"/>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6DB77FDC-2627-6152-E930-D8409612BC52}"/>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4E842EA1-0047-CE46-6B9C-30165690BE0B}"/>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C036D1F4-DD33-852B-69C1-836619FB72DD}"/>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1F663641-3B52-8047-C3EE-BE70276320FA}"/>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145B9EF5-ABC9-221F-C41E-1C9E611CC65B}"/>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47BE04B-D0B1-6EBD-93D8-1E5C07AC4733}"/>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A966F04B-A849-36D2-0B1E-AD110EB4C6BD}"/>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23C01997-9ED8-E586-48D1-627710CE006D}"/>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6F93DB21-A09A-A29D-C7C9-9D6805F71B9D}"/>
              </a:ext>
            </a:extLst>
          </p:cNvPr>
          <p:cNvSpPr txBox="1"/>
          <p:nvPr/>
        </p:nvSpPr>
        <p:spPr>
          <a:xfrm>
            <a:off x="5147734" y="1903821"/>
            <a:ext cx="570089" cy="230832"/>
          </a:xfrm>
          <a:prstGeom prst="rect">
            <a:avLst/>
          </a:prstGeom>
          <a:noFill/>
        </p:spPr>
        <p:txBody>
          <a:bodyPr wrap="square" rtlCol="0">
            <a:spAutoFit/>
          </a:bodyPr>
          <a:lstStyle/>
          <a:p>
            <a:pPr algn="ctr"/>
            <a:r>
              <a:rPr lang="en-US" sz="900" dirty="0"/>
              <a:t>16</a:t>
            </a:r>
          </a:p>
        </p:txBody>
      </p:sp>
      <p:sp>
        <p:nvSpPr>
          <p:cNvPr id="82" name="TextBox 81">
            <a:extLst>
              <a:ext uri="{FF2B5EF4-FFF2-40B4-BE49-F238E27FC236}">
                <a16:creationId xmlns:a16="http://schemas.microsoft.com/office/drawing/2014/main" id="{E86F0268-C9F1-0DC1-9228-93B22D93C07E}"/>
              </a:ext>
            </a:extLst>
          </p:cNvPr>
          <p:cNvSpPr txBox="1"/>
          <p:nvPr/>
        </p:nvSpPr>
        <p:spPr>
          <a:xfrm>
            <a:off x="5650090" y="1903821"/>
            <a:ext cx="570089" cy="230832"/>
          </a:xfrm>
          <a:prstGeom prst="rect">
            <a:avLst/>
          </a:prstGeom>
          <a:noFill/>
        </p:spPr>
        <p:txBody>
          <a:bodyPr wrap="square" rtlCol="0">
            <a:spAutoFit/>
          </a:bodyPr>
          <a:lstStyle/>
          <a:p>
            <a:pPr algn="ctr"/>
            <a:r>
              <a:rPr lang="en-US" sz="900" dirty="0"/>
              <a:t>61</a:t>
            </a:r>
          </a:p>
        </p:txBody>
      </p:sp>
      <p:sp>
        <p:nvSpPr>
          <p:cNvPr id="83" name="TextBox 82">
            <a:extLst>
              <a:ext uri="{FF2B5EF4-FFF2-40B4-BE49-F238E27FC236}">
                <a16:creationId xmlns:a16="http://schemas.microsoft.com/office/drawing/2014/main" id="{C371AAD5-F7FB-BF4E-500A-92426946CF60}"/>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2EDCD00C-1407-41EC-A2B6-894A5F14F0E5}"/>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a:t>
            </a:r>
          </a:p>
        </p:txBody>
      </p:sp>
      <p:sp>
        <p:nvSpPr>
          <p:cNvPr id="85" name="TextBox 84">
            <a:extLst>
              <a:ext uri="{FF2B5EF4-FFF2-40B4-BE49-F238E27FC236}">
                <a16:creationId xmlns:a16="http://schemas.microsoft.com/office/drawing/2014/main" id="{412104A6-BB0F-3A07-4AE5-C4F3A654C6DE}"/>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B4AFEB0E-886B-20A2-F41B-EA07C6EE6F1D}"/>
              </a:ext>
            </a:extLst>
          </p:cNvPr>
          <p:cNvSpPr txBox="1"/>
          <p:nvPr/>
        </p:nvSpPr>
        <p:spPr>
          <a:xfrm>
            <a:off x="5650090" y="4408541"/>
            <a:ext cx="570089" cy="230832"/>
          </a:xfrm>
          <a:prstGeom prst="rect">
            <a:avLst/>
          </a:prstGeom>
          <a:noFill/>
        </p:spPr>
        <p:txBody>
          <a:bodyPr wrap="square" rtlCol="0">
            <a:spAutoFit/>
          </a:bodyPr>
          <a:lstStyle/>
          <a:p>
            <a:pPr algn="ctr"/>
            <a:r>
              <a:rPr lang="en-US" sz="900" dirty="0"/>
              <a:t>147</a:t>
            </a:r>
          </a:p>
        </p:txBody>
      </p:sp>
      <p:sp>
        <p:nvSpPr>
          <p:cNvPr id="87" name="TextBox 86">
            <a:extLst>
              <a:ext uri="{FF2B5EF4-FFF2-40B4-BE49-F238E27FC236}">
                <a16:creationId xmlns:a16="http://schemas.microsoft.com/office/drawing/2014/main" id="{8A1C1BC1-38CF-8831-AE32-E27B304E74AE}"/>
              </a:ext>
            </a:extLst>
          </p:cNvPr>
          <p:cNvSpPr txBox="1"/>
          <p:nvPr/>
        </p:nvSpPr>
        <p:spPr>
          <a:xfrm>
            <a:off x="5650090" y="4909484"/>
            <a:ext cx="570089" cy="230832"/>
          </a:xfrm>
          <a:prstGeom prst="rect">
            <a:avLst/>
          </a:prstGeom>
          <a:noFill/>
        </p:spPr>
        <p:txBody>
          <a:bodyPr wrap="square" rtlCol="0">
            <a:spAutoFit/>
          </a:bodyPr>
          <a:lstStyle/>
          <a:p>
            <a:pPr algn="ctr"/>
            <a:r>
              <a:rPr lang="en-US" sz="900" dirty="0"/>
              <a:t>147</a:t>
            </a:r>
          </a:p>
        </p:txBody>
      </p:sp>
    </p:spTree>
    <p:extLst>
      <p:ext uri="{BB962C8B-B14F-4D97-AF65-F5344CB8AC3E}">
        <p14:creationId xmlns:p14="http://schemas.microsoft.com/office/powerpoint/2010/main" val="39859772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243C2-0488-FCFA-4FD9-F68229001A2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AEC1B5-C450-7237-64FC-6AB61174861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6785C29-C369-2BF6-41C9-FB1274F02B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ED050DE-E213-34F3-AA40-8CF2EBA12B5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221DF55-B8B6-7E89-1884-185799BB0E8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DD19BBB-057C-6587-6EB7-F68DFF385105}"/>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AAFE3699-EDA9-3915-C591-8F06E73CDA6B}"/>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1B66BDAB-9337-DF8C-8347-D9D4317CF90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44061701-0C19-77C5-E082-D440DD510BA1}"/>
              </a:ext>
            </a:extLst>
          </p:cNvPr>
          <p:cNvSpPr txBox="1"/>
          <p:nvPr/>
        </p:nvSpPr>
        <p:spPr>
          <a:xfrm>
            <a:off x="6152446" y="3406653"/>
            <a:ext cx="570089" cy="230832"/>
          </a:xfrm>
          <a:prstGeom prst="rect">
            <a:avLst/>
          </a:prstGeom>
          <a:no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957285ED-81DB-A2F5-4679-D54A63EB126D}"/>
              </a:ext>
            </a:extLst>
          </p:cNvPr>
          <p:cNvSpPr txBox="1"/>
          <p:nvPr/>
        </p:nvSpPr>
        <p:spPr>
          <a:xfrm>
            <a:off x="6152446" y="3907597"/>
            <a:ext cx="570089" cy="230832"/>
          </a:xfrm>
          <a:prstGeom prst="rect">
            <a:avLst/>
          </a:prstGeom>
          <a:no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334EB30F-CCBE-EDAE-14CE-694CFAC0CB52}"/>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19595A2A-0C8F-F0BE-6906-88393502EB2F}"/>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3A50B656-9D22-F9E0-9485-DFC08EB215B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9D0FF980-C306-BB87-74C3-DE4884CD5200}"/>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2349FADD-54C3-8A07-2B26-1E744A431334}"/>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E5D71A06-C585-1705-0CA9-9EF3A5329BA2}"/>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F04D1A9A-36B5-3B92-416C-7FEEE39D117D}"/>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03F30DF8-0B60-0491-9AFB-816789B58984}"/>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7DAC9CAF-5631-25BA-ED36-FA1361ADBE6D}"/>
              </a:ext>
            </a:extLst>
          </p:cNvPr>
          <p:cNvSpPr txBox="1"/>
          <p:nvPr/>
        </p:nvSpPr>
        <p:spPr>
          <a:xfrm>
            <a:off x="5650090" y="2905709"/>
            <a:ext cx="570089" cy="230832"/>
          </a:xfrm>
          <a:prstGeom prst="rect">
            <a:avLst/>
          </a:prstGeom>
          <a:noFill/>
        </p:spPr>
        <p:txBody>
          <a:bodyPr wrap="square" rtlCol="0">
            <a:spAutoFit/>
          </a:bodyPr>
          <a:lstStyle/>
          <a:p>
            <a:pPr algn="ctr"/>
            <a:r>
              <a:rPr lang="en-US" sz="900" dirty="0"/>
              <a:t>368</a:t>
            </a:r>
          </a:p>
        </p:txBody>
      </p:sp>
      <p:sp>
        <p:nvSpPr>
          <p:cNvPr id="46" name="TextBox 45">
            <a:extLst>
              <a:ext uri="{FF2B5EF4-FFF2-40B4-BE49-F238E27FC236}">
                <a16:creationId xmlns:a16="http://schemas.microsoft.com/office/drawing/2014/main" id="{8E67969F-763B-0586-E643-283BA14F1D67}"/>
              </a:ext>
            </a:extLst>
          </p:cNvPr>
          <p:cNvSpPr txBox="1"/>
          <p:nvPr/>
        </p:nvSpPr>
        <p:spPr>
          <a:xfrm>
            <a:off x="6152446" y="2905709"/>
            <a:ext cx="570089" cy="230832"/>
          </a:xfrm>
          <a:prstGeom prst="rect">
            <a:avLst/>
          </a:prstGeom>
          <a:no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E2656F1D-8AE9-48FA-8991-BF367BD99F0A}"/>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1B3146C7-518F-A84E-6A5B-B4944179E198}"/>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242727B1-CFCD-C3F8-BB1C-B8B82BCF4C2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DB9D1550-3B87-6BFD-474E-62DDBD2CED68}"/>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07896AB9-BEFE-12E1-C68B-5DCC008006C5}"/>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463E7B6-DC8C-62C2-5605-2BF5AB588A85}"/>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D13054B-F608-FB18-2707-B83F46141122}"/>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08DE70A2-F5A8-0137-8D62-370C8A6068D8}"/>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2A97972A-B109-D9E6-420A-427C13113B0F}"/>
              </a:ext>
            </a:extLst>
          </p:cNvPr>
          <p:cNvSpPr txBox="1"/>
          <p:nvPr/>
        </p:nvSpPr>
        <p:spPr>
          <a:xfrm>
            <a:off x="5147734" y="3406653"/>
            <a:ext cx="570089" cy="230832"/>
          </a:xfrm>
          <a:prstGeom prst="rect">
            <a:avLst/>
          </a:prstGeom>
          <a:noFill/>
        </p:spPr>
        <p:txBody>
          <a:bodyPr wrap="square" rtlCol="0">
            <a:spAutoFit/>
          </a:bodyPr>
          <a:lstStyle/>
          <a:p>
            <a:pPr algn="ctr"/>
            <a:r>
              <a:rPr lang="en-US" sz="900" dirty="0"/>
              <a:t>46</a:t>
            </a:r>
          </a:p>
        </p:txBody>
      </p:sp>
      <p:sp>
        <p:nvSpPr>
          <p:cNvPr id="30" name="TextBox 29">
            <a:extLst>
              <a:ext uri="{FF2B5EF4-FFF2-40B4-BE49-F238E27FC236}">
                <a16:creationId xmlns:a16="http://schemas.microsoft.com/office/drawing/2014/main" id="{AF0E7185-DE84-B44F-D7AC-47E857E308AD}"/>
              </a:ext>
            </a:extLst>
          </p:cNvPr>
          <p:cNvSpPr txBox="1"/>
          <p:nvPr/>
        </p:nvSpPr>
        <p:spPr>
          <a:xfrm>
            <a:off x="5650090" y="3406653"/>
            <a:ext cx="570089" cy="230832"/>
          </a:xfrm>
          <a:prstGeom prst="rect">
            <a:avLst/>
          </a:prstGeom>
          <a:noFill/>
        </p:spPr>
        <p:txBody>
          <a:bodyPr wrap="square" rtlCol="0">
            <a:spAutoFit/>
          </a:bodyPr>
          <a:lstStyle/>
          <a:p>
            <a:pPr algn="ctr"/>
            <a:r>
              <a:rPr lang="en-US" sz="900" dirty="0"/>
              <a:t>468</a:t>
            </a:r>
          </a:p>
        </p:txBody>
      </p:sp>
      <p:sp>
        <p:nvSpPr>
          <p:cNvPr id="32" name="TextBox 31">
            <a:extLst>
              <a:ext uri="{FF2B5EF4-FFF2-40B4-BE49-F238E27FC236}">
                <a16:creationId xmlns:a16="http://schemas.microsoft.com/office/drawing/2014/main" id="{85DC5A87-21B9-9AA1-1079-240E648B52F0}"/>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A6775BCB-28F0-EE1B-C310-85C2035DFBD7}"/>
              </a:ext>
            </a:extLst>
          </p:cNvPr>
          <p:cNvSpPr txBox="1"/>
          <p:nvPr/>
        </p:nvSpPr>
        <p:spPr>
          <a:xfrm>
            <a:off x="6152446" y="4909484"/>
            <a:ext cx="570089" cy="230832"/>
          </a:xfrm>
          <a:prstGeom prst="rect">
            <a:avLst/>
          </a:prstGeom>
          <a:noFill/>
        </p:spPr>
        <p:txBody>
          <a:bodyPr wrap="square" rtlCol="0">
            <a:spAutoFit/>
          </a:bodyPr>
          <a:lstStyle/>
          <a:p>
            <a:pPr algn="ctr"/>
            <a:r>
              <a:rPr lang="en-US" sz="900" dirty="0"/>
              <a:t>47</a:t>
            </a:r>
          </a:p>
        </p:txBody>
      </p:sp>
      <p:sp>
        <p:nvSpPr>
          <p:cNvPr id="56" name="TextBox 55">
            <a:extLst>
              <a:ext uri="{FF2B5EF4-FFF2-40B4-BE49-F238E27FC236}">
                <a16:creationId xmlns:a16="http://schemas.microsoft.com/office/drawing/2014/main" id="{232E34FA-7C88-DA42-0900-B047F3D3C59A}"/>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8D2650A0-1FA4-EAB5-644E-2725396BABA5}"/>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301FB8F2-D004-0175-6307-5B0A8A8CD641}"/>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45A4C9DE-03BC-44B9-6E31-6DF147510270}"/>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2B253ED6-02F8-1A86-1F71-DB86DD1A68A2}"/>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4AAABC52-B6B8-B52A-AECF-640C3D752E85}"/>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4008A6C5-1838-CFE8-7752-C4523B62F8DB}"/>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901D8EB5-65B0-7644-922C-7DE9164B2962}"/>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A48D2490-64D1-339E-2F6D-730876532EC9}"/>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3C5583C7-44F6-6900-9276-C1B5A0F2B9B9}"/>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AE08BE68-1B07-13EB-6DAA-0CB5C427FF9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B922A3A-EB2D-5C2A-9EF0-E8DF7AC4D29F}"/>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216A6050-037F-A8CB-22F0-16429454114B}"/>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245969F3-E7B6-A38E-13B3-7E77012ABB4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3A98F845-8E3F-DD53-BFB8-B595FBD774CB}"/>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427FFE77-514E-9D5F-00DC-99633B7A7D16}"/>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B5A271F6-86A2-EC62-1DEF-933DE6223713}"/>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4F68E350-F081-FCA8-DABD-00F73D354BB1}"/>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EF0C16E8-5E6E-9C14-FA9E-7E6A58E24C9D}"/>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486E89C3-24D0-DB4C-EC95-DF797E4D0488}"/>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3BB6D413-39B9-C173-F497-383F459941EB}"/>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DB9B50D7-B02D-2489-A76E-630BCA843763}"/>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6577EF36-93D4-FD10-DE70-B54E813394E6}"/>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1DF43493-3452-0D7B-865E-1126B996B60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E28CE93-F42B-5AD5-ED6F-8E2EC7CCA1C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5C9F353-3FC9-FB1E-754F-30C88DEEF7A6}"/>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56F58A5-1338-C7DA-B7AB-8D4C31BBDFFD}"/>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6D7F42F-F979-5E79-EA86-DE320E45813C}"/>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98D76003-CF44-52AF-502D-F3ABA35A8217}"/>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512858B-9196-73EF-390D-39E39E5FBE94}"/>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BFAD117F-EA92-49C6-3B4F-2B35CCA5191E}"/>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95B5E515-738F-3EBD-AC2A-33FF217ECB2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2DB76871-EC45-FAAC-B82E-72835FC2025F}"/>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2E2F2A8E-67A0-9BCD-C521-7870B1D1D2B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EC39C0DC-8AD0-A7BC-9FA3-439CBC98160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FC1B76F5-6941-36F5-0024-26B31DEC1740}"/>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3C434846-F635-E0DE-682E-094C66D4805A}"/>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241E2BFB-093B-EF45-F87E-5749DA5A168A}"/>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302C33A9-123A-26BC-7A11-75747492683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165EF378-E790-46F1-1AE8-A5999AE29B7E}"/>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CD263ACB-7ADB-1ED0-1595-E35DDD0B18A8}"/>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0FE1EC9D-445C-3FA2-CB7F-9A661A4E6EC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58F54E3C-0522-39D4-AFF6-347FD5C3D5D8}"/>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6BD07C45-BF11-7D5C-30A7-0FE9366474F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920D845-F737-A0A2-56BB-E3F4053C1662}"/>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190F104A-3DED-BFC0-E2F0-2CEAB3F0FB85}"/>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100AACB6-47B2-3E3B-BC3D-C9B26212CABC}"/>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17F28DAD-9EA6-034C-F5FB-DC8AE1FB8823}"/>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DCB3438F-F79E-DC13-34BB-B5E9523EACA5}"/>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857D8E00-DB75-B7F6-6B4E-B2F3F0DD03BF}"/>
              </a:ext>
            </a:extLst>
          </p:cNvPr>
          <p:cNvSpPr txBox="1"/>
          <p:nvPr/>
        </p:nvSpPr>
        <p:spPr>
          <a:xfrm>
            <a:off x="5147734" y="4909484"/>
            <a:ext cx="570089" cy="230832"/>
          </a:xfrm>
          <a:prstGeom prst="rect">
            <a:avLst/>
          </a:prstGeom>
          <a:noFill/>
        </p:spPr>
        <p:txBody>
          <a:bodyPr wrap="square" rtlCol="0">
            <a:spAutoFit/>
          </a:bodyPr>
          <a:lstStyle/>
          <a:p>
            <a:pPr algn="ctr"/>
            <a:r>
              <a:rPr lang="en-US" sz="900" dirty="0"/>
              <a:t>2345</a:t>
            </a:r>
          </a:p>
        </p:txBody>
      </p:sp>
      <p:sp>
        <p:nvSpPr>
          <p:cNvPr id="85" name="TextBox 84">
            <a:extLst>
              <a:ext uri="{FF2B5EF4-FFF2-40B4-BE49-F238E27FC236}">
                <a16:creationId xmlns:a16="http://schemas.microsoft.com/office/drawing/2014/main" id="{E8419134-8672-E04F-6603-4875D9745810}"/>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F8DFB89D-D31A-A6ED-216D-BC50094EBD94}"/>
              </a:ext>
            </a:extLst>
          </p:cNvPr>
          <p:cNvSpPr txBox="1"/>
          <p:nvPr/>
        </p:nvSpPr>
        <p:spPr>
          <a:xfrm>
            <a:off x="5650090" y="4408541"/>
            <a:ext cx="570089" cy="230832"/>
          </a:xfrm>
          <a:prstGeom prst="rect">
            <a:avLst/>
          </a:prstGeom>
          <a:noFill/>
        </p:spPr>
        <p:txBody>
          <a:bodyPr wrap="square" rtlCol="0">
            <a:spAutoFit/>
          </a:bodyPr>
          <a:lstStyle/>
          <a:p>
            <a:pPr algn="ctr"/>
            <a:r>
              <a:rPr lang="en-US" sz="900" dirty="0"/>
              <a:t>147</a:t>
            </a:r>
          </a:p>
        </p:txBody>
      </p:sp>
      <p:sp>
        <p:nvSpPr>
          <p:cNvPr id="87" name="TextBox 86">
            <a:extLst>
              <a:ext uri="{FF2B5EF4-FFF2-40B4-BE49-F238E27FC236}">
                <a16:creationId xmlns:a16="http://schemas.microsoft.com/office/drawing/2014/main" id="{DED3620B-F562-AD6D-6E81-99DA6124B00D}"/>
              </a:ext>
            </a:extLst>
          </p:cNvPr>
          <p:cNvSpPr txBox="1"/>
          <p:nvPr/>
        </p:nvSpPr>
        <p:spPr>
          <a:xfrm>
            <a:off x="5650090" y="4909484"/>
            <a:ext cx="570089" cy="230832"/>
          </a:xfrm>
          <a:prstGeom prst="rect">
            <a:avLst/>
          </a:prstGeom>
          <a:noFill/>
        </p:spPr>
        <p:txBody>
          <a:bodyPr wrap="square" rtlCol="0">
            <a:spAutoFit/>
          </a:bodyPr>
          <a:lstStyle/>
          <a:p>
            <a:pPr algn="ctr"/>
            <a:r>
              <a:rPr lang="en-US" sz="900" dirty="0"/>
              <a:t>147</a:t>
            </a:r>
          </a:p>
        </p:txBody>
      </p:sp>
      <p:sp>
        <p:nvSpPr>
          <p:cNvPr id="88" name="TextBox 87">
            <a:extLst>
              <a:ext uri="{FF2B5EF4-FFF2-40B4-BE49-F238E27FC236}">
                <a16:creationId xmlns:a16="http://schemas.microsoft.com/office/drawing/2014/main" id="{55F79060-20DE-702F-C8A4-0BC679710D24}"/>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94E6CB05-3713-AF6B-9A6D-259D98D74ECE}"/>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71604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4556F-EFA5-727B-AE2B-67112A5D624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D6AD08-F513-EF54-8A7B-92AB0F0661D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20E8447-974F-EB1E-A2EA-86116ECA3D7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E9ABFF4-F07B-A700-5512-2CC7E64195C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C1D1EE-BCA7-B159-05C9-F747367B13F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2B5C149-CFE9-F605-AC13-C274B03736B8}"/>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C97D1CC0-BE1E-257E-33CC-E06355FF25C2}"/>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B7148AC4-30FB-7A9A-9F70-14398C293880}"/>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17" name="TextBox 16">
            <a:extLst>
              <a:ext uri="{FF2B5EF4-FFF2-40B4-BE49-F238E27FC236}">
                <a16:creationId xmlns:a16="http://schemas.microsoft.com/office/drawing/2014/main" id="{9EABF632-6D52-1051-282C-5764F8066BCB}"/>
              </a:ext>
            </a:extLst>
          </p:cNvPr>
          <p:cNvSpPr txBox="1"/>
          <p:nvPr/>
        </p:nvSpPr>
        <p:spPr>
          <a:xfrm>
            <a:off x="6152446" y="3406653"/>
            <a:ext cx="570089" cy="230832"/>
          </a:xfrm>
          <a:prstGeom prst="rect">
            <a:avLst/>
          </a:prstGeom>
          <a:solidFill>
            <a:schemeClr val="accent4">
              <a:lumMod val="20000"/>
              <a:lumOff val="80000"/>
            </a:schemeClr>
          </a:solidFill>
        </p:spPr>
        <p:txBody>
          <a:bodyPr wrap="square" rtlCol="0">
            <a:spAutoFit/>
          </a:bodyPr>
          <a:lstStyle/>
          <a:p>
            <a:pPr algn="ctr"/>
            <a:r>
              <a:rPr lang="en-US" sz="900" dirty="0"/>
              <a:t>86</a:t>
            </a:r>
          </a:p>
        </p:txBody>
      </p:sp>
      <p:sp>
        <p:nvSpPr>
          <p:cNvPr id="21" name="TextBox 20">
            <a:extLst>
              <a:ext uri="{FF2B5EF4-FFF2-40B4-BE49-F238E27FC236}">
                <a16:creationId xmlns:a16="http://schemas.microsoft.com/office/drawing/2014/main" id="{CD450800-1453-73A4-A69F-4101E433CD82}"/>
              </a:ext>
            </a:extLst>
          </p:cNvPr>
          <p:cNvSpPr txBox="1"/>
          <p:nvPr/>
        </p:nvSpPr>
        <p:spPr>
          <a:xfrm>
            <a:off x="6152446" y="3907597"/>
            <a:ext cx="570089" cy="230832"/>
          </a:xfrm>
          <a:prstGeom prst="rect">
            <a:avLst/>
          </a:prstGeom>
          <a:solidFill>
            <a:schemeClr val="accent4">
              <a:lumMod val="20000"/>
              <a:lumOff val="80000"/>
            </a:schemeClr>
          </a:solidFill>
        </p:spPr>
        <p:txBody>
          <a:bodyPr wrap="square" rtlCol="0">
            <a:spAutoFit/>
          </a:bodyPr>
          <a:lstStyle/>
          <a:p>
            <a:pPr algn="ctr"/>
            <a:r>
              <a:rPr lang="en-US" sz="900" dirty="0"/>
              <a:t>57</a:t>
            </a:r>
          </a:p>
        </p:txBody>
      </p:sp>
      <p:sp>
        <p:nvSpPr>
          <p:cNvPr id="22" name="TextBox 21">
            <a:extLst>
              <a:ext uri="{FF2B5EF4-FFF2-40B4-BE49-F238E27FC236}">
                <a16:creationId xmlns:a16="http://schemas.microsoft.com/office/drawing/2014/main" id="{155019D1-1937-77B3-16EA-0A1665DE3828}"/>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2E58443E-E9C2-D29E-B5E6-CEF23500EFE9}"/>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6D5117CB-99F4-540B-122C-807DCBB99388}"/>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DEE232FD-1FE0-F08B-B725-E247EEC5FF3A}"/>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49C866DA-76E7-298C-E1D6-659923AB047E}"/>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62AFAE2A-0F22-BA6E-AB11-5027F137E70B}"/>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B861EE37-7321-3104-1767-9D45FF2B4380}"/>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E38185AD-48AF-7BA9-8AE7-F88E3099522F}"/>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6C1DF621-081C-B779-4188-63EC1F0BCF8D}"/>
              </a:ext>
            </a:extLst>
          </p:cNvPr>
          <p:cNvSpPr txBox="1"/>
          <p:nvPr/>
        </p:nvSpPr>
        <p:spPr>
          <a:xfrm>
            <a:off x="5650090" y="2905709"/>
            <a:ext cx="570089" cy="230832"/>
          </a:xfrm>
          <a:prstGeom prst="rect">
            <a:avLst/>
          </a:prstGeom>
          <a:noFill/>
        </p:spPr>
        <p:txBody>
          <a:bodyPr wrap="square" rtlCol="0">
            <a:spAutoFit/>
          </a:bodyPr>
          <a:lstStyle/>
          <a:p>
            <a:pPr algn="ctr"/>
            <a:r>
              <a:rPr lang="en-US" sz="900" dirty="0"/>
              <a:t>38</a:t>
            </a:r>
          </a:p>
        </p:txBody>
      </p:sp>
      <p:sp>
        <p:nvSpPr>
          <p:cNvPr id="46" name="TextBox 45">
            <a:extLst>
              <a:ext uri="{FF2B5EF4-FFF2-40B4-BE49-F238E27FC236}">
                <a16:creationId xmlns:a16="http://schemas.microsoft.com/office/drawing/2014/main" id="{C3C571CF-9CAD-0530-1882-426C864AF81A}"/>
              </a:ext>
            </a:extLst>
          </p:cNvPr>
          <p:cNvSpPr txBox="1"/>
          <p:nvPr/>
        </p:nvSpPr>
        <p:spPr>
          <a:xfrm>
            <a:off x="6152446" y="2905709"/>
            <a:ext cx="570089" cy="230832"/>
          </a:xfrm>
          <a:prstGeom prst="rect">
            <a:avLst/>
          </a:prstGeom>
          <a:solidFill>
            <a:schemeClr val="accent4">
              <a:lumMod val="20000"/>
              <a:lumOff val="80000"/>
            </a:schemeClr>
          </a:solidFill>
        </p:spPr>
        <p:txBody>
          <a:bodyPr wrap="square" rtlCol="0">
            <a:spAutoFit/>
          </a:bodyPr>
          <a:lstStyle/>
          <a:p>
            <a:pPr algn="ctr"/>
            <a:r>
              <a:rPr lang="en-US" sz="900" dirty="0"/>
              <a:t>68</a:t>
            </a:r>
          </a:p>
        </p:txBody>
      </p:sp>
      <p:sp>
        <p:nvSpPr>
          <p:cNvPr id="49" name="TextBox 48">
            <a:extLst>
              <a:ext uri="{FF2B5EF4-FFF2-40B4-BE49-F238E27FC236}">
                <a16:creationId xmlns:a16="http://schemas.microsoft.com/office/drawing/2014/main" id="{B6920ECB-CA63-A6D9-2E3A-DA23BA7DBABA}"/>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9DFA7725-8035-15D5-EFE4-3637CF511376}"/>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98F9D30F-9ABF-5195-4752-EF7679B3280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FA114ACD-F2D9-1D98-05B9-77091ADEA33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EC877DBC-5C89-5007-1652-C790FDC6737A}"/>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B41DBB7-BA50-216B-20CA-6EC7B6DF0AB5}"/>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FA082E26-B9C9-7EA3-AFFF-16F51183BB7B}"/>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B3122D6-0437-087B-720E-72AF785948C2}"/>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29" name="TextBox 28">
            <a:extLst>
              <a:ext uri="{FF2B5EF4-FFF2-40B4-BE49-F238E27FC236}">
                <a16:creationId xmlns:a16="http://schemas.microsoft.com/office/drawing/2014/main" id="{1596D07A-173F-0306-3FF4-131BB0C131AD}"/>
              </a:ext>
            </a:extLst>
          </p:cNvPr>
          <p:cNvSpPr txBox="1"/>
          <p:nvPr/>
        </p:nvSpPr>
        <p:spPr>
          <a:xfrm>
            <a:off x="5147734" y="3406653"/>
            <a:ext cx="570089" cy="230832"/>
          </a:xfrm>
          <a:prstGeom prst="rect">
            <a:avLst/>
          </a:prstGeom>
          <a:solidFill>
            <a:schemeClr val="accent4">
              <a:lumMod val="20000"/>
              <a:lumOff val="80000"/>
            </a:schemeClr>
          </a:solidFill>
        </p:spPr>
        <p:txBody>
          <a:bodyPr wrap="square" rtlCol="0">
            <a:spAutoFit/>
          </a:bodyPr>
          <a:lstStyle/>
          <a:p>
            <a:pPr algn="ctr"/>
            <a:r>
              <a:rPr lang="en-US" sz="900" dirty="0"/>
              <a:t>64</a:t>
            </a:r>
          </a:p>
        </p:txBody>
      </p:sp>
      <p:sp>
        <p:nvSpPr>
          <p:cNvPr id="30" name="TextBox 29">
            <a:extLst>
              <a:ext uri="{FF2B5EF4-FFF2-40B4-BE49-F238E27FC236}">
                <a16:creationId xmlns:a16="http://schemas.microsoft.com/office/drawing/2014/main" id="{DADF6B8C-C76B-BA08-2F9B-72335184CE7E}"/>
              </a:ext>
            </a:extLst>
          </p:cNvPr>
          <p:cNvSpPr txBox="1"/>
          <p:nvPr/>
        </p:nvSpPr>
        <p:spPr>
          <a:xfrm>
            <a:off x="5650090" y="3406653"/>
            <a:ext cx="570089" cy="230832"/>
          </a:xfrm>
          <a:prstGeom prst="rect">
            <a:avLst/>
          </a:prstGeom>
          <a:solidFill>
            <a:schemeClr val="accent4">
              <a:lumMod val="20000"/>
              <a:lumOff val="80000"/>
            </a:schemeClr>
          </a:solidFill>
        </p:spPr>
        <p:txBody>
          <a:bodyPr wrap="square" rtlCol="0">
            <a:spAutoFit/>
          </a:bodyPr>
          <a:lstStyle/>
          <a:p>
            <a:pPr algn="ctr"/>
            <a:r>
              <a:rPr lang="en-US" sz="900" dirty="0"/>
              <a:t>48</a:t>
            </a:r>
          </a:p>
        </p:txBody>
      </p:sp>
      <p:sp>
        <p:nvSpPr>
          <p:cNvPr id="32" name="TextBox 31">
            <a:extLst>
              <a:ext uri="{FF2B5EF4-FFF2-40B4-BE49-F238E27FC236}">
                <a16:creationId xmlns:a16="http://schemas.microsoft.com/office/drawing/2014/main" id="{C776E4C9-EC7A-A961-6FFB-F43E8026D59F}"/>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5ADC7301-9A49-18EC-2705-6BC799610F77}"/>
              </a:ext>
            </a:extLst>
          </p:cNvPr>
          <p:cNvSpPr txBox="1"/>
          <p:nvPr/>
        </p:nvSpPr>
        <p:spPr>
          <a:xfrm>
            <a:off x="6152446" y="4909484"/>
            <a:ext cx="570089" cy="230832"/>
          </a:xfrm>
          <a:prstGeom prst="rect">
            <a:avLst/>
          </a:prstGeom>
          <a:noFill/>
        </p:spPr>
        <p:txBody>
          <a:bodyPr wrap="square" rtlCol="0">
            <a:spAutoFit/>
          </a:bodyPr>
          <a:lstStyle/>
          <a:p>
            <a:pPr algn="ctr"/>
            <a:r>
              <a:rPr lang="en-US" sz="900" dirty="0"/>
              <a:t>47</a:t>
            </a:r>
          </a:p>
        </p:txBody>
      </p:sp>
      <p:sp>
        <p:nvSpPr>
          <p:cNvPr id="56" name="TextBox 55">
            <a:extLst>
              <a:ext uri="{FF2B5EF4-FFF2-40B4-BE49-F238E27FC236}">
                <a16:creationId xmlns:a16="http://schemas.microsoft.com/office/drawing/2014/main" id="{50171C87-B1AD-0B44-0951-DBDE4329F463}"/>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77DBE03B-CD16-4502-3914-64677409EF8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796DF8C0-CD9E-D308-8242-F8408667574C}"/>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8E571F85-C3B6-F47A-22D7-9F5E196562FF}"/>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B790648D-C32B-2607-7887-1FC2EF086695}"/>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6507C420-97F0-C4AF-D5D9-52D7DAE2ABD0}"/>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13206FE9-644B-57D8-4020-75C06712157B}"/>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55640DCB-8765-EB07-7584-CBBF5FE37FBE}"/>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ABC03BF9-FA21-0283-345A-2D8A0DA2BA03}"/>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F9C5D32A-F844-9BF9-FB11-E2DEAA3760FE}"/>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E02168CE-3C33-923F-498F-597E3B3EDC77}"/>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D211C191-17A2-9B2C-1539-0FD2577D605A}"/>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DC4403BA-9F12-CF00-E7E4-8C31AB0F67B7}"/>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B3F3EB43-9FD7-99B0-6F03-188FAA3FC21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FA13CE71-8F23-4C9E-457F-322A981AFD4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DF7799D2-014C-9FAA-8A2B-43E41722FF73}"/>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15C7B4B1-4432-D30F-D0E6-21E8FCD6CB57}"/>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8FAB7EC6-B5EA-6A0F-02B1-1F1E69882E0C}"/>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653211AA-D05E-3E8A-C6B4-5B8EAAAAA431}"/>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40D87C25-CA70-CED7-3811-611AA54063C8}"/>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902DAABF-F203-8FAB-30BC-BD3369385B95}"/>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E8B313B4-6091-E8BF-D967-4F42C021EB1B}"/>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86836ACE-8E27-38D7-BA76-CA7A04DE2778}"/>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BBBEDAB3-876B-5424-B393-394C9B13877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1E41DBE4-1CB0-DC7D-DF71-1164EB7FFACD}"/>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9409A61-FED0-5450-45BF-5213F0A0C338}"/>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E1F82A4-71E4-ED0A-995C-AA3137E72AA1}"/>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BD636F4-C8E6-7D2F-1E55-FA3F12C8FB28}"/>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A0C9E1F-5C38-4D80-C514-8F7E8F942E1D}"/>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C504679-4DD1-2608-BA5E-9445DFACB045}"/>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6BEEBBA2-898E-1A84-5930-ED7F6077601A}"/>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F61A75C2-30E0-346C-2B67-7314FC3CD1B6}"/>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7DC06E2D-771B-ED14-594C-C07066994AAF}"/>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5EF36E8F-FB1B-2F6A-29F6-388285DDBD5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011FE756-4C39-3556-730D-8F9327954A69}"/>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8D2B6525-7E12-69AF-007F-F1DA8BD246F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D95EC563-F161-923F-CE2F-8952F5AC63DA}"/>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6BB68DC-10D5-4721-B509-86C1F876D8B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4745B852-B1B9-C5E4-4AFD-BC32AEDF623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853BA289-0206-CC5A-90C0-0B1A1D3C6A4E}"/>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34BD2FB9-3354-2DAC-0C66-96864C6DAFBF}"/>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C66E1B27-ED1A-B75D-266E-6865F83288C4}"/>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22E3F914-53EA-843B-A97A-0A08A7A57CE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C63521A8-33EA-082D-630C-648FC44AC65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423D1E5-DD4B-FC53-5FE6-8D15C1E40EC3}"/>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325C6377-45EE-3EDC-CA9D-F2B601A6A454}"/>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8732D368-48E8-2360-ECA0-AAAC55717372}"/>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136EE1A8-207A-43C0-72D9-D42731C3D40A}"/>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36828454-1D97-EED9-4FF5-8C53633984ED}"/>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315A8AD5-9002-47F7-3F89-547BFB5085A8}"/>
              </a:ext>
            </a:extLst>
          </p:cNvPr>
          <p:cNvSpPr txBox="1"/>
          <p:nvPr/>
        </p:nvSpPr>
        <p:spPr>
          <a:xfrm>
            <a:off x="5147734" y="4909484"/>
            <a:ext cx="570089" cy="230832"/>
          </a:xfrm>
          <a:prstGeom prst="rect">
            <a:avLst/>
          </a:prstGeom>
          <a:noFill/>
        </p:spPr>
        <p:txBody>
          <a:bodyPr wrap="square" rtlCol="0">
            <a:spAutoFit/>
          </a:bodyPr>
          <a:lstStyle/>
          <a:p>
            <a:pPr algn="ctr"/>
            <a:r>
              <a:rPr lang="en-US" sz="900" dirty="0"/>
              <a:t>2345</a:t>
            </a:r>
          </a:p>
        </p:txBody>
      </p:sp>
      <p:sp>
        <p:nvSpPr>
          <p:cNvPr id="85" name="TextBox 84">
            <a:extLst>
              <a:ext uri="{FF2B5EF4-FFF2-40B4-BE49-F238E27FC236}">
                <a16:creationId xmlns:a16="http://schemas.microsoft.com/office/drawing/2014/main" id="{58F515E0-F7B7-0303-A46E-B21EE8E85E6F}"/>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F7D358A5-8449-A01C-4579-EC25BEE5646D}"/>
              </a:ext>
            </a:extLst>
          </p:cNvPr>
          <p:cNvSpPr txBox="1"/>
          <p:nvPr/>
        </p:nvSpPr>
        <p:spPr>
          <a:xfrm>
            <a:off x="5650090" y="4408541"/>
            <a:ext cx="570089" cy="230832"/>
          </a:xfrm>
          <a:prstGeom prst="rect">
            <a:avLst/>
          </a:prstGeom>
          <a:noFill/>
        </p:spPr>
        <p:txBody>
          <a:bodyPr wrap="square" rtlCol="0">
            <a:spAutoFit/>
          </a:bodyPr>
          <a:lstStyle/>
          <a:p>
            <a:pPr algn="ctr"/>
            <a:r>
              <a:rPr lang="en-US" sz="900" dirty="0"/>
              <a:t>147</a:t>
            </a:r>
          </a:p>
        </p:txBody>
      </p:sp>
      <p:sp>
        <p:nvSpPr>
          <p:cNvPr id="87" name="TextBox 86">
            <a:extLst>
              <a:ext uri="{FF2B5EF4-FFF2-40B4-BE49-F238E27FC236}">
                <a16:creationId xmlns:a16="http://schemas.microsoft.com/office/drawing/2014/main" id="{E7CA91B7-6EFA-0E94-F15F-A55D6914E4B7}"/>
              </a:ext>
            </a:extLst>
          </p:cNvPr>
          <p:cNvSpPr txBox="1"/>
          <p:nvPr/>
        </p:nvSpPr>
        <p:spPr>
          <a:xfrm>
            <a:off x="5650090" y="4909484"/>
            <a:ext cx="570089" cy="230832"/>
          </a:xfrm>
          <a:prstGeom prst="rect">
            <a:avLst/>
          </a:prstGeom>
          <a:noFill/>
        </p:spPr>
        <p:txBody>
          <a:bodyPr wrap="square" rtlCol="0">
            <a:spAutoFit/>
          </a:bodyPr>
          <a:lstStyle/>
          <a:p>
            <a:pPr algn="ctr"/>
            <a:r>
              <a:rPr lang="en-US" sz="900" dirty="0"/>
              <a:t>147</a:t>
            </a:r>
          </a:p>
        </p:txBody>
      </p:sp>
      <p:sp>
        <p:nvSpPr>
          <p:cNvPr id="88" name="TextBox 87">
            <a:extLst>
              <a:ext uri="{FF2B5EF4-FFF2-40B4-BE49-F238E27FC236}">
                <a16:creationId xmlns:a16="http://schemas.microsoft.com/office/drawing/2014/main" id="{8C0ED3FB-2B8A-B79B-9352-CFEB9928D859}"/>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E9C95FA7-C29C-B9C8-FB90-E24B842C16D2}"/>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1482122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8DE5D-48F0-9E5E-AA5A-34394D9F3F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E48B7CF-EDFA-13BE-0CB3-738682AE5437}"/>
              </a:ext>
            </a:extLst>
          </p:cNvPr>
          <p:cNvSpPr>
            <a:spLocks noGrp="1"/>
          </p:cNvSpPr>
          <p:nvPr>
            <p:ph sz="half" idx="1"/>
          </p:nvPr>
        </p:nvSpPr>
        <p:spPr/>
        <p:txBody>
          <a:bodyPr>
            <a:normAutofit/>
          </a:bodyPr>
          <a:lstStyle/>
          <a:p>
            <a:r>
              <a:rPr lang="en-US" dirty="0"/>
              <a:t>We need to bifurcate again. Starting with the first possibilities of the blue pairs.</a:t>
            </a:r>
          </a:p>
        </p:txBody>
      </p:sp>
      <p:pic>
        <p:nvPicPr>
          <p:cNvPr id="4" name="Picture 3" descr="A grid of sudoku puzzle&#10;&#10;Description automatically generated">
            <a:extLst>
              <a:ext uri="{FF2B5EF4-FFF2-40B4-BE49-F238E27FC236}">
                <a16:creationId xmlns:a16="http://schemas.microsoft.com/office/drawing/2014/main" id="{7E69D82D-A375-75B2-82B9-F35DD7295F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99383D4-423A-D160-F293-32DE89EBC9C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5CA43FF-B55B-6BC8-FBB7-F720398B348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E26E641-DE3C-6540-492C-7BA912FCC8C9}"/>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DC0869B2-6CAC-2614-9F1E-8A240E9A5A66}"/>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91510C5A-C488-8AE1-9A47-5397147D9C06}"/>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602DD18E-F44F-2CE1-FCA3-521D6DE1C9A7}"/>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4E724696-9109-A87E-6049-34C04185F64A}"/>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A6D0B52A-F023-AE0E-6BEC-152A44B92CDA}"/>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37BF0D1-C478-0E4F-354D-A726EB2F293F}"/>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6DF88077-71B4-4021-DD08-54AA6F4E256A}"/>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19721A37-ED00-1EBB-0FEF-E8C2677CCE6B}"/>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8132D7FA-5E48-58A2-015E-D403782D6BC1}"/>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A43C6B5E-67C3-C5F6-079A-8B8C60516492}"/>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C98574BC-18CA-B9B5-7FD2-87A4C1FBE01A}"/>
              </a:ext>
            </a:extLst>
          </p:cNvPr>
          <p:cNvSpPr txBox="1"/>
          <p:nvPr/>
        </p:nvSpPr>
        <p:spPr>
          <a:xfrm>
            <a:off x="5650090" y="2905709"/>
            <a:ext cx="570089" cy="230832"/>
          </a:xfrm>
          <a:prstGeom prst="rect">
            <a:avLst/>
          </a:prstGeom>
          <a:noFill/>
        </p:spPr>
        <p:txBody>
          <a:bodyPr wrap="square" rtlCol="0">
            <a:spAutoFit/>
          </a:bodyPr>
          <a:lstStyle/>
          <a:p>
            <a:pPr algn="ctr"/>
            <a:r>
              <a:rPr lang="en-US" sz="900" dirty="0"/>
              <a:t>38</a:t>
            </a:r>
          </a:p>
        </p:txBody>
      </p:sp>
      <p:sp>
        <p:nvSpPr>
          <p:cNvPr id="49" name="TextBox 48">
            <a:extLst>
              <a:ext uri="{FF2B5EF4-FFF2-40B4-BE49-F238E27FC236}">
                <a16:creationId xmlns:a16="http://schemas.microsoft.com/office/drawing/2014/main" id="{471B9ACF-9C08-1693-AEE6-4AA5A18138D8}"/>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217713EF-1917-8BEE-1062-B459132344C6}"/>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6F499293-0474-B36D-9D57-78827B3525E4}"/>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824E036-BD5B-A53F-717F-69C84825BAB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32BE7DDE-EA90-5473-1D55-4A22A38CA07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01008CA-C5EC-97CE-1D99-FF5C08976EE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51819983-674C-5D0C-F21E-C7B4F692933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D93195A-5265-A4DC-8FA2-36D1AE2FCDBD}"/>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3EB5F4D8-E45B-5D68-4112-C6A2F0D90136}"/>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DF85EDC4-37E4-D8C3-0DC5-610AC915A40A}"/>
              </a:ext>
            </a:extLst>
          </p:cNvPr>
          <p:cNvSpPr txBox="1"/>
          <p:nvPr/>
        </p:nvSpPr>
        <p:spPr>
          <a:xfrm>
            <a:off x="6152446" y="4909484"/>
            <a:ext cx="570089" cy="230832"/>
          </a:xfrm>
          <a:prstGeom prst="rect">
            <a:avLst/>
          </a:prstGeom>
          <a:noFill/>
        </p:spPr>
        <p:txBody>
          <a:bodyPr wrap="square" rtlCol="0">
            <a:spAutoFit/>
          </a:bodyPr>
          <a:lstStyle/>
          <a:p>
            <a:pPr algn="ctr"/>
            <a:r>
              <a:rPr lang="en-US" sz="900" dirty="0"/>
              <a:t>47</a:t>
            </a:r>
          </a:p>
        </p:txBody>
      </p:sp>
      <p:sp>
        <p:nvSpPr>
          <p:cNvPr id="56" name="TextBox 55">
            <a:extLst>
              <a:ext uri="{FF2B5EF4-FFF2-40B4-BE49-F238E27FC236}">
                <a16:creationId xmlns:a16="http://schemas.microsoft.com/office/drawing/2014/main" id="{CF2DFEBE-0134-E3CD-0F4A-469FCC7E840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794CBED-FD77-BE28-06D7-5256EB70861C}"/>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057EE1A9-5CFD-0A2F-DF1D-2CD75CDE674F}"/>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4C1C1BD4-EEEC-7178-B6B0-7FBE479200E5}"/>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D44DC035-64F7-AA31-0CE5-9044EE4A4811}"/>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7D8104E1-368D-A35D-2A39-04C815469A73}"/>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79B48CB1-5219-7144-2D69-B296E141F7C5}"/>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905D50E5-2A88-63D0-1644-547C4A2A4DA1}"/>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3B70513B-B140-F992-FB10-7259253B160C}"/>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541C6BB4-11DA-5256-A9D2-0CCD441A8E93}"/>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A1C0E704-24DB-9753-7D03-BDA8AFCBC9E5}"/>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C5A3EAA-638E-193C-0A9E-8311485A5409}"/>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97B40C8-C0D4-5DA5-018D-0AC36D953F14}"/>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C7ACDE21-D5E9-38E2-ABE3-2119FA428AC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708311A-A65E-EC72-52C7-1F542F0AD26E}"/>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4EBE8441-927F-A92F-9791-90CD5161E531}"/>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B36EDCBF-617B-8637-A18A-0211A95A51BE}"/>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2C2F6983-65DA-81B9-C660-2E4F75962D72}"/>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4EB20038-D146-A273-63B3-DD4FD5C09AD2}"/>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8377B6AE-63D2-372C-3426-315879549647}"/>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A758BE1A-CEEF-59F5-45DC-7D8297C65ECE}"/>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87C70865-2666-397F-AC58-43504CF4E69F}"/>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937EF90D-AB2F-683B-A8B5-9E6F65A3D1D8}"/>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CED5B73D-9EB4-5219-3225-CAAF2A271B2B}"/>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72F45F1E-6AB5-EC69-853B-A60D7D9504E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AB13901-3682-02DC-6F9A-36FB4E30E7B2}"/>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1BD5730C-D340-1332-E00C-D448C3E56841}"/>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3DA07991-5EB7-DB60-BF12-DB063FA502FF}"/>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E40C2794-D109-E54B-F192-0312CB051642}"/>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0561BC1-855B-526B-564C-5F08BFE1D99E}"/>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9A4D56A8-EEEC-1CE6-D42D-614E3E2B3BC6}"/>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ACCB9F0-5A04-4FC7-0F55-87CE1D38EE73}"/>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9698CCA4-1ED7-3B13-D780-5CBFEE477F32}"/>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C70DDCB3-3636-14C1-1C0C-E6C103F518A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260AB8EF-E037-9DA6-C576-28842B085CC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A00B9929-F842-4C99-8B8F-A47DFCADD5F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11570602-9B08-F111-B6E4-C4CC62904481}"/>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F07D25D-2742-F238-0ED4-C580B925E775}"/>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8BA349A-CB02-D2B3-8E46-11078DAF22D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21B70F18-0DFC-DAEA-C188-B7D16DCC6140}"/>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066F1C44-07DA-8FB3-C4B3-E7749F00C445}"/>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63106E57-5592-6963-AAF2-FC1E55463B6C}"/>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D4E14AA2-36CB-EEFF-C9BE-694D1DBFA6E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6B8A01E0-3500-3496-C309-BB7340DC3EF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6A4BAB7-0F7E-B8B6-0488-5B454D947EB2}"/>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04144B6F-C1CE-86A5-77B0-14CACEF12711}"/>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F996AFB7-AFFD-D9FC-D40D-55727E1E798D}"/>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7722C728-902C-82EF-9C63-5D15CF65D07B}"/>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9A3A989F-87DD-5368-6083-D86450B33A6C}"/>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23112C62-668F-3162-A055-7FBA3FBD92B7}"/>
              </a:ext>
            </a:extLst>
          </p:cNvPr>
          <p:cNvSpPr txBox="1"/>
          <p:nvPr/>
        </p:nvSpPr>
        <p:spPr>
          <a:xfrm>
            <a:off x="5147734" y="4909484"/>
            <a:ext cx="570089" cy="230832"/>
          </a:xfrm>
          <a:prstGeom prst="rect">
            <a:avLst/>
          </a:prstGeom>
          <a:noFill/>
        </p:spPr>
        <p:txBody>
          <a:bodyPr wrap="square" rtlCol="0">
            <a:spAutoFit/>
          </a:bodyPr>
          <a:lstStyle/>
          <a:p>
            <a:pPr algn="ctr"/>
            <a:r>
              <a:rPr lang="en-US" sz="900" dirty="0"/>
              <a:t>2345</a:t>
            </a:r>
          </a:p>
        </p:txBody>
      </p:sp>
      <p:sp>
        <p:nvSpPr>
          <p:cNvPr id="85" name="TextBox 84">
            <a:extLst>
              <a:ext uri="{FF2B5EF4-FFF2-40B4-BE49-F238E27FC236}">
                <a16:creationId xmlns:a16="http://schemas.microsoft.com/office/drawing/2014/main" id="{DFE22970-BDF1-4EB1-46EF-C2A19AC2C64C}"/>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AFA0DDA0-D66A-AEC8-56B4-A304A3C808AE}"/>
              </a:ext>
            </a:extLst>
          </p:cNvPr>
          <p:cNvSpPr txBox="1"/>
          <p:nvPr/>
        </p:nvSpPr>
        <p:spPr>
          <a:xfrm>
            <a:off x="5650090" y="4408541"/>
            <a:ext cx="570089" cy="230832"/>
          </a:xfrm>
          <a:prstGeom prst="rect">
            <a:avLst/>
          </a:prstGeom>
          <a:noFill/>
        </p:spPr>
        <p:txBody>
          <a:bodyPr wrap="square" rtlCol="0">
            <a:spAutoFit/>
          </a:bodyPr>
          <a:lstStyle/>
          <a:p>
            <a:pPr algn="ctr"/>
            <a:r>
              <a:rPr lang="en-US" sz="900" dirty="0"/>
              <a:t>147</a:t>
            </a:r>
          </a:p>
        </p:txBody>
      </p:sp>
      <p:sp>
        <p:nvSpPr>
          <p:cNvPr id="87" name="TextBox 86">
            <a:extLst>
              <a:ext uri="{FF2B5EF4-FFF2-40B4-BE49-F238E27FC236}">
                <a16:creationId xmlns:a16="http://schemas.microsoft.com/office/drawing/2014/main" id="{8759B227-F6B0-A93B-C58F-0B303EBED65D}"/>
              </a:ext>
            </a:extLst>
          </p:cNvPr>
          <p:cNvSpPr txBox="1"/>
          <p:nvPr/>
        </p:nvSpPr>
        <p:spPr>
          <a:xfrm>
            <a:off x="5650090" y="4909484"/>
            <a:ext cx="570089" cy="230832"/>
          </a:xfrm>
          <a:prstGeom prst="rect">
            <a:avLst/>
          </a:prstGeom>
          <a:noFill/>
        </p:spPr>
        <p:txBody>
          <a:bodyPr wrap="square" rtlCol="0">
            <a:spAutoFit/>
          </a:bodyPr>
          <a:lstStyle/>
          <a:p>
            <a:pPr algn="ctr"/>
            <a:r>
              <a:rPr lang="en-US" sz="900" dirty="0"/>
              <a:t>147</a:t>
            </a:r>
          </a:p>
        </p:txBody>
      </p:sp>
      <p:sp>
        <p:nvSpPr>
          <p:cNvPr id="88" name="TextBox 87">
            <a:extLst>
              <a:ext uri="{FF2B5EF4-FFF2-40B4-BE49-F238E27FC236}">
                <a16:creationId xmlns:a16="http://schemas.microsoft.com/office/drawing/2014/main" id="{B9703044-292A-AC5C-4636-8FF0A748A0A7}"/>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EB25F457-03E9-DA45-B446-9FAA296A5327}"/>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9AE69BE3-6D76-9CF9-6196-AF7D169D5202}"/>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B3EC4566-460D-9026-ED35-99668C2B6A92}"/>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D7D788B4-13C5-2FF2-6AA9-074E888780F9}"/>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952899C4-660D-0CC2-E043-F4159F6C419E}"/>
              </a:ext>
            </a:extLst>
          </p:cNvPr>
          <p:cNvSpPr txBox="1"/>
          <p:nvPr/>
        </p:nvSpPr>
        <p:spPr>
          <a:xfrm>
            <a:off x="6214537" y="3237891"/>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EFDCF0F6-8269-4941-5633-BB6ED286D3F6}"/>
              </a:ext>
            </a:extLst>
          </p:cNvPr>
          <p:cNvSpPr txBox="1"/>
          <p:nvPr/>
        </p:nvSpPr>
        <p:spPr>
          <a:xfrm>
            <a:off x="6214537" y="374122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42449058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18E7F-4F29-6083-B1CA-31C03BA559E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683990-76AD-2CCA-9C45-37EC596F6D3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4AC9D6B-DF29-187F-4005-B7B18DAD595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4ACC3B6-A648-B17B-1C24-A4F394DE71C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FAD669A-9002-57A4-7773-750A47F5936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3CE6579-CA2B-06C8-822F-A15CC27FCED7}"/>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66CD7D13-E3F7-67CB-6FDC-1F0D8F161985}"/>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A20BD52A-D94D-BA93-A13C-CAF49FBA5CBA}"/>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EBAE00BA-2E79-49E9-DBB4-10CD91D477D8}"/>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70F4ACE9-3478-879A-FDA3-670D54BAC1D6}"/>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F86F12EF-73B0-AD63-BC18-297C8F87E26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297B2631-0C3B-74BF-FED6-ED1543F499C4}"/>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F30BCBAD-D706-03CA-4485-61AE95CBB707}"/>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D98272AF-5303-B58B-3478-A1BFEEB6AE85}"/>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2EA08F5B-1DB9-54D6-9472-CC3D30E96B6B}"/>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2A1DE0B0-27F2-F770-354E-F059F853A49A}"/>
              </a:ext>
            </a:extLst>
          </p:cNvPr>
          <p:cNvSpPr txBox="1"/>
          <p:nvPr/>
        </p:nvSpPr>
        <p:spPr>
          <a:xfrm>
            <a:off x="5147734" y="2905709"/>
            <a:ext cx="570089" cy="230832"/>
          </a:xfrm>
          <a:prstGeom prst="rect">
            <a:avLst/>
          </a:prstGeom>
          <a:noFill/>
        </p:spPr>
        <p:txBody>
          <a:bodyPr wrap="square" rtlCol="0">
            <a:spAutoFit/>
          </a:bodyPr>
          <a:lstStyle/>
          <a:p>
            <a:pPr algn="ctr"/>
            <a:r>
              <a:rPr lang="en-US" sz="900" dirty="0"/>
              <a:t>35</a:t>
            </a:r>
          </a:p>
        </p:txBody>
      </p:sp>
      <p:sp>
        <p:nvSpPr>
          <p:cNvPr id="45" name="TextBox 44">
            <a:extLst>
              <a:ext uri="{FF2B5EF4-FFF2-40B4-BE49-F238E27FC236}">
                <a16:creationId xmlns:a16="http://schemas.microsoft.com/office/drawing/2014/main" id="{E3FEB1FE-3E61-E383-84DA-BD6C0A4B37F8}"/>
              </a:ext>
            </a:extLst>
          </p:cNvPr>
          <p:cNvSpPr txBox="1"/>
          <p:nvPr/>
        </p:nvSpPr>
        <p:spPr>
          <a:xfrm>
            <a:off x="5650090" y="2905709"/>
            <a:ext cx="570089" cy="230832"/>
          </a:xfrm>
          <a:prstGeom prst="rect">
            <a:avLst/>
          </a:prstGeom>
          <a:noFill/>
        </p:spPr>
        <p:txBody>
          <a:bodyPr wrap="square" rtlCol="0">
            <a:spAutoFit/>
          </a:bodyPr>
          <a:lstStyle/>
          <a:p>
            <a:pPr algn="ctr"/>
            <a:r>
              <a:rPr lang="en-US" sz="900" dirty="0"/>
              <a:t>83</a:t>
            </a:r>
          </a:p>
        </p:txBody>
      </p:sp>
      <p:sp>
        <p:nvSpPr>
          <p:cNvPr id="49" name="TextBox 48">
            <a:extLst>
              <a:ext uri="{FF2B5EF4-FFF2-40B4-BE49-F238E27FC236}">
                <a16:creationId xmlns:a16="http://schemas.microsoft.com/office/drawing/2014/main" id="{4BA85DF5-02AF-757F-8A25-8A3984736AFF}"/>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99E689C3-F465-3EED-3C12-F11B45CC66F9}"/>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C007853C-F499-2C08-5BF8-DC738FFC1C1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A1165AC-9053-9714-4C7C-8459183D5118}"/>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33A36419-60F7-29AD-35BF-DC5F30F89495}"/>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4664D406-785E-CF28-5851-87B43F40EB3F}"/>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C15D38F2-57F1-7E8C-D2CC-43EE916B9426}"/>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651671DB-18F9-3D44-F5DD-D940CFCC0754}"/>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7318B926-5EEA-293C-9BE6-6F70E516CB3C}"/>
              </a:ext>
            </a:extLst>
          </p:cNvPr>
          <p:cNvSpPr txBox="1"/>
          <p:nvPr/>
        </p:nvSpPr>
        <p:spPr>
          <a:xfrm>
            <a:off x="6152446" y="4408541"/>
            <a:ext cx="570089" cy="230832"/>
          </a:xfrm>
          <a:prstGeom prst="rect">
            <a:avLst/>
          </a:prstGeom>
          <a:noFill/>
        </p:spPr>
        <p:txBody>
          <a:bodyPr wrap="square" rtlCol="0">
            <a:spAutoFit/>
          </a:bodyPr>
          <a:lstStyle/>
          <a:p>
            <a:pPr algn="ctr"/>
            <a:r>
              <a:rPr lang="en-US" sz="900" dirty="0"/>
              <a:t>74</a:t>
            </a:r>
          </a:p>
        </p:txBody>
      </p:sp>
      <p:sp>
        <p:nvSpPr>
          <p:cNvPr id="55" name="TextBox 54">
            <a:extLst>
              <a:ext uri="{FF2B5EF4-FFF2-40B4-BE49-F238E27FC236}">
                <a16:creationId xmlns:a16="http://schemas.microsoft.com/office/drawing/2014/main" id="{DFE5C7A1-22EE-4258-A305-37F7F167CC87}"/>
              </a:ext>
            </a:extLst>
          </p:cNvPr>
          <p:cNvSpPr txBox="1"/>
          <p:nvPr/>
        </p:nvSpPr>
        <p:spPr>
          <a:xfrm>
            <a:off x="6152446" y="4909484"/>
            <a:ext cx="570089" cy="230832"/>
          </a:xfrm>
          <a:prstGeom prst="rect">
            <a:avLst/>
          </a:prstGeom>
          <a:noFill/>
        </p:spPr>
        <p:txBody>
          <a:bodyPr wrap="square" rtlCol="0">
            <a:spAutoFit/>
          </a:bodyPr>
          <a:lstStyle/>
          <a:p>
            <a:pPr algn="ctr"/>
            <a:r>
              <a:rPr lang="en-US" sz="900" dirty="0"/>
              <a:t>47</a:t>
            </a:r>
          </a:p>
        </p:txBody>
      </p:sp>
      <p:sp>
        <p:nvSpPr>
          <p:cNvPr id="56" name="TextBox 55">
            <a:extLst>
              <a:ext uri="{FF2B5EF4-FFF2-40B4-BE49-F238E27FC236}">
                <a16:creationId xmlns:a16="http://schemas.microsoft.com/office/drawing/2014/main" id="{C695A04D-06BF-BCD9-D134-74BF077C656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6E0B59B-79FA-CA1C-D385-A15A69D7EC8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3C78B73A-0F9A-DBEF-1F43-8FB629C4F324}"/>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B58C3E72-46E2-67DA-6EBE-D4DFCECC1CEE}"/>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C6252C12-34D1-BEF1-24C2-3F493D938DA9}"/>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87372863-15FE-F8FF-72B8-C34FB05E9E06}"/>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B1EFB06B-CEB2-82F4-82A5-29FA6FDCD7A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DAAB231F-6722-1EB1-99FD-7F035BF53044}"/>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7FFE5350-29EF-5858-8712-0E3965059F2A}"/>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EF3C9191-EEB4-EA6D-BEA2-863AABD65F71}"/>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8ADFD5D7-CC80-0E93-71D7-6049A6EB8E29}"/>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0F89B411-59D4-2362-C349-6A244A770BB2}"/>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F65B3A47-7610-EAFC-5BD8-0BEE1D249EEA}"/>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9D41408-3297-33C7-F0D7-0763B18B7363}"/>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4ACFF41-60AE-FC95-0BE7-976A7DC5A91A}"/>
              </a:ext>
            </a:extLst>
          </p:cNvPr>
          <p:cNvSpPr txBox="1"/>
          <p:nvPr/>
        </p:nvSpPr>
        <p:spPr>
          <a:xfrm>
            <a:off x="3138310" y="3907597"/>
            <a:ext cx="570089" cy="230832"/>
          </a:xfrm>
          <a:prstGeom prst="rect">
            <a:avLst/>
          </a:prstGeom>
          <a:noFill/>
        </p:spPr>
        <p:txBody>
          <a:bodyPr wrap="square" rtlCol="0">
            <a:spAutoFit/>
          </a:bodyPr>
          <a:lstStyle/>
          <a:p>
            <a:pPr algn="ctr"/>
            <a:r>
              <a:rPr lang="en-US" sz="900" dirty="0"/>
              <a:t>48</a:t>
            </a:r>
          </a:p>
        </p:txBody>
      </p:sp>
      <p:sp>
        <p:nvSpPr>
          <p:cNvPr id="72" name="TextBox 71">
            <a:extLst>
              <a:ext uri="{FF2B5EF4-FFF2-40B4-BE49-F238E27FC236}">
                <a16:creationId xmlns:a16="http://schemas.microsoft.com/office/drawing/2014/main" id="{337B5769-D9F9-1201-481C-E8474630C57D}"/>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EDEBF9F0-357E-72AB-8018-2F0F369346E9}"/>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175CDA8F-A277-B239-0800-77753642524F}"/>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3B5525A0-3A07-DD4B-21D1-5D2036A11F21}"/>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49FBEBB9-D22F-DD1E-3F61-0FC632F65574}"/>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93E5F1B6-46AC-65FF-7FDD-FB1AFE7A3A12}"/>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FD0DEA06-0B44-9FF6-CFF5-8B9C911F3CEE}"/>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EBD463D6-55A4-8A4A-4B30-45FA50C85024}"/>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57CE236-152E-7F2B-EFFD-966902369B85}"/>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46983D0-A326-FBFC-631D-1B8DD044F24A}"/>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2FC3B59-62E9-0B17-6082-8303DF041FE5}"/>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ABE4C229-9243-0175-A9F3-B910DD6E155B}"/>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6F6AD46-C72B-ABD3-EE55-DB5B53087177}"/>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AF37B5A-C215-7A43-0752-0C6BC7344BD2}"/>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7CADBAC-A65E-57FB-A01D-5D2A8F2F9C15}"/>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3B2A5524-3FC1-E1D1-874D-E4EC88080ABA}"/>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948B704C-5E85-8C87-1D64-402FC72FC72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5BA44F4F-7324-81AF-6F0F-1958771305BC}"/>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45C8A65D-1F7B-D9E2-4352-2A778DAFDFDA}"/>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C132DBEC-327A-76BF-5224-7AEE3E4F8D00}"/>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E7856BE5-9D1F-C99A-8E3A-91632CBBDBC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BB513283-4F03-1DCE-6A44-E35B78DD6620}"/>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956C39B4-F0B4-2FCA-6AEB-305FEB0CE402}"/>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C8C0C50-95B6-644C-B66A-8DBFB8B80A3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F49DC14E-3E12-8195-5EBF-A68DEE898147}"/>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573ADC00-7490-D9D4-0E8C-8AE0DB8EB7CF}"/>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7C12B2D-E1B7-7A94-FC9F-32242CC3B41B}"/>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811ABDF0-C068-18EB-E341-ADA058FBB33C}"/>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B348179C-6E8B-EE4D-D657-52E03FF89A27}"/>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28217CA0-FE91-06A0-E6D8-0A13852C7EA5}"/>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6EE15E83-C482-0D0E-268C-5A527F649FB6}"/>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2FB389D0-B18B-9A90-3124-CC7E2C8DCC93}"/>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533265AB-9DD2-3BC5-EA1C-4425F3E750E1}"/>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41192450-64BC-1EC7-B6F2-67775437FF83}"/>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a:t>
            </a:r>
          </a:p>
        </p:txBody>
      </p:sp>
      <p:sp>
        <p:nvSpPr>
          <p:cNvPr id="84" name="TextBox 83">
            <a:extLst>
              <a:ext uri="{FF2B5EF4-FFF2-40B4-BE49-F238E27FC236}">
                <a16:creationId xmlns:a16="http://schemas.microsoft.com/office/drawing/2014/main" id="{20418873-7DE0-0558-F15D-2A12248CA7FF}"/>
              </a:ext>
            </a:extLst>
          </p:cNvPr>
          <p:cNvSpPr txBox="1"/>
          <p:nvPr/>
        </p:nvSpPr>
        <p:spPr>
          <a:xfrm>
            <a:off x="5147734" y="4909484"/>
            <a:ext cx="570089" cy="230832"/>
          </a:xfrm>
          <a:prstGeom prst="rect">
            <a:avLst/>
          </a:prstGeom>
          <a:noFill/>
        </p:spPr>
        <p:txBody>
          <a:bodyPr wrap="square" rtlCol="0">
            <a:spAutoFit/>
          </a:bodyPr>
          <a:lstStyle/>
          <a:p>
            <a:pPr algn="ctr"/>
            <a:r>
              <a:rPr lang="en-US" sz="900" dirty="0"/>
              <a:t>2345</a:t>
            </a:r>
          </a:p>
        </p:txBody>
      </p:sp>
      <p:sp>
        <p:nvSpPr>
          <p:cNvPr id="85" name="TextBox 84">
            <a:extLst>
              <a:ext uri="{FF2B5EF4-FFF2-40B4-BE49-F238E27FC236}">
                <a16:creationId xmlns:a16="http://schemas.microsoft.com/office/drawing/2014/main" id="{6DA1D453-C322-F57A-DD83-FECB23A49458}"/>
              </a:ext>
            </a:extLst>
          </p:cNvPr>
          <p:cNvSpPr txBox="1"/>
          <p:nvPr/>
        </p:nvSpPr>
        <p:spPr>
          <a:xfrm>
            <a:off x="5650090" y="3907597"/>
            <a:ext cx="570089" cy="230832"/>
          </a:xfrm>
          <a:prstGeom prst="rect">
            <a:avLst/>
          </a:prstGeom>
          <a:noFill/>
        </p:spPr>
        <p:txBody>
          <a:bodyPr wrap="square" rtlCol="0">
            <a:spAutoFit/>
          </a:bodyPr>
          <a:lstStyle/>
          <a:p>
            <a:pPr algn="ctr"/>
            <a:r>
              <a:rPr lang="en-US" sz="900" dirty="0"/>
              <a:t>3789</a:t>
            </a:r>
          </a:p>
        </p:txBody>
      </p:sp>
      <p:sp>
        <p:nvSpPr>
          <p:cNvPr id="86" name="TextBox 85">
            <a:extLst>
              <a:ext uri="{FF2B5EF4-FFF2-40B4-BE49-F238E27FC236}">
                <a16:creationId xmlns:a16="http://schemas.microsoft.com/office/drawing/2014/main" id="{2575A108-2276-6EF7-B64B-61C54DD2FE83}"/>
              </a:ext>
            </a:extLst>
          </p:cNvPr>
          <p:cNvSpPr txBox="1"/>
          <p:nvPr/>
        </p:nvSpPr>
        <p:spPr>
          <a:xfrm>
            <a:off x="5650090" y="4408541"/>
            <a:ext cx="570089" cy="230832"/>
          </a:xfrm>
          <a:prstGeom prst="rect">
            <a:avLst/>
          </a:prstGeom>
          <a:noFill/>
        </p:spPr>
        <p:txBody>
          <a:bodyPr wrap="square" rtlCol="0">
            <a:spAutoFit/>
          </a:bodyPr>
          <a:lstStyle/>
          <a:p>
            <a:pPr algn="ctr"/>
            <a:r>
              <a:rPr lang="en-US" sz="900" dirty="0"/>
              <a:t>17</a:t>
            </a:r>
          </a:p>
        </p:txBody>
      </p:sp>
      <p:sp>
        <p:nvSpPr>
          <p:cNvPr id="87" name="TextBox 86">
            <a:extLst>
              <a:ext uri="{FF2B5EF4-FFF2-40B4-BE49-F238E27FC236}">
                <a16:creationId xmlns:a16="http://schemas.microsoft.com/office/drawing/2014/main" id="{D67A618F-DFAA-DC9B-CEE7-1FECFB159E1C}"/>
              </a:ext>
            </a:extLst>
          </p:cNvPr>
          <p:cNvSpPr txBox="1"/>
          <p:nvPr/>
        </p:nvSpPr>
        <p:spPr>
          <a:xfrm>
            <a:off x="5650090" y="4909484"/>
            <a:ext cx="570089" cy="230832"/>
          </a:xfrm>
          <a:prstGeom prst="rect">
            <a:avLst/>
          </a:prstGeom>
          <a:noFill/>
        </p:spPr>
        <p:txBody>
          <a:bodyPr wrap="square" rtlCol="0">
            <a:spAutoFit/>
          </a:bodyPr>
          <a:lstStyle/>
          <a:p>
            <a:pPr algn="ctr"/>
            <a:r>
              <a:rPr lang="en-US" sz="900" dirty="0"/>
              <a:t>71</a:t>
            </a:r>
          </a:p>
        </p:txBody>
      </p:sp>
      <p:sp>
        <p:nvSpPr>
          <p:cNvPr id="88" name="TextBox 87">
            <a:extLst>
              <a:ext uri="{FF2B5EF4-FFF2-40B4-BE49-F238E27FC236}">
                <a16:creationId xmlns:a16="http://schemas.microsoft.com/office/drawing/2014/main" id="{1D42D1C6-8810-3BA8-D204-07DF6F4AC19B}"/>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96A1F65C-BA1B-1975-40DD-262BF0EA651D}"/>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A0AB53D1-BC8A-242A-9FD7-6B505835E9DE}"/>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E0D54342-8F18-E3B2-5164-BE7CBB14DB0B}"/>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DC01F0E2-9CE7-949E-0E87-57E249E2C98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C1675C56-EDD7-35D7-6816-655FD36C9A1A}"/>
              </a:ext>
            </a:extLst>
          </p:cNvPr>
          <p:cNvSpPr txBox="1"/>
          <p:nvPr/>
        </p:nvSpPr>
        <p:spPr>
          <a:xfrm>
            <a:off x="6214537" y="3237891"/>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0DA39192-3A35-C02C-452C-1831DB92C55B}"/>
              </a:ext>
            </a:extLst>
          </p:cNvPr>
          <p:cNvSpPr txBox="1"/>
          <p:nvPr/>
        </p:nvSpPr>
        <p:spPr>
          <a:xfrm>
            <a:off x="6214537" y="374122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32318710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A0520-483A-895F-6BEA-5386FB443E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DE0281-13E4-1DD5-5020-23DEB9FD250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E375B6B-A981-A751-A822-7B0ECA4427F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3B26504-1094-093C-BD4C-BBAA766A321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2F5F5B8-6A5A-9481-0EE4-38EEFE40CE9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7B1071A-52BD-C2F9-9EEA-C92AE5A9F8B3}"/>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B2A93A62-AEEF-F250-1532-FA2CE3B8B0AB}"/>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6CC77956-79F4-CCB0-ACC2-2464A71FCFC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8" name="TextBox 27">
            <a:extLst>
              <a:ext uri="{FF2B5EF4-FFF2-40B4-BE49-F238E27FC236}">
                <a16:creationId xmlns:a16="http://schemas.microsoft.com/office/drawing/2014/main" id="{4C2E4F33-693F-352A-1084-E835A575ABB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C1FEF573-502F-F9F2-2FE3-1E2AD41F3B62}"/>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2D6BAB3A-F37B-C142-144D-8373E0B1242F}"/>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7A680498-FBFF-EDE6-C00F-AAADDF1AC756}"/>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21D0A573-3C88-D616-2507-0BB8657173D6}"/>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21FEF9CE-EA9E-24A9-CF85-9575AE3851E9}"/>
              </a:ext>
            </a:extLst>
          </p:cNvPr>
          <p:cNvSpPr txBox="1"/>
          <p:nvPr/>
        </p:nvSpPr>
        <p:spPr>
          <a:xfrm>
            <a:off x="5147734" y="2905709"/>
            <a:ext cx="570089" cy="230832"/>
          </a:xfrm>
          <a:prstGeom prst="rect">
            <a:avLst/>
          </a:prstGeom>
          <a:noFill/>
        </p:spPr>
        <p:txBody>
          <a:bodyPr wrap="square" rtlCol="0">
            <a:spAutoFit/>
          </a:bodyPr>
          <a:lstStyle/>
          <a:p>
            <a:pPr algn="ctr"/>
            <a:r>
              <a:rPr lang="en-US" sz="900" dirty="0"/>
              <a:t>35</a:t>
            </a:r>
          </a:p>
        </p:txBody>
      </p:sp>
      <p:sp>
        <p:nvSpPr>
          <p:cNvPr id="45" name="TextBox 44">
            <a:extLst>
              <a:ext uri="{FF2B5EF4-FFF2-40B4-BE49-F238E27FC236}">
                <a16:creationId xmlns:a16="http://schemas.microsoft.com/office/drawing/2014/main" id="{6DED6207-E7A4-B24A-3C34-101404DD4AFB}"/>
              </a:ext>
            </a:extLst>
          </p:cNvPr>
          <p:cNvSpPr txBox="1"/>
          <p:nvPr/>
        </p:nvSpPr>
        <p:spPr>
          <a:xfrm>
            <a:off x="5650090" y="2905709"/>
            <a:ext cx="570089" cy="230832"/>
          </a:xfrm>
          <a:prstGeom prst="rect">
            <a:avLst/>
          </a:prstGeom>
          <a:noFill/>
        </p:spPr>
        <p:txBody>
          <a:bodyPr wrap="square" rtlCol="0">
            <a:spAutoFit/>
          </a:bodyPr>
          <a:lstStyle/>
          <a:p>
            <a:pPr algn="ctr"/>
            <a:r>
              <a:rPr lang="en-US" sz="900" dirty="0"/>
              <a:t>83</a:t>
            </a:r>
          </a:p>
        </p:txBody>
      </p:sp>
      <p:sp>
        <p:nvSpPr>
          <p:cNvPr id="51" name="TextBox 50">
            <a:extLst>
              <a:ext uri="{FF2B5EF4-FFF2-40B4-BE49-F238E27FC236}">
                <a16:creationId xmlns:a16="http://schemas.microsoft.com/office/drawing/2014/main" id="{B0FD2D21-C44F-A1AE-9BF4-908803569470}"/>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04D1ABD6-559A-4E1C-379A-E3551BD0DAB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560F2FA2-92F2-B311-597B-6E769175AF12}"/>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30F7B37B-FE0D-08C7-D9B1-DC98ACA3B6A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5EC76F6B-F86E-88A4-16B2-D3652FF7BB8F}"/>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EFC142A2-06F5-1155-F5AF-5DE5C3287767}"/>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9FCA8488-7E2B-0051-33CB-AE10E94FC026}"/>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8093C225-0F10-8253-162D-38890CB16134}"/>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5F65BDED-EEE6-1585-4823-AB9C87B6A818}"/>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566A3D67-CD70-2432-FBF3-75FB0A2E5772}"/>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AE56F42F-07B3-B751-E3B9-39521EBCB884}"/>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3EF5F497-6A5B-2DDC-DFEC-33B3FA1B9DD1}"/>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602585E7-3563-F876-157F-0BD3ADFBD161}"/>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2210F2AF-2A8A-ABD1-C502-5A8DD657064B}"/>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5AC288B7-621E-4055-BDE2-2B4AADC33D0E}"/>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B59C6F4A-B358-ACC1-E1B4-9CE660DAC7FF}"/>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C381A918-E096-7375-D893-35144376975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B373D1F2-47AB-85FA-1141-03D508447952}"/>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474ED98E-276D-600B-FFC4-00DA1B33FB12}"/>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C39C9716-E22B-51CB-8A44-AB706A8599D0}"/>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71ECA7E5-9462-1628-1E08-FD3162F43EAF}"/>
              </a:ext>
            </a:extLst>
          </p:cNvPr>
          <p:cNvSpPr txBox="1"/>
          <p:nvPr/>
        </p:nvSpPr>
        <p:spPr>
          <a:xfrm>
            <a:off x="3138310" y="3907597"/>
            <a:ext cx="570089" cy="230832"/>
          </a:xfrm>
          <a:prstGeom prst="rect">
            <a:avLst/>
          </a:prstGeom>
          <a:noFill/>
        </p:spPr>
        <p:txBody>
          <a:bodyPr wrap="square" rtlCol="0">
            <a:spAutoFit/>
          </a:bodyPr>
          <a:lstStyle/>
          <a:p>
            <a:pPr algn="ctr"/>
            <a:r>
              <a:rPr lang="en-US" sz="900" dirty="0"/>
              <a:t>48</a:t>
            </a:r>
          </a:p>
        </p:txBody>
      </p:sp>
      <p:sp>
        <p:nvSpPr>
          <p:cNvPr id="72" name="TextBox 71">
            <a:extLst>
              <a:ext uri="{FF2B5EF4-FFF2-40B4-BE49-F238E27FC236}">
                <a16:creationId xmlns:a16="http://schemas.microsoft.com/office/drawing/2014/main" id="{A62CFA55-C49F-E542-716B-0221F786C18E}"/>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17D2ED13-6103-66CA-5FA7-D16268D2646C}"/>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47A9E692-914B-1CE9-CFC1-173E9CC275CD}"/>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82F50BD0-CF23-3BD0-1369-592E8FB4AF05}"/>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2EABDBBF-ED36-68ED-B748-07DEBF375F1A}"/>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7A725EA6-90B1-6A65-B7E0-7A723C73375D}"/>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EB6E0E85-0D2D-0291-86DF-B0E2BCA75546}"/>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C543E649-6C49-402C-1E4C-CC5ADA7AE3DF}"/>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C9E7124A-6A31-3030-AA98-DB1BA2E014F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2430DD1-B6E9-C297-C144-6B734E19C3A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B5D9DA7-2FED-BB49-8588-9BEC55030677}"/>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DE02146D-F4D8-E25A-54FF-EE52171799A4}"/>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4FBAA87-9F54-38C7-768D-FC43BE809EC2}"/>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201A5CDD-2BE5-CF9E-A422-F2215E6B3069}"/>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1C4B0D1A-4CB5-AAF4-3BBB-A6382FC014FD}"/>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50C5CEB4-DBE2-78C5-7924-6B8E683C626A}"/>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A501B8D6-5FE9-05D8-55D7-70328C13578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F6F63C61-E536-5659-5016-E5430833E92C}"/>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6C8F9E04-26FD-402E-4961-9937392191F1}"/>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516CA719-EF73-C482-36A2-D7578E472716}"/>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C3EF260D-EBB8-022E-1C71-73DE958A96D6}"/>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C7B2AED5-D527-E3FE-B6CA-989EA5E14F2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31AB15D3-B729-2768-93BC-71D4E39E6828}"/>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8B22C9C-E820-A9CC-F10D-6959C6FEFAEB}"/>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A5108EDF-FF78-21F3-F568-5C17337DA23A}"/>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3A9BA7CB-70BF-5B66-8619-D36A0F299581}"/>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68BF8FEE-7C22-238D-DDA3-C9A345C1E97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77BEE20C-C8A0-9F77-AE24-C54AB830BBE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D2190EAD-F8C4-A351-A03B-11F91FF64B8A}"/>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21A7ED85-5D54-7FD6-6732-2EEC218B25B5}"/>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8C6916AC-7361-BAD3-80A2-4612649D2CDD}"/>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0400FAFA-8694-35B4-F775-3C348930F017}"/>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14F2D6C8-AFC3-41E8-737C-D4689C1B16D8}"/>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1D3DB5B2-6253-4633-EF3B-0968E286347F}"/>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a:t>
            </a:r>
          </a:p>
        </p:txBody>
      </p:sp>
      <p:sp>
        <p:nvSpPr>
          <p:cNvPr id="84" name="TextBox 83">
            <a:extLst>
              <a:ext uri="{FF2B5EF4-FFF2-40B4-BE49-F238E27FC236}">
                <a16:creationId xmlns:a16="http://schemas.microsoft.com/office/drawing/2014/main" id="{3B7F90BB-99DF-2EB8-1C05-9652B55DD767}"/>
              </a:ext>
            </a:extLst>
          </p:cNvPr>
          <p:cNvSpPr txBox="1"/>
          <p:nvPr/>
        </p:nvSpPr>
        <p:spPr>
          <a:xfrm>
            <a:off x="5147734" y="4909484"/>
            <a:ext cx="570089" cy="230832"/>
          </a:xfrm>
          <a:prstGeom prst="rect">
            <a:avLst/>
          </a:prstGeom>
          <a:noFill/>
        </p:spPr>
        <p:txBody>
          <a:bodyPr wrap="square" rtlCol="0">
            <a:spAutoFit/>
          </a:bodyPr>
          <a:lstStyle/>
          <a:p>
            <a:pPr algn="ctr"/>
            <a:r>
              <a:rPr lang="en-US" sz="900" dirty="0"/>
              <a:t>2345</a:t>
            </a:r>
          </a:p>
        </p:txBody>
      </p:sp>
      <p:sp>
        <p:nvSpPr>
          <p:cNvPr id="85" name="TextBox 84">
            <a:extLst>
              <a:ext uri="{FF2B5EF4-FFF2-40B4-BE49-F238E27FC236}">
                <a16:creationId xmlns:a16="http://schemas.microsoft.com/office/drawing/2014/main" id="{5C41BD8D-4563-E775-639B-B495AB30CCD6}"/>
              </a:ext>
            </a:extLst>
          </p:cNvPr>
          <p:cNvSpPr txBox="1"/>
          <p:nvPr/>
        </p:nvSpPr>
        <p:spPr>
          <a:xfrm>
            <a:off x="5650090" y="3907597"/>
            <a:ext cx="570089" cy="230832"/>
          </a:xfrm>
          <a:prstGeom prst="rect">
            <a:avLst/>
          </a:prstGeom>
          <a:noFill/>
        </p:spPr>
        <p:txBody>
          <a:bodyPr wrap="square" rtlCol="0">
            <a:spAutoFit/>
          </a:bodyPr>
          <a:lstStyle/>
          <a:p>
            <a:pPr algn="ctr"/>
            <a:r>
              <a:rPr lang="en-US" sz="900" dirty="0"/>
              <a:t>389</a:t>
            </a:r>
          </a:p>
        </p:txBody>
      </p:sp>
      <p:sp>
        <p:nvSpPr>
          <p:cNvPr id="86" name="TextBox 85">
            <a:extLst>
              <a:ext uri="{FF2B5EF4-FFF2-40B4-BE49-F238E27FC236}">
                <a16:creationId xmlns:a16="http://schemas.microsoft.com/office/drawing/2014/main" id="{D06E8631-0A19-2E21-8B49-3815543822CE}"/>
              </a:ext>
            </a:extLst>
          </p:cNvPr>
          <p:cNvSpPr txBox="1"/>
          <p:nvPr/>
        </p:nvSpPr>
        <p:spPr>
          <a:xfrm>
            <a:off x="5650090" y="4408541"/>
            <a:ext cx="570089" cy="230832"/>
          </a:xfrm>
          <a:prstGeom prst="rect">
            <a:avLst/>
          </a:prstGeom>
          <a:noFill/>
        </p:spPr>
        <p:txBody>
          <a:bodyPr wrap="square" rtlCol="0">
            <a:spAutoFit/>
          </a:bodyPr>
          <a:lstStyle/>
          <a:p>
            <a:pPr algn="ctr"/>
            <a:r>
              <a:rPr lang="en-US" sz="900" dirty="0"/>
              <a:t>17</a:t>
            </a:r>
          </a:p>
        </p:txBody>
      </p:sp>
      <p:sp>
        <p:nvSpPr>
          <p:cNvPr id="87" name="TextBox 86">
            <a:extLst>
              <a:ext uri="{FF2B5EF4-FFF2-40B4-BE49-F238E27FC236}">
                <a16:creationId xmlns:a16="http://schemas.microsoft.com/office/drawing/2014/main" id="{1B8BF585-EC90-24A4-ED93-4707B2DDD74B}"/>
              </a:ext>
            </a:extLst>
          </p:cNvPr>
          <p:cNvSpPr txBox="1"/>
          <p:nvPr/>
        </p:nvSpPr>
        <p:spPr>
          <a:xfrm>
            <a:off x="5650090" y="4909484"/>
            <a:ext cx="570089" cy="230832"/>
          </a:xfrm>
          <a:prstGeom prst="rect">
            <a:avLst/>
          </a:prstGeom>
          <a:noFill/>
        </p:spPr>
        <p:txBody>
          <a:bodyPr wrap="square" rtlCol="0">
            <a:spAutoFit/>
          </a:bodyPr>
          <a:lstStyle/>
          <a:p>
            <a:pPr algn="ctr"/>
            <a:r>
              <a:rPr lang="en-US" sz="900" dirty="0"/>
              <a:t>71</a:t>
            </a:r>
          </a:p>
        </p:txBody>
      </p:sp>
      <p:sp>
        <p:nvSpPr>
          <p:cNvPr id="88" name="TextBox 87">
            <a:extLst>
              <a:ext uri="{FF2B5EF4-FFF2-40B4-BE49-F238E27FC236}">
                <a16:creationId xmlns:a16="http://schemas.microsoft.com/office/drawing/2014/main" id="{A80B63DF-B3A4-A466-601C-31BCC77838F9}"/>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AF441A8E-E04E-DB5F-AC4D-B6F264A12BA8}"/>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7B252106-A4D2-9CB6-0099-7AB6459E952A}"/>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09D51A61-B11C-9801-7862-8458F905C9A8}"/>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4AFBD87B-31EE-E99D-AE5F-BD58035C9CA3}"/>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F39C28DE-1E7E-09AD-DDC8-4128661F9C38}"/>
              </a:ext>
            </a:extLst>
          </p:cNvPr>
          <p:cNvSpPr txBox="1"/>
          <p:nvPr/>
        </p:nvSpPr>
        <p:spPr>
          <a:xfrm>
            <a:off x="6214537" y="3237891"/>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4A39CCA6-1A0B-FF77-470E-99AB7B0CDB86}"/>
              </a:ext>
            </a:extLst>
          </p:cNvPr>
          <p:cNvSpPr txBox="1"/>
          <p:nvPr/>
        </p:nvSpPr>
        <p:spPr>
          <a:xfrm>
            <a:off x="6214537"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E73DC177-C73B-9302-A968-1FC297C9B4B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228FF367-C031-874C-D1C1-4F26B11CD04D}"/>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0C326356-3DB4-E9FE-0A07-F8FC3BE2E13D}"/>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3A74B19C-EDAD-7EA1-762F-10A7E646181D}"/>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6" name="TextBox 45">
            <a:extLst>
              <a:ext uri="{FF2B5EF4-FFF2-40B4-BE49-F238E27FC236}">
                <a16:creationId xmlns:a16="http://schemas.microsoft.com/office/drawing/2014/main" id="{CC77C287-40EB-CF03-8923-5B0FC3BA9B53}"/>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93" name="TextBox 92">
            <a:extLst>
              <a:ext uri="{FF2B5EF4-FFF2-40B4-BE49-F238E27FC236}">
                <a16:creationId xmlns:a16="http://schemas.microsoft.com/office/drawing/2014/main" id="{EB8E58C5-AB78-8520-9559-152491C5AD9C}"/>
              </a:ext>
            </a:extLst>
          </p:cNvPr>
          <p:cNvSpPr txBox="1"/>
          <p:nvPr/>
        </p:nvSpPr>
        <p:spPr>
          <a:xfrm>
            <a:off x="5215469"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3158136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77BFD-C8B2-093F-BFB0-0EB571F26AC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0A9A33-F1A8-3791-6CAE-CA1CE7878B9A}"/>
              </a:ext>
            </a:extLst>
          </p:cNvPr>
          <p:cNvSpPr>
            <a:spLocks noGrp="1"/>
          </p:cNvSpPr>
          <p:nvPr>
            <p:ph sz="half" idx="1"/>
          </p:nvPr>
        </p:nvSpPr>
        <p:spPr/>
        <p:txBody>
          <a:bodyPr>
            <a:normAutofit/>
          </a:bodyPr>
          <a:lstStyle/>
          <a:p>
            <a:r>
              <a:rPr lang="en-US" dirty="0"/>
              <a:t>Reduce, and FAIL.</a:t>
            </a:r>
          </a:p>
        </p:txBody>
      </p:sp>
      <p:pic>
        <p:nvPicPr>
          <p:cNvPr id="4" name="Picture 3" descr="A grid of sudoku puzzle&#10;&#10;Description automatically generated">
            <a:extLst>
              <a:ext uri="{FF2B5EF4-FFF2-40B4-BE49-F238E27FC236}">
                <a16:creationId xmlns:a16="http://schemas.microsoft.com/office/drawing/2014/main" id="{061FDE94-9570-DDF5-B40C-E72E8045741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FE3F6EC-C0CD-9D99-C9F7-04A7477F48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10AE609-FDD1-34D7-E425-6711956ED0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A207E5F-F8FC-FA51-7C63-FC579712C965}"/>
              </a:ext>
            </a:extLst>
          </p:cNvPr>
          <p:cNvPicPr>
            <a:picLocks noChangeAspect="1"/>
          </p:cNvPicPr>
          <p:nvPr/>
        </p:nvPicPr>
        <p:blipFill>
          <a:blip r:embed="rId6"/>
          <a:stretch>
            <a:fillRect/>
          </a:stretch>
        </p:blipFill>
        <p:spPr>
          <a:xfrm>
            <a:off x="4584700" y="2311400"/>
            <a:ext cx="0" cy="0"/>
          </a:xfrm>
          <a:prstGeom prst="rect">
            <a:avLst/>
          </a:prstGeom>
        </p:spPr>
      </p:pic>
      <p:sp>
        <p:nvSpPr>
          <p:cNvPr id="28" name="TextBox 27">
            <a:extLst>
              <a:ext uri="{FF2B5EF4-FFF2-40B4-BE49-F238E27FC236}">
                <a16:creationId xmlns:a16="http://schemas.microsoft.com/office/drawing/2014/main" id="{BA2AB4BC-A5EC-9373-D92E-FA8FC09D7495}"/>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2C0A4C07-3BA8-BF93-A3B3-9328ADD2BE53}"/>
              </a:ext>
            </a:extLst>
          </p:cNvPr>
          <p:cNvSpPr txBox="1"/>
          <p:nvPr/>
        </p:nvSpPr>
        <p:spPr>
          <a:xfrm>
            <a:off x="4645378" y="4909484"/>
            <a:ext cx="570089" cy="230832"/>
          </a:xfrm>
          <a:prstGeom prst="rect">
            <a:avLst/>
          </a:prstGeom>
          <a:solidFill>
            <a:srgbClr val="FFFF00"/>
          </a:solidFill>
        </p:spPr>
        <p:txBody>
          <a:bodyPr wrap="square" rtlCol="0">
            <a:spAutoFit/>
          </a:bodyPr>
          <a:lstStyle/>
          <a:p>
            <a:pPr algn="ctr"/>
            <a:r>
              <a:rPr lang="en-US" sz="900" dirty="0"/>
              <a:t>85</a:t>
            </a:r>
          </a:p>
        </p:txBody>
      </p:sp>
      <p:sp>
        <p:nvSpPr>
          <p:cNvPr id="51" name="TextBox 50">
            <a:extLst>
              <a:ext uri="{FF2B5EF4-FFF2-40B4-BE49-F238E27FC236}">
                <a16:creationId xmlns:a16="http://schemas.microsoft.com/office/drawing/2014/main" id="{BCB32EAD-29FB-5C4D-BF78-EBD86526965E}"/>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C3FEDF0B-4CBD-7CC7-B82A-2B07F89F3A0B}"/>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D1B70093-AAAB-5D77-5E63-3F8CEE1F496B}"/>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551DEB02-07F2-D918-64BD-14260E3353E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77303D7C-B27D-C58B-3B59-C7B6808B2DC1}"/>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2140291C-66BE-FBE2-30F6-B909C1A5F0DE}"/>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3FFA377F-134F-4620-450C-471FDBF12F38}"/>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D53C160-6EA8-AE46-79A4-6080253A5863}"/>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828B4300-308B-E3B6-9A83-B362D6B8F3BE}"/>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B992A3A0-3CE6-AD38-8C56-D8AF40322807}"/>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C52A42ED-CC92-D468-23AB-448E8B27EF32}"/>
              </a:ext>
            </a:extLst>
          </p:cNvPr>
          <p:cNvSpPr txBox="1"/>
          <p:nvPr/>
        </p:nvSpPr>
        <p:spPr>
          <a:xfrm>
            <a:off x="6654802" y="4408541"/>
            <a:ext cx="570089" cy="230832"/>
          </a:xfrm>
          <a:prstGeom prst="rect">
            <a:avLst/>
          </a:prstGeom>
          <a:noFill/>
        </p:spPr>
        <p:txBody>
          <a:bodyPr wrap="square" rtlCol="0">
            <a:spAutoFit/>
          </a:bodyPr>
          <a:lstStyle/>
          <a:p>
            <a:pPr algn="ctr"/>
            <a:r>
              <a:rPr lang="en-US" sz="900" dirty="0"/>
              <a:t>18</a:t>
            </a:r>
          </a:p>
        </p:txBody>
      </p:sp>
      <p:sp>
        <p:nvSpPr>
          <p:cNvPr id="59" name="TextBox 58">
            <a:extLst>
              <a:ext uri="{FF2B5EF4-FFF2-40B4-BE49-F238E27FC236}">
                <a16:creationId xmlns:a16="http://schemas.microsoft.com/office/drawing/2014/main" id="{C67E28C8-B664-1CD4-DF5D-D833617E2AE7}"/>
              </a:ext>
            </a:extLst>
          </p:cNvPr>
          <p:cNvSpPr txBox="1"/>
          <p:nvPr/>
        </p:nvSpPr>
        <p:spPr>
          <a:xfrm>
            <a:off x="7157158" y="4408541"/>
            <a:ext cx="570089" cy="230832"/>
          </a:xfrm>
          <a:prstGeom prst="rect">
            <a:avLst/>
          </a:prstGeom>
          <a:noFill/>
        </p:spPr>
        <p:txBody>
          <a:bodyPr wrap="square" rtlCol="0">
            <a:spAutoFit/>
          </a:bodyPr>
          <a:lstStyle/>
          <a:p>
            <a:pPr algn="ctr"/>
            <a:r>
              <a:rPr lang="en-US" sz="900" dirty="0"/>
              <a:t>26</a:t>
            </a:r>
          </a:p>
        </p:txBody>
      </p:sp>
      <p:sp>
        <p:nvSpPr>
          <p:cNvPr id="60" name="TextBox 59">
            <a:extLst>
              <a:ext uri="{FF2B5EF4-FFF2-40B4-BE49-F238E27FC236}">
                <a16:creationId xmlns:a16="http://schemas.microsoft.com/office/drawing/2014/main" id="{9C3439E9-39BE-0C3A-686C-195DB3BFE9D2}"/>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C71E217B-211D-A7F3-BCEB-B41C1C25701A}"/>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54769EFB-49CD-338C-E43B-08B7A8CB056E}"/>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5925E944-9501-6194-11C9-E500B15969E6}"/>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6493E495-A382-D971-D51A-D74D6DEE7622}"/>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75CE3975-F5C1-09EF-94C2-6B5DC591047D}"/>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FF8210CA-7439-874C-5F54-5D3043EA3400}"/>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4CB2A2AE-67E0-DB99-62BB-0207B6D91397}"/>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8F928584-EF2D-9EFC-88BB-9E2B2E59C31B}"/>
              </a:ext>
            </a:extLst>
          </p:cNvPr>
          <p:cNvSpPr txBox="1"/>
          <p:nvPr/>
        </p:nvSpPr>
        <p:spPr>
          <a:xfrm>
            <a:off x="3138310" y="3907597"/>
            <a:ext cx="570089" cy="230832"/>
          </a:xfrm>
          <a:prstGeom prst="rect">
            <a:avLst/>
          </a:prstGeom>
          <a:noFill/>
        </p:spPr>
        <p:txBody>
          <a:bodyPr wrap="square" rtlCol="0">
            <a:spAutoFit/>
          </a:bodyPr>
          <a:lstStyle/>
          <a:p>
            <a:pPr algn="ctr"/>
            <a:r>
              <a:rPr lang="en-US" sz="900" dirty="0"/>
              <a:t>48</a:t>
            </a:r>
          </a:p>
        </p:txBody>
      </p:sp>
      <p:sp>
        <p:nvSpPr>
          <p:cNvPr id="72" name="TextBox 71">
            <a:extLst>
              <a:ext uri="{FF2B5EF4-FFF2-40B4-BE49-F238E27FC236}">
                <a16:creationId xmlns:a16="http://schemas.microsoft.com/office/drawing/2014/main" id="{057EBC2F-BA21-6E3D-415B-6AFFAECEE489}"/>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894FCBB0-F6C3-C4A2-4B5F-B35A03E97C80}"/>
              </a:ext>
            </a:extLst>
          </p:cNvPr>
          <p:cNvSpPr txBox="1"/>
          <p:nvPr/>
        </p:nvSpPr>
        <p:spPr>
          <a:xfrm>
            <a:off x="3138310" y="4909484"/>
            <a:ext cx="570089" cy="230832"/>
          </a:xfrm>
          <a:prstGeom prst="rect">
            <a:avLst/>
          </a:prstGeom>
          <a:noFill/>
        </p:spPr>
        <p:txBody>
          <a:bodyPr wrap="square" rtlCol="0">
            <a:spAutoFit/>
          </a:bodyPr>
          <a:lstStyle/>
          <a:p>
            <a:pPr algn="ctr"/>
            <a:r>
              <a:rPr lang="en-US" sz="900" dirty="0"/>
              <a:t>58</a:t>
            </a:r>
          </a:p>
        </p:txBody>
      </p:sp>
      <p:sp>
        <p:nvSpPr>
          <p:cNvPr id="74" name="TextBox 73">
            <a:extLst>
              <a:ext uri="{FF2B5EF4-FFF2-40B4-BE49-F238E27FC236}">
                <a16:creationId xmlns:a16="http://schemas.microsoft.com/office/drawing/2014/main" id="{AEB4486D-1CF6-7422-E0A1-922DD9D239BF}"/>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2738351F-9E6F-07F1-552D-EFD57158125D}"/>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4AAD30C5-F273-D483-380A-8E175E5C7E63}"/>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E0937F77-47BD-927F-9083-795E28DA4F9B}"/>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9A7FA10C-193A-7249-0F1C-C369A09AFDDC}"/>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14C04AFE-A9F0-355E-9FE1-19FDB47B5784}"/>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3045FF71-AFE4-AA8E-D187-F7DFB3F4D187}"/>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6F17FC9-73E0-BC34-DDED-3E38B40203FD}"/>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06C775B9-1608-6DF0-F94D-4427EC794480}"/>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F082E69-FA64-D869-CD45-56CC713EE905}"/>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3A6637F2-E8EA-052F-10D1-73185AE08E6A}"/>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C415A420-B662-5E19-F08C-0D896FD99769}"/>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9F7EDA7-40D2-D0A3-371E-0CDDB395E4CE}"/>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B5A921EE-D268-EDDA-86C2-F9C29E00CBCC}"/>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C99D624A-973D-5537-4ED2-BCD950CF91AF}"/>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26902F4C-53F9-09D1-83BF-479B3AEF71AB}"/>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2CF5CE9C-1237-69F8-8F39-59E2E916947B}"/>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4A892C2E-9322-862C-B446-B6695B4C71A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74A91491-EA6B-3CCF-558A-70EDC08619DF}"/>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9668DD82-3E00-66CC-E7ED-7A6ED1F37C6B}"/>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14D3BC1-0BA3-AA7D-FB31-8E986E95128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C8D51C89-B8F3-5941-2D5F-4218E238152B}"/>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76807952-0B14-8FD1-C0D4-339EF146F514}"/>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2AB70152-35B1-E8EE-B799-460B1427A72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8BF389F8-E56E-61EA-70F0-244EC16213B9}"/>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46704267-DC09-975A-3C65-8F6496321719}"/>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7FFC01F3-2147-C74C-45FB-7C12FAC08B5F}"/>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C524A951-8553-EB04-3A41-46459F7F9323}"/>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E777868C-0E41-DB27-BA91-ABA11A4F4C9B}"/>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13A2F1DB-653F-2B79-E376-2BC5A6738661}"/>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C22CF910-5527-56E6-B1E7-F4EEDE7CE2A2}"/>
              </a:ext>
            </a:extLst>
          </p:cNvPr>
          <p:cNvSpPr txBox="1"/>
          <p:nvPr/>
        </p:nvSpPr>
        <p:spPr>
          <a:xfrm>
            <a:off x="5147734" y="3907597"/>
            <a:ext cx="570089" cy="230832"/>
          </a:xfrm>
          <a:prstGeom prst="rect">
            <a:avLst/>
          </a:prstGeom>
          <a:noFill/>
        </p:spPr>
        <p:txBody>
          <a:bodyPr wrap="square" rtlCol="0">
            <a:spAutoFit/>
          </a:bodyPr>
          <a:lstStyle/>
          <a:p>
            <a:pPr algn="ctr"/>
            <a:r>
              <a:rPr lang="en-US" sz="900" dirty="0"/>
              <a:t>24</a:t>
            </a:r>
          </a:p>
        </p:txBody>
      </p:sp>
      <p:sp>
        <p:nvSpPr>
          <p:cNvPr id="84" name="TextBox 83">
            <a:extLst>
              <a:ext uri="{FF2B5EF4-FFF2-40B4-BE49-F238E27FC236}">
                <a16:creationId xmlns:a16="http://schemas.microsoft.com/office/drawing/2014/main" id="{D2F65AC6-797F-A54D-3A0C-5E86D3B194E8}"/>
              </a:ext>
            </a:extLst>
          </p:cNvPr>
          <p:cNvSpPr txBox="1"/>
          <p:nvPr/>
        </p:nvSpPr>
        <p:spPr>
          <a:xfrm>
            <a:off x="5147734" y="4909484"/>
            <a:ext cx="570089" cy="230832"/>
          </a:xfrm>
          <a:prstGeom prst="rect">
            <a:avLst/>
          </a:prstGeom>
          <a:noFill/>
        </p:spPr>
        <p:txBody>
          <a:bodyPr wrap="square" rtlCol="0">
            <a:spAutoFit/>
          </a:bodyPr>
          <a:lstStyle/>
          <a:p>
            <a:pPr algn="ctr"/>
            <a:r>
              <a:rPr lang="en-US" sz="900" dirty="0"/>
              <a:t>25</a:t>
            </a:r>
          </a:p>
        </p:txBody>
      </p:sp>
      <p:sp>
        <p:nvSpPr>
          <p:cNvPr id="88" name="TextBox 87">
            <a:extLst>
              <a:ext uri="{FF2B5EF4-FFF2-40B4-BE49-F238E27FC236}">
                <a16:creationId xmlns:a16="http://schemas.microsoft.com/office/drawing/2014/main" id="{01873A79-F692-7445-F33D-8761389D940C}"/>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1A1C62B6-34DB-77C4-4CA6-125DFD1E262E}"/>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2F7EF8E6-8190-367D-55DF-502D387CF3E6}"/>
              </a:ext>
            </a:extLst>
          </p:cNvPr>
          <p:cNvSpPr txBox="1"/>
          <p:nvPr/>
        </p:nvSpPr>
        <p:spPr>
          <a:xfrm>
            <a:off x="6214537" y="2734556"/>
            <a:ext cx="462845" cy="584775"/>
          </a:xfrm>
          <a:prstGeom prst="rect">
            <a:avLst/>
          </a:prstGeom>
          <a:noFill/>
        </p:spPr>
        <p:txBody>
          <a:bodyPr wrap="square" rtlCol="0">
            <a:spAutoFit/>
          </a:bodyPr>
          <a:lstStyle/>
          <a:p>
            <a:pPr algn="ctr"/>
            <a:r>
              <a:rPr lang="en-US" sz="3200" dirty="0"/>
              <a:t>6</a:t>
            </a:r>
          </a:p>
        </p:txBody>
      </p:sp>
      <p:sp>
        <p:nvSpPr>
          <p:cNvPr id="82" name="TextBox 81">
            <a:extLst>
              <a:ext uri="{FF2B5EF4-FFF2-40B4-BE49-F238E27FC236}">
                <a16:creationId xmlns:a16="http://schemas.microsoft.com/office/drawing/2014/main" id="{4A664E00-481D-0597-70EC-E5B19B980746}"/>
              </a:ext>
            </a:extLst>
          </p:cNvPr>
          <p:cNvSpPr txBox="1"/>
          <p:nvPr/>
        </p:nvSpPr>
        <p:spPr>
          <a:xfrm>
            <a:off x="5215469" y="323789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F504109A-E8C2-E926-45E5-B9E38B0AE03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91" name="TextBox 90">
            <a:extLst>
              <a:ext uri="{FF2B5EF4-FFF2-40B4-BE49-F238E27FC236}">
                <a16:creationId xmlns:a16="http://schemas.microsoft.com/office/drawing/2014/main" id="{BA4A7E56-FF23-00D9-23DF-D42A04B50FE9}"/>
              </a:ext>
            </a:extLst>
          </p:cNvPr>
          <p:cNvSpPr txBox="1"/>
          <p:nvPr/>
        </p:nvSpPr>
        <p:spPr>
          <a:xfrm>
            <a:off x="6214537" y="3237891"/>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9C8A47BC-7849-7795-70B3-73DAA1F0A564}"/>
              </a:ext>
            </a:extLst>
          </p:cNvPr>
          <p:cNvSpPr txBox="1"/>
          <p:nvPr/>
        </p:nvSpPr>
        <p:spPr>
          <a:xfrm>
            <a:off x="6214537" y="3741226"/>
            <a:ext cx="462845" cy="584775"/>
          </a:xfrm>
          <a:prstGeom prst="rect">
            <a:avLst/>
          </a:prstGeom>
          <a:noFill/>
        </p:spPr>
        <p:txBody>
          <a:bodyPr wrap="square" rtlCol="0">
            <a:spAutoFit/>
          </a:bodyPr>
          <a:lstStyle/>
          <a:p>
            <a:pPr algn="ctr"/>
            <a:r>
              <a:rPr lang="en-US" sz="3200" dirty="0"/>
              <a:t>5</a:t>
            </a:r>
          </a:p>
        </p:txBody>
      </p:sp>
      <p:sp>
        <p:nvSpPr>
          <p:cNvPr id="17" name="TextBox 16">
            <a:extLst>
              <a:ext uri="{FF2B5EF4-FFF2-40B4-BE49-F238E27FC236}">
                <a16:creationId xmlns:a16="http://schemas.microsoft.com/office/drawing/2014/main" id="{F8950614-5E96-DDBE-2B2C-773FC6DAFBF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21" name="TextBox 20">
            <a:extLst>
              <a:ext uri="{FF2B5EF4-FFF2-40B4-BE49-F238E27FC236}">
                <a16:creationId xmlns:a16="http://schemas.microsoft.com/office/drawing/2014/main" id="{D28F4A57-10EF-4919-9D94-BF1AF2CF0C33}"/>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29" name="TextBox 28">
            <a:extLst>
              <a:ext uri="{FF2B5EF4-FFF2-40B4-BE49-F238E27FC236}">
                <a16:creationId xmlns:a16="http://schemas.microsoft.com/office/drawing/2014/main" id="{9603B857-0C92-F5CD-4CC6-6897460329C7}"/>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30" name="TextBox 29">
            <a:extLst>
              <a:ext uri="{FF2B5EF4-FFF2-40B4-BE49-F238E27FC236}">
                <a16:creationId xmlns:a16="http://schemas.microsoft.com/office/drawing/2014/main" id="{099C20D0-D1D4-C662-40AA-C94F25CCE04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06AF480-4558-F4C5-AC2F-52F001A8FAEC}"/>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46" name="TextBox 45">
            <a:extLst>
              <a:ext uri="{FF2B5EF4-FFF2-40B4-BE49-F238E27FC236}">
                <a16:creationId xmlns:a16="http://schemas.microsoft.com/office/drawing/2014/main" id="{004208D4-844C-AA23-4555-E9D5A8AE7966}"/>
              </a:ext>
            </a:extLst>
          </p:cNvPr>
          <p:cNvSpPr txBox="1"/>
          <p:nvPr/>
        </p:nvSpPr>
        <p:spPr>
          <a:xfrm>
            <a:off x="5715003" y="4747898"/>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AE2C1BE6-831D-9572-C4D2-42B1D0ED606E}"/>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50" name="TextBox 49">
            <a:extLst>
              <a:ext uri="{FF2B5EF4-FFF2-40B4-BE49-F238E27FC236}">
                <a16:creationId xmlns:a16="http://schemas.microsoft.com/office/drawing/2014/main" id="{9510FF7D-68F4-110F-026C-6BA2323F9312}"/>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55" name="TextBox 54">
            <a:extLst>
              <a:ext uri="{FF2B5EF4-FFF2-40B4-BE49-F238E27FC236}">
                <a16:creationId xmlns:a16="http://schemas.microsoft.com/office/drawing/2014/main" id="{784A5836-16B3-F9F2-E459-87CE0CB34264}"/>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93" name="TextBox 92">
            <a:extLst>
              <a:ext uri="{FF2B5EF4-FFF2-40B4-BE49-F238E27FC236}">
                <a16:creationId xmlns:a16="http://schemas.microsoft.com/office/drawing/2014/main" id="{09E20068-8A68-16E6-1274-4E53673C6A91}"/>
              </a:ext>
            </a:extLst>
          </p:cNvPr>
          <p:cNvSpPr txBox="1"/>
          <p:nvPr/>
        </p:nvSpPr>
        <p:spPr>
          <a:xfrm>
            <a:off x="5215469" y="4244561"/>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51CBBEB1-BD6A-5078-62C2-CBC0BF7FA143}"/>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95" name="TextBox 94">
            <a:extLst>
              <a:ext uri="{FF2B5EF4-FFF2-40B4-BE49-F238E27FC236}">
                <a16:creationId xmlns:a16="http://schemas.microsoft.com/office/drawing/2014/main" id="{46DFA604-FA1F-14DD-4A74-D64EA2B0ACD1}"/>
              </a:ext>
            </a:extLst>
          </p:cNvPr>
          <p:cNvSpPr txBox="1"/>
          <p:nvPr/>
        </p:nvSpPr>
        <p:spPr>
          <a:xfrm>
            <a:off x="4216401" y="4747898"/>
            <a:ext cx="462845" cy="584775"/>
          </a:xfrm>
          <a:prstGeom prst="rect">
            <a:avLst/>
          </a:prstGeom>
          <a:solidFill>
            <a:srgbClr val="FFFF00"/>
          </a:solidFill>
        </p:spPr>
        <p:txBody>
          <a:bodyPr wrap="square" rtlCol="0">
            <a:spAutoFit/>
          </a:bodyPr>
          <a:lstStyle/>
          <a:p>
            <a:pPr algn="ctr"/>
            <a:r>
              <a:rPr lang="en-US" sz="3200" dirty="0"/>
              <a:t>3</a:t>
            </a:r>
          </a:p>
        </p:txBody>
      </p:sp>
      <p:sp>
        <p:nvSpPr>
          <p:cNvPr id="96" name="TextBox 95">
            <a:extLst>
              <a:ext uri="{FF2B5EF4-FFF2-40B4-BE49-F238E27FC236}">
                <a16:creationId xmlns:a16="http://schemas.microsoft.com/office/drawing/2014/main" id="{03E36C41-3141-8240-01C4-1D11C266C6D6}"/>
              </a:ext>
            </a:extLst>
          </p:cNvPr>
          <p:cNvSpPr txBox="1"/>
          <p:nvPr/>
        </p:nvSpPr>
        <p:spPr>
          <a:xfrm>
            <a:off x="3716867" y="4244561"/>
            <a:ext cx="462845" cy="584775"/>
          </a:xfrm>
          <a:prstGeom prst="rect">
            <a:avLst/>
          </a:prstGeom>
          <a:noFill/>
        </p:spPr>
        <p:txBody>
          <a:bodyPr wrap="square" rtlCol="0">
            <a:spAutoFit/>
          </a:bodyPr>
          <a:lstStyle/>
          <a:p>
            <a:pPr algn="ctr"/>
            <a:r>
              <a:rPr lang="en-US" sz="3200" dirty="0"/>
              <a:t>2</a:t>
            </a:r>
          </a:p>
        </p:txBody>
      </p:sp>
      <p:sp>
        <p:nvSpPr>
          <p:cNvPr id="97" name="TextBox 96">
            <a:extLst>
              <a:ext uri="{FF2B5EF4-FFF2-40B4-BE49-F238E27FC236}">
                <a16:creationId xmlns:a16="http://schemas.microsoft.com/office/drawing/2014/main" id="{75679206-8D35-9279-E35F-70AB5708C255}"/>
              </a:ext>
            </a:extLst>
          </p:cNvPr>
          <p:cNvSpPr txBox="1"/>
          <p:nvPr/>
        </p:nvSpPr>
        <p:spPr>
          <a:xfrm>
            <a:off x="5715003" y="3741226"/>
            <a:ext cx="462845" cy="584775"/>
          </a:xfrm>
          <a:prstGeom prst="rect">
            <a:avLst/>
          </a:prstGeom>
          <a:solidFill>
            <a:srgbClr val="FFFF00"/>
          </a:solidFill>
        </p:spPr>
        <p:txBody>
          <a:bodyPr wrap="square" rtlCol="0">
            <a:spAutoFit/>
          </a:bodyPr>
          <a:lstStyle/>
          <a:p>
            <a:pPr algn="ctr"/>
            <a:r>
              <a:rPr lang="en-US" sz="3200" dirty="0"/>
              <a:t>8</a:t>
            </a:r>
          </a:p>
        </p:txBody>
      </p:sp>
      <p:sp>
        <p:nvSpPr>
          <p:cNvPr id="98" name="TextBox 97">
            <a:extLst>
              <a:ext uri="{FF2B5EF4-FFF2-40B4-BE49-F238E27FC236}">
                <a16:creationId xmlns:a16="http://schemas.microsoft.com/office/drawing/2014/main" id="{C64D682D-44DA-B864-9193-BD2FBA9C94D4}"/>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99" name="TextBox 98">
            <a:extLst>
              <a:ext uri="{FF2B5EF4-FFF2-40B4-BE49-F238E27FC236}">
                <a16:creationId xmlns:a16="http://schemas.microsoft.com/office/drawing/2014/main" id="{0F5E5ABC-BCB3-2ABA-7352-DFF5B7CDB1C0}"/>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100" name="TextBox 99">
            <a:extLst>
              <a:ext uri="{FF2B5EF4-FFF2-40B4-BE49-F238E27FC236}">
                <a16:creationId xmlns:a16="http://schemas.microsoft.com/office/drawing/2014/main" id="{B91F45F2-CFAA-6AD7-B5A5-9D0E9BFD697E}"/>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8302092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82DC2-E162-BEDA-8700-12391DC57D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46D58F-4B1E-9280-9D21-0CF83234EA8C}"/>
              </a:ext>
            </a:extLst>
          </p:cNvPr>
          <p:cNvSpPr>
            <a:spLocks noGrp="1"/>
          </p:cNvSpPr>
          <p:nvPr>
            <p:ph sz="half" idx="1"/>
          </p:nvPr>
        </p:nvSpPr>
        <p:spPr/>
        <p:txBody>
          <a:bodyPr>
            <a:normAutofit/>
          </a:bodyPr>
          <a:lstStyle/>
          <a:p>
            <a:r>
              <a:rPr lang="en-US" dirty="0"/>
              <a:t>Continuing with the second possibilities of the blue pairs.</a:t>
            </a:r>
          </a:p>
        </p:txBody>
      </p:sp>
      <p:pic>
        <p:nvPicPr>
          <p:cNvPr id="4" name="Picture 3" descr="A grid of sudoku puzzle&#10;&#10;Description automatically generated">
            <a:extLst>
              <a:ext uri="{FF2B5EF4-FFF2-40B4-BE49-F238E27FC236}">
                <a16:creationId xmlns:a16="http://schemas.microsoft.com/office/drawing/2014/main" id="{FCB1E594-5AA1-8AB0-FB41-7545A635B52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21D70B-BC18-9DF5-178B-97715AE80B6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96C3FA5-4B96-AEA0-EEF1-D12ACAFBBB8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12D6B3C-413B-404E-8A57-8F3BF1A327F8}"/>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526C4A11-7D34-A166-87DA-CD4C6EAF12F2}"/>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76A01844-B8B4-B7D4-A705-DEE4D0D847C1}"/>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65F23C79-761D-6539-888D-AA7D84ADACD2}"/>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C543F3E8-2BF8-631E-3DC7-97929A4A61E7}"/>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2538C1FE-CAFB-5EE6-5616-B7D98586C235}"/>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5371CD9B-07B0-A588-C2FE-48416F77B203}"/>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1E739574-9EAC-6734-2A3C-22725A1223C1}"/>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2" name="TextBox 41">
            <a:extLst>
              <a:ext uri="{FF2B5EF4-FFF2-40B4-BE49-F238E27FC236}">
                <a16:creationId xmlns:a16="http://schemas.microsoft.com/office/drawing/2014/main" id="{3D9BB86D-B7F7-2437-7856-9C0342A2DE35}"/>
              </a:ext>
            </a:extLst>
          </p:cNvPr>
          <p:cNvSpPr txBox="1"/>
          <p:nvPr/>
        </p:nvSpPr>
        <p:spPr>
          <a:xfrm>
            <a:off x="4645378" y="4909484"/>
            <a:ext cx="570089" cy="230832"/>
          </a:xfrm>
          <a:prstGeom prst="rect">
            <a:avLst/>
          </a:prstGeom>
          <a:noFill/>
        </p:spPr>
        <p:txBody>
          <a:bodyPr wrap="square" rtlCol="0">
            <a:spAutoFit/>
          </a:bodyPr>
          <a:lstStyle/>
          <a:p>
            <a:pPr algn="ctr"/>
            <a:r>
              <a:rPr lang="en-US" sz="900" dirty="0"/>
              <a:t>85</a:t>
            </a:r>
          </a:p>
        </p:txBody>
      </p:sp>
      <p:sp>
        <p:nvSpPr>
          <p:cNvPr id="43" name="TextBox 42">
            <a:extLst>
              <a:ext uri="{FF2B5EF4-FFF2-40B4-BE49-F238E27FC236}">
                <a16:creationId xmlns:a16="http://schemas.microsoft.com/office/drawing/2014/main" id="{0FAC003B-6E45-B422-F54D-CFC91E3CDAFC}"/>
              </a:ext>
            </a:extLst>
          </p:cNvPr>
          <p:cNvSpPr txBox="1"/>
          <p:nvPr/>
        </p:nvSpPr>
        <p:spPr>
          <a:xfrm>
            <a:off x="4645378" y="2905709"/>
            <a:ext cx="570089" cy="230832"/>
          </a:xfrm>
          <a:prstGeom prst="rect">
            <a:avLst/>
          </a:prstGeom>
          <a:noFill/>
        </p:spPr>
        <p:txBody>
          <a:bodyPr wrap="square" rtlCol="0">
            <a:spAutoFit/>
          </a:bodyPr>
          <a:lstStyle/>
          <a:p>
            <a:pPr algn="ctr"/>
            <a:r>
              <a:rPr lang="en-US" sz="900" dirty="0"/>
              <a:t>58</a:t>
            </a:r>
          </a:p>
        </p:txBody>
      </p:sp>
      <p:sp>
        <p:nvSpPr>
          <p:cNvPr id="44" name="TextBox 43">
            <a:extLst>
              <a:ext uri="{FF2B5EF4-FFF2-40B4-BE49-F238E27FC236}">
                <a16:creationId xmlns:a16="http://schemas.microsoft.com/office/drawing/2014/main" id="{F407B5E3-B7B0-F6A1-4224-046143C2B986}"/>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5" name="TextBox 44">
            <a:extLst>
              <a:ext uri="{FF2B5EF4-FFF2-40B4-BE49-F238E27FC236}">
                <a16:creationId xmlns:a16="http://schemas.microsoft.com/office/drawing/2014/main" id="{DE8967E7-AA11-2B25-23E6-2056E08FAD81}"/>
              </a:ext>
            </a:extLst>
          </p:cNvPr>
          <p:cNvSpPr txBox="1"/>
          <p:nvPr/>
        </p:nvSpPr>
        <p:spPr>
          <a:xfrm>
            <a:off x="5650090" y="2905709"/>
            <a:ext cx="570089" cy="230832"/>
          </a:xfrm>
          <a:prstGeom prst="rect">
            <a:avLst/>
          </a:prstGeom>
          <a:noFill/>
        </p:spPr>
        <p:txBody>
          <a:bodyPr wrap="square" rtlCol="0">
            <a:spAutoFit/>
          </a:bodyPr>
          <a:lstStyle/>
          <a:p>
            <a:pPr algn="ctr"/>
            <a:r>
              <a:rPr lang="en-US" sz="900" dirty="0"/>
              <a:t>38</a:t>
            </a:r>
          </a:p>
        </p:txBody>
      </p:sp>
      <p:sp>
        <p:nvSpPr>
          <p:cNvPr id="49" name="TextBox 48">
            <a:extLst>
              <a:ext uri="{FF2B5EF4-FFF2-40B4-BE49-F238E27FC236}">
                <a16:creationId xmlns:a16="http://schemas.microsoft.com/office/drawing/2014/main" id="{F7CCFA0F-759D-8CA9-05C1-75B79908EE3E}"/>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66A1F0F1-8F24-4C8B-5D11-28D6EC1112EA}"/>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86CD6A29-6561-10C7-92C8-DB915E6CD6D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0B4C5B3-FD94-6C19-A7EB-A9FF6BFA8CC5}"/>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074E8BA0-46C6-9059-8CBC-F36487474F8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7D6B6797-9008-59B9-F799-88DBF4EC81C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61F18A24-7BE0-D40E-BF5D-94AB599BEBBA}"/>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92D9459A-223A-0B12-5A29-8F2DC8339275}"/>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D176AC4D-0E3B-498B-C5BA-7BA2CF94C35D}"/>
              </a:ext>
            </a:extLst>
          </p:cNvPr>
          <p:cNvSpPr txBox="1"/>
          <p:nvPr/>
        </p:nvSpPr>
        <p:spPr>
          <a:xfrm>
            <a:off x="6152446" y="4408541"/>
            <a:ext cx="570089" cy="230832"/>
          </a:xfrm>
          <a:prstGeom prst="rect">
            <a:avLst/>
          </a:prstGeom>
          <a:noFill/>
        </p:spPr>
        <p:txBody>
          <a:bodyPr wrap="square" rtlCol="0">
            <a:spAutoFit/>
          </a:bodyPr>
          <a:lstStyle/>
          <a:p>
            <a:pPr algn="ctr"/>
            <a:r>
              <a:rPr lang="en-US" sz="900" dirty="0"/>
              <a:t>457</a:t>
            </a:r>
          </a:p>
        </p:txBody>
      </p:sp>
      <p:sp>
        <p:nvSpPr>
          <p:cNvPr id="55" name="TextBox 54">
            <a:extLst>
              <a:ext uri="{FF2B5EF4-FFF2-40B4-BE49-F238E27FC236}">
                <a16:creationId xmlns:a16="http://schemas.microsoft.com/office/drawing/2014/main" id="{56BD8E8C-6A1B-B992-D9E6-5B68F9B49BD2}"/>
              </a:ext>
            </a:extLst>
          </p:cNvPr>
          <p:cNvSpPr txBox="1"/>
          <p:nvPr/>
        </p:nvSpPr>
        <p:spPr>
          <a:xfrm>
            <a:off x="6152446" y="4909484"/>
            <a:ext cx="570089" cy="230832"/>
          </a:xfrm>
          <a:prstGeom prst="rect">
            <a:avLst/>
          </a:prstGeom>
          <a:noFill/>
        </p:spPr>
        <p:txBody>
          <a:bodyPr wrap="square" rtlCol="0">
            <a:spAutoFit/>
          </a:bodyPr>
          <a:lstStyle/>
          <a:p>
            <a:pPr algn="ctr"/>
            <a:r>
              <a:rPr lang="en-US" sz="900" dirty="0"/>
              <a:t>47</a:t>
            </a:r>
          </a:p>
        </p:txBody>
      </p:sp>
      <p:sp>
        <p:nvSpPr>
          <p:cNvPr id="56" name="TextBox 55">
            <a:extLst>
              <a:ext uri="{FF2B5EF4-FFF2-40B4-BE49-F238E27FC236}">
                <a16:creationId xmlns:a16="http://schemas.microsoft.com/office/drawing/2014/main" id="{DB8D8EE0-4488-E2A5-C65C-8CE5D3847E37}"/>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1D2D652-F8AF-A901-1E04-FC840AA68EE9}"/>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FCC68963-5457-C2A7-F6C3-CF36B82563BE}"/>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B99DFE44-AB8D-0154-DE4F-E942811E684F}"/>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A5E6E000-8910-370A-6770-361FA5D19C59}"/>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0C7ADA54-4363-3AC3-C48E-2FBA72D0F9F1}"/>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9DD7F805-AD91-5C5A-CEBB-6770F9DB591F}"/>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393EFD8E-EE1D-5889-341F-62F9122EA411}"/>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19F1BB4D-3CEA-A8B4-1DB7-D198750324BD}"/>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12D70C5E-73E9-99FF-7508-0120F133E42C}"/>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E606A00B-B2E9-815E-ADBD-314DE8982F35}"/>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23C54A6B-9100-492D-A452-4AC91CDD8E8A}"/>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9EDAA7CE-39D7-8D35-8D57-6A5D884CFF9B}"/>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9F83D20E-2405-D8C5-B43F-7F0A1BEC9FD7}"/>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D84ECF57-BD60-7759-D2DD-8CEA57E8D94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C4253CD6-5077-47CC-BE92-6C7B887CD06B}"/>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F5B206C0-7C02-D44D-82A0-044C7C5E0E93}"/>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395BB94A-1C38-8DD3-EE1D-7BF7C140210F}"/>
              </a:ext>
            </a:extLst>
          </p:cNvPr>
          <p:cNvSpPr txBox="1"/>
          <p:nvPr/>
        </p:nvSpPr>
        <p:spPr>
          <a:xfrm>
            <a:off x="3640666" y="3907597"/>
            <a:ext cx="570089" cy="230832"/>
          </a:xfrm>
          <a:prstGeom prst="rect">
            <a:avLst/>
          </a:prstGeom>
          <a:noFill/>
        </p:spPr>
        <p:txBody>
          <a:bodyPr wrap="square" rtlCol="0">
            <a:spAutoFit/>
          </a:bodyPr>
          <a:lstStyle/>
          <a:p>
            <a:pPr algn="ctr"/>
            <a:r>
              <a:rPr lang="en-US" sz="900" dirty="0"/>
              <a:t>279</a:t>
            </a:r>
          </a:p>
        </p:txBody>
      </p:sp>
      <p:sp>
        <p:nvSpPr>
          <p:cNvPr id="75" name="TextBox 74">
            <a:extLst>
              <a:ext uri="{FF2B5EF4-FFF2-40B4-BE49-F238E27FC236}">
                <a16:creationId xmlns:a16="http://schemas.microsoft.com/office/drawing/2014/main" id="{34B3C1B5-274C-6823-2C26-18C4B57307CB}"/>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7BD21275-F34B-A0FF-3D51-C97657580836}"/>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AB4C983B-063C-8D8C-AF6D-FCD0E859C065}"/>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3955B554-3A06-A592-F7F9-1CA3273B5697}"/>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F4E8E4A0-06D7-C774-56DF-B9148A1ACCD5}"/>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A28EB346-DFE9-B51D-74E0-02711D61C39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8571DF10-3750-A421-44A3-438FB7692C6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3F73A01-DE0D-842D-F848-EA5AC7FB2DD1}"/>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3B601ABC-CE7A-3B25-ECB5-CACACF54E1F5}"/>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9CDC556C-DA63-0C63-80BC-3A52CE84B6F2}"/>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196482C-B548-F39C-347D-1944F820A373}"/>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DBA61438-B987-D43A-71A0-7701B72D4C34}"/>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D4313F7C-363B-640C-4330-FAB83D2CC1AC}"/>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885BE3B6-E240-B6FF-8392-4E7F3F7B12A1}"/>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E3A69BCA-24CC-2823-2236-06ECD6939856}"/>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0C2B791C-BE9C-7BAD-168D-11A30E446D3D}"/>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1F1E4654-8D03-CECB-A44B-64ED49725CE5}"/>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8A680D7B-CE56-9F27-1EEC-4E4C43768B6A}"/>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A736849D-0A94-F7ED-E59F-348EE353BD0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EB033A6F-4458-9EDA-52CF-BAF7E4717D14}"/>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6F8CE4F-62EB-4381-188D-684B277C8EA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DD2F917E-668D-7ADA-4007-CE176763777A}"/>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4A49931B-6A68-668C-C7A6-DE7A70C3CA37}"/>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83ABB0F7-D794-ED82-C535-CDAC4357E549}"/>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3F5FD911-217F-2682-9F09-ED1D8653536B}"/>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9A62A984-C36B-C66E-5821-97D31CB8E0B0}"/>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950B7F2F-274B-9ACF-6342-FD1FCD35E3CA}"/>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B3E77BA9-FFCB-9484-4CE3-DCA189E25D6A}"/>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97066D52-BF04-07B6-78B1-FADB0FD127FB}"/>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D1359A01-B168-AA06-D566-91061E04B7FB}"/>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3AFDECC7-0AB0-57D5-3320-6DA2A6DCCD9F}"/>
              </a:ext>
            </a:extLst>
          </p:cNvPr>
          <p:cNvSpPr txBox="1"/>
          <p:nvPr/>
        </p:nvSpPr>
        <p:spPr>
          <a:xfrm>
            <a:off x="5147734" y="3907597"/>
            <a:ext cx="570089" cy="230832"/>
          </a:xfrm>
          <a:prstGeom prst="rect">
            <a:avLst/>
          </a:prstGeom>
          <a:noFill/>
        </p:spPr>
        <p:txBody>
          <a:bodyPr wrap="square" rtlCol="0">
            <a:spAutoFit/>
          </a:bodyPr>
          <a:lstStyle/>
          <a:p>
            <a:pPr algn="ctr"/>
            <a:r>
              <a:rPr lang="en-US" sz="900" dirty="0"/>
              <a:t>2345</a:t>
            </a:r>
          </a:p>
        </p:txBody>
      </p:sp>
      <p:sp>
        <p:nvSpPr>
          <p:cNvPr id="84" name="TextBox 83">
            <a:extLst>
              <a:ext uri="{FF2B5EF4-FFF2-40B4-BE49-F238E27FC236}">
                <a16:creationId xmlns:a16="http://schemas.microsoft.com/office/drawing/2014/main" id="{92A93A74-86C3-1FF3-4FF7-18785283B9C4}"/>
              </a:ext>
            </a:extLst>
          </p:cNvPr>
          <p:cNvSpPr txBox="1"/>
          <p:nvPr/>
        </p:nvSpPr>
        <p:spPr>
          <a:xfrm>
            <a:off x="5147734" y="4909484"/>
            <a:ext cx="570089" cy="230832"/>
          </a:xfrm>
          <a:prstGeom prst="rect">
            <a:avLst/>
          </a:prstGeom>
          <a:noFill/>
        </p:spPr>
        <p:txBody>
          <a:bodyPr wrap="square" rtlCol="0">
            <a:spAutoFit/>
          </a:bodyPr>
          <a:lstStyle/>
          <a:p>
            <a:pPr algn="ctr"/>
            <a:r>
              <a:rPr lang="en-US" sz="900" dirty="0"/>
              <a:t>2345</a:t>
            </a:r>
          </a:p>
        </p:txBody>
      </p:sp>
      <p:sp>
        <p:nvSpPr>
          <p:cNvPr id="85" name="TextBox 84">
            <a:extLst>
              <a:ext uri="{FF2B5EF4-FFF2-40B4-BE49-F238E27FC236}">
                <a16:creationId xmlns:a16="http://schemas.microsoft.com/office/drawing/2014/main" id="{158CFA94-26A6-4265-5E3E-B4BB78D5651D}"/>
              </a:ext>
            </a:extLst>
          </p:cNvPr>
          <p:cNvSpPr txBox="1"/>
          <p:nvPr/>
        </p:nvSpPr>
        <p:spPr>
          <a:xfrm>
            <a:off x="5650090" y="3907597"/>
            <a:ext cx="570089" cy="230832"/>
          </a:xfrm>
          <a:prstGeom prst="rect">
            <a:avLst/>
          </a:prstGeom>
          <a:noFill/>
        </p:spPr>
        <p:txBody>
          <a:bodyPr wrap="square" rtlCol="0">
            <a:spAutoFit/>
          </a:bodyPr>
          <a:lstStyle/>
          <a:p>
            <a:pPr algn="ctr"/>
            <a:r>
              <a:rPr lang="en-US" sz="900" dirty="0"/>
              <a:t>34789</a:t>
            </a:r>
          </a:p>
        </p:txBody>
      </p:sp>
      <p:sp>
        <p:nvSpPr>
          <p:cNvPr id="86" name="TextBox 85">
            <a:extLst>
              <a:ext uri="{FF2B5EF4-FFF2-40B4-BE49-F238E27FC236}">
                <a16:creationId xmlns:a16="http://schemas.microsoft.com/office/drawing/2014/main" id="{1F988739-65FB-726E-4D9C-B8B875397D01}"/>
              </a:ext>
            </a:extLst>
          </p:cNvPr>
          <p:cNvSpPr txBox="1"/>
          <p:nvPr/>
        </p:nvSpPr>
        <p:spPr>
          <a:xfrm>
            <a:off x="5650090" y="4408541"/>
            <a:ext cx="570089" cy="230832"/>
          </a:xfrm>
          <a:prstGeom prst="rect">
            <a:avLst/>
          </a:prstGeom>
          <a:noFill/>
        </p:spPr>
        <p:txBody>
          <a:bodyPr wrap="square" rtlCol="0">
            <a:spAutoFit/>
          </a:bodyPr>
          <a:lstStyle/>
          <a:p>
            <a:pPr algn="ctr"/>
            <a:r>
              <a:rPr lang="en-US" sz="900" dirty="0"/>
              <a:t>147</a:t>
            </a:r>
          </a:p>
        </p:txBody>
      </p:sp>
      <p:sp>
        <p:nvSpPr>
          <p:cNvPr id="87" name="TextBox 86">
            <a:extLst>
              <a:ext uri="{FF2B5EF4-FFF2-40B4-BE49-F238E27FC236}">
                <a16:creationId xmlns:a16="http://schemas.microsoft.com/office/drawing/2014/main" id="{216DE29D-68EA-4CF1-CE22-7145736D3090}"/>
              </a:ext>
            </a:extLst>
          </p:cNvPr>
          <p:cNvSpPr txBox="1"/>
          <p:nvPr/>
        </p:nvSpPr>
        <p:spPr>
          <a:xfrm>
            <a:off x="5650090" y="4909484"/>
            <a:ext cx="570089" cy="230832"/>
          </a:xfrm>
          <a:prstGeom prst="rect">
            <a:avLst/>
          </a:prstGeom>
          <a:noFill/>
        </p:spPr>
        <p:txBody>
          <a:bodyPr wrap="square" rtlCol="0">
            <a:spAutoFit/>
          </a:bodyPr>
          <a:lstStyle/>
          <a:p>
            <a:pPr algn="ctr"/>
            <a:r>
              <a:rPr lang="en-US" sz="900" dirty="0"/>
              <a:t>147</a:t>
            </a:r>
          </a:p>
        </p:txBody>
      </p:sp>
      <p:sp>
        <p:nvSpPr>
          <p:cNvPr id="88" name="TextBox 87">
            <a:extLst>
              <a:ext uri="{FF2B5EF4-FFF2-40B4-BE49-F238E27FC236}">
                <a16:creationId xmlns:a16="http://schemas.microsoft.com/office/drawing/2014/main" id="{83D74A0F-1249-8C83-E3DA-F23678147162}"/>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183090B1-AD27-37DE-2916-EA545CB9F2D9}"/>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4E8D7295-62F6-0339-F1E0-8484D97286B1}"/>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EA27FFDF-F3C6-67B1-542D-B01FF2DEDD88}"/>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C78399F0-C55B-EA1E-A752-166C07A00399}"/>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904B38D7-243D-9841-724D-0BF4E435E645}"/>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1EAF5205-4E7C-7E1A-B223-5A05B201506B}"/>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91793473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A3202-B35B-BF30-230F-7C9802429B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DA68A1-FDFD-B298-D040-A1EE0563C54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67F477D-384E-ADBF-9006-55CA977B573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1B0EB8D-EBB5-235B-858C-107B63C0A6C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36DDD6B-18B9-C7EF-DDF1-8DF626B5BAC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1C1F725-9807-0C44-0DBE-3D639B4D7960}"/>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F605B58E-B72D-2890-285A-1E4394A150FE}"/>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8BD7636C-54FC-7D2A-2D7F-D7FE6D805AAF}"/>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C80C8739-6B8C-A164-7750-D19DD4D31442}"/>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2FCD92B9-E5FE-89C6-CDE2-832C5FA48ED0}"/>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0A56DF5B-8802-AC8C-F5AA-E48C2558436E}"/>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0D4DF22A-0D01-9A46-6970-02F769187401}"/>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1" name="TextBox 40">
            <a:extLst>
              <a:ext uri="{FF2B5EF4-FFF2-40B4-BE49-F238E27FC236}">
                <a16:creationId xmlns:a16="http://schemas.microsoft.com/office/drawing/2014/main" id="{74F3AB8B-4FBF-35A3-57F4-BA8BD2269E05}"/>
              </a:ext>
            </a:extLst>
          </p:cNvPr>
          <p:cNvSpPr txBox="1"/>
          <p:nvPr/>
        </p:nvSpPr>
        <p:spPr>
          <a:xfrm>
            <a:off x="4143022" y="4909484"/>
            <a:ext cx="570089" cy="230832"/>
          </a:xfrm>
          <a:prstGeom prst="rect">
            <a:avLst/>
          </a:prstGeom>
          <a:noFill/>
        </p:spPr>
        <p:txBody>
          <a:bodyPr wrap="square" rtlCol="0">
            <a:spAutoFit/>
          </a:bodyPr>
          <a:lstStyle/>
          <a:p>
            <a:pPr algn="ctr"/>
            <a:r>
              <a:rPr lang="en-US" sz="900" dirty="0"/>
              <a:t>36</a:t>
            </a:r>
          </a:p>
        </p:txBody>
      </p:sp>
      <p:sp>
        <p:nvSpPr>
          <p:cNvPr id="44" name="TextBox 43">
            <a:extLst>
              <a:ext uri="{FF2B5EF4-FFF2-40B4-BE49-F238E27FC236}">
                <a16:creationId xmlns:a16="http://schemas.microsoft.com/office/drawing/2014/main" id="{E506483F-A71A-4DDA-D091-8CB9E79B24BA}"/>
              </a:ext>
            </a:extLst>
          </p:cNvPr>
          <p:cNvSpPr txBox="1"/>
          <p:nvPr/>
        </p:nvSpPr>
        <p:spPr>
          <a:xfrm>
            <a:off x="5147734" y="2905709"/>
            <a:ext cx="570089" cy="230832"/>
          </a:xfrm>
          <a:prstGeom prst="rect">
            <a:avLst/>
          </a:prstGeom>
          <a:noFill/>
        </p:spPr>
        <p:txBody>
          <a:bodyPr wrap="square" rtlCol="0">
            <a:spAutoFit/>
          </a:bodyPr>
          <a:lstStyle/>
          <a:p>
            <a:pPr algn="ctr"/>
            <a:r>
              <a:rPr lang="en-US" sz="900" dirty="0"/>
              <a:t>356</a:t>
            </a:r>
          </a:p>
        </p:txBody>
      </p:sp>
      <p:sp>
        <p:nvSpPr>
          <p:cNvPr id="49" name="TextBox 48">
            <a:extLst>
              <a:ext uri="{FF2B5EF4-FFF2-40B4-BE49-F238E27FC236}">
                <a16:creationId xmlns:a16="http://schemas.microsoft.com/office/drawing/2014/main" id="{5B05FC4B-A648-E3EB-9794-54297CA0B14B}"/>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37B0E9EE-9424-EC3B-5E25-755D4E154EC3}"/>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37B54865-F82A-B2C2-600B-8FBC93C502AC}"/>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3028E98D-4AF6-ADFD-8FDF-CAB9D8454CFA}"/>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C926B11E-F1A3-D886-63E0-94F2658875CA}"/>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215213EC-4AAB-B7CD-D4F2-B5261756042D}"/>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6FE8694-D50B-EC56-E2EB-DA178575CB2D}"/>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40331AC-7A19-7BBD-49C9-4165A7EA37AA}"/>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2C8BEB1C-0ACD-532D-D1D9-CDD51FF22952}"/>
              </a:ext>
            </a:extLst>
          </p:cNvPr>
          <p:cNvSpPr txBox="1"/>
          <p:nvPr/>
        </p:nvSpPr>
        <p:spPr>
          <a:xfrm>
            <a:off x="6152446" y="4408541"/>
            <a:ext cx="570089" cy="230832"/>
          </a:xfrm>
          <a:prstGeom prst="rect">
            <a:avLst/>
          </a:prstGeom>
          <a:noFill/>
        </p:spPr>
        <p:txBody>
          <a:bodyPr wrap="square" rtlCol="0">
            <a:spAutoFit/>
          </a:bodyPr>
          <a:lstStyle/>
          <a:p>
            <a:pPr algn="ctr"/>
            <a:r>
              <a:rPr lang="en-US" sz="900" dirty="0"/>
              <a:t>45</a:t>
            </a:r>
          </a:p>
        </p:txBody>
      </p:sp>
      <p:sp>
        <p:nvSpPr>
          <p:cNvPr id="56" name="TextBox 55">
            <a:extLst>
              <a:ext uri="{FF2B5EF4-FFF2-40B4-BE49-F238E27FC236}">
                <a16:creationId xmlns:a16="http://schemas.microsoft.com/office/drawing/2014/main" id="{0897CDA3-4ED4-B4A0-1C01-281C7F3CB97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26F9C090-68FF-6FB8-0F5D-243154447B66}"/>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B9E6FA2D-F292-73C3-8268-577C883C848A}"/>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2AE19430-6BC4-8F12-605E-0E55E4B12DB2}"/>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16D5EF0C-5A31-C34B-CD95-6A2A081A7B4E}"/>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AEDCF92E-4291-0C2E-63DE-854D6C365A13}"/>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ECB4B97D-3D93-B24B-9BBA-4C4E0B114025}"/>
              </a:ext>
            </a:extLst>
          </p:cNvPr>
          <p:cNvSpPr txBox="1"/>
          <p:nvPr/>
        </p:nvSpPr>
        <p:spPr>
          <a:xfrm>
            <a:off x="6654802" y="4909484"/>
            <a:ext cx="570089" cy="230832"/>
          </a:xfrm>
          <a:prstGeom prst="rect">
            <a:avLst/>
          </a:prstGeom>
          <a:noFill/>
        </p:spPr>
        <p:txBody>
          <a:bodyPr wrap="square" rtlCol="0">
            <a:spAutoFit/>
          </a:bodyPr>
          <a:lstStyle/>
          <a:p>
            <a:pPr algn="ctr"/>
            <a:r>
              <a:rPr lang="en-US" sz="900" dirty="0"/>
              <a:t>138</a:t>
            </a:r>
          </a:p>
        </p:txBody>
      </p:sp>
      <p:sp>
        <p:nvSpPr>
          <p:cNvPr id="61" name="TextBox 60">
            <a:extLst>
              <a:ext uri="{FF2B5EF4-FFF2-40B4-BE49-F238E27FC236}">
                <a16:creationId xmlns:a16="http://schemas.microsoft.com/office/drawing/2014/main" id="{FDC2E23D-A4BD-A0A9-CCD1-143CB989AD97}"/>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92533C1B-C83F-574A-FF63-EFAD4655210C}"/>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DBC4C7E7-332D-8649-0220-D0313F9C8EA5}"/>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E542B6D2-D48A-AA93-4DDC-2DD19CB16353}"/>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8E290431-35BF-0ED0-D181-2DF2CB22243A}"/>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65AB610-A1C7-E80B-DCBB-4B536901B724}"/>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85B59B8D-E822-F374-3804-FBA32A653AC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8DF3DA2-036F-A4CD-2384-C6D2733ABAD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1FF07974-2988-499B-D89C-A318E67E2E11}"/>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3" name="TextBox 72">
            <a:extLst>
              <a:ext uri="{FF2B5EF4-FFF2-40B4-BE49-F238E27FC236}">
                <a16:creationId xmlns:a16="http://schemas.microsoft.com/office/drawing/2014/main" id="{7D66A728-6D04-6B7C-34B8-79B3628FE130}"/>
              </a:ext>
            </a:extLst>
          </p:cNvPr>
          <p:cNvSpPr txBox="1"/>
          <p:nvPr/>
        </p:nvSpPr>
        <p:spPr>
          <a:xfrm>
            <a:off x="3138310" y="4909484"/>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F7D4B255-743A-6C36-6B24-4C7C6A9EC0E5}"/>
              </a:ext>
            </a:extLst>
          </p:cNvPr>
          <p:cNvSpPr txBox="1"/>
          <p:nvPr/>
        </p:nvSpPr>
        <p:spPr>
          <a:xfrm>
            <a:off x="3640666" y="3907597"/>
            <a:ext cx="570089" cy="230832"/>
          </a:xfrm>
          <a:prstGeom prst="rect">
            <a:avLst/>
          </a:prstGeom>
          <a:noFill/>
        </p:spPr>
        <p:txBody>
          <a:bodyPr wrap="square" rtlCol="0">
            <a:spAutoFit/>
          </a:bodyPr>
          <a:lstStyle/>
          <a:p>
            <a:pPr algn="ctr"/>
            <a:r>
              <a:rPr lang="en-US" sz="900" dirty="0"/>
              <a:t>92</a:t>
            </a:r>
          </a:p>
        </p:txBody>
      </p:sp>
      <p:sp>
        <p:nvSpPr>
          <p:cNvPr id="75" name="TextBox 74">
            <a:extLst>
              <a:ext uri="{FF2B5EF4-FFF2-40B4-BE49-F238E27FC236}">
                <a16:creationId xmlns:a16="http://schemas.microsoft.com/office/drawing/2014/main" id="{29489DBE-A1BE-3D9B-78BF-C36EF3939B4F}"/>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FFC8D5C8-9DCD-4D6D-1F14-76A7E2DCFAF2}"/>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FE6FF4CF-B0DB-1948-CC09-A353BD013E16}"/>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CC8BB3A3-8ED1-A79A-B9F3-E6AD70E13C4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8670EA31-15CC-2575-F1DF-4DA98DECBE0A}"/>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ED78EED1-02B8-F055-8831-6405E35AD2B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A18AA921-1CF6-11CD-7F5B-D25E4345ECC2}"/>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4C776F5-79DF-1CF2-CF1B-945362076065}"/>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B4461FF-6C40-3E4F-415B-1C1AE7ACB3D1}"/>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9D640CAA-96EE-902B-B529-6CCEFDDBBEB2}"/>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62334D15-0660-72F9-BB3D-B10255D0BEE4}"/>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2FC309F-2BE5-6A63-2892-E4C40893E916}"/>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C47AF9DB-D6AF-C162-A106-88ABA427B299}"/>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5669FE7-EBB6-19BB-AABC-DB8F48729B20}"/>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34C2EA8E-62A8-5116-9820-1E8408F8BF00}"/>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A1AF8852-740B-9E10-B24C-A1DF01080E6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857E6F2E-4A77-D040-0B56-1E4FF9DEA93F}"/>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62566D23-5B12-F22B-472B-B93E1C226592}"/>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FBA2B197-358D-F465-333F-2B0257435725}"/>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BAFE5F3-3D94-7324-A228-24A6C8CD055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F09B6A4B-E595-2E66-B345-79A93C6BE47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9F59909C-7D8C-6789-6D7B-FF6AC5195BE5}"/>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21DCD198-1B9F-2A1B-C26B-F42B92E3611A}"/>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6D1D1E30-5C56-31D1-349F-AF25049F4D37}"/>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AD86EC04-A533-55B2-DCF7-1AC36A99711C}"/>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1F0AE3AC-9BD7-5563-7769-92DE959DF123}"/>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AF4E078C-A863-FC5A-9E38-387C81BFD93E}"/>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ADB667C4-BFB3-4C7B-0510-424717437E1B}"/>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B1C3E3BD-9A46-D694-97FF-F890C0719F17}"/>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3343156D-965A-B2FA-41FF-B15DA3EC5BAC}"/>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482C0431-1846-F369-4FE8-A1339C5426F2}"/>
              </a:ext>
            </a:extLst>
          </p:cNvPr>
          <p:cNvSpPr txBox="1"/>
          <p:nvPr/>
        </p:nvSpPr>
        <p:spPr>
          <a:xfrm>
            <a:off x="5147734" y="3907597"/>
            <a:ext cx="570089" cy="230832"/>
          </a:xfrm>
          <a:prstGeom prst="rect">
            <a:avLst/>
          </a:prstGeom>
          <a:noFill/>
        </p:spPr>
        <p:txBody>
          <a:bodyPr wrap="square" rtlCol="0">
            <a:spAutoFit/>
          </a:bodyPr>
          <a:lstStyle/>
          <a:p>
            <a:pPr algn="ctr"/>
            <a:r>
              <a:rPr lang="en-US" sz="900" dirty="0"/>
              <a:t>235</a:t>
            </a:r>
          </a:p>
        </p:txBody>
      </p:sp>
      <p:sp>
        <p:nvSpPr>
          <p:cNvPr id="84" name="TextBox 83">
            <a:extLst>
              <a:ext uri="{FF2B5EF4-FFF2-40B4-BE49-F238E27FC236}">
                <a16:creationId xmlns:a16="http://schemas.microsoft.com/office/drawing/2014/main" id="{238B98C3-EB21-A5CF-F269-48F844D00905}"/>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a:t>
            </a:r>
          </a:p>
        </p:txBody>
      </p:sp>
      <p:sp>
        <p:nvSpPr>
          <p:cNvPr id="85" name="TextBox 84">
            <a:extLst>
              <a:ext uri="{FF2B5EF4-FFF2-40B4-BE49-F238E27FC236}">
                <a16:creationId xmlns:a16="http://schemas.microsoft.com/office/drawing/2014/main" id="{348E84C5-C8DF-2447-3ABC-DE16A133AA8F}"/>
              </a:ext>
            </a:extLst>
          </p:cNvPr>
          <p:cNvSpPr txBox="1"/>
          <p:nvPr/>
        </p:nvSpPr>
        <p:spPr>
          <a:xfrm>
            <a:off x="5650090" y="3907597"/>
            <a:ext cx="570089" cy="230832"/>
          </a:xfrm>
          <a:prstGeom prst="rect">
            <a:avLst/>
          </a:prstGeom>
          <a:noFill/>
        </p:spPr>
        <p:txBody>
          <a:bodyPr wrap="square" rtlCol="0">
            <a:spAutoFit/>
          </a:bodyPr>
          <a:lstStyle/>
          <a:p>
            <a:pPr algn="ctr"/>
            <a:r>
              <a:rPr lang="en-US" sz="900" dirty="0"/>
              <a:t>349</a:t>
            </a:r>
          </a:p>
        </p:txBody>
      </p:sp>
      <p:sp>
        <p:nvSpPr>
          <p:cNvPr id="86" name="TextBox 85">
            <a:extLst>
              <a:ext uri="{FF2B5EF4-FFF2-40B4-BE49-F238E27FC236}">
                <a16:creationId xmlns:a16="http://schemas.microsoft.com/office/drawing/2014/main" id="{099507FD-9520-9EAD-B93F-14506D109B6D}"/>
              </a:ext>
            </a:extLst>
          </p:cNvPr>
          <p:cNvSpPr txBox="1"/>
          <p:nvPr/>
        </p:nvSpPr>
        <p:spPr>
          <a:xfrm>
            <a:off x="5650090" y="4408541"/>
            <a:ext cx="570089" cy="230832"/>
          </a:xfrm>
          <a:prstGeom prst="rect">
            <a:avLst/>
          </a:prstGeom>
          <a:noFill/>
        </p:spPr>
        <p:txBody>
          <a:bodyPr wrap="square" rtlCol="0">
            <a:spAutoFit/>
          </a:bodyPr>
          <a:lstStyle/>
          <a:p>
            <a:pPr algn="ctr"/>
            <a:r>
              <a:rPr lang="en-US" sz="900" dirty="0"/>
              <a:t>147</a:t>
            </a:r>
          </a:p>
        </p:txBody>
      </p:sp>
      <p:sp>
        <p:nvSpPr>
          <p:cNvPr id="87" name="TextBox 86">
            <a:extLst>
              <a:ext uri="{FF2B5EF4-FFF2-40B4-BE49-F238E27FC236}">
                <a16:creationId xmlns:a16="http://schemas.microsoft.com/office/drawing/2014/main" id="{846CC24F-18FE-855C-7AC2-89A201109F2E}"/>
              </a:ext>
            </a:extLst>
          </p:cNvPr>
          <p:cNvSpPr txBox="1"/>
          <p:nvPr/>
        </p:nvSpPr>
        <p:spPr>
          <a:xfrm>
            <a:off x="5650090" y="4909484"/>
            <a:ext cx="570089" cy="230832"/>
          </a:xfrm>
          <a:prstGeom prst="rect">
            <a:avLst/>
          </a:prstGeom>
          <a:noFill/>
        </p:spPr>
        <p:txBody>
          <a:bodyPr wrap="square" rtlCol="0">
            <a:spAutoFit/>
          </a:bodyPr>
          <a:lstStyle/>
          <a:p>
            <a:pPr algn="ctr"/>
            <a:r>
              <a:rPr lang="en-US" sz="900" dirty="0"/>
              <a:t>147</a:t>
            </a:r>
          </a:p>
        </p:txBody>
      </p:sp>
      <p:sp>
        <p:nvSpPr>
          <p:cNvPr id="88" name="TextBox 87">
            <a:extLst>
              <a:ext uri="{FF2B5EF4-FFF2-40B4-BE49-F238E27FC236}">
                <a16:creationId xmlns:a16="http://schemas.microsoft.com/office/drawing/2014/main" id="{224E44C5-9D41-DD7A-265E-CE2501F095F2}"/>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DD69C950-CD7C-8E67-DBA8-C7CF8EBA0F5E}"/>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711863B9-D17D-8DE3-68D6-0146B3AC7F0D}"/>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9FC64EF9-8974-CF11-42B6-1E69EE64F087}"/>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D61484AF-A732-D212-7ABF-BC90CE522902}"/>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DDDF269F-F8A0-5FDE-5C03-BAF80C90BA23}"/>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B35FF7CE-4384-782C-D7CE-9B26F62ADFB1}"/>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FADE886E-826B-48C9-B2BC-9C27E2743D51}"/>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810E0CE7-5306-6B9A-FBCD-5A193E1CFF83}"/>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2AEEB679-2D1E-CF7E-C5A0-32D26431D665}"/>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B73B8774-D492-73FE-3109-4F7FEF4A44F3}"/>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8698158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F374-4429-B1B0-03F8-40BE4AC027A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D39C54-483E-71CC-296E-CA1C30AB9EE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A921104-11D8-AC74-193A-D39D46DE6AE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6CDCCE3-5662-456D-5B74-F29FCF51FA0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0F1DAA8-2372-DA0D-74BD-0B9B6013194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454D13F-BD3C-2E3C-11F0-48DA5CD1C6EB}"/>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1EFDB95E-1B81-1836-739C-BE2B6874C4A4}"/>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FD17B395-A2F7-7B2C-FE7C-6A555FBD5D36}"/>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2" name="TextBox 21">
            <a:extLst>
              <a:ext uri="{FF2B5EF4-FFF2-40B4-BE49-F238E27FC236}">
                <a16:creationId xmlns:a16="http://schemas.microsoft.com/office/drawing/2014/main" id="{8597A687-E578-6CB7-A332-E7F159704F14}"/>
              </a:ext>
            </a:extLst>
          </p:cNvPr>
          <p:cNvSpPr txBox="1"/>
          <p:nvPr/>
        </p:nvSpPr>
        <p:spPr>
          <a:xfrm>
            <a:off x="4645378" y="4408541"/>
            <a:ext cx="570089" cy="230832"/>
          </a:xfrm>
          <a:prstGeom prst="rect">
            <a:avLst/>
          </a:prstGeom>
          <a:noFill/>
        </p:spPr>
        <p:txBody>
          <a:bodyPr wrap="square" rtlCol="0">
            <a:spAutoFit/>
          </a:bodyPr>
          <a:lstStyle/>
          <a:p>
            <a:pPr algn="ctr"/>
            <a:r>
              <a:rPr lang="en-US" sz="900" dirty="0"/>
              <a:t>97</a:t>
            </a:r>
          </a:p>
        </p:txBody>
      </p:sp>
      <p:sp>
        <p:nvSpPr>
          <p:cNvPr id="23" name="TextBox 22">
            <a:extLst>
              <a:ext uri="{FF2B5EF4-FFF2-40B4-BE49-F238E27FC236}">
                <a16:creationId xmlns:a16="http://schemas.microsoft.com/office/drawing/2014/main" id="{42D09F72-8433-6CCF-4518-2F851389121B}"/>
              </a:ext>
            </a:extLst>
          </p:cNvPr>
          <p:cNvSpPr txBox="1"/>
          <p:nvPr/>
        </p:nvSpPr>
        <p:spPr>
          <a:xfrm>
            <a:off x="5147734" y="4408541"/>
            <a:ext cx="570089" cy="230832"/>
          </a:xfrm>
          <a:prstGeom prst="rect">
            <a:avLst/>
          </a:prstGeom>
          <a:noFill/>
        </p:spPr>
        <p:txBody>
          <a:bodyPr wrap="square" rtlCol="0">
            <a:spAutoFit/>
          </a:bodyPr>
          <a:lstStyle/>
          <a:p>
            <a:pPr algn="ctr"/>
            <a:r>
              <a:rPr lang="en-US" sz="900" dirty="0"/>
              <a:t>35</a:t>
            </a:r>
          </a:p>
        </p:txBody>
      </p:sp>
      <p:sp>
        <p:nvSpPr>
          <p:cNvPr id="28" name="TextBox 27">
            <a:extLst>
              <a:ext uri="{FF2B5EF4-FFF2-40B4-BE49-F238E27FC236}">
                <a16:creationId xmlns:a16="http://schemas.microsoft.com/office/drawing/2014/main" id="{3A1F664F-EB17-5531-BFF6-CFBBE76392A0}"/>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F73E9686-53C3-6FD8-4DCF-431A01C90261}"/>
              </a:ext>
            </a:extLst>
          </p:cNvPr>
          <p:cNvSpPr txBox="1"/>
          <p:nvPr/>
        </p:nvSpPr>
        <p:spPr>
          <a:xfrm>
            <a:off x="4143022" y="4408541"/>
            <a:ext cx="570089" cy="230832"/>
          </a:xfrm>
          <a:prstGeom prst="rect">
            <a:avLst/>
          </a:prstGeom>
          <a:noFill/>
        </p:spPr>
        <p:txBody>
          <a:bodyPr wrap="square" rtlCol="0">
            <a:spAutoFit/>
          </a:bodyPr>
          <a:lstStyle/>
          <a:p>
            <a:pPr algn="ctr"/>
            <a:r>
              <a:rPr lang="en-US" sz="900" dirty="0"/>
              <a:t>63</a:t>
            </a:r>
          </a:p>
        </p:txBody>
      </p:sp>
      <p:sp>
        <p:nvSpPr>
          <p:cNvPr id="49" name="TextBox 48">
            <a:extLst>
              <a:ext uri="{FF2B5EF4-FFF2-40B4-BE49-F238E27FC236}">
                <a16:creationId xmlns:a16="http://schemas.microsoft.com/office/drawing/2014/main" id="{241DD66A-1903-7F6E-B6B8-A2E251EC6B5B}"/>
              </a:ext>
            </a:extLst>
          </p:cNvPr>
          <p:cNvSpPr txBox="1"/>
          <p:nvPr/>
        </p:nvSpPr>
        <p:spPr>
          <a:xfrm>
            <a:off x="5147734" y="2404765"/>
            <a:ext cx="570089" cy="230832"/>
          </a:xfrm>
          <a:prstGeom prst="rect">
            <a:avLst/>
          </a:prstGeom>
          <a:noFill/>
        </p:spPr>
        <p:txBody>
          <a:bodyPr wrap="square" rtlCol="0">
            <a:spAutoFit/>
          </a:bodyPr>
          <a:lstStyle/>
          <a:p>
            <a:pPr algn="ctr"/>
            <a:r>
              <a:rPr lang="en-US" sz="900" dirty="0"/>
              <a:t>79</a:t>
            </a:r>
          </a:p>
        </p:txBody>
      </p:sp>
      <p:sp>
        <p:nvSpPr>
          <p:cNvPr id="50" name="TextBox 49">
            <a:extLst>
              <a:ext uri="{FF2B5EF4-FFF2-40B4-BE49-F238E27FC236}">
                <a16:creationId xmlns:a16="http://schemas.microsoft.com/office/drawing/2014/main" id="{CDE0C435-CDCC-398F-DD0E-F9D72C0A0CB1}"/>
              </a:ext>
            </a:extLst>
          </p:cNvPr>
          <p:cNvSpPr txBox="1"/>
          <p:nvPr/>
        </p:nvSpPr>
        <p:spPr>
          <a:xfrm>
            <a:off x="5650090" y="2404765"/>
            <a:ext cx="570089" cy="230832"/>
          </a:xfrm>
          <a:prstGeom prst="rect">
            <a:avLst/>
          </a:prstGeom>
          <a:noFill/>
        </p:spPr>
        <p:txBody>
          <a:bodyPr wrap="square" rtlCol="0">
            <a:spAutoFit/>
          </a:bodyPr>
          <a:lstStyle/>
          <a:p>
            <a:pPr algn="ctr"/>
            <a:r>
              <a:rPr lang="en-US" sz="900" dirty="0"/>
              <a:t>97</a:t>
            </a:r>
          </a:p>
        </p:txBody>
      </p:sp>
      <p:sp>
        <p:nvSpPr>
          <p:cNvPr id="51" name="TextBox 50">
            <a:extLst>
              <a:ext uri="{FF2B5EF4-FFF2-40B4-BE49-F238E27FC236}">
                <a16:creationId xmlns:a16="http://schemas.microsoft.com/office/drawing/2014/main" id="{C4613836-6D9E-293D-71F8-1531EF1A7B01}"/>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FB0755C-0292-9B09-C49D-5A02FC384EDD}"/>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F4ACEA90-0988-43CB-B859-C4247B6CEC47}"/>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E742BD9F-D0AD-124F-7A42-AD470994A8E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F64D37F0-7EB3-4668-DACC-5956B97EBB3B}"/>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FB5E06F7-F321-4BBE-2D1C-6B1ECB440C4D}"/>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44BDFA4C-B53F-7454-233E-8CB21D70EBCF}"/>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5BB6A2E5-2A75-1FFA-A0F0-83E0487DD2B1}"/>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FD434149-36CF-D3CC-5728-FC505A567F37}"/>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F9E7E2B6-F15A-65C1-19D5-58B78D0AFB0D}"/>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E265C1E8-CA13-D292-EC1A-1D7B31A320B8}"/>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D3CB5C1A-EEC2-D3A4-D50A-D230E1A4C93F}"/>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0" name="TextBox 59">
            <a:extLst>
              <a:ext uri="{FF2B5EF4-FFF2-40B4-BE49-F238E27FC236}">
                <a16:creationId xmlns:a16="http://schemas.microsoft.com/office/drawing/2014/main" id="{8660998E-8005-BA15-5410-25935ABD2F3C}"/>
              </a:ext>
            </a:extLst>
          </p:cNvPr>
          <p:cNvSpPr txBox="1"/>
          <p:nvPr/>
        </p:nvSpPr>
        <p:spPr>
          <a:xfrm>
            <a:off x="6654802" y="4909484"/>
            <a:ext cx="570089" cy="230832"/>
          </a:xfrm>
          <a:prstGeom prst="rect">
            <a:avLst/>
          </a:prstGeom>
          <a:noFill/>
        </p:spPr>
        <p:txBody>
          <a:bodyPr wrap="square" rtlCol="0">
            <a:spAutoFit/>
          </a:bodyPr>
          <a:lstStyle/>
          <a:p>
            <a:pPr algn="ctr"/>
            <a:r>
              <a:rPr lang="en-US" sz="900" dirty="0"/>
              <a:t>13</a:t>
            </a:r>
          </a:p>
        </p:txBody>
      </p:sp>
      <p:sp>
        <p:nvSpPr>
          <p:cNvPr id="61" name="TextBox 60">
            <a:extLst>
              <a:ext uri="{FF2B5EF4-FFF2-40B4-BE49-F238E27FC236}">
                <a16:creationId xmlns:a16="http://schemas.microsoft.com/office/drawing/2014/main" id="{B26CFE40-8542-E02E-431F-4D15E86EED8E}"/>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1AAB2FF9-8009-7C60-5603-CE390B494AE6}"/>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7F375F1-D78D-C147-7A6C-A967402E864D}"/>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AB971067-BA47-FD7F-1A32-5105CFF804D2}"/>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ADBA539E-8B1B-8C30-7A76-753F6D3DA944}"/>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F2AED320-AF35-0FF2-7527-E9E0E7FC5508}"/>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61E84D15-04D5-5A01-6C47-6A8EE9F6948C}"/>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1" name="TextBox 70">
            <a:extLst>
              <a:ext uri="{FF2B5EF4-FFF2-40B4-BE49-F238E27FC236}">
                <a16:creationId xmlns:a16="http://schemas.microsoft.com/office/drawing/2014/main" id="{A044A60C-8884-5E07-1AE9-9A7727EF761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458</a:t>
            </a:r>
          </a:p>
        </p:txBody>
      </p:sp>
      <p:sp>
        <p:nvSpPr>
          <p:cNvPr id="72" name="TextBox 71">
            <a:extLst>
              <a:ext uri="{FF2B5EF4-FFF2-40B4-BE49-F238E27FC236}">
                <a16:creationId xmlns:a16="http://schemas.microsoft.com/office/drawing/2014/main" id="{C15C85CE-87C6-3C64-0409-A46989948F3E}"/>
              </a:ext>
            </a:extLst>
          </p:cNvPr>
          <p:cNvSpPr txBox="1"/>
          <p:nvPr/>
        </p:nvSpPr>
        <p:spPr>
          <a:xfrm>
            <a:off x="3138310" y="4408541"/>
            <a:ext cx="570089" cy="230832"/>
          </a:xfrm>
          <a:prstGeom prst="rect">
            <a:avLst/>
          </a:prstGeom>
          <a:noFill/>
        </p:spPr>
        <p:txBody>
          <a:bodyPr wrap="square" rtlCol="0">
            <a:spAutoFit/>
          </a:bodyPr>
          <a:lstStyle/>
          <a:p>
            <a:pPr algn="ctr"/>
            <a:r>
              <a:rPr lang="en-US" sz="900" dirty="0"/>
              <a:t>458</a:t>
            </a:r>
          </a:p>
        </p:txBody>
      </p:sp>
      <p:sp>
        <p:nvSpPr>
          <p:cNvPr id="74" name="TextBox 73">
            <a:extLst>
              <a:ext uri="{FF2B5EF4-FFF2-40B4-BE49-F238E27FC236}">
                <a16:creationId xmlns:a16="http://schemas.microsoft.com/office/drawing/2014/main" id="{08E6D107-AE42-6B5B-C1E1-D440CEFA8447}"/>
              </a:ext>
            </a:extLst>
          </p:cNvPr>
          <p:cNvSpPr txBox="1"/>
          <p:nvPr/>
        </p:nvSpPr>
        <p:spPr>
          <a:xfrm>
            <a:off x="3640666" y="3907597"/>
            <a:ext cx="570089" cy="230832"/>
          </a:xfrm>
          <a:prstGeom prst="rect">
            <a:avLst/>
          </a:prstGeom>
          <a:noFill/>
        </p:spPr>
        <p:txBody>
          <a:bodyPr wrap="square" rtlCol="0">
            <a:spAutoFit/>
          </a:bodyPr>
          <a:lstStyle/>
          <a:p>
            <a:pPr algn="ctr"/>
            <a:r>
              <a:rPr lang="en-US" sz="900" dirty="0"/>
              <a:t>92</a:t>
            </a:r>
          </a:p>
        </p:txBody>
      </p:sp>
      <p:sp>
        <p:nvSpPr>
          <p:cNvPr id="75" name="TextBox 74">
            <a:extLst>
              <a:ext uri="{FF2B5EF4-FFF2-40B4-BE49-F238E27FC236}">
                <a16:creationId xmlns:a16="http://schemas.microsoft.com/office/drawing/2014/main" id="{B45F784F-60A1-8FB7-93B1-DCCE3794854C}"/>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B4DDC6F5-EFDF-1FB3-7B79-C025D3EE7805}"/>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C3BB97BA-582F-DD7F-B767-E39690F2C011}"/>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14958469-6257-5064-6138-64FB0506496A}"/>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BCEAF2BE-BE99-0D5F-BAAF-73ACDC4AFF4F}"/>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B97B63DB-C486-B778-27F8-FC0BF10EBE2B}"/>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CED573A4-D54F-52CD-5596-DB992C2A97B3}"/>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49C8FE2-9D44-79C1-9651-3E6723C74E42}"/>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CC78E746-234B-683A-AD52-D2871561D88A}"/>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71FDEB1-CD20-BA89-4904-CBCF763D1360}"/>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C7396A07-BBBA-70F8-6BB1-CBC86539778F}"/>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BAA45471-F028-8184-D6D2-41799D2E354B}"/>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66FD84EB-1D4C-50FA-A621-7C76489E4FA5}"/>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3999424A-DD28-0BD1-3C8B-33906573856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A637B0F-741E-E0FE-3D9F-90AD18C1F7B7}"/>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08BC4BB5-2EE9-DC61-1D64-72823D5E0AB7}"/>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5D6955D6-B216-B97F-6F35-07E27EE90F57}"/>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A93C8E1-B52A-0B75-04D1-92CE9504511D}"/>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9EEAAA2D-0148-4BAB-8AF4-1126878EF32C}"/>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66ADBB96-9686-1E0D-1BDD-AA6A6B9056C1}"/>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AA3EF31-9B41-BD18-00DA-82702957E9A5}"/>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62B8269C-3D0E-F84E-BADD-A6F597AB95C0}"/>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299B09FE-1664-3EA2-BC80-C107575370A0}"/>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4A9EE36-569B-A1BA-E719-D47FF58DCA05}"/>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E4296FE2-22A4-11F1-1026-27D79242A3E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12B39E03-6920-2BF4-7AB6-BA1752F0BE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3C8EE091-BF48-61A8-CD14-0B0299FBC203}"/>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56DAED60-95EB-A4B3-4036-E38831D3063C}"/>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E5B2278B-185C-438A-3CA8-F810E7165D30}"/>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40F41CB6-73F5-CF9F-D7D1-427E3385BB6A}"/>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2F26D498-3A41-B67A-87AC-4D2068545542}"/>
              </a:ext>
            </a:extLst>
          </p:cNvPr>
          <p:cNvSpPr txBox="1"/>
          <p:nvPr/>
        </p:nvSpPr>
        <p:spPr>
          <a:xfrm>
            <a:off x="5147734" y="3907597"/>
            <a:ext cx="570089" cy="230832"/>
          </a:xfrm>
          <a:prstGeom prst="rect">
            <a:avLst/>
          </a:prstGeom>
          <a:noFill/>
        </p:spPr>
        <p:txBody>
          <a:bodyPr wrap="square" rtlCol="0">
            <a:spAutoFit/>
          </a:bodyPr>
          <a:lstStyle/>
          <a:p>
            <a:pPr algn="ctr"/>
            <a:r>
              <a:rPr lang="en-US" sz="900" dirty="0"/>
              <a:t>53</a:t>
            </a:r>
          </a:p>
        </p:txBody>
      </p:sp>
      <p:sp>
        <p:nvSpPr>
          <p:cNvPr id="84" name="TextBox 83">
            <a:extLst>
              <a:ext uri="{FF2B5EF4-FFF2-40B4-BE49-F238E27FC236}">
                <a16:creationId xmlns:a16="http://schemas.microsoft.com/office/drawing/2014/main" id="{76B9F147-4E09-52B8-EE65-E29E5A809D2E}"/>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a:t>
            </a:r>
          </a:p>
        </p:txBody>
      </p:sp>
      <p:sp>
        <p:nvSpPr>
          <p:cNvPr id="86" name="TextBox 85">
            <a:extLst>
              <a:ext uri="{FF2B5EF4-FFF2-40B4-BE49-F238E27FC236}">
                <a16:creationId xmlns:a16="http://schemas.microsoft.com/office/drawing/2014/main" id="{5042934C-58D9-13F7-683B-A050DA5C9CEA}"/>
              </a:ext>
            </a:extLst>
          </p:cNvPr>
          <p:cNvSpPr txBox="1"/>
          <p:nvPr/>
        </p:nvSpPr>
        <p:spPr>
          <a:xfrm>
            <a:off x="5650090" y="4408541"/>
            <a:ext cx="570089" cy="230832"/>
          </a:xfrm>
          <a:prstGeom prst="rect">
            <a:avLst/>
          </a:prstGeom>
          <a:noFill/>
        </p:spPr>
        <p:txBody>
          <a:bodyPr wrap="square" rtlCol="0">
            <a:spAutoFit/>
          </a:bodyPr>
          <a:lstStyle/>
          <a:p>
            <a:pPr algn="ctr"/>
            <a:r>
              <a:rPr lang="en-US" sz="900" dirty="0"/>
              <a:t>17</a:t>
            </a:r>
          </a:p>
        </p:txBody>
      </p:sp>
      <p:sp>
        <p:nvSpPr>
          <p:cNvPr id="87" name="TextBox 86">
            <a:extLst>
              <a:ext uri="{FF2B5EF4-FFF2-40B4-BE49-F238E27FC236}">
                <a16:creationId xmlns:a16="http://schemas.microsoft.com/office/drawing/2014/main" id="{BBEEB32A-C92D-EB5F-ACC2-022994933C50}"/>
              </a:ext>
            </a:extLst>
          </p:cNvPr>
          <p:cNvSpPr txBox="1"/>
          <p:nvPr/>
        </p:nvSpPr>
        <p:spPr>
          <a:xfrm>
            <a:off x="5650090" y="4909484"/>
            <a:ext cx="570089" cy="230832"/>
          </a:xfrm>
          <a:prstGeom prst="rect">
            <a:avLst/>
          </a:prstGeom>
          <a:noFill/>
        </p:spPr>
        <p:txBody>
          <a:bodyPr wrap="square" rtlCol="0">
            <a:spAutoFit/>
          </a:bodyPr>
          <a:lstStyle/>
          <a:p>
            <a:pPr algn="ctr"/>
            <a:r>
              <a:rPr lang="en-US" sz="900" dirty="0"/>
              <a:t>71</a:t>
            </a:r>
          </a:p>
        </p:txBody>
      </p:sp>
      <p:sp>
        <p:nvSpPr>
          <p:cNvPr id="88" name="TextBox 87">
            <a:extLst>
              <a:ext uri="{FF2B5EF4-FFF2-40B4-BE49-F238E27FC236}">
                <a16:creationId xmlns:a16="http://schemas.microsoft.com/office/drawing/2014/main" id="{A73A3024-1563-C695-C1B4-B3AD0CF50CDB}"/>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05F37C5F-4853-CDEC-57FD-A60139A65B25}"/>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F9595B1A-6CD1-D5AC-AEAE-6DF5701822DE}"/>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BC58F614-3964-D569-18CB-AA4700123853}"/>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94BEFE4F-C701-5632-9EFC-278690BD33E9}"/>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3E72B93B-26B1-214C-7E1E-EDC383B55437}"/>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DE59B2AA-4786-0628-9A50-BCA40C0F8517}"/>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61A802AB-1103-B416-6C89-D3614F547BE6}"/>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3C309EC7-A3B1-3DB4-2E27-1631661AEBCF}"/>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ECD2E987-2573-2BCF-996F-13784A90A36E}"/>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748024F7-D9BC-210E-257A-362301C67D75}"/>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83200FCA-C50C-CA3F-3AA0-882FD17B3DC2}"/>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E89BE453-8318-5E3F-473D-A20C9210A2CF}"/>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06292626-A913-35E0-6ED7-C37863AA55D9}"/>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46" name="TextBox 45">
            <a:extLst>
              <a:ext uri="{FF2B5EF4-FFF2-40B4-BE49-F238E27FC236}">
                <a16:creationId xmlns:a16="http://schemas.microsoft.com/office/drawing/2014/main" id="{F34E59B7-E7C4-D984-52C9-DCA4AC590F6E}"/>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46701EF9-590C-3DF4-7356-6D4120BEFB30}"/>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4072334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40414-8FBA-BC6F-1277-C6B6518052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B1F0C9-6E56-7D76-160A-317D9D10933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AD36162-BAFE-68B2-84EE-66DB143E46D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550A53E-E99F-5D75-D623-9613EDC7066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8FAD83-8B6F-CEED-3FB6-D909B14719D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FDB0959-4048-FD45-2FC3-69EF3904356D}"/>
              </a:ext>
            </a:extLst>
          </p:cNvPr>
          <p:cNvPicPr>
            <a:picLocks noChangeAspect="1"/>
          </p:cNvPicPr>
          <p:nvPr/>
        </p:nvPicPr>
        <p:blipFill>
          <a:blip r:embed="rId6"/>
          <a:stretch>
            <a:fillRect/>
          </a:stretch>
        </p:blipFill>
        <p:spPr>
          <a:xfrm>
            <a:off x="4584700" y="2311400"/>
            <a:ext cx="0" cy="0"/>
          </a:xfrm>
          <a:prstGeom prst="rect">
            <a:avLst/>
          </a:prstGeom>
        </p:spPr>
      </p:pic>
      <p:sp>
        <p:nvSpPr>
          <p:cNvPr id="11" name="TextBox 10">
            <a:extLst>
              <a:ext uri="{FF2B5EF4-FFF2-40B4-BE49-F238E27FC236}">
                <a16:creationId xmlns:a16="http://schemas.microsoft.com/office/drawing/2014/main" id="{AF58406E-882D-BA39-1381-115432CFDB78}"/>
              </a:ext>
            </a:extLst>
          </p:cNvPr>
          <p:cNvSpPr txBox="1"/>
          <p:nvPr/>
        </p:nvSpPr>
        <p:spPr>
          <a:xfrm>
            <a:off x="4645378" y="1402877"/>
            <a:ext cx="570089" cy="230832"/>
          </a:xfrm>
          <a:prstGeom prst="rect">
            <a:avLst/>
          </a:prstGeom>
          <a:noFill/>
        </p:spPr>
        <p:txBody>
          <a:bodyPr wrap="square" rtlCol="0">
            <a:spAutoFit/>
          </a:bodyPr>
          <a:lstStyle/>
          <a:p>
            <a:pPr algn="ctr"/>
            <a:r>
              <a:rPr lang="en-US" sz="900" dirty="0"/>
              <a:t>79</a:t>
            </a:r>
          </a:p>
        </p:txBody>
      </p:sp>
      <p:sp>
        <p:nvSpPr>
          <p:cNvPr id="12" name="TextBox 11">
            <a:extLst>
              <a:ext uri="{FF2B5EF4-FFF2-40B4-BE49-F238E27FC236}">
                <a16:creationId xmlns:a16="http://schemas.microsoft.com/office/drawing/2014/main" id="{0B9A5C4E-8B4F-5026-23D5-74A8E424D0CB}"/>
              </a:ext>
            </a:extLst>
          </p:cNvPr>
          <p:cNvSpPr txBox="1"/>
          <p:nvPr/>
        </p:nvSpPr>
        <p:spPr>
          <a:xfrm>
            <a:off x="5147734" y="1402877"/>
            <a:ext cx="570089" cy="230832"/>
          </a:xfrm>
          <a:prstGeom prst="rect">
            <a:avLst/>
          </a:prstGeom>
          <a:noFill/>
        </p:spPr>
        <p:txBody>
          <a:bodyPr wrap="square" rtlCol="0">
            <a:spAutoFit/>
          </a:bodyPr>
          <a:lstStyle/>
          <a:p>
            <a:pPr algn="ctr"/>
            <a:r>
              <a:rPr lang="en-US" sz="900" dirty="0"/>
              <a:t>97</a:t>
            </a:r>
          </a:p>
        </p:txBody>
      </p:sp>
      <p:sp>
        <p:nvSpPr>
          <p:cNvPr id="28" name="TextBox 27">
            <a:extLst>
              <a:ext uri="{FF2B5EF4-FFF2-40B4-BE49-F238E27FC236}">
                <a16:creationId xmlns:a16="http://schemas.microsoft.com/office/drawing/2014/main" id="{0E2DF8D0-7409-6CF2-C715-665D2D3A019E}"/>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F26027C4-3A34-B34C-68AA-748EBA5658FF}"/>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8D9138B6-D940-CC99-1902-BC74A76B4A27}"/>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242126DE-8434-F70C-1321-864E14C0A7C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52191B7-EA99-2767-3254-DEB4DC9ED8B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1E2266FE-BAC0-1766-B333-D95B8D2F882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A15ABBD6-329C-591C-FE1F-3B901A249A14}"/>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FB1ABB7C-AA08-4A74-4C34-05F703D15562}"/>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EA613C26-0E50-EC33-1871-535B3CDA9B67}"/>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5" name="TextBox 34">
            <a:extLst>
              <a:ext uri="{FF2B5EF4-FFF2-40B4-BE49-F238E27FC236}">
                <a16:creationId xmlns:a16="http://schemas.microsoft.com/office/drawing/2014/main" id="{B16EAF7B-43EE-C1D9-2C47-2327F8DA23E0}"/>
              </a:ext>
            </a:extLst>
          </p:cNvPr>
          <p:cNvSpPr txBox="1"/>
          <p:nvPr/>
        </p:nvSpPr>
        <p:spPr>
          <a:xfrm>
            <a:off x="6654802" y="3907597"/>
            <a:ext cx="570089" cy="230832"/>
          </a:xfrm>
          <a:prstGeom prst="rect">
            <a:avLst/>
          </a:prstGeom>
          <a:noFill/>
        </p:spPr>
        <p:txBody>
          <a:bodyPr wrap="square" rtlCol="0">
            <a:spAutoFit/>
          </a:bodyPr>
          <a:lstStyle/>
          <a:p>
            <a:pPr algn="ctr"/>
            <a:r>
              <a:rPr lang="en-US" sz="900" dirty="0"/>
              <a:t>38</a:t>
            </a:r>
          </a:p>
        </p:txBody>
      </p:sp>
      <p:sp>
        <p:nvSpPr>
          <p:cNvPr id="36" name="TextBox 35">
            <a:extLst>
              <a:ext uri="{FF2B5EF4-FFF2-40B4-BE49-F238E27FC236}">
                <a16:creationId xmlns:a16="http://schemas.microsoft.com/office/drawing/2014/main" id="{9F37893E-996A-55F2-42FC-D8F6421977A9}"/>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58" name="TextBox 57">
            <a:extLst>
              <a:ext uri="{FF2B5EF4-FFF2-40B4-BE49-F238E27FC236}">
                <a16:creationId xmlns:a16="http://schemas.microsoft.com/office/drawing/2014/main" id="{ECEEFA42-CB58-6057-57B2-AFD77B9BB5A7}"/>
              </a:ext>
            </a:extLst>
          </p:cNvPr>
          <p:cNvSpPr txBox="1"/>
          <p:nvPr/>
        </p:nvSpPr>
        <p:spPr>
          <a:xfrm>
            <a:off x="6654802" y="4408541"/>
            <a:ext cx="570089" cy="230832"/>
          </a:xfrm>
          <a:prstGeom prst="rect">
            <a:avLst/>
          </a:prstGeom>
          <a:noFill/>
        </p:spPr>
        <p:txBody>
          <a:bodyPr wrap="square" rtlCol="0">
            <a:spAutoFit/>
          </a:bodyPr>
          <a:lstStyle/>
          <a:p>
            <a:pPr algn="ctr"/>
            <a:r>
              <a:rPr lang="en-US" sz="900" dirty="0"/>
              <a:t>138</a:t>
            </a:r>
          </a:p>
        </p:txBody>
      </p:sp>
      <p:sp>
        <p:nvSpPr>
          <p:cNvPr id="59" name="TextBox 58">
            <a:extLst>
              <a:ext uri="{FF2B5EF4-FFF2-40B4-BE49-F238E27FC236}">
                <a16:creationId xmlns:a16="http://schemas.microsoft.com/office/drawing/2014/main" id="{557861AF-4C00-A8FD-411B-8D704D5DCB27}"/>
              </a:ext>
            </a:extLst>
          </p:cNvPr>
          <p:cNvSpPr txBox="1"/>
          <p:nvPr/>
        </p:nvSpPr>
        <p:spPr>
          <a:xfrm>
            <a:off x="7157158" y="4408541"/>
            <a:ext cx="570089" cy="230832"/>
          </a:xfrm>
          <a:prstGeom prst="rect">
            <a:avLst/>
          </a:prstGeom>
          <a:noFill/>
        </p:spPr>
        <p:txBody>
          <a:bodyPr wrap="square" rtlCol="0">
            <a:spAutoFit/>
          </a:bodyPr>
          <a:lstStyle/>
          <a:p>
            <a:pPr algn="ctr"/>
            <a:r>
              <a:rPr lang="en-US" sz="900" dirty="0"/>
              <a:t>269</a:t>
            </a:r>
          </a:p>
        </p:txBody>
      </p:sp>
      <p:sp>
        <p:nvSpPr>
          <p:cNvPr id="61" name="TextBox 60">
            <a:extLst>
              <a:ext uri="{FF2B5EF4-FFF2-40B4-BE49-F238E27FC236}">
                <a16:creationId xmlns:a16="http://schemas.microsoft.com/office/drawing/2014/main" id="{9D6C7FB0-D96D-10FE-33A4-640B4173D293}"/>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CBD82B72-626A-9A3C-FF93-A782A809B886}"/>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0FF750CC-7510-560C-0AC4-C5B5B928AC6B}"/>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5F4EA84C-723E-E9A3-247B-92847AD06D1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FCE447EF-825D-A293-FEA3-690FCE65A83A}"/>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5B31C493-D104-FB01-5B39-9A1DAD94BD95}"/>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71C7C52F-DDB2-9E5F-D167-1B152FB7C1BF}"/>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2" name="TextBox 71">
            <a:extLst>
              <a:ext uri="{FF2B5EF4-FFF2-40B4-BE49-F238E27FC236}">
                <a16:creationId xmlns:a16="http://schemas.microsoft.com/office/drawing/2014/main" id="{4C52DFF6-F8FD-D25D-E158-1470E5E674F7}"/>
              </a:ext>
            </a:extLst>
          </p:cNvPr>
          <p:cNvSpPr txBox="1"/>
          <p:nvPr/>
        </p:nvSpPr>
        <p:spPr>
          <a:xfrm>
            <a:off x="3138310" y="4408541"/>
            <a:ext cx="570089" cy="230832"/>
          </a:xfrm>
          <a:prstGeom prst="rect">
            <a:avLst/>
          </a:prstGeom>
          <a:noFill/>
        </p:spPr>
        <p:txBody>
          <a:bodyPr wrap="square" rtlCol="0">
            <a:spAutoFit/>
          </a:bodyPr>
          <a:lstStyle/>
          <a:p>
            <a:pPr algn="ctr"/>
            <a:r>
              <a:rPr lang="en-US" sz="900" dirty="0"/>
              <a:t>48</a:t>
            </a:r>
          </a:p>
        </p:txBody>
      </p:sp>
      <p:sp>
        <p:nvSpPr>
          <p:cNvPr id="74" name="TextBox 73">
            <a:extLst>
              <a:ext uri="{FF2B5EF4-FFF2-40B4-BE49-F238E27FC236}">
                <a16:creationId xmlns:a16="http://schemas.microsoft.com/office/drawing/2014/main" id="{DB5476E1-4F1E-ED66-244F-861D51F68317}"/>
              </a:ext>
            </a:extLst>
          </p:cNvPr>
          <p:cNvSpPr txBox="1"/>
          <p:nvPr/>
        </p:nvSpPr>
        <p:spPr>
          <a:xfrm>
            <a:off x="3640666" y="3907597"/>
            <a:ext cx="570089" cy="230832"/>
          </a:xfrm>
          <a:prstGeom prst="rect">
            <a:avLst/>
          </a:prstGeom>
          <a:noFill/>
        </p:spPr>
        <p:txBody>
          <a:bodyPr wrap="square" rtlCol="0">
            <a:spAutoFit/>
          </a:bodyPr>
          <a:lstStyle/>
          <a:p>
            <a:pPr algn="ctr"/>
            <a:r>
              <a:rPr lang="en-US" sz="900" dirty="0"/>
              <a:t>92</a:t>
            </a:r>
          </a:p>
        </p:txBody>
      </p:sp>
      <p:sp>
        <p:nvSpPr>
          <p:cNvPr id="75" name="TextBox 74">
            <a:extLst>
              <a:ext uri="{FF2B5EF4-FFF2-40B4-BE49-F238E27FC236}">
                <a16:creationId xmlns:a16="http://schemas.microsoft.com/office/drawing/2014/main" id="{D2F37CA6-50A1-30F6-8C34-69CAF61737E2}"/>
              </a:ext>
            </a:extLst>
          </p:cNvPr>
          <p:cNvSpPr txBox="1"/>
          <p:nvPr/>
        </p:nvSpPr>
        <p:spPr>
          <a:xfrm>
            <a:off x="3640666" y="4408541"/>
            <a:ext cx="570089" cy="230832"/>
          </a:xfrm>
          <a:prstGeom prst="rect">
            <a:avLst/>
          </a:prstGeom>
          <a:noFill/>
        </p:spPr>
        <p:txBody>
          <a:bodyPr wrap="square" rtlCol="0">
            <a:spAutoFit/>
          </a:bodyPr>
          <a:lstStyle/>
          <a:p>
            <a:pPr algn="ctr"/>
            <a:r>
              <a:rPr lang="en-US" sz="900" dirty="0"/>
              <a:t>279</a:t>
            </a:r>
          </a:p>
        </p:txBody>
      </p:sp>
      <p:sp>
        <p:nvSpPr>
          <p:cNvPr id="76" name="TextBox 75">
            <a:extLst>
              <a:ext uri="{FF2B5EF4-FFF2-40B4-BE49-F238E27FC236}">
                <a16:creationId xmlns:a16="http://schemas.microsoft.com/office/drawing/2014/main" id="{20ECDFAE-FB01-BE5D-129C-DC516620C4C6}"/>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7B55A06B-5B22-4575-2BE7-E725FCCD0715}"/>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F0EA9BA7-A054-ABDA-D1F2-69430C12F63C}"/>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E957D725-C70E-F74F-804F-E75E8D09A6AE}"/>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6ECC10FD-3E9D-F498-2E40-9D18B2E19D0B}"/>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E1BD3873-5C7D-62C4-ABFD-63CDDC940E1C}"/>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F3409E7-0E9D-4AD1-378F-E0E13169DC88}"/>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5C2CFBF1-FE12-8A90-09FF-3D219C00BAE9}"/>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4714DA41-4C0A-B279-7289-A388954BCF2B}"/>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0D85D119-9320-87DA-9E3E-BCCD0B14E3B0}"/>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08872A7-B1D0-6021-8075-33F2A85D0084}"/>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C535EC6-7988-C8EA-E469-96EBE65F1F7D}"/>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B55A88BB-DFDE-6A37-D8E5-040547A37BF8}"/>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8263590C-F37C-6AB4-0485-5F79D9909DF5}"/>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AD3141BD-5827-CCFC-B558-F8757A660B34}"/>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FE4CAA16-D86C-AF45-BE84-7C4F73379502}"/>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475722EE-7FCA-AA9D-2727-5650A3A8A01E}"/>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25202F3D-B7F9-8E70-A219-6C376C710F02}"/>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2E4CCDA9-9AA4-513D-3611-EE87BDB67B1E}"/>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84634737-8FF9-A120-B2D7-39EC711AEC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B2397CA7-66BF-1EFB-5F43-3B3219CEB406}"/>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F52447F1-F524-E213-77D0-B9B28BBA70A3}"/>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4FDFD990-34B2-A928-F3CA-B13620CEE2E1}"/>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990F0CF9-2605-0B07-B0B5-70C643F94C3D}"/>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0BEF7448-D641-53FB-2618-C5BCF37CB8D1}"/>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6BF87351-9356-FCF4-3945-0EE266FAD2F8}"/>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59D0324C-B9C5-A744-A880-DDEE71E204F8}"/>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FC848B7D-4343-B9B2-8A75-6DFDA1FAB11C}"/>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EF608A29-9B66-3638-7636-91F2210AC2BD}"/>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59E8D4D0-699B-883F-8AC8-55DD94C67B55}"/>
              </a:ext>
            </a:extLst>
          </p:cNvPr>
          <p:cNvSpPr txBox="1"/>
          <p:nvPr/>
        </p:nvSpPr>
        <p:spPr>
          <a:xfrm>
            <a:off x="5147734" y="3907597"/>
            <a:ext cx="570089" cy="230832"/>
          </a:xfrm>
          <a:prstGeom prst="rect">
            <a:avLst/>
          </a:prstGeom>
          <a:noFill/>
        </p:spPr>
        <p:txBody>
          <a:bodyPr wrap="square" rtlCol="0">
            <a:spAutoFit/>
          </a:bodyPr>
          <a:lstStyle/>
          <a:p>
            <a:pPr algn="ctr"/>
            <a:r>
              <a:rPr lang="en-US" sz="900" dirty="0"/>
              <a:t>53</a:t>
            </a:r>
          </a:p>
        </p:txBody>
      </p:sp>
      <p:sp>
        <p:nvSpPr>
          <p:cNvPr id="84" name="TextBox 83">
            <a:extLst>
              <a:ext uri="{FF2B5EF4-FFF2-40B4-BE49-F238E27FC236}">
                <a16:creationId xmlns:a16="http://schemas.microsoft.com/office/drawing/2014/main" id="{D60E4BF0-E421-4E0F-6525-BF8632A64ABD}"/>
              </a:ext>
            </a:extLst>
          </p:cNvPr>
          <p:cNvSpPr txBox="1"/>
          <p:nvPr/>
        </p:nvSpPr>
        <p:spPr>
          <a:xfrm>
            <a:off x="5147734" y="4909484"/>
            <a:ext cx="570089" cy="230832"/>
          </a:xfrm>
          <a:prstGeom prst="rect">
            <a:avLst/>
          </a:prstGeom>
          <a:noFill/>
        </p:spPr>
        <p:txBody>
          <a:bodyPr wrap="square" rtlCol="0">
            <a:spAutoFit/>
          </a:bodyPr>
          <a:lstStyle/>
          <a:p>
            <a:pPr algn="ctr"/>
            <a:r>
              <a:rPr lang="en-US" sz="900" dirty="0"/>
              <a:t>23</a:t>
            </a:r>
          </a:p>
        </p:txBody>
      </p:sp>
      <p:sp>
        <p:nvSpPr>
          <p:cNvPr id="86" name="TextBox 85">
            <a:extLst>
              <a:ext uri="{FF2B5EF4-FFF2-40B4-BE49-F238E27FC236}">
                <a16:creationId xmlns:a16="http://schemas.microsoft.com/office/drawing/2014/main" id="{484C9B26-078E-ABA9-6D03-7BC0B6DA0231}"/>
              </a:ext>
            </a:extLst>
          </p:cNvPr>
          <p:cNvSpPr txBox="1"/>
          <p:nvPr/>
        </p:nvSpPr>
        <p:spPr>
          <a:xfrm>
            <a:off x="5650090" y="4408541"/>
            <a:ext cx="570089" cy="230832"/>
          </a:xfrm>
          <a:prstGeom prst="rect">
            <a:avLst/>
          </a:prstGeom>
          <a:noFill/>
        </p:spPr>
        <p:txBody>
          <a:bodyPr wrap="square" rtlCol="0">
            <a:spAutoFit/>
          </a:bodyPr>
          <a:lstStyle/>
          <a:p>
            <a:pPr algn="ctr"/>
            <a:r>
              <a:rPr lang="en-US" sz="900" dirty="0"/>
              <a:t>17</a:t>
            </a:r>
          </a:p>
        </p:txBody>
      </p:sp>
      <p:sp>
        <p:nvSpPr>
          <p:cNvPr id="87" name="TextBox 86">
            <a:extLst>
              <a:ext uri="{FF2B5EF4-FFF2-40B4-BE49-F238E27FC236}">
                <a16:creationId xmlns:a16="http://schemas.microsoft.com/office/drawing/2014/main" id="{C0A8F8B6-3C08-CC20-DF5D-62B0A80B150A}"/>
              </a:ext>
            </a:extLst>
          </p:cNvPr>
          <p:cNvSpPr txBox="1"/>
          <p:nvPr/>
        </p:nvSpPr>
        <p:spPr>
          <a:xfrm>
            <a:off x="5650090" y="4909484"/>
            <a:ext cx="570089" cy="230832"/>
          </a:xfrm>
          <a:prstGeom prst="rect">
            <a:avLst/>
          </a:prstGeom>
          <a:noFill/>
        </p:spPr>
        <p:txBody>
          <a:bodyPr wrap="square" rtlCol="0">
            <a:spAutoFit/>
          </a:bodyPr>
          <a:lstStyle/>
          <a:p>
            <a:pPr algn="ctr"/>
            <a:r>
              <a:rPr lang="en-US" sz="900" dirty="0"/>
              <a:t>71</a:t>
            </a:r>
          </a:p>
        </p:txBody>
      </p:sp>
      <p:sp>
        <p:nvSpPr>
          <p:cNvPr id="88" name="TextBox 87">
            <a:extLst>
              <a:ext uri="{FF2B5EF4-FFF2-40B4-BE49-F238E27FC236}">
                <a16:creationId xmlns:a16="http://schemas.microsoft.com/office/drawing/2014/main" id="{21A17857-7839-D90F-A381-5F5BF7DFDF1F}"/>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207078F3-8D0A-637F-01F4-DEE3D9DC0FE0}"/>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42A3F5B2-16AE-87DB-04F7-4D0DCB5833B3}"/>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A304ED6E-FFD6-E1C0-313B-3935CC6BB94D}"/>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71FE62EB-D3B7-8C51-FB6B-770835576C3A}"/>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D232DA51-ABD2-47EF-3610-8E06F356FF0D}"/>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DBB4F498-E234-9E29-0608-6A8F3052D772}"/>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830148F6-52CB-F82D-BE91-04709014456D}"/>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1BE7D0B8-3B2C-6409-EFE2-63FD3A80C8F0}"/>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EF4F0E04-B898-EB37-DD62-659FCFC5D9FD}"/>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D77BF05C-5D96-3B96-1D7F-CB9D2E62E570}"/>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43F1006F-9F49-D09C-0BFA-CBCAB8E6C4D6}"/>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50F43D7F-B381-7A4D-806B-1D8421F7A3AC}"/>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2F9851D5-CCCC-ADD7-1CBB-5D44B20DEFDE}"/>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3F07074A-165B-65B6-EB47-1308F087682A}"/>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42955689-274B-FC34-0A81-1F57C2D3256C}"/>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31EC1139-4EDE-2237-93F2-B6E68AC39E63}"/>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4DA5F55F-6136-0431-62AA-8A505AD52071}"/>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26CC829C-E7B6-2CD8-863F-BB8477C4BC6A}"/>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93" name="TextBox 92">
            <a:extLst>
              <a:ext uri="{FF2B5EF4-FFF2-40B4-BE49-F238E27FC236}">
                <a16:creationId xmlns:a16="http://schemas.microsoft.com/office/drawing/2014/main" id="{AE90D477-40C4-43CC-220A-1C757826AB0F}"/>
              </a:ext>
            </a:extLst>
          </p:cNvPr>
          <p:cNvSpPr txBox="1"/>
          <p:nvPr/>
        </p:nvSpPr>
        <p:spPr>
          <a:xfrm>
            <a:off x="5215469" y="4244561"/>
            <a:ext cx="462845" cy="584775"/>
          </a:xfrm>
          <a:prstGeom prst="rect">
            <a:avLst/>
          </a:prstGeom>
          <a:noFill/>
        </p:spPr>
        <p:txBody>
          <a:bodyPr wrap="square" rtlCol="0">
            <a:spAutoFit/>
          </a:bodyPr>
          <a:lstStyle/>
          <a:p>
            <a:pPr algn="ctr"/>
            <a:r>
              <a:rPr lang="en-US" sz="3200" dirty="0"/>
              <a:t>3</a:t>
            </a:r>
          </a:p>
        </p:txBody>
      </p:sp>
      <p:sp>
        <p:nvSpPr>
          <p:cNvPr id="94" name="TextBox 93">
            <a:extLst>
              <a:ext uri="{FF2B5EF4-FFF2-40B4-BE49-F238E27FC236}">
                <a16:creationId xmlns:a16="http://schemas.microsoft.com/office/drawing/2014/main" id="{FA967FC4-5F41-7239-A0F3-DE59DB0521D3}"/>
              </a:ext>
            </a:extLst>
          </p:cNvPr>
          <p:cNvSpPr txBox="1"/>
          <p:nvPr/>
        </p:nvSpPr>
        <p:spPr>
          <a:xfrm>
            <a:off x="6714071" y="4747898"/>
            <a:ext cx="462845" cy="584775"/>
          </a:xfrm>
          <a:prstGeom prst="rect">
            <a:avLst/>
          </a:prstGeom>
          <a:noFill/>
        </p:spPr>
        <p:txBody>
          <a:bodyPr wrap="square" rtlCol="0">
            <a:spAutoFit/>
          </a:bodyPr>
          <a:lstStyle/>
          <a:p>
            <a:pPr algn="ctr"/>
            <a:r>
              <a:rPr lang="en-US" sz="3200" dirty="0"/>
              <a:t>1</a:t>
            </a:r>
          </a:p>
        </p:txBody>
      </p:sp>
      <p:sp>
        <p:nvSpPr>
          <p:cNvPr id="95" name="TextBox 94">
            <a:extLst>
              <a:ext uri="{FF2B5EF4-FFF2-40B4-BE49-F238E27FC236}">
                <a16:creationId xmlns:a16="http://schemas.microsoft.com/office/drawing/2014/main" id="{6FD3650C-6A2A-B28A-6BD4-A7D9FADBC903}"/>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96" name="TextBox 95">
            <a:extLst>
              <a:ext uri="{FF2B5EF4-FFF2-40B4-BE49-F238E27FC236}">
                <a16:creationId xmlns:a16="http://schemas.microsoft.com/office/drawing/2014/main" id="{54BBA44F-DD69-EC51-6826-6D0E8F617C65}"/>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2082515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A85C6-5900-AF90-63B2-7E874FF67B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1740FD-2110-24C0-CF2D-CD6F2DCD138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B92DE50-88D3-8839-DA66-F682D4A08A0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50AEC36-412A-EC2E-B137-2C8FDB3FCD6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81A9899-332D-2C39-5EA5-CE7B5BAC79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AB60FE1-6082-21DA-8D9C-1DAE0A6FC2C5}"/>
              </a:ext>
            </a:extLst>
          </p:cNvPr>
          <p:cNvPicPr>
            <a:picLocks noChangeAspect="1"/>
          </p:cNvPicPr>
          <p:nvPr/>
        </p:nvPicPr>
        <p:blipFill>
          <a:blip r:embed="rId6"/>
          <a:stretch>
            <a:fillRect/>
          </a:stretch>
        </p:blipFill>
        <p:spPr>
          <a:xfrm>
            <a:off x="4584700" y="2311400"/>
            <a:ext cx="0" cy="0"/>
          </a:xfrm>
          <a:prstGeom prst="rect">
            <a:avLst/>
          </a:prstGeom>
        </p:spPr>
      </p:pic>
      <p:sp>
        <p:nvSpPr>
          <p:cNvPr id="28" name="TextBox 27">
            <a:extLst>
              <a:ext uri="{FF2B5EF4-FFF2-40B4-BE49-F238E27FC236}">
                <a16:creationId xmlns:a16="http://schemas.microsoft.com/office/drawing/2014/main" id="{9221B5DC-FB39-E809-0786-F96EB797A977}"/>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3D5B97B0-AE6A-EFFB-26D9-7EA1136D85B7}"/>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F10714B9-43BB-DBC3-185A-531BD63A0420}"/>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556E9C07-8598-3735-11D9-6A63E643F550}"/>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51DC8D33-3AB9-3513-EB78-06FA4F62164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9F4C96C-84E3-5836-58F6-0CBFA631E0F6}"/>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6ED04AA7-F14A-D01A-5447-8AD2C3B5CD49}"/>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8FD97B5A-4DD8-A892-25EA-1BEB0AA7E8F5}"/>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F4C961AD-903B-7726-0E9C-481907B6064B}"/>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36" name="TextBox 35">
            <a:extLst>
              <a:ext uri="{FF2B5EF4-FFF2-40B4-BE49-F238E27FC236}">
                <a16:creationId xmlns:a16="http://schemas.microsoft.com/office/drawing/2014/main" id="{3EF33B05-99EA-7C3A-CBFE-A5B45082892F}"/>
              </a:ext>
            </a:extLst>
          </p:cNvPr>
          <p:cNvSpPr txBox="1"/>
          <p:nvPr/>
        </p:nvSpPr>
        <p:spPr>
          <a:xfrm>
            <a:off x="7157158" y="3907597"/>
            <a:ext cx="570089" cy="230832"/>
          </a:xfrm>
          <a:prstGeom prst="rect">
            <a:avLst/>
          </a:prstGeom>
          <a:noFill/>
        </p:spPr>
        <p:txBody>
          <a:bodyPr wrap="square" rtlCol="0">
            <a:spAutoFit/>
          </a:bodyPr>
          <a:lstStyle/>
          <a:p>
            <a:pPr algn="ctr"/>
            <a:r>
              <a:rPr lang="en-US" sz="900" dirty="0"/>
              <a:t>29</a:t>
            </a:r>
          </a:p>
        </p:txBody>
      </p:sp>
      <p:sp>
        <p:nvSpPr>
          <p:cNvPr id="61" name="TextBox 60">
            <a:extLst>
              <a:ext uri="{FF2B5EF4-FFF2-40B4-BE49-F238E27FC236}">
                <a16:creationId xmlns:a16="http://schemas.microsoft.com/office/drawing/2014/main" id="{746702C5-2B65-087C-1851-2C9125443D14}"/>
              </a:ext>
            </a:extLst>
          </p:cNvPr>
          <p:cNvSpPr txBox="1"/>
          <p:nvPr/>
        </p:nvSpPr>
        <p:spPr>
          <a:xfrm>
            <a:off x="7157158" y="4909484"/>
            <a:ext cx="570089" cy="230832"/>
          </a:xfrm>
          <a:prstGeom prst="rect">
            <a:avLst/>
          </a:prstGeom>
          <a:noFill/>
        </p:spPr>
        <p:txBody>
          <a:bodyPr wrap="square" rtlCol="0">
            <a:spAutoFit/>
          </a:bodyPr>
          <a:lstStyle/>
          <a:p>
            <a:pPr algn="ctr"/>
            <a:r>
              <a:rPr lang="en-US" sz="900" dirty="0"/>
              <a:t>269</a:t>
            </a:r>
          </a:p>
        </p:txBody>
      </p:sp>
      <p:sp>
        <p:nvSpPr>
          <p:cNvPr id="62" name="TextBox 61">
            <a:extLst>
              <a:ext uri="{FF2B5EF4-FFF2-40B4-BE49-F238E27FC236}">
                <a16:creationId xmlns:a16="http://schemas.microsoft.com/office/drawing/2014/main" id="{0696E076-35A0-7627-84D3-F189F85000C9}"/>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D8A8230B-B163-48C0-400B-F29A0EC61B73}"/>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05ACD4D6-9571-04C2-13A9-7D6E18963D3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1EBA3014-DF6B-D686-1914-DB29835155D9}"/>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C55AF201-A94C-5DEC-9F3F-3F092CB8676F}"/>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4108CE1E-735B-7FE7-1092-C630C0415902}"/>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4" name="TextBox 73">
            <a:extLst>
              <a:ext uri="{FF2B5EF4-FFF2-40B4-BE49-F238E27FC236}">
                <a16:creationId xmlns:a16="http://schemas.microsoft.com/office/drawing/2014/main" id="{3CCFB2E5-7379-51DC-74A2-96A79D0BD8A8}"/>
              </a:ext>
            </a:extLst>
          </p:cNvPr>
          <p:cNvSpPr txBox="1"/>
          <p:nvPr/>
        </p:nvSpPr>
        <p:spPr>
          <a:xfrm>
            <a:off x="3640666" y="3907597"/>
            <a:ext cx="570089" cy="230832"/>
          </a:xfrm>
          <a:prstGeom prst="rect">
            <a:avLst/>
          </a:prstGeom>
          <a:noFill/>
        </p:spPr>
        <p:txBody>
          <a:bodyPr wrap="square" rtlCol="0">
            <a:spAutoFit/>
          </a:bodyPr>
          <a:lstStyle/>
          <a:p>
            <a:pPr algn="ctr"/>
            <a:r>
              <a:rPr lang="en-US" sz="900" dirty="0"/>
              <a:t>92</a:t>
            </a:r>
          </a:p>
        </p:txBody>
      </p:sp>
      <p:sp>
        <p:nvSpPr>
          <p:cNvPr id="75" name="TextBox 74">
            <a:extLst>
              <a:ext uri="{FF2B5EF4-FFF2-40B4-BE49-F238E27FC236}">
                <a16:creationId xmlns:a16="http://schemas.microsoft.com/office/drawing/2014/main" id="{50AC6158-DD62-5063-9269-136CD167DC9E}"/>
              </a:ext>
            </a:extLst>
          </p:cNvPr>
          <p:cNvSpPr txBox="1"/>
          <p:nvPr/>
        </p:nvSpPr>
        <p:spPr>
          <a:xfrm>
            <a:off x="3640666" y="4408541"/>
            <a:ext cx="570089" cy="230832"/>
          </a:xfrm>
          <a:prstGeom prst="rect">
            <a:avLst/>
          </a:prstGeom>
          <a:noFill/>
        </p:spPr>
        <p:txBody>
          <a:bodyPr wrap="square" rtlCol="0">
            <a:spAutoFit/>
          </a:bodyPr>
          <a:lstStyle/>
          <a:p>
            <a:pPr algn="ctr"/>
            <a:r>
              <a:rPr lang="en-US" sz="900" dirty="0"/>
              <a:t>27</a:t>
            </a:r>
          </a:p>
        </p:txBody>
      </p:sp>
      <p:sp>
        <p:nvSpPr>
          <p:cNvPr id="76" name="TextBox 75">
            <a:extLst>
              <a:ext uri="{FF2B5EF4-FFF2-40B4-BE49-F238E27FC236}">
                <a16:creationId xmlns:a16="http://schemas.microsoft.com/office/drawing/2014/main" id="{519D57DA-E54D-F377-3689-BDE88777AC42}"/>
              </a:ext>
            </a:extLst>
          </p:cNvPr>
          <p:cNvSpPr txBox="1"/>
          <p:nvPr/>
        </p:nvSpPr>
        <p:spPr>
          <a:xfrm>
            <a:off x="3640666" y="4909484"/>
            <a:ext cx="570089" cy="230832"/>
          </a:xfrm>
          <a:prstGeom prst="rect">
            <a:avLst/>
          </a:prstGeom>
          <a:noFill/>
        </p:spPr>
        <p:txBody>
          <a:bodyPr wrap="square" rtlCol="0">
            <a:spAutoFit/>
          </a:bodyPr>
          <a:lstStyle/>
          <a:p>
            <a:pPr algn="ctr"/>
            <a:r>
              <a:rPr lang="en-US" sz="900" dirty="0"/>
              <a:t>279</a:t>
            </a:r>
          </a:p>
        </p:txBody>
      </p:sp>
      <p:sp>
        <p:nvSpPr>
          <p:cNvPr id="77" name="TextBox 76">
            <a:extLst>
              <a:ext uri="{FF2B5EF4-FFF2-40B4-BE49-F238E27FC236}">
                <a16:creationId xmlns:a16="http://schemas.microsoft.com/office/drawing/2014/main" id="{E9FB4EC9-6C1C-8183-130B-417CAC2314FF}"/>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095F8A81-49A8-EE07-2F3C-B110505CEEFA}"/>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8EE9F8C2-32EF-D16D-C4F5-110189B56DB8}"/>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D2ECAA54-121F-5BA1-2EA4-B9E885C3D6B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28ADCEA-2757-DF18-F860-B61D6E82B68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68332E4-4E1B-F63D-1698-C78825BB1A78}"/>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46B23C33-45AD-084E-F6F7-BF2B1CAE8C9C}"/>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33D76362-9B50-4A39-2D72-92737E14CF97}"/>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568CBA2B-560D-4987-3D94-C090873203B3}"/>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D5A1B9FA-4FBE-A2BB-98C0-99E06118E809}"/>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14737AED-436D-5212-1EE7-8C3D581950E1}"/>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7CE2BE22-211F-0F15-A1F6-ED0B8644173B}"/>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D52F170C-A06F-4C09-3FBE-BDCC792CB504}"/>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4307EEC6-7ABB-B0F1-8D71-4C29E4E0A09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4B89D8CC-5E9C-E140-8588-F729FB510F4D}"/>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53F25DEB-7C7A-7101-7915-BA018CC5AA15}"/>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74C5C3F5-4FD7-984E-E001-F969371AED7D}"/>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9C75B186-1470-7A88-07AE-2C28021A1FE0}"/>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881AB23-B4CC-4AFA-B02E-97EB5AFA442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5CF69512-CE37-9780-8053-B989C08668BC}"/>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1C7116BA-9760-1E89-19BD-45ACB4693566}"/>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D8EDA36B-5A4A-F79F-14F0-6674C50D73E2}"/>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98D86800-4744-1930-5765-37B3FC36529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A0235E37-B23C-5AE5-C7F8-4E4B9392BCAE}"/>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C81A29E9-E7ED-97FB-4C4D-75724D1322A6}"/>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7CBAD557-129E-D6AF-5B34-9890BFF565C6}"/>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A8336353-D835-F095-351E-0D9D20AE404D}"/>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81078D2A-A3E7-2A04-1071-F6E390C995C6}"/>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A89077B5-6244-D028-BF6B-352EF33A7187}"/>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370B1CDA-0395-E819-ACE0-27751ABBDD8C}"/>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8E50D1D2-E10D-A36B-17C9-DB2FD31A45B1}"/>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4D028A8E-29A3-E57F-9186-35CEAB1BFA77}"/>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91A8520B-EEA3-A883-9C3A-C848A8E6781F}"/>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0B809C11-F6F2-79D0-095F-5B98B45DBE21}"/>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BEA31B3C-A8F4-7366-9FAA-C4498B801E4B}"/>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51698AA8-D325-3AD9-A2E7-F6483646DF70}"/>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B9193266-7617-1984-2E83-5A7D351B1EB8}"/>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FA1633C6-72E3-48F8-7D73-E132BDDBE49B}"/>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4C2884B4-186F-0318-8D32-70C849E2BF26}"/>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86C87EC3-B359-3481-E84E-6B2906D15F7F}"/>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D41B07CD-0A9E-D7B2-3499-934F18D6044C}"/>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9FE4CC98-CC46-6AA3-E715-828E30B482F0}"/>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D20CEE78-51D1-5A2E-B251-AC15A6BD4B7B}"/>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6E7F6FEC-918E-CCB9-5FF7-1A32B78A108F}"/>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1E6AD614-E746-3322-50F7-4CDDED7C1CD3}"/>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688E3AD4-9B98-27CC-0CEA-743127C5D7D9}"/>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64761D88-0F13-AA29-607E-ED6920261FA3}"/>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06878447-DF3F-49B4-C1CD-F9F346710FA7}"/>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50" name="TextBox 49">
            <a:extLst>
              <a:ext uri="{FF2B5EF4-FFF2-40B4-BE49-F238E27FC236}">
                <a16:creationId xmlns:a16="http://schemas.microsoft.com/office/drawing/2014/main" id="{D5C37DF7-F37E-23B6-ECA6-7E5902E8FB99}"/>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AF700D98-CAD7-F505-3B8B-89A97CA93845}"/>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73" name="TextBox 72">
            <a:extLst>
              <a:ext uri="{FF2B5EF4-FFF2-40B4-BE49-F238E27FC236}">
                <a16:creationId xmlns:a16="http://schemas.microsoft.com/office/drawing/2014/main" id="{84AFFD94-E35B-DA47-D495-CCEB569E78D7}"/>
              </a:ext>
            </a:extLst>
          </p:cNvPr>
          <p:cNvSpPr txBox="1"/>
          <p:nvPr/>
        </p:nvSpPr>
        <p:spPr>
          <a:xfrm>
            <a:off x="5215469" y="424456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9C10AA78-FB54-64B2-8D88-4E0B81A8AFA2}"/>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94" name="TextBox 93">
            <a:extLst>
              <a:ext uri="{FF2B5EF4-FFF2-40B4-BE49-F238E27FC236}">
                <a16:creationId xmlns:a16="http://schemas.microsoft.com/office/drawing/2014/main" id="{1CE69440-3813-5F7A-2BCA-6AF71F33DD95}"/>
              </a:ext>
            </a:extLst>
          </p:cNvPr>
          <p:cNvSpPr txBox="1"/>
          <p:nvPr/>
        </p:nvSpPr>
        <p:spPr>
          <a:xfrm>
            <a:off x="6714071" y="4747898"/>
            <a:ext cx="462845" cy="584775"/>
          </a:xfrm>
          <a:prstGeom prst="rect">
            <a:avLst/>
          </a:prstGeom>
          <a:noFill/>
        </p:spPr>
        <p:txBody>
          <a:bodyPr wrap="square" rtlCol="0">
            <a:spAutoFit/>
          </a:bodyPr>
          <a:lstStyle/>
          <a:p>
            <a:pPr algn="ctr"/>
            <a:r>
              <a:rPr lang="en-US" sz="3200" dirty="0"/>
              <a:t>1</a:t>
            </a:r>
          </a:p>
        </p:txBody>
      </p:sp>
      <p:sp>
        <p:nvSpPr>
          <p:cNvPr id="95" name="TextBox 94">
            <a:extLst>
              <a:ext uri="{FF2B5EF4-FFF2-40B4-BE49-F238E27FC236}">
                <a16:creationId xmlns:a16="http://schemas.microsoft.com/office/drawing/2014/main" id="{8FDAC608-4040-169F-9F7F-2812F72F9D70}"/>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96" name="TextBox 95">
            <a:extLst>
              <a:ext uri="{FF2B5EF4-FFF2-40B4-BE49-F238E27FC236}">
                <a16:creationId xmlns:a16="http://schemas.microsoft.com/office/drawing/2014/main" id="{74C7D87D-1EDF-1930-3A8B-CBB943266300}"/>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97" name="TextBox 96">
            <a:extLst>
              <a:ext uri="{FF2B5EF4-FFF2-40B4-BE49-F238E27FC236}">
                <a16:creationId xmlns:a16="http://schemas.microsoft.com/office/drawing/2014/main" id="{8D49FFB0-734D-3167-4C62-CCD40821D935}"/>
              </a:ext>
            </a:extLst>
          </p:cNvPr>
          <p:cNvSpPr txBox="1"/>
          <p:nvPr/>
        </p:nvSpPr>
        <p:spPr>
          <a:xfrm>
            <a:off x="5715003" y="4747898"/>
            <a:ext cx="462845" cy="584775"/>
          </a:xfrm>
          <a:prstGeom prst="rect">
            <a:avLst/>
          </a:prstGeom>
          <a:noFill/>
        </p:spPr>
        <p:txBody>
          <a:bodyPr wrap="square" rtlCol="0">
            <a:spAutoFit/>
          </a:bodyPr>
          <a:lstStyle/>
          <a:p>
            <a:pPr algn="ctr"/>
            <a:r>
              <a:rPr lang="en-US" sz="3200" dirty="0"/>
              <a:t>7</a:t>
            </a:r>
          </a:p>
        </p:txBody>
      </p:sp>
      <p:sp>
        <p:nvSpPr>
          <p:cNvPr id="98" name="TextBox 97">
            <a:extLst>
              <a:ext uri="{FF2B5EF4-FFF2-40B4-BE49-F238E27FC236}">
                <a16:creationId xmlns:a16="http://schemas.microsoft.com/office/drawing/2014/main" id="{40916D0E-EE4E-594D-277E-F478F77DB48E}"/>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99" name="TextBox 98">
            <a:extLst>
              <a:ext uri="{FF2B5EF4-FFF2-40B4-BE49-F238E27FC236}">
                <a16:creationId xmlns:a16="http://schemas.microsoft.com/office/drawing/2014/main" id="{21E3663E-7C5C-37FB-9B11-4E273D289CCB}"/>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100" name="TextBox 99">
            <a:extLst>
              <a:ext uri="{FF2B5EF4-FFF2-40B4-BE49-F238E27FC236}">
                <a16:creationId xmlns:a16="http://schemas.microsoft.com/office/drawing/2014/main" id="{996FFAFC-7165-73FB-2BE1-B24F5110985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101" name="TextBox 100">
            <a:extLst>
              <a:ext uri="{FF2B5EF4-FFF2-40B4-BE49-F238E27FC236}">
                <a16:creationId xmlns:a16="http://schemas.microsoft.com/office/drawing/2014/main" id="{CA4832BA-DA4F-2A6D-AE9A-41F4FB5FBA26}"/>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102" name="TextBox 101">
            <a:extLst>
              <a:ext uri="{FF2B5EF4-FFF2-40B4-BE49-F238E27FC236}">
                <a16:creationId xmlns:a16="http://schemas.microsoft.com/office/drawing/2014/main" id="{F3FF24AE-33E3-ED67-9BC4-FC9EBE8E20FE}"/>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1616386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B2BB-FFD9-3B38-A69B-E29E3B9AD2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930DEE-B734-4F6C-18CF-671B2880D7F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2F61F2E-4114-8360-9DAE-E93B34F586F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E064762-1B6D-E84B-7ADC-7A9C3C1EBD2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5D30916-D049-AA82-8702-EC91B721AA8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80EBE0-ED98-6A4E-A07C-10623B16A8BE}"/>
              </a:ext>
            </a:extLst>
          </p:cNvPr>
          <p:cNvPicPr>
            <a:picLocks noChangeAspect="1"/>
          </p:cNvPicPr>
          <p:nvPr/>
        </p:nvPicPr>
        <p:blipFill>
          <a:blip r:embed="rId6"/>
          <a:stretch>
            <a:fillRect/>
          </a:stretch>
        </p:blipFill>
        <p:spPr>
          <a:xfrm>
            <a:off x="4584700" y="2311400"/>
            <a:ext cx="0" cy="0"/>
          </a:xfrm>
          <a:prstGeom prst="rect">
            <a:avLst/>
          </a:prstGeom>
        </p:spPr>
      </p:pic>
      <p:sp>
        <p:nvSpPr>
          <p:cNvPr id="28" name="TextBox 27">
            <a:extLst>
              <a:ext uri="{FF2B5EF4-FFF2-40B4-BE49-F238E27FC236}">
                <a16:creationId xmlns:a16="http://schemas.microsoft.com/office/drawing/2014/main" id="{6C599D57-BBF6-0533-F158-33A4F32BFE24}"/>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F70E2B99-EFFE-6474-1373-6BA237EEF89D}"/>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9EF9E729-3CB5-A0C2-0D75-493D8F20EC9F}"/>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B91B216C-C16F-7F99-0F20-D52A4C39792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CCCFB32A-3B19-E8D8-D717-29C4CDC95CDB}"/>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B22F326-FBD6-34DC-EBF5-73753E58B6D4}"/>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8EA39691-0A1B-8C23-4F49-B891F8B2B435}"/>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C7B01DE6-D238-DE67-E54F-0AA657F03725}"/>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B77FBEA-7352-AE3B-F371-DC89CFA7421D}"/>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61" name="TextBox 60">
            <a:extLst>
              <a:ext uri="{FF2B5EF4-FFF2-40B4-BE49-F238E27FC236}">
                <a16:creationId xmlns:a16="http://schemas.microsoft.com/office/drawing/2014/main" id="{BDFB1DAE-957B-C6FB-0D55-EBF585BF9819}"/>
              </a:ext>
            </a:extLst>
          </p:cNvPr>
          <p:cNvSpPr txBox="1"/>
          <p:nvPr/>
        </p:nvSpPr>
        <p:spPr>
          <a:xfrm>
            <a:off x="7157158" y="4909484"/>
            <a:ext cx="570089" cy="230832"/>
          </a:xfrm>
          <a:prstGeom prst="rect">
            <a:avLst/>
          </a:prstGeom>
          <a:noFill/>
        </p:spPr>
        <p:txBody>
          <a:bodyPr wrap="square" rtlCol="0">
            <a:spAutoFit/>
          </a:bodyPr>
          <a:lstStyle/>
          <a:p>
            <a:pPr algn="ctr"/>
            <a:r>
              <a:rPr lang="en-US" sz="900" dirty="0"/>
              <a:t>69</a:t>
            </a:r>
          </a:p>
        </p:txBody>
      </p:sp>
      <p:sp>
        <p:nvSpPr>
          <p:cNvPr id="62" name="TextBox 61">
            <a:extLst>
              <a:ext uri="{FF2B5EF4-FFF2-40B4-BE49-F238E27FC236}">
                <a16:creationId xmlns:a16="http://schemas.microsoft.com/office/drawing/2014/main" id="{D4C02FCA-66C9-0B3F-1651-E8F3449BEA31}"/>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AF3F8782-D0D8-A020-FF98-E9C9BA886BA6}"/>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9158FF8D-9E37-9982-5036-795A5898F760}"/>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B142F68B-F7CC-27C3-0B60-6AC442BF7742}"/>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8D33E822-015A-FE4D-98F9-45BB9E989C45}"/>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6AC9F390-0D69-BFA2-22BE-54F8822DA17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359CEBDA-9870-57F9-467C-654AF18E0415}"/>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9A19F0E3-4C6F-9664-79B2-EB0DF413E57E}"/>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18DCFFF9-C4F5-3359-A1A5-8A05835E8D86}"/>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EE191691-2AA3-DE82-9919-079868D946E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BE0D4BD6-2CD4-9618-A302-F79ECB510BC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CAB22C79-6E11-AF59-CCC7-26BBBD148783}"/>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7178F7A4-09DD-6B6F-9452-A253E8CE0E94}"/>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A44C914B-F480-DA28-30AE-B65157EF9060}"/>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67876826-D069-CFBA-19F5-CC8A219A26E7}"/>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E220B6F-9A98-5BC5-888D-A263086DBBF0}"/>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F8F09F9C-FFD8-4590-255C-D91008FB99C6}"/>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4C83EF6A-1FED-13E7-BD61-093FF3AE0AE7}"/>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8C4D02D1-F61B-D51A-E020-1D87D0411495}"/>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93B70182-07E2-9AF5-66B0-378818A2BF56}"/>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C9E8E6E0-04F5-6099-7532-ACC2C4C72F1E}"/>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B6F7A627-24D1-F75D-6C3B-A55DAFEF5BB1}"/>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41EC551E-5116-2863-D85A-2E9D39AA9D3A}"/>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785FF811-816F-68AA-F86E-6DB66710CAF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BFB5FE6B-4547-169E-8845-5A6D1645FD6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37EC9E90-3009-7224-CB94-A8C50EA048F7}"/>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2107F2DC-643E-D530-A20D-351810960974}"/>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916A2B62-D58D-42A1-54BC-9BF2619A757D}"/>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F7D2CBCE-94F2-DFF1-4859-7C8899DA5423}"/>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943C5713-68C3-FC72-21D5-F208DA757964}"/>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F933578A-28F3-C2E0-718B-C32E9EFFFAF4}"/>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3710D74A-4E60-7C73-7D3A-3BE00FE7C704}"/>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76EB7433-03A8-C359-C55C-895FEACEFAFE}"/>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E7D6271A-1773-F4CC-ADDE-47BD4E1DFC1C}"/>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39EFBB17-4E85-3F56-74F9-D9431BC3DF39}"/>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63462060-1E12-2F51-16D4-53A507B7635B}"/>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CE02E57C-4476-1458-7F35-47D718291BFA}"/>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1B8C7D03-60E3-4C78-9743-4B07B4F0B39B}"/>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ABBEE957-F405-02D5-1CFD-824653011FDB}"/>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E1F51FF8-D7AC-8B9D-6174-5BD6B3EAEEFF}"/>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D64A7747-6D3E-70ED-3509-8FC919CEF2CA}"/>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92AE1B6B-DA39-33F3-09BD-AE99128B9398}"/>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924C16AA-4F3D-0945-B238-225763B448EC}"/>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9EFBCA0C-0498-D9AE-583B-3468A98431AD}"/>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72CC0695-FAAD-8C11-CCC9-7C2C67D397DE}"/>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FE96A0D4-37C2-C172-F284-BD5EE6F304A7}"/>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53036215-7F4F-2383-64B2-4DFF8929A38E}"/>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111DA8D8-99CA-1843-012B-C0044C8ACF18}"/>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76D27F3F-764D-5EC4-3E18-9A566436AD30}"/>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CF43A15F-8142-12DA-34B1-3691445874CB}"/>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36882F5C-FBE0-BE2E-2ADA-1957F9F611CF}"/>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4202F50E-6FC1-7D66-EF97-FF0D73BB2D37}"/>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F55A89B2-80E5-CB82-82B5-43C591587332}"/>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087DA48C-58B1-DCF6-6208-C6F179ED5095}"/>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50" name="TextBox 49">
            <a:extLst>
              <a:ext uri="{FF2B5EF4-FFF2-40B4-BE49-F238E27FC236}">
                <a16:creationId xmlns:a16="http://schemas.microsoft.com/office/drawing/2014/main" id="{6DB14B05-5B74-739A-B2EC-AEE40470AB63}"/>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F549C0E3-84C9-E855-4965-C24F34051C54}"/>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73" name="TextBox 72">
            <a:extLst>
              <a:ext uri="{FF2B5EF4-FFF2-40B4-BE49-F238E27FC236}">
                <a16:creationId xmlns:a16="http://schemas.microsoft.com/office/drawing/2014/main" id="{DB109186-3E6D-1C84-2339-17F8FDF1353A}"/>
              </a:ext>
            </a:extLst>
          </p:cNvPr>
          <p:cNvSpPr txBox="1"/>
          <p:nvPr/>
        </p:nvSpPr>
        <p:spPr>
          <a:xfrm>
            <a:off x="5215469" y="424456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C0033509-50D8-0537-1DF1-924B6825F87E}"/>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94" name="TextBox 93">
            <a:extLst>
              <a:ext uri="{FF2B5EF4-FFF2-40B4-BE49-F238E27FC236}">
                <a16:creationId xmlns:a16="http://schemas.microsoft.com/office/drawing/2014/main" id="{4E3F9BD9-28DC-D2BA-DF64-06EB81DCA721}"/>
              </a:ext>
            </a:extLst>
          </p:cNvPr>
          <p:cNvSpPr txBox="1"/>
          <p:nvPr/>
        </p:nvSpPr>
        <p:spPr>
          <a:xfrm>
            <a:off x="6714071" y="4747898"/>
            <a:ext cx="462845" cy="584775"/>
          </a:xfrm>
          <a:prstGeom prst="rect">
            <a:avLst/>
          </a:prstGeom>
          <a:noFill/>
        </p:spPr>
        <p:txBody>
          <a:bodyPr wrap="square" rtlCol="0">
            <a:spAutoFit/>
          </a:bodyPr>
          <a:lstStyle/>
          <a:p>
            <a:pPr algn="ctr"/>
            <a:r>
              <a:rPr lang="en-US" sz="3200" dirty="0"/>
              <a:t>1</a:t>
            </a:r>
          </a:p>
        </p:txBody>
      </p:sp>
      <p:sp>
        <p:nvSpPr>
          <p:cNvPr id="95" name="TextBox 94">
            <a:extLst>
              <a:ext uri="{FF2B5EF4-FFF2-40B4-BE49-F238E27FC236}">
                <a16:creationId xmlns:a16="http://schemas.microsoft.com/office/drawing/2014/main" id="{E1AECA5B-4D4C-3B5C-D026-4ABD3AAFB021}"/>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96" name="TextBox 95">
            <a:extLst>
              <a:ext uri="{FF2B5EF4-FFF2-40B4-BE49-F238E27FC236}">
                <a16:creationId xmlns:a16="http://schemas.microsoft.com/office/drawing/2014/main" id="{BC439518-984B-58EA-41FC-6AB43A53E4E7}"/>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97" name="TextBox 96">
            <a:extLst>
              <a:ext uri="{FF2B5EF4-FFF2-40B4-BE49-F238E27FC236}">
                <a16:creationId xmlns:a16="http://schemas.microsoft.com/office/drawing/2014/main" id="{226E1983-AAB6-95AB-9515-22CD3C901D34}"/>
              </a:ext>
            </a:extLst>
          </p:cNvPr>
          <p:cNvSpPr txBox="1"/>
          <p:nvPr/>
        </p:nvSpPr>
        <p:spPr>
          <a:xfrm>
            <a:off x="5715003" y="4747898"/>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CEE0254F-DC03-173B-9FEE-99661D1CFBBF}"/>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EE9B2472-6F77-7ADB-A6D6-25E876394C35}"/>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C6742FED-EBC2-BA75-724F-CBD415B7C861}"/>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5CC0BD98-7B06-A7FC-1E7E-BC173092E2C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58" name="TextBox 57">
            <a:extLst>
              <a:ext uri="{FF2B5EF4-FFF2-40B4-BE49-F238E27FC236}">
                <a16:creationId xmlns:a16="http://schemas.microsoft.com/office/drawing/2014/main" id="{78B260F0-E8FE-BE0E-64D1-0671B46EA3F4}"/>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
        <p:nvSpPr>
          <p:cNvPr id="60" name="TextBox 59">
            <a:extLst>
              <a:ext uri="{FF2B5EF4-FFF2-40B4-BE49-F238E27FC236}">
                <a16:creationId xmlns:a16="http://schemas.microsoft.com/office/drawing/2014/main" id="{4DACD88E-9B34-9A5F-1172-16B42E5EE15D}"/>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E190D82F-12B8-C715-330B-D789DB629173}"/>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1839A1E6-61EA-C605-8128-C4BAFBACA6BD}"/>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6" name="TextBox 85">
            <a:extLst>
              <a:ext uri="{FF2B5EF4-FFF2-40B4-BE49-F238E27FC236}">
                <a16:creationId xmlns:a16="http://schemas.microsoft.com/office/drawing/2014/main" id="{CD9BDDC3-2253-20EC-29FF-C40F2625B2A2}"/>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5790176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C5F3D-A0FA-E7B2-38CF-5C2C5F42162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1B808D-90E2-14CA-55D2-5E5B051A6C2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927CD93-C95D-DFF8-204D-539B6025F3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F51F08B-BF9E-959F-87BA-73E66B0B3B9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CBA4A9E-7404-A8B5-C34B-C3E530861E8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CFB9C1-5164-AA2C-08BE-5F0E4517CCA9}"/>
              </a:ext>
            </a:extLst>
          </p:cNvPr>
          <p:cNvPicPr>
            <a:picLocks noChangeAspect="1"/>
          </p:cNvPicPr>
          <p:nvPr/>
        </p:nvPicPr>
        <p:blipFill>
          <a:blip r:embed="rId6"/>
          <a:stretch>
            <a:fillRect/>
          </a:stretch>
        </p:blipFill>
        <p:spPr>
          <a:xfrm>
            <a:off x="4584700" y="2311400"/>
            <a:ext cx="0" cy="0"/>
          </a:xfrm>
          <a:prstGeom prst="rect">
            <a:avLst/>
          </a:prstGeom>
        </p:spPr>
      </p:pic>
      <p:sp>
        <p:nvSpPr>
          <p:cNvPr id="28" name="TextBox 27">
            <a:extLst>
              <a:ext uri="{FF2B5EF4-FFF2-40B4-BE49-F238E27FC236}">
                <a16:creationId xmlns:a16="http://schemas.microsoft.com/office/drawing/2014/main" id="{86063DB8-B70B-BC77-8A64-9BE73DFDD22D}"/>
              </a:ext>
            </a:extLst>
          </p:cNvPr>
          <p:cNvSpPr txBox="1"/>
          <p:nvPr/>
        </p:nvSpPr>
        <p:spPr>
          <a:xfrm>
            <a:off x="4216401" y="2734556"/>
            <a:ext cx="462845" cy="584775"/>
          </a:xfrm>
          <a:prstGeom prst="rect">
            <a:avLst/>
          </a:prstGeom>
          <a:noFill/>
        </p:spPr>
        <p:txBody>
          <a:bodyPr wrap="square" rtlCol="0">
            <a:spAutoFit/>
          </a:bodyPr>
          <a:lstStyle/>
          <a:p>
            <a:pPr algn="ctr"/>
            <a:r>
              <a:rPr lang="en-US" sz="3200" dirty="0"/>
              <a:t>9</a:t>
            </a:r>
          </a:p>
        </p:txBody>
      </p:sp>
      <p:sp>
        <p:nvSpPr>
          <p:cNvPr id="51" name="TextBox 50">
            <a:extLst>
              <a:ext uri="{FF2B5EF4-FFF2-40B4-BE49-F238E27FC236}">
                <a16:creationId xmlns:a16="http://schemas.microsoft.com/office/drawing/2014/main" id="{307C13FD-8F86-407F-09B7-D578B92AD943}"/>
              </a:ext>
            </a:extLst>
          </p:cNvPr>
          <p:cNvSpPr txBox="1"/>
          <p:nvPr/>
        </p:nvSpPr>
        <p:spPr>
          <a:xfrm>
            <a:off x="6214537" y="1727886"/>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7938F3AE-CD95-9757-304A-FCD313634B59}"/>
              </a:ext>
            </a:extLst>
          </p:cNvPr>
          <p:cNvSpPr txBox="1"/>
          <p:nvPr/>
        </p:nvSpPr>
        <p:spPr>
          <a:xfrm>
            <a:off x="6214537" y="223122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D79FE5AC-2694-4269-43BD-63A63C91CCB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D3D569A3-5DC6-CE11-6795-F0113F1DF9A6}"/>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684167C-177F-FAF9-44C1-8263A8CC3819}"/>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
        <p:nvSpPr>
          <p:cNvPr id="54" name="TextBox 53">
            <a:extLst>
              <a:ext uri="{FF2B5EF4-FFF2-40B4-BE49-F238E27FC236}">
                <a16:creationId xmlns:a16="http://schemas.microsoft.com/office/drawing/2014/main" id="{C84AB60A-1812-2647-8DAB-E2745BABE8FF}"/>
              </a:ext>
            </a:extLst>
          </p:cNvPr>
          <p:cNvSpPr txBox="1"/>
          <p:nvPr/>
        </p:nvSpPr>
        <p:spPr>
          <a:xfrm>
            <a:off x="4715935" y="3237891"/>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CB454AB2-9BE9-8C25-E751-0BF37677A5A0}"/>
              </a:ext>
            </a:extLst>
          </p:cNvPr>
          <p:cNvSpPr txBox="1"/>
          <p:nvPr/>
        </p:nvSpPr>
        <p:spPr>
          <a:xfrm>
            <a:off x="6714071" y="3237891"/>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CED24069-C40F-780D-C3B9-F63910F2A471}"/>
              </a:ext>
            </a:extLst>
          </p:cNvPr>
          <p:cNvSpPr txBox="1"/>
          <p:nvPr/>
        </p:nvSpPr>
        <p:spPr>
          <a:xfrm>
            <a:off x="7213604" y="3237891"/>
            <a:ext cx="462845" cy="584775"/>
          </a:xfrm>
          <a:prstGeom prst="rect">
            <a:avLst/>
          </a:prstGeom>
          <a:noFill/>
        </p:spPr>
        <p:txBody>
          <a:bodyPr wrap="square" rtlCol="0">
            <a:spAutoFit/>
          </a:bodyPr>
          <a:lstStyle/>
          <a:p>
            <a:pPr algn="ctr"/>
            <a:r>
              <a:rPr lang="en-US" sz="3200" dirty="0"/>
              <a:t>1</a:t>
            </a:r>
          </a:p>
        </p:txBody>
      </p:sp>
      <p:sp>
        <p:nvSpPr>
          <p:cNvPr id="62" name="TextBox 61">
            <a:extLst>
              <a:ext uri="{FF2B5EF4-FFF2-40B4-BE49-F238E27FC236}">
                <a16:creationId xmlns:a16="http://schemas.microsoft.com/office/drawing/2014/main" id="{E412335B-AE9F-83F2-9071-6051165258EA}"/>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63" name="TextBox 62">
            <a:extLst>
              <a:ext uri="{FF2B5EF4-FFF2-40B4-BE49-F238E27FC236}">
                <a16:creationId xmlns:a16="http://schemas.microsoft.com/office/drawing/2014/main" id="{B634F35D-1E95-8B02-15A8-0E74063168A2}"/>
              </a:ext>
            </a:extLst>
          </p:cNvPr>
          <p:cNvSpPr txBox="1"/>
          <p:nvPr/>
        </p:nvSpPr>
        <p:spPr>
          <a:xfrm>
            <a:off x="7213604" y="2231221"/>
            <a:ext cx="462845" cy="584775"/>
          </a:xfrm>
          <a:prstGeom prst="rect">
            <a:avLst/>
          </a:prstGeom>
          <a:noFill/>
        </p:spPr>
        <p:txBody>
          <a:bodyPr wrap="square" rtlCol="0">
            <a:spAutoFit/>
          </a:bodyPr>
          <a:lstStyle/>
          <a:p>
            <a:pPr algn="ctr"/>
            <a:r>
              <a:rPr lang="en-US" sz="3200" dirty="0"/>
              <a:t>3</a:t>
            </a:r>
          </a:p>
        </p:txBody>
      </p:sp>
      <p:sp>
        <p:nvSpPr>
          <p:cNvPr id="68" name="TextBox 67">
            <a:extLst>
              <a:ext uri="{FF2B5EF4-FFF2-40B4-BE49-F238E27FC236}">
                <a16:creationId xmlns:a16="http://schemas.microsoft.com/office/drawing/2014/main" id="{276A66AA-3151-FF8C-0E3A-4473127255E1}"/>
              </a:ext>
            </a:extLst>
          </p:cNvPr>
          <p:cNvSpPr txBox="1"/>
          <p:nvPr/>
        </p:nvSpPr>
        <p:spPr>
          <a:xfrm>
            <a:off x="6714071" y="2734556"/>
            <a:ext cx="462845" cy="584775"/>
          </a:xfrm>
          <a:prstGeom prst="rect">
            <a:avLst/>
          </a:prstGeom>
          <a:noFill/>
        </p:spPr>
        <p:txBody>
          <a:bodyPr wrap="square" rtlCol="0">
            <a:spAutoFit/>
          </a:bodyPr>
          <a:lstStyle/>
          <a:p>
            <a:pPr algn="ctr"/>
            <a:r>
              <a:rPr lang="en-US" sz="3200" dirty="0"/>
              <a:t>4</a:t>
            </a:r>
          </a:p>
        </p:txBody>
      </p:sp>
      <p:sp>
        <p:nvSpPr>
          <p:cNvPr id="69" name="TextBox 68">
            <a:extLst>
              <a:ext uri="{FF2B5EF4-FFF2-40B4-BE49-F238E27FC236}">
                <a16:creationId xmlns:a16="http://schemas.microsoft.com/office/drawing/2014/main" id="{9091F344-AA3C-50CF-4C4C-45AD4C678271}"/>
              </a:ext>
            </a:extLst>
          </p:cNvPr>
          <p:cNvSpPr txBox="1"/>
          <p:nvPr/>
        </p:nvSpPr>
        <p:spPr>
          <a:xfrm>
            <a:off x="7213604" y="2734556"/>
            <a:ext cx="462845" cy="584775"/>
          </a:xfrm>
          <a:prstGeom prst="rect">
            <a:avLst/>
          </a:prstGeom>
          <a:noFill/>
        </p:spPr>
        <p:txBody>
          <a:bodyPr wrap="square" rtlCol="0">
            <a:spAutoFit/>
          </a:bodyPr>
          <a:lstStyle/>
          <a:p>
            <a:pPr algn="ctr"/>
            <a:r>
              <a:rPr lang="en-US" sz="3200" dirty="0"/>
              <a:t>7</a:t>
            </a:r>
          </a:p>
        </p:txBody>
      </p:sp>
      <p:sp>
        <p:nvSpPr>
          <p:cNvPr id="33" name="TextBox 32">
            <a:extLst>
              <a:ext uri="{FF2B5EF4-FFF2-40B4-BE49-F238E27FC236}">
                <a16:creationId xmlns:a16="http://schemas.microsoft.com/office/drawing/2014/main" id="{0BA64A77-B5FC-E8C2-9644-992D2A04B164}"/>
              </a:ext>
            </a:extLst>
          </p:cNvPr>
          <p:cNvSpPr txBox="1"/>
          <p:nvPr/>
        </p:nvSpPr>
        <p:spPr>
          <a:xfrm>
            <a:off x="3217333" y="273455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1A7257B4-2111-7E64-5306-AE7A33C72F74}"/>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77" name="TextBox 76">
            <a:extLst>
              <a:ext uri="{FF2B5EF4-FFF2-40B4-BE49-F238E27FC236}">
                <a16:creationId xmlns:a16="http://schemas.microsoft.com/office/drawing/2014/main" id="{AE53640D-39A5-2385-4404-13F5B94A2EBB}"/>
              </a:ext>
            </a:extLst>
          </p:cNvPr>
          <p:cNvSpPr txBox="1"/>
          <p:nvPr/>
        </p:nvSpPr>
        <p:spPr>
          <a:xfrm>
            <a:off x="4216401" y="721216"/>
            <a:ext cx="462845" cy="584775"/>
          </a:xfrm>
          <a:prstGeom prst="rect">
            <a:avLst/>
          </a:prstGeom>
          <a:noFill/>
        </p:spPr>
        <p:txBody>
          <a:bodyPr wrap="square" rtlCol="0">
            <a:spAutoFit/>
          </a:bodyPr>
          <a:lstStyle/>
          <a:p>
            <a:pPr algn="ctr"/>
            <a:r>
              <a:rPr lang="en-US" sz="3200" dirty="0"/>
              <a:t>2</a:t>
            </a:r>
          </a:p>
        </p:txBody>
      </p:sp>
      <p:sp>
        <p:nvSpPr>
          <p:cNvPr id="78" name="TextBox 77">
            <a:extLst>
              <a:ext uri="{FF2B5EF4-FFF2-40B4-BE49-F238E27FC236}">
                <a16:creationId xmlns:a16="http://schemas.microsoft.com/office/drawing/2014/main" id="{D1609C1D-63D3-187E-E383-6CCD9CBF64CF}"/>
              </a:ext>
            </a:extLst>
          </p:cNvPr>
          <p:cNvSpPr txBox="1"/>
          <p:nvPr/>
        </p:nvSpPr>
        <p:spPr>
          <a:xfrm>
            <a:off x="4715935" y="721216"/>
            <a:ext cx="462845" cy="584775"/>
          </a:xfrm>
          <a:prstGeom prst="rect">
            <a:avLst/>
          </a:prstGeom>
          <a:noFill/>
        </p:spPr>
        <p:txBody>
          <a:bodyPr wrap="square" rtlCol="0">
            <a:spAutoFit/>
          </a:bodyPr>
          <a:lstStyle/>
          <a:p>
            <a:pPr algn="ctr"/>
            <a:r>
              <a:rPr lang="en-US" sz="3200" dirty="0"/>
              <a:t>3</a:t>
            </a:r>
          </a:p>
        </p:txBody>
      </p:sp>
      <p:sp>
        <p:nvSpPr>
          <p:cNvPr id="3" name="TextBox 2">
            <a:extLst>
              <a:ext uri="{FF2B5EF4-FFF2-40B4-BE49-F238E27FC236}">
                <a16:creationId xmlns:a16="http://schemas.microsoft.com/office/drawing/2014/main" id="{13AD9FB8-1F56-781A-A6C3-376A67CC37EA}"/>
              </a:ext>
            </a:extLst>
          </p:cNvPr>
          <p:cNvSpPr txBox="1"/>
          <p:nvPr/>
        </p:nvSpPr>
        <p:spPr>
          <a:xfrm>
            <a:off x="6214537" y="1224551"/>
            <a:ext cx="462845" cy="584775"/>
          </a:xfrm>
          <a:prstGeom prst="rect">
            <a:avLst/>
          </a:prstGeom>
          <a:noFill/>
        </p:spPr>
        <p:txBody>
          <a:bodyPr wrap="square" rtlCol="0">
            <a:spAutoFit/>
          </a:bodyPr>
          <a:lstStyle/>
          <a:p>
            <a:pPr algn="ctr"/>
            <a:r>
              <a:rPr lang="en-US" sz="3200" dirty="0"/>
              <a:t>3</a:t>
            </a:r>
          </a:p>
        </p:txBody>
      </p:sp>
      <p:sp>
        <p:nvSpPr>
          <p:cNvPr id="8" name="TextBox 7">
            <a:extLst>
              <a:ext uri="{FF2B5EF4-FFF2-40B4-BE49-F238E27FC236}">
                <a16:creationId xmlns:a16="http://schemas.microsoft.com/office/drawing/2014/main" id="{ECA80983-ACA6-46DE-2024-11A8440A1942}"/>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203EFAE0-E67E-04D3-D2C3-0BBA34C2D9C5}"/>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1004768-0F96-0A4A-FA33-72EB2CA944C5}"/>
              </a:ext>
            </a:extLst>
          </p:cNvPr>
          <p:cNvSpPr txBox="1"/>
          <p:nvPr/>
        </p:nvSpPr>
        <p:spPr>
          <a:xfrm>
            <a:off x="5715003" y="721216"/>
            <a:ext cx="462845" cy="584775"/>
          </a:xfrm>
          <a:prstGeom prst="rect">
            <a:avLst/>
          </a:prstGeom>
          <a:noFill/>
        </p:spPr>
        <p:txBody>
          <a:bodyPr wrap="square" rtlCol="0">
            <a:spAutoFit/>
          </a:bodyPr>
          <a:lstStyle/>
          <a:p>
            <a:pPr algn="ctr"/>
            <a:r>
              <a:rPr lang="en-US" sz="3200" dirty="0"/>
              <a:t>5</a:t>
            </a:r>
          </a:p>
        </p:txBody>
      </p:sp>
      <p:sp>
        <p:nvSpPr>
          <p:cNvPr id="9" name="TextBox 8">
            <a:extLst>
              <a:ext uri="{FF2B5EF4-FFF2-40B4-BE49-F238E27FC236}">
                <a16:creationId xmlns:a16="http://schemas.microsoft.com/office/drawing/2014/main" id="{E237EABA-CEEE-EDBE-995C-F5233A916DC4}"/>
              </a:ext>
            </a:extLst>
          </p:cNvPr>
          <p:cNvSpPr txBox="1"/>
          <p:nvPr/>
        </p:nvSpPr>
        <p:spPr>
          <a:xfrm>
            <a:off x="6714071" y="1224551"/>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0B47103C-50D5-632E-6937-EC10A743EB42}"/>
              </a:ext>
            </a:extLst>
          </p:cNvPr>
          <p:cNvSpPr txBox="1"/>
          <p:nvPr/>
        </p:nvSpPr>
        <p:spPr>
          <a:xfrm>
            <a:off x="6714071" y="72121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8754FA25-72C3-EE9D-7E42-317D86C74458}"/>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18887DAB-0599-42B2-8F6D-DF7DA655BA54}"/>
              </a:ext>
            </a:extLst>
          </p:cNvPr>
          <p:cNvSpPr txBox="1"/>
          <p:nvPr/>
        </p:nvSpPr>
        <p:spPr>
          <a:xfrm>
            <a:off x="6714071" y="1727886"/>
            <a:ext cx="462845" cy="584775"/>
          </a:xfrm>
          <a:prstGeom prst="rect">
            <a:avLst/>
          </a:prstGeom>
          <a:noFill/>
        </p:spPr>
        <p:txBody>
          <a:bodyPr wrap="square" rtlCol="0">
            <a:spAutoFit/>
          </a:bodyPr>
          <a:lstStyle/>
          <a:p>
            <a:pPr algn="ctr"/>
            <a:r>
              <a:rPr lang="en-US" sz="3200" dirty="0"/>
              <a:t>2</a:t>
            </a:r>
          </a:p>
        </p:txBody>
      </p:sp>
      <p:sp>
        <p:nvSpPr>
          <p:cNvPr id="24" name="TextBox 23">
            <a:extLst>
              <a:ext uri="{FF2B5EF4-FFF2-40B4-BE49-F238E27FC236}">
                <a16:creationId xmlns:a16="http://schemas.microsoft.com/office/drawing/2014/main" id="{E64E85AE-E7D4-D0A2-6332-1BAB6E9E4376}"/>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C5C29388-B750-5565-D17F-FF21251D05BF}"/>
              </a:ext>
            </a:extLst>
          </p:cNvPr>
          <p:cNvSpPr txBox="1"/>
          <p:nvPr/>
        </p:nvSpPr>
        <p:spPr>
          <a:xfrm>
            <a:off x="3716867" y="2231221"/>
            <a:ext cx="462845" cy="584775"/>
          </a:xfrm>
          <a:prstGeom prst="rect">
            <a:avLst/>
          </a:prstGeom>
          <a:noFill/>
        </p:spPr>
        <p:txBody>
          <a:bodyPr wrap="square" rtlCol="0">
            <a:spAutoFit/>
          </a:bodyPr>
          <a:lstStyle/>
          <a:p>
            <a:pPr algn="ctr"/>
            <a:r>
              <a:rPr lang="en-US" sz="3200" dirty="0"/>
              <a:t>4</a:t>
            </a:r>
          </a:p>
        </p:txBody>
      </p:sp>
      <p:sp>
        <p:nvSpPr>
          <p:cNvPr id="79" name="TextBox 78">
            <a:extLst>
              <a:ext uri="{FF2B5EF4-FFF2-40B4-BE49-F238E27FC236}">
                <a16:creationId xmlns:a16="http://schemas.microsoft.com/office/drawing/2014/main" id="{4E68C893-D7BC-98EE-FAEB-AC652F7CD193}"/>
              </a:ext>
            </a:extLst>
          </p:cNvPr>
          <p:cNvSpPr txBox="1"/>
          <p:nvPr/>
        </p:nvSpPr>
        <p:spPr>
          <a:xfrm>
            <a:off x="3217333" y="3237891"/>
            <a:ext cx="462845" cy="584775"/>
          </a:xfrm>
          <a:prstGeom prst="rect">
            <a:avLst/>
          </a:prstGeom>
          <a:noFill/>
        </p:spPr>
        <p:txBody>
          <a:bodyPr wrap="square" rtlCol="0">
            <a:spAutoFit/>
          </a:bodyPr>
          <a:lstStyle/>
          <a:p>
            <a:pPr algn="ctr"/>
            <a:r>
              <a:rPr lang="en-US" sz="3200" dirty="0"/>
              <a:t>3</a:t>
            </a:r>
          </a:p>
        </p:txBody>
      </p:sp>
      <p:sp>
        <p:nvSpPr>
          <p:cNvPr id="80" name="TextBox 79">
            <a:extLst>
              <a:ext uri="{FF2B5EF4-FFF2-40B4-BE49-F238E27FC236}">
                <a16:creationId xmlns:a16="http://schemas.microsoft.com/office/drawing/2014/main" id="{CDB46CA3-D08D-3F77-5AB1-1065840F1B5C}"/>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16" name="TextBox 15">
            <a:extLst>
              <a:ext uri="{FF2B5EF4-FFF2-40B4-BE49-F238E27FC236}">
                <a16:creationId xmlns:a16="http://schemas.microsoft.com/office/drawing/2014/main" id="{FDEEA7DD-3C21-6257-8D9B-821F65E23153}"/>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18" name="TextBox 17">
            <a:extLst>
              <a:ext uri="{FF2B5EF4-FFF2-40B4-BE49-F238E27FC236}">
                <a16:creationId xmlns:a16="http://schemas.microsoft.com/office/drawing/2014/main" id="{F003C270-D994-475D-EC93-6F0AC5387009}"/>
              </a:ext>
            </a:extLst>
          </p:cNvPr>
          <p:cNvSpPr txBox="1"/>
          <p:nvPr/>
        </p:nvSpPr>
        <p:spPr>
          <a:xfrm>
            <a:off x="4715935" y="172788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56D95674-339E-9647-829B-0FD4DB96F203}"/>
              </a:ext>
            </a:extLst>
          </p:cNvPr>
          <p:cNvSpPr txBox="1"/>
          <p:nvPr/>
        </p:nvSpPr>
        <p:spPr>
          <a:xfrm>
            <a:off x="4216401" y="1224551"/>
            <a:ext cx="462845" cy="584775"/>
          </a:xfrm>
          <a:prstGeom prst="rect">
            <a:avLst/>
          </a:prstGeom>
          <a:noFill/>
        </p:spPr>
        <p:txBody>
          <a:bodyPr wrap="square" rtlCol="0">
            <a:spAutoFit/>
          </a:bodyPr>
          <a:lstStyle/>
          <a:p>
            <a:pPr algn="ctr"/>
            <a:r>
              <a:rPr lang="en-US" sz="3200" dirty="0"/>
              <a:t>4</a:t>
            </a:r>
          </a:p>
        </p:txBody>
      </p:sp>
      <p:sp>
        <p:nvSpPr>
          <p:cNvPr id="27" name="TextBox 26">
            <a:extLst>
              <a:ext uri="{FF2B5EF4-FFF2-40B4-BE49-F238E27FC236}">
                <a16:creationId xmlns:a16="http://schemas.microsoft.com/office/drawing/2014/main" id="{BA58F64B-204E-87CD-526C-C41E29747E47}"/>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BA040233-C04E-C729-A8FF-F65407D9F22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39" name="TextBox 38">
            <a:extLst>
              <a:ext uri="{FF2B5EF4-FFF2-40B4-BE49-F238E27FC236}">
                <a16:creationId xmlns:a16="http://schemas.microsoft.com/office/drawing/2014/main" id="{5465038B-D5F0-B78A-4B7E-3F4B7254438A}"/>
              </a:ext>
            </a:extLst>
          </p:cNvPr>
          <p:cNvSpPr txBox="1"/>
          <p:nvPr/>
        </p:nvSpPr>
        <p:spPr>
          <a:xfrm>
            <a:off x="4715935" y="3741226"/>
            <a:ext cx="462845" cy="584775"/>
          </a:xfrm>
          <a:prstGeom prst="rect">
            <a:avLst/>
          </a:prstGeom>
          <a:noFill/>
        </p:spPr>
        <p:txBody>
          <a:bodyPr wrap="square" rtlCol="0">
            <a:spAutoFit/>
          </a:bodyPr>
          <a:lstStyle/>
          <a:p>
            <a:pPr algn="ctr"/>
            <a:r>
              <a:rPr lang="en-US" sz="3200" dirty="0"/>
              <a:t>6</a:t>
            </a:r>
          </a:p>
        </p:txBody>
      </p:sp>
      <p:sp>
        <p:nvSpPr>
          <p:cNvPr id="19" name="TextBox 18">
            <a:extLst>
              <a:ext uri="{FF2B5EF4-FFF2-40B4-BE49-F238E27FC236}">
                <a16:creationId xmlns:a16="http://schemas.microsoft.com/office/drawing/2014/main" id="{4FDE928C-E8BF-B540-9D75-84AADCFDACC6}"/>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CBEF606C-5177-382D-9AA5-E8D444C1F430}"/>
              </a:ext>
            </a:extLst>
          </p:cNvPr>
          <p:cNvSpPr txBox="1"/>
          <p:nvPr/>
        </p:nvSpPr>
        <p:spPr>
          <a:xfrm>
            <a:off x="7213604" y="721216"/>
            <a:ext cx="462845" cy="584775"/>
          </a:xfrm>
          <a:prstGeom prst="rect">
            <a:avLst/>
          </a:prstGeom>
          <a:noFill/>
        </p:spPr>
        <p:txBody>
          <a:bodyPr wrap="square" rtlCol="0">
            <a:spAutoFit/>
          </a:bodyPr>
          <a:lstStyle/>
          <a:p>
            <a:pPr algn="ctr"/>
            <a:r>
              <a:rPr lang="en-US" sz="3200" dirty="0"/>
              <a:t>4</a:t>
            </a:r>
          </a:p>
        </p:txBody>
      </p:sp>
      <p:sp>
        <p:nvSpPr>
          <p:cNvPr id="37" name="TextBox 36">
            <a:extLst>
              <a:ext uri="{FF2B5EF4-FFF2-40B4-BE49-F238E27FC236}">
                <a16:creationId xmlns:a16="http://schemas.microsoft.com/office/drawing/2014/main" id="{A78F5423-A372-8028-5F6D-D5601AA98FCF}"/>
              </a:ext>
            </a:extLst>
          </p:cNvPr>
          <p:cNvSpPr txBox="1"/>
          <p:nvPr/>
        </p:nvSpPr>
        <p:spPr>
          <a:xfrm>
            <a:off x="3217333" y="1224551"/>
            <a:ext cx="462845" cy="584775"/>
          </a:xfrm>
          <a:prstGeom prst="rect">
            <a:avLst/>
          </a:prstGeom>
          <a:noFill/>
        </p:spPr>
        <p:txBody>
          <a:bodyPr wrap="square" rtlCol="0">
            <a:spAutoFit/>
          </a:bodyPr>
          <a:lstStyle/>
          <a:p>
            <a:pPr algn="ctr"/>
            <a:r>
              <a:rPr lang="en-US" sz="3200" dirty="0"/>
              <a:t>1</a:t>
            </a:r>
          </a:p>
        </p:txBody>
      </p:sp>
      <p:sp>
        <p:nvSpPr>
          <p:cNvPr id="65" name="TextBox 64">
            <a:extLst>
              <a:ext uri="{FF2B5EF4-FFF2-40B4-BE49-F238E27FC236}">
                <a16:creationId xmlns:a16="http://schemas.microsoft.com/office/drawing/2014/main" id="{9C931989-4F43-5D92-A275-9F9A184DDDF6}"/>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25" name="TextBox 24">
            <a:extLst>
              <a:ext uri="{FF2B5EF4-FFF2-40B4-BE49-F238E27FC236}">
                <a16:creationId xmlns:a16="http://schemas.microsoft.com/office/drawing/2014/main" id="{B3E8CECB-9FFD-BF7A-D0A4-21F312E27C34}"/>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DB171286-60DB-4FB2-4419-276745A8A21F}"/>
              </a:ext>
            </a:extLst>
          </p:cNvPr>
          <p:cNvSpPr txBox="1"/>
          <p:nvPr/>
        </p:nvSpPr>
        <p:spPr>
          <a:xfrm>
            <a:off x="3716867" y="721216"/>
            <a:ext cx="462845" cy="584775"/>
          </a:xfrm>
          <a:prstGeom prst="rect">
            <a:avLst/>
          </a:prstGeom>
          <a:noFill/>
        </p:spPr>
        <p:txBody>
          <a:bodyPr wrap="square" rtlCol="0">
            <a:spAutoFit/>
          </a:bodyPr>
          <a:lstStyle/>
          <a:p>
            <a:pPr algn="ctr"/>
            <a:r>
              <a:rPr lang="en-US" sz="3200" dirty="0"/>
              <a:t>6</a:t>
            </a:r>
          </a:p>
        </p:txBody>
      </p:sp>
      <p:sp>
        <p:nvSpPr>
          <p:cNvPr id="70" name="TextBox 69">
            <a:extLst>
              <a:ext uri="{FF2B5EF4-FFF2-40B4-BE49-F238E27FC236}">
                <a16:creationId xmlns:a16="http://schemas.microsoft.com/office/drawing/2014/main" id="{55B39B05-AA82-F5AC-64DA-C397217A7012}"/>
              </a:ext>
            </a:extLst>
          </p:cNvPr>
          <p:cNvSpPr txBox="1"/>
          <p:nvPr/>
        </p:nvSpPr>
        <p:spPr>
          <a:xfrm>
            <a:off x="3716867" y="1727886"/>
            <a:ext cx="462845" cy="584775"/>
          </a:xfrm>
          <a:prstGeom prst="rect">
            <a:avLst/>
          </a:prstGeom>
          <a:noFill/>
        </p:spPr>
        <p:txBody>
          <a:bodyPr wrap="square" rtlCol="0">
            <a:spAutoFit/>
          </a:bodyPr>
          <a:lstStyle/>
          <a:p>
            <a:pPr algn="ctr"/>
            <a:r>
              <a:rPr lang="en-US" sz="3200" dirty="0"/>
              <a:t>3</a:t>
            </a:r>
          </a:p>
        </p:txBody>
      </p:sp>
      <p:sp>
        <p:nvSpPr>
          <p:cNvPr id="66" name="TextBox 65">
            <a:extLst>
              <a:ext uri="{FF2B5EF4-FFF2-40B4-BE49-F238E27FC236}">
                <a16:creationId xmlns:a16="http://schemas.microsoft.com/office/drawing/2014/main" id="{51BE0FB8-4CC4-6FA3-D47E-B2FAF77EA381}"/>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2004273A-2D87-501C-A577-9DA28B076B17}"/>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89" name="TextBox 88">
            <a:extLst>
              <a:ext uri="{FF2B5EF4-FFF2-40B4-BE49-F238E27FC236}">
                <a16:creationId xmlns:a16="http://schemas.microsoft.com/office/drawing/2014/main" id="{3B314E4F-F60B-2438-9E4E-D945F7CD866A}"/>
              </a:ext>
            </a:extLst>
          </p:cNvPr>
          <p:cNvSpPr txBox="1"/>
          <p:nvPr/>
        </p:nvSpPr>
        <p:spPr>
          <a:xfrm>
            <a:off x="5715003" y="1727886"/>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46464123-0E65-D1A9-C1F3-4E4A69C36774}"/>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9E8CCD05-AED1-D214-DF94-16E5E74FC29B}"/>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90" name="TextBox 89">
            <a:extLst>
              <a:ext uri="{FF2B5EF4-FFF2-40B4-BE49-F238E27FC236}">
                <a16:creationId xmlns:a16="http://schemas.microsoft.com/office/drawing/2014/main" id="{9F20CEC7-49C6-6ADE-1AAD-236686A510AC}"/>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E1FCCA80-1F02-7CFE-1576-7E34537760C0}"/>
              </a:ext>
            </a:extLst>
          </p:cNvPr>
          <p:cNvSpPr txBox="1"/>
          <p:nvPr/>
        </p:nvSpPr>
        <p:spPr>
          <a:xfrm>
            <a:off x="6214537" y="3237891"/>
            <a:ext cx="462845" cy="584775"/>
          </a:xfrm>
          <a:prstGeom prst="rect">
            <a:avLst/>
          </a:prstGeom>
          <a:noFill/>
        </p:spPr>
        <p:txBody>
          <a:bodyPr wrap="square" rtlCol="0">
            <a:spAutoFit/>
          </a:bodyPr>
          <a:lstStyle/>
          <a:p>
            <a:pPr algn="ctr"/>
            <a:r>
              <a:rPr lang="en-US" sz="3200" dirty="0"/>
              <a:t>6</a:t>
            </a:r>
          </a:p>
        </p:txBody>
      </p:sp>
      <p:sp>
        <p:nvSpPr>
          <p:cNvPr id="92" name="TextBox 91">
            <a:extLst>
              <a:ext uri="{FF2B5EF4-FFF2-40B4-BE49-F238E27FC236}">
                <a16:creationId xmlns:a16="http://schemas.microsoft.com/office/drawing/2014/main" id="{D3A353BC-FD61-0AE3-DA1F-AF716B814BB9}"/>
              </a:ext>
            </a:extLst>
          </p:cNvPr>
          <p:cNvSpPr txBox="1"/>
          <p:nvPr/>
        </p:nvSpPr>
        <p:spPr>
          <a:xfrm>
            <a:off x="6214537" y="3741226"/>
            <a:ext cx="462845" cy="584775"/>
          </a:xfrm>
          <a:prstGeom prst="rect">
            <a:avLst/>
          </a:prstGeom>
          <a:noFill/>
        </p:spPr>
        <p:txBody>
          <a:bodyPr wrap="square" rtlCol="0">
            <a:spAutoFit/>
          </a:bodyPr>
          <a:lstStyle/>
          <a:p>
            <a:pPr algn="ctr"/>
            <a:r>
              <a:rPr lang="en-US" sz="3200" dirty="0"/>
              <a:t>7</a:t>
            </a:r>
          </a:p>
        </p:txBody>
      </p:sp>
      <p:sp>
        <p:nvSpPr>
          <p:cNvPr id="17" name="TextBox 16">
            <a:extLst>
              <a:ext uri="{FF2B5EF4-FFF2-40B4-BE49-F238E27FC236}">
                <a16:creationId xmlns:a16="http://schemas.microsoft.com/office/drawing/2014/main" id="{35225EAC-1F07-0050-540C-C4DBCAF72A2E}"/>
              </a:ext>
            </a:extLst>
          </p:cNvPr>
          <p:cNvSpPr txBox="1"/>
          <p:nvPr/>
        </p:nvSpPr>
        <p:spPr>
          <a:xfrm>
            <a:off x="4715935" y="2734556"/>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DA638E85-33B7-C3E0-0179-D0000EC46ABE}"/>
              </a:ext>
            </a:extLst>
          </p:cNvPr>
          <p:cNvSpPr txBox="1"/>
          <p:nvPr/>
        </p:nvSpPr>
        <p:spPr>
          <a:xfrm>
            <a:off x="5715003" y="2734556"/>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8AA65BB2-B1C6-5C4A-B18C-E9C25787490C}"/>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4FAAB4E2-D648-9D1E-E5B4-CB10F1038109}"/>
              </a:ext>
            </a:extLst>
          </p:cNvPr>
          <p:cNvSpPr txBox="1"/>
          <p:nvPr/>
        </p:nvSpPr>
        <p:spPr>
          <a:xfrm>
            <a:off x="6214537" y="4747898"/>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97807ED6-53FE-2497-3E2E-2EAC5CCB1699}"/>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43" name="TextBox 42">
            <a:extLst>
              <a:ext uri="{FF2B5EF4-FFF2-40B4-BE49-F238E27FC236}">
                <a16:creationId xmlns:a16="http://schemas.microsoft.com/office/drawing/2014/main" id="{C0E35304-22E4-318C-FE7A-0F4AEAB590A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5" name="TextBox 44">
            <a:extLst>
              <a:ext uri="{FF2B5EF4-FFF2-40B4-BE49-F238E27FC236}">
                <a16:creationId xmlns:a16="http://schemas.microsoft.com/office/drawing/2014/main" id="{6E80EBAA-D4E8-EF99-0178-A7E6972D704E}"/>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32" name="TextBox 31">
            <a:extLst>
              <a:ext uri="{FF2B5EF4-FFF2-40B4-BE49-F238E27FC236}">
                <a16:creationId xmlns:a16="http://schemas.microsoft.com/office/drawing/2014/main" id="{BD7B3225-B7B5-7669-617B-D4171B4C7426}"/>
              </a:ext>
            </a:extLst>
          </p:cNvPr>
          <p:cNvSpPr txBox="1"/>
          <p:nvPr/>
        </p:nvSpPr>
        <p:spPr>
          <a:xfrm>
            <a:off x="5215469" y="2231221"/>
            <a:ext cx="462845" cy="584775"/>
          </a:xfrm>
          <a:prstGeom prst="rect">
            <a:avLst/>
          </a:prstGeom>
          <a:noFill/>
        </p:spPr>
        <p:txBody>
          <a:bodyPr wrap="square" rtlCol="0">
            <a:spAutoFit/>
          </a:bodyPr>
          <a:lstStyle/>
          <a:p>
            <a:pPr algn="ctr"/>
            <a:r>
              <a:rPr lang="en-US" sz="3200" dirty="0"/>
              <a:t>7</a:t>
            </a:r>
          </a:p>
        </p:txBody>
      </p:sp>
      <p:sp>
        <p:nvSpPr>
          <p:cNvPr id="41" name="TextBox 40">
            <a:extLst>
              <a:ext uri="{FF2B5EF4-FFF2-40B4-BE49-F238E27FC236}">
                <a16:creationId xmlns:a16="http://schemas.microsoft.com/office/drawing/2014/main" id="{534639BE-E127-E4D3-6ED1-377A43F8605A}"/>
              </a:ext>
            </a:extLst>
          </p:cNvPr>
          <p:cNvSpPr txBox="1"/>
          <p:nvPr/>
        </p:nvSpPr>
        <p:spPr>
          <a:xfrm>
            <a:off x="5715003" y="2231221"/>
            <a:ext cx="462845" cy="584775"/>
          </a:xfrm>
          <a:prstGeom prst="rect">
            <a:avLst/>
          </a:prstGeom>
          <a:noFill/>
        </p:spPr>
        <p:txBody>
          <a:bodyPr wrap="square" rtlCol="0">
            <a:spAutoFit/>
          </a:bodyPr>
          <a:lstStyle/>
          <a:p>
            <a:pPr algn="ctr"/>
            <a:r>
              <a:rPr lang="en-US" sz="3200" dirty="0"/>
              <a:t>9</a:t>
            </a:r>
          </a:p>
        </p:txBody>
      </p:sp>
      <p:sp>
        <p:nvSpPr>
          <p:cNvPr id="44" name="TextBox 43">
            <a:extLst>
              <a:ext uri="{FF2B5EF4-FFF2-40B4-BE49-F238E27FC236}">
                <a16:creationId xmlns:a16="http://schemas.microsoft.com/office/drawing/2014/main" id="{03E53660-E368-5A6D-01EF-480993FE770B}"/>
              </a:ext>
            </a:extLst>
          </p:cNvPr>
          <p:cNvSpPr txBox="1"/>
          <p:nvPr/>
        </p:nvSpPr>
        <p:spPr>
          <a:xfrm>
            <a:off x="3217333" y="4747898"/>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3A2A8F75-5CA1-A752-FFC9-6D28D9A70AB1}"/>
              </a:ext>
            </a:extLst>
          </p:cNvPr>
          <p:cNvSpPr txBox="1"/>
          <p:nvPr/>
        </p:nvSpPr>
        <p:spPr>
          <a:xfrm>
            <a:off x="4216401" y="4244561"/>
            <a:ext cx="462845" cy="584775"/>
          </a:xfrm>
          <a:prstGeom prst="rect">
            <a:avLst/>
          </a:prstGeom>
          <a:noFill/>
        </p:spPr>
        <p:txBody>
          <a:bodyPr wrap="square" rtlCol="0">
            <a:spAutoFit/>
          </a:bodyPr>
          <a:lstStyle/>
          <a:p>
            <a:pPr algn="ctr"/>
            <a:r>
              <a:rPr lang="en-US" sz="3200" dirty="0"/>
              <a:t>6</a:t>
            </a:r>
          </a:p>
        </p:txBody>
      </p:sp>
      <p:sp>
        <p:nvSpPr>
          <p:cNvPr id="40" name="TextBox 39">
            <a:extLst>
              <a:ext uri="{FF2B5EF4-FFF2-40B4-BE49-F238E27FC236}">
                <a16:creationId xmlns:a16="http://schemas.microsoft.com/office/drawing/2014/main" id="{973776B0-7BE6-5754-8588-0AE39ACCBD88}"/>
              </a:ext>
            </a:extLst>
          </p:cNvPr>
          <p:cNvSpPr txBox="1"/>
          <p:nvPr/>
        </p:nvSpPr>
        <p:spPr>
          <a:xfrm>
            <a:off x="4715935" y="1224551"/>
            <a:ext cx="462845" cy="584775"/>
          </a:xfrm>
          <a:prstGeom prst="rect">
            <a:avLst/>
          </a:prstGeom>
          <a:noFill/>
        </p:spPr>
        <p:txBody>
          <a:bodyPr wrap="square" rtlCol="0">
            <a:spAutoFit/>
          </a:bodyPr>
          <a:lstStyle/>
          <a:p>
            <a:pPr algn="ctr"/>
            <a:r>
              <a:rPr lang="en-US" sz="3200" dirty="0"/>
              <a:t>7</a:t>
            </a:r>
          </a:p>
        </p:txBody>
      </p:sp>
      <p:sp>
        <p:nvSpPr>
          <p:cNvPr id="49" name="TextBox 48">
            <a:extLst>
              <a:ext uri="{FF2B5EF4-FFF2-40B4-BE49-F238E27FC236}">
                <a16:creationId xmlns:a16="http://schemas.microsoft.com/office/drawing/2014/main" id="{8060FB48-071C-F14F-6754-00233188AF17}"/>
              </a:ext>
            </a:extLst>
          </p:cNvPr>
          <p:cNvSpPr txBox="1"/>
          <p:nvPr/>
        </p:nvSpPr>
        <p:spPr>
          <a:xfrm>
            <a:off x="5215469" y="1224551"/>
            <a:ext cx="462845" cy="584775"/>
          </a:xfrm>
          <a:prstGeom prst="rect">
            <a:avLst/>
          </a:prstGeom>
          <a:noFill/>
        </p:spPr>
        <p:txBody>
          <a:bodyPr wrap="square" rtlCol="0">
            <a:spAutoFit/>
          </a:bodyPr>
          <a:lstStyle/>
          <a:p>
            <a:pPr algn="ctr"/>
            <a:r>
              <a:rPr lang="en-US" sz="3200" dirty="0"/>
              <a:t>9</a:t>
            </a:r>
          </a:p>
        </p:txBody>
      </p:sp>
      <p:sp>
        <p:nvSpPr>
          <p:cNvPr id="50" name="TextBox 49">
            <a:extLst>
              <a:ext uri="{FF2B5EF4-FFF2-40B4-BE49-F238E27FC236}">
                <a16:creationId xmlns:a16="http://schemas.microsoft.com/office/drawing/2014/main" id="{4E29A6FA-5138-6A82-3B7A-A35C966B71E3}"/>
              </a:ext>
            </a:extLst>
          </p:cNvPr>
          <p:cNvSpPr txBox="1"/>
          <p:nvPr/>
        </p:nvSpPr>
        <p:spPr>
          <a:xfrm>
            <a:off x="5715003" y="3741226"/>
            <a:ext cx="462845" cy="584775"/>
          </a:xfrm>
          <a:prstGeom prst="rect">
            <a:avLst/>
          </a:prstGeom>
          <a:noFill/>
        </p:spPr>
        <p:txBody>
          <a:bodyPr wrap="square" rtlCol="0">
            <a:spAutoFit/>
          </a:bodyPr>
          <a:lstStyle/>
          <a:p>
            <a:pPr algn="ctr"/>
            <a:r>
              <a:rPr lang="en-US" sz="3200" dirty="0"/>
              <a:t>4</a:t>
            </a:r>
          </a:p>
        </p:txBody>
      </p:sp>
      <p:sp>
        <p:nvSpPr>
          <p:cNvPr id="55" name="TextBox 54">
            <a:extLst>
              <a:ext uri="{FF2B5EF4-FFF2-40B4-BE49-F238E27FC236}">
                <a16:creationId xmlns:a16="http://schemas.microsoft.com/office/drawing/2014/main" id="{14D5FA87-16C7-85B4-B280-264B7F7A1F0D}"/>
              </a:ext>
            </a:extLst>
          </p:cNvPr>
          <p:cNvSpPr txBox="1"/>
          <p:nvPr/>
        </p:nvSpPr>
        <p:spPr>
          <a:xfrm>
            <a:off x="4715935" y="4244561"/>
            <a:ext cx="462845" cy="584775"/>
          </a:xfrm>
          <a:prstGeom prst="rect">
            <a:avLst/>
          </a:prstGeom>
          <a:noFill/>
        </p:spPr>
        <p:txBody>
          <a:bodyPr wrap="square" rtlCol="0">
            <a:spAutoFit/>
          </a:bodyPr>
          <a:lstStyle/>
          <a:p>
            <a:pPr algn="ctr"/>
            <a:r>
              <a:rPr lang="en-US" sz="3200" dirty="0"/>
              <a:t>9</a:t>
            </a:r>
          </a:p>
        </p:txBody>
      </p:sp>
      <p:sp>
        <p:nvSpPr>
          <p:cNvPr id="73" name="TextBox 72">
            <a:extLst>
              <a:ext uri="{FF2B5EF4-FFF2-40B4-BE49-F238E27FC236}">
                <a16:creationId xmlns:a16="http://schemas.microsoft.com/office/drawing/2014/main" id="{7FB5CFDC-E104-3F27-8EB2-CA3FF28AB5A7}"/>
              </a:ext>
            </a:extLst>
          </p:cNvPr>
          <p:cNvSpPr txBox="1"/>
          <p:nvPr/>
        </p:nvSpPr>
        <p:spPr>
          <a:xfrm>
            <a:off x="5215469" y="4244561"/>
            <a:ext cx="462845" cy="584775"/>
          </a:xfrm>
          <a:prstGeom prst="rect">
            <a:avLst/>
          </a:prstGeom>
          <a:noFill/>
        </p:spPr>
        <p:txBody>
          <a:bodyPr wrap="square" rtlCol="0">
            <a:spAutoFit/>
          </a:bodyPr>
          <a:lstStyle/>
          <a:p>
            <a:pPr algn="ctr"/>
            <a:r>
              <a:rPr lang="en-US" sz="3200" dirty="0"/>
              <a:t>3</a:t>
            </a:r>
          </a:p>
        </p:txBody>
      </p:sp>
      <p:sp>
        <p:nvSpPr>
          <p:cNvPr id="93" name="TextBox 92">
            <a:extLst>
              <a:ext uri="{FF2B5EF4-FFF2-40B4-BE49-F238E27FC236}">
                <a16:creationId xmlns:a16="http://schemas.microsoft.com/office/drawing/2014/main" id="{04C2E48C-25B6-F4CB-4AC2-A62892231CE5}"/>
              </a:ext>
            </a:extLst>
          </p:cNvPr>
          <p:cNvSpPr txBox="1"/>
          <p:nvPr/>
        </p:nvSpPr>
        <p:spPr>
          <a:xfrm>
            <a:off x="5215469" y="4747898"/>
            <a:ext cx="462845" cy="584775"/>
          </a:xfrm>
          <a:prstGeom prst="rect">
            <a:avLst/>
          </a:prstGeom>
          <a:noFill/>
        </p:spPr>
        <p:txBody>
          <a:bodyPr wrap="square" rtlCol="0">
            <a:spAutoFit/>
          </a:bodyPr>
          <a:lstStyle/>
          <a:p>
            <a:pPr algn="ctr"/>
            <a:r>
              <a:rPr lang="en-US" sz="3200" dirty="0"/>
              <a:t>2</a:t>
            </a:r>
          </a:p>
        </p:txBody>
      </p:sp>
      <p:sp>
        <p:nvSpPr>
          <p:cNvPr id="94" name="TextBox 93">
            <a:extLst>
              <a:ext uri="{FF2B5EF4-FFF2-40B4-BE49-F238E27FC236}">
                <a16:creationId xmlns:a16="http://schemas.microsoft.com/office/drawing/2014/main" id="{BA38F19F-7116-DDA2-0CA3-FF6071B15F28}"/>
              </a:ext>
            </a:extLst>
          </p:cNvPr>
          <p:cNvSpPr txBox="1"/>
          <p:nvPr/>
        </p:nvSpPr>
        <p:spPr>
          <a:xfrm>
            <a:off x="6714071" y="4747898"/>
            <a:ext cx="462845" cy="584775"/>
          </a:xfrm>
          <a:prstGeom prst="rect">
            <a:avLst/>
          </a:prstGeom>
          <a:noFill/>
        </p:spPr>
        <p:txBody>
          <a:bodyPr wrap="square" rtlCol="0">
            <a:spAutoFit/>
          </a:bodyPr>
          <a:lstStyle/>
          <a:p>
            <a:pPr algn="ctr"/>
            <a:r>
              <a:rPr lang="en-US" sz="3200" dirty="0"/>
              <a:t>1</a:t>
            </a:r>
          </a:p>
        </p:txBody>
      </p:sp>
      <p:sp>
        <p:nvSpPr>
          <p:cNvPr id="95" name="TextBox 94">
            <a:extLst>
              <a:ext uri="{FF2B5EF4-FFF2-40B4-BE49-F238E27FC236}">
                <a16:creationId xmlns:a16="http://schemas.microsoft.com/office/drawing/2014/main" id="{1A3D0DB3-750E-0916-3EA5-F540CB2B51BD}"/>
              </a:ext>
            </a:extLst>
          </p:cNvPr>
          <p:cNvSpPr txBox="1"/>
          <p:nvPr/>
        </p:nvSpPr>
        <p:spPr>
          <a:xfrm>
            <a:off x="5715003" y="4244561"/>
            <a:ext cx="462845" cy="584775"/>
          </a:xfrm>
          <a:prstGeom prst="rect">
            <a:avLst/>
          </a:prstGeom>
          <a:noFill/>
        </p:spPr>
        <p:txBody>
          <a:bodyPr wrap="square" rtlCol="0">
            <a:spAutoFit/>
          </a:bodyPr>
          <a:lstStyle/>
          <a:p>
            <a:pPr algn="ctr"/>
            <a:r>
              <a:rPr lang="en-US" sz="3200" dirty="0"/>
              <a:t>1</a:t>
            </a:r>
          </a:p>
        </p:txBody>
      </p:sp>
      <p:sp>
        <p:nvSpPr>
          <p:cNvPr id="96" name="TextBox 95">
            <a:extLst>
              <a:ext uri="{FF2B5EF4-FFF2-40B4-BE49-F238E27FC236}">
                <a16:creationId xmlns:a16="http://schemas.microsoft.com/office/drawing/2014/main" id="{BAEB3770-F050-997E-F21E-8184FA6AA476}"/>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97" name="TextBox 96">
            <a:extLst>
              <a:ext uri="{FF2B5EF4-FFF2-40B4-BE49-F238E27FC236}">
                <a16:creationId xmlns:a16="http://schemas.microsoft.com/office/drawing/2014/main" id="{C849A839-065C-3FCE-200E-1BA294EBA8EA}"/>
              </a:ext>
            </a:extLst>
          </p:cNvPr>
          <p:cNvSpPr txBox="1"/>
          <p:nvPr/>
        </p:nvSpPr>
        <p:spPr>
          <a:xfrm>
            <a:off x="5715003" y="4747898"/>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B5322C46-65D3-80EE-F6CC-F8022A3DAADA}"/>
              </a:ext>
            </a:extLst>
          </p:cNvPr>
          <p:cNvSpPr txBox="1"/>
          <p:nvPr/>
        </p:nvSpPr>
        <p:spPr>
          <a:xfrm>
            <a:off x="5215469" y="3741226"/>
            <a:ext cx="462845" cy="584775"/>
          </a:xfrm>
          <a:prstGeom prst="rect">
            <a:avLst/>
          </a:prstGeom>
          <a:noFill/>
        </p:spPr>
        <p:txBody>
          <a:bodyPr wrap="square" rtlCol="0">
            <a:spAutoFit/>
          </a:bodyPr>
          <a:lstStyle/>
          <a:p>
            <a:pPr algn="ctr"/>
            <a:r>
              <a:rPr lang="en-US" sz="3200" dirty="0"/>
              <a:t>5</a:t>
            </a:r>
          </a:p>
        </p:txBody>
      </p:sp>
      <p:sp>
        <p:nvSpPr>
          <p:cNvPr id="12" name="TextBox 11">
            <a:extLst>
              <a:ext uri="{FF2B5EF4-FFF2-40B4-BE49-F238E27FC236}">
                <a16:creationId xmlns:a16="http://schemas.microsoft.com/office/drawing/2014/main" id="{52F1F1B7-909F-E00F-4E90-4AD4828E69FA}"/>
              </a:ext>
            </a:extLst>
          </p:cNvPr>
          <p:cNvSpPr txBox="1"/>
          <p:nvPr/>
        </p:nvSpPr>
        <p:spPr>
          <a:xfrm>
            <a:off x="6714071" y="3741226"/>
            <a:ext cx="462845" cy="584775"/>
          </a:xfrm>
          <a:prstGeom prst="rect">
            <a:avLst/>
          </a:prstGeom>
          <a:noFill/>
        </p:spPr>
        <p:txBody>
          <a:bodyPr wrap="square" rtlCol="0">
            <a:spAutoFit/>
          </a:bodyPr>
          <a:lstStyle/>
          <a:p>
            <a:pPr algn="ctr"/>
            <a:r>
              <a:rPr lang="en-US" sz="3200" dirty="0"/>
              <a:t>3</a:t>
            </a:r>
          </a:p>
        </p:txBody>
      </p:sp>
      <p:sp>
        <p:nvSpPr>
          <p:cNvPr id="22" name="TextBox 21">
            <a:extLst>
              <a:ext uri="{FF2B5EF4-FFF2-40B4-BE49-F238E27FC236}">
                <a16:creationId xmlns:a16="http://schemas.microsoft.com/office/drawing/2014/main" id="{989878A1-6ACD-A010-1B1F-8E2B20279042}"/>
              </a:ext>
            </a:extLst>
          </p:cNvPr>
          <p:cNvSpPr txBox="1"/>
          <p:nvPr/>
        </p:nvSpPr>
        <p:spPr>
          <a:xfrm>
            <a:off x="7213604" y="3741226"/>
            <a:ext cx="462845" cy="584775"/>
          </a:xfrm>
          <a:prstGeom prst="rect">
            <a:avLst/>
          </a:prstGeom>
          <a:noFill/>
        </p:spPr>
        <p:txBody>
          <a:bodyPr wrap="square" rtlCol="0">
            <a:spAutoFit/>
          </a:bodyPr>
          <a:lstStyle/>
          <a:p>
            <a:pPr algn="ctr"/>
            <a:r>
              <a:rPr lang="en-US" sz="3200" dirty="0"/>
              <a:t>9</a:t>
            </a:r>
          </a:p>
        </p:txBody>
      </p:sp>
      <p:sp>
        <p:nvSpPr>
          <p:cNvPr id="23" name="TextBox 22">
            <a:extLst>
              <a:ext uri="{FF2B5EF4-FFF2-40B4-BE49-F238E27FC236}">
                <a16:creationId xmlns:a16="http://schemas.microsoft.com/office/drawing/2014/main" id="{F047C5D2-D84C-60C3-BB56-7863646093B6}"/>
              </a:ext>
            </a:extLst>
          </p:cNvPr>
          <p:cNvSpPr txBox="1"/>
          <p:nvPr/>
        </p:nvSpPr>
        <p:spPr>
          <a:xfrm>
            <a:off x="7213604" y="4244561"/>
            <a:ext cx="462845" cy="584775"/>
          </a:xfrm>
          <a:prstGeom prst="rect">
            <a:avLst/>
          </a:prstGeom>
          <a:noFill/>
        </p:spPr>
        <p:txBody>
          <a:bodyPr wrap="square" rtlCol="0">
            <a:spAutoFit/>
          </a:bodyPr>
          <a:lstStyle/>
          <a:p>
            <a:pPr algn="ctr"/>
            <a:r>
              <a:rPr lang="en-US" sz="3200" dirty="0"/>
              <a:t>2</a:t>
            </a:r>
          </a:p>
        </p:txBody>
      </p:sp>
      <p:sp>
        <p:nvSpPr>
          <p:cNvPr id="35" name="TextBox 34">
            <a:extLst>
              <a:ext uri="{FF2B5EF4-FFF2-40B4-BE49-F238E27FC236}">
                <a16:creationId xmlns:a16="http://schemas.microsoft.com/office/drawing/2014/main" id="{A5ACC5E9-1EE3-E7C5-F2AD-CE76D06A655D}"/>
              </a:ext>
            </a:extLst>
          </p:cNvPr>
          <p:cNvSpPr txBox="1"/>
          <p:nvPr/>
        </p:nvSpPr>
        <p:spPr>
          <a:xfrm>
            <a:off x="3716867" y="3741226"/>
            <a:ext cx="462845" cy="584775"/>
          </a:xfrm>
          <a:prstGeom prst="rect">
            <a:avLst/>
          </a:prstGeom>
          <a:noFill/>
        </p:spPr>
        <p:txBody>
          <a:bodyPr wrap="square" rtlCol="0">
            <a:spAutoFit/>
          </a:bodyPr>
          <a:lstStyle/>
          <a:p>
            <a:pPr algn="ctr"/>
            <a:r>
              <a:rPr lang="en-US" sz="3200" dirty="0"/>
              <a:t>2</a:t>
            </a:r>
          </a:p>
        </p:txBody>
      </p:sp>
      <p:sp>
        <p:nvSpPr>
          <p:cNvPr id="36" name="TextBox 35">
            <a:extLst>
              <a:ext uri="{FF2B5EF4-FFF2-40B4-BE49-F238E27FC236}">
                <a16:creationId xmlns:a16="http://schemas.microsoft.com/office/drawing/2014/main" id="{2F2AB12D-84AB-850D-1D6E-A7FB8C49AE51}"/>
              </a:ext>
            </a:extLst>
          </p:cNvPr>
          <p:cNvSpPr txBox="1"/>
          <p:nvPr/>
        </p:nvSpPr>
        <p:spPr>
          <a:xfrm>
            <a:off x="7213604" y="4747898"/>
            <a:ext cx="462845" cy="584775"/>
          </a:xfrm>
          <a:prstGeom prst="rect">
            <a:avLst/>
          </a:prstGeom>
          <a:noFill/>
        </p:spPr>
        <p:txBody>
          <a:bodyPr wrap="square" rtlCol="0">
            <a:spAutoFit/>
          </a:bodyPr>
          <a:lstStyle/>
          <a:p>
            <a:pPr algn="ctr"/>
            <a:r>
              <a:rPr lang="en-US" sz="3200" dirty="0"/>
              <a:t>6</a:t>
            </a:r>
          </a:p>
        </p:txBody>
      </p:sp>
      <p:sp>
        <p:nvSpPr>
          <p:cNvPr id="58" name="TextBox 57">
            <a:extLst>
              <a:ext uri="{FF2B5EF4-FFF2-40B4-BE49-F238E27FC236}">
                <a16:creationId xmlns:a16="http://schemas.microsoft.com/office/drawing/2014/main" id="{34F65DCC-714E-B47C-6BDE-4A8F0038078E}"/>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
        <p:nvSpPr>
          <p:cNvPr id="59" name="TextBox 58">
            <a:extLst>
              <a:ext uri="{FF2B5EF4-FFF2-40B4-BE49-F238E27FC236}">
                <a16:creationId xmlns:a16="http://schemas.microsoft.com/office/drawing/2014/main" id="{0177179F-DEFA-1E58-50B5-702728559FB7}"/>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60" name="TextBox 59">
            <a:extLst>
              <a:ext uri="{FF2B5EF4-FFF2-40B4-BE49-F238E27FC236}">
                <a16:creationId xmlns:a16="http://schemas.microsoft.com/office/drawing/2014/main" id="{02CE94DE-258F-1E80-DBA7-CF966AE05CD2}"/>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926D2A18-3C42-5D1F-5BCA-5CEC507F31D2}"/>
              </a:ext>
            </a:extLst>
          </p:cNvPr>
          <p:cNvSpPr txBox="1"/>
          <p:nvPr/>
        </p:nvSpPr>
        <p:spPr>
          <a:xfrm>
            <a:off x="3217333"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69970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12138</TotalTime>
  <Words>5318</Words>
  <Application>Microsoft Macintosh PowerPoint</Application>
  <PresentationFormat>Widescreen</PresentationFormat>
  <Paragraphs>4320</Paragraphs>
  <Slides>70</Slides>
  <Notes>69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70</vt:i4>
      </vt:variant>
    </vt:vector>
  </HeadingPairs>
  <TitlesOfParts>
    <vt:vector size="7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404</cp:revision>
  <cp:lastPrinted>2026-01-17T06:16:05Z</cp:lastPrinted>
  <dcterms:created xsi:type="dcterms:W3CDTF">2024-03-19T02:13:08Z</dcterms:created>
  <dcterms:modified xsi:type="dcterms:W3CDTF">2026-03-09T22:43:33Z</dcterms:modified>
</cp:coreProperties>
</file>