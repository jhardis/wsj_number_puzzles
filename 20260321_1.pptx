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2" r:id="rId14"/>
    <p:sldId id="543" r:id="rId15"/>
    <p:sldId id="544" r:id="rId16"/>
    <p:sldId id="545" r:id="rId17"/>
    <p:sldId id="546" r:id="rId18"/>
    <p:sldId id="547" r:id="rId19"/>
    <p:sldId id="548" r:id="rId20"/>
    <p:sldId id="549" r:id="rId21"/>
    <p:sldId id="550" r:id="rId22"/>
    <p:sldId id="559" r:id="rId23"/>
    <p:sldId id="551" r:id="rId24"/>
    <p:sldId id="552" r:id="rId25"/>
    <p:sldId id="553" r:id="rId26"/>
    <p:sldId id="554" r:id="rId27"/>
    <p:sldId id="555" r:id="rId28"/>
    <p:sldId id="556" r:id="rId29"/>
    <p:sldId id="557" r:id="rId30"/>
    <p:sldId id="560" r:id="rId31"/>
    <p:sldId id="561" r:id="rId32"/>
    <p:sldId id="562" r:id="rId33"/>
    <p:sldId id="563" r:id="rId34"/>
    <p:sldId id="564" r:id="rId35"/>
    <p:sldId id="565" r:id="rId36"/>
    <p:sldId id="566" r:id="rId37"/>
    <p:sldId id="567" r:id="rId38"/>
    <p:sldId id="568" r:id="rId39"/>
    <p:sldId id="569" r:id="rId40"/>
    <p:sldId id="594" r:id="rId41"/>
    <p:sldId id="571" r:id="rId42"/>
    <p:sldId id="572" r:id="rId43"/>
    <p:sldId id="573" r:id="rId44"/>
    <p:sldId id="574" r:id="rId45"/>
    <p:sldId id="575" r:id="rId46"/>
    <p:sldId id="576" r:id="rId47"/>
    <p:sldId id="577" r:id="rId48"/>
    <p:sldId id="578" r:id="rId49"/>
    <p:sldId id="579" r:id="rId50"/>
    <p:sldId id="580" r:id="rId51"/>
    <p:sldId id="584" r:id="rId52"/>
    <p:sldId id="581" r:id="rId53"/>
    <p:sldId id="582" r:id="rId54"/>
    <p:sldId id="583" r:id="rId55"/>
    <p:sldId id="585" r:id="rId56"/>
    <p:sldId id="586" r:id="rId57"/>
    <p:sldId id="587" r:id="rId58"/>
    <p:sldId id="588" r:id="rId59"/>
    <p:sldId id="589" r:id="rId60"/>
    <p:sldId id="590" r:id="rId61"/>
    <p:sldId id="591" r:id="rId62"/>
    <p:sldId id="592" r:id="rId63"/>
    <p:sldId id="593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609"/>
  </p:normalViewPr>
  <p:slideViewPr>
    <p:cSldViewPr snapToGrid="0">
      <p:cViewPr varScale="1">
        <p:scale>
          <a:sx n="147" d="100"/>
          <a:sy n="147" d="100"/>
        </p:scale>
        <p:origin x="9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C806-FC69-2489-38DD-081413127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754050-A633-E08C-B5F8-1D59CF6A37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577333-34CC-A2B4-90F1-6773FDC62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FC11F-6025-D0BB-0FAF-3E5E6658C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05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F1C88-728D-1165-526D-CE0275C9B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BBE34A-0F83-0A7D-8C31-2DFB20A5D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84ABF6-D5A6-2C35-C5A9-71D6A051B8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7F6BF-FA6B-1C5E-1FA9-8B73D83C5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981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A5F38-31B2-5FDF-5F64-B86A96359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63BA54-A074-5686-DB72-29E2486C1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9444C-0D1C-48FC-EC5B-5867E54315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D9933-6C53-E741-2FE3-C0C1971498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0998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2A476-2C7F-2E34-4E2A-5DE0C159F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3D5363-62F9-AA13-462B-89EA1D3E9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4ED5A2-3423-0CAE-5160-8C048C05D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13C6C-F9F3-7B70-0AD6-72A3751BEA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564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44CD4-2601-119A-76B5-BB00DF348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AB9277-45E8-519C-573C-AE4512D3C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8A7AB7-8C4B-4002-3096-5E61FE497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00EFEB-9CFE-7440-FF6C-72B55270B6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2193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3FD92-AA42-999C-6C31-3105333B7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C938AB-2672-D3E3-D9FA-354D7B0CD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F18B4-6A7F-B345-FB3C-FB44426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B433B-0D6F-161B-5F55-DA82612EF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829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2DB85-9F96-40B4-8633-B635506E1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8881F4-1ACB-8479-A542-ABED3EE96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F49ED-E551-BD5F-F2D1-2B6ECC859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FE669-C586-BE91-80E5-77746A942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9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81C6-5537-C041-D357-8FB85695B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049539-6F2C-2DD4-418F-D802A14D6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5DA261-0BC2-1C28-8DAD-07D15740C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FFFD1-C954-9ED2-B641-27D68A0955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046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F215E-EADE-5019-E3B9-51CF0206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1B5318-41E3-B5CD-D315-D81300E06F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389561-4741-D54C-8331-FB930C30B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7E2E56-825D-0C83-C5F3-B24F0923E4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4553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C1115-F2F9-3F98-E6F3-A0E2AA331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7CC7EB-A9D2-1670-3674-2DFB1AA6B1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FAFE8-64BC-A852-6334-F9599FAB0B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D146F-2526-47FF-483C-7F36DCCBD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581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D4F1B-269D-A71A-AD3A-30877F161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D21F6-6271-73F3-1282-9FBD8D860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D3E76F-6C69-4E98-45AF-CBF0FCA22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2E435-31AF-FD18-2DF9-A6B85BA6A1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891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D09B8-A6E3-C311-5AC0-411DF545D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CA60D-BE3B-0BB7-AAD0-6E255CB2A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166874-AE38-9131-12E3-9B76C0F9F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1D6A4B-C5CA-385B-E9D0-0778BD488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7809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916EF-593B-CCDF-ADA0-11B4AB5B2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389564-07FE-03FE-7920-E23922AF5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40AD75-AF0D-D654-C807-210F0A881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E04D4-F974-5E33-41FA-F6D78EF50C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822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332BA-8E99-792E-626F-B4BB026C8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F9B32-39FE-38C4-B2DC-9AE110E1B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0AE9C4-74E3-24AF-2B2B-73CFF97E7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29D41-1B3C-58B6-E9F7-071D7852C2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2812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F9E83-9717-53D1-4E94-89CC68A5F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97F9B-7D64-5F9E-D00C-21B5F4A75A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72ADCB-4A62-672D-C74F-0C3437EF6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EBE1E-CBCA-2124-C38F-4E0D0D878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8180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EFD1-6B30-64A5-1ED6-D43EAB105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60638-C55B-6C6F-8236-1FBEFCE11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EAD13-7675-09AF-65FE-7FB9A58C9C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81330-943F-62C1-3FF1-FC8DC190A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5920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5E4E-0BEA-6892-456B-FDD824BE9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3A876-CD3A-23ED-5CFF-51FC6DDAB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F995B-3C60-4C09-5DB5-5B8FF0BB7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57012-C93E-A96F-7E79-8C9D54728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1576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839D4-8F5D-CDF3-4881-73DA65484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297888-9898-C652-066D-9BE2497E9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07B65A-1394-CF61-72BD-04AF0C11D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F8921-4BFD-F4B6-F54E-7039BF2AC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4133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5F9D8-83D0-310B-DEB3-E5D55F320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6C352-DD09-6D70-A3F5-54934FA067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FB629B-52EA-870F-C8D2-3D71FE4D3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E383D-5318-F94E-D500-421CC9E8F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9288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D74A2-4428-FC52-18AE-791DB4D9F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1DA986-EB07-9B08-17E8-FC2CF0090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27E83-90E8-B1B0-DD90-6C6AC0C414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5E516-34D2-A787-6526-9BE0A2D72E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2789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A4FDD-59EA-4ACD-3DD7-317E4702F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E49F6-FA36-7377-1246-E8B919C78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1C8E55-8B95-6C77-F2C6-FED733467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F49EF-6C3C-65E6-2809-69841DDACF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7824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9E235-BF94-69CC-070B-8CCC7B343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D4EF3A-C2A3-A40E-7E58-2B79F99660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8E8A2-13E3-8CC0-5288-05A3E1CAC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044F9-2BBC-EB1F-95D0-B7B8DB517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2374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A1CAE-8AE6-60B2-0DEC-EFCC1DBE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339C8-5A7F-3378-7536-C13B7F6D3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53A78-02BA-E3DE-CF1F-E97CB86A3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2C55E-456E-48F5-4B31-FCAA1D51B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1876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2FAA3-ED68-6C4F-71C4-54CD33493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763136-621D-DABF-833B-AB297FB5E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CFC79A-A8F0-2B4C-E873-58812B27D3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DB612-C1B8-620A-9C47-23E7B337D8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2258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14509-CF86-54F6-0719-63BFD7C50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ADAD8F-00A1-1D65-B51D-D99C10E8C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0F0B73-E6A3-D92D-6856-7382CA759C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32CF1-EA05-2CC1-6D17-5DB6D3E1AF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0969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D1041-ACBD-E6FC-307C-96D50534A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37078-B2DA-FF8A-046D-81357CD4BA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E1022B-420B-22A2-60F2-CC3592EA8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56D621-1120-B1F7-B84F-959FAE344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400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1787D-9370-364E-66EF-2DB76ACF8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C9CC9A-B094-AB0E-678D-38EEC52D5C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DD5A0-85DF-E719-DFF9-F13BC034F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CC3BD-9651-18C7-0AE7-289D7FDEB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012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73344-7F2E-AF76-1D4D-360F181B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F042F2-E8D2-4F8D-CB99-CC2FE9C3C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9DDD4-7EAD-FF33-8ED2-DBD9FD52F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FA5A8-61EB-ECF4-D606-55721D01D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340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629B6-4057-8922-11BF-8203ACFA0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E0EE67-D91C-541B-3478-1AE9C54EA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A6B80-3567-9D81-A968-82D0562E39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13D50-10D0-3731-969D-149B01777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1226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CB2CF-9004-D2FF-D9A4-F2E7F259A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F05B8-709B-0E69-DF8A-F14BADEDB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BD26FA-8901-4D35-5F05-056938475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9FC47-28E5-8B9F-2F88-625FFCCB76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828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7D539-B16F-59D0-815C-0DB38D4D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DFBCFF-68D1-8B2C-E709-5F4BBFD12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E9B617-90E2-FC23-50A8-F473128E80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36477-E1D1-F7B8-C169-5EFAC32B3F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039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DCB19-B5AA-C791-0E59-699089275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E03AA7-6DD5-1097-97A7-A308CBDCC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62035-24B6-F1FE-3005-8CECCE484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9CC8E-6F21-0FE3-3325-D164464EC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143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99597-BE4D-793E-552F-2D5202EE0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AF50F-64B9-422D-F31B-3C9822FE8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11B6D3-A442-D1FF-5F06-1595B3E15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E59C5-F982-ABB9-76A9-43FBF8DA6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264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251B1-9F09-F2CD-32D5-E7A2EC8F0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DCF07D-971A-6A09-649B-96B037A33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24B95-DA90-BDD7-E46D-85F0146397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0DB17-179F-1B37-3CAD-B60790C38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53138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E2B03-C5FD-54B6-733E-520C0D610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1960E-B3BA-F981-2DAD-EB1E73C36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AFC71-479C-2DF5-8AB9-A8E9F36A7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910A9-D439-4D62-6457-58552B3CC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549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E5EB5-8E82-3616-6CA5-13699A3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3A6730-61A7-EFE7-01BF-38CA42081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2E235-5709-FD35-EC7F-6765ADE8B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FB463-B309-77C4-2457-3079BB8A3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93280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FC5BF-4126-595E-55D9-0762438CF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1BE832-C89F-8358-7331-F7AEF2B5F5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923BE-AF28-DFC9-8A1C-C4C29F6D0A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CEA31-B6DA-F713-7391-133CD027CF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8703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240D1-48BD-B315-4E4C-77E1DCD21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F1C4D8-E6B6-D5CA-C10E-230E1E966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D2467A-50DB-9376-8485-2A95FCB3E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21772F-08B0-6844-DBB4-2C14283E81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52445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F5775-5699-B6CD-54A3-E58332D02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10B7E7-73F9-6C43-9F96-CAAA6C1B0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20A1B6-8164-AB43-6C09-19EB552C8E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62241-D060-8CC0-EF85-6FA529FD8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0555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75FA5-FD82-E2D5-F4D3-E1331C766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5E8BF-9777-208E-2AAE-DC317CBBD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42D91-C9F0-E9FC-9868-DCE28B0F5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EDD30-A9F7-ABE6-7ADA-E7D71C61F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65702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2315B-9FC9-3788-E049-0F0222220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4A5CB9-E8F0-0E77-7D9E-D6315FFD08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28B6B2-0D9D-9FD0-9721-0E63CB521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12455-6B05-5D2F-97E1-250652772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40871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BAA01-4A14-35FB-0E02-407D58301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B0A39-8056-3502-E85C-5499C9BAD4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308C19-D624-29DD-489D-E57EE6BCC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01D993-12F9-552C-1102-059AF1476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545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30DE6-9AAD-24A0-1C42-A1C6B9BA3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377CD1-2177-D52E-1ACF-D6E4FC76A4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F2C97-5F3E-D20F-EFC0-CFAE5A7C1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950F4-D488-20D1-9ED4-8864F8568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4176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24782-8340-46C3-640C-1D4D5514E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320E1-13B4-C602-CFA7-EAAF3B02E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0548CD-0F03-45E5-B1D9-CCDDC9C2C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67769-DF6E-CE0C-F821-7B4C818F44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316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6E54A-10E5-058E-93BD-CC3EC0C16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E36BC-8FA7-9CC3-5BA6-EC471A244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35C472-BB3E-281E-CE4B-3E009C7F0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09087-23FA-89FE-D99E-06FDF62D71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4686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4CC4F-1332-F763-FC31-83E21B6D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FB239-F982-2C4E-7BB2-FE17776BD5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795FB-DAB0-589F-EBFF-86363E53F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2B2B1-24DA-A401-356A-74745F5672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96590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F17B-2E17-B699-A423-715D1A0B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3785C-C530-4722-91C1-3919377B0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8508F-0758-0FCC-DBD5-7957E125CE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473BA-3F13-9015-4B59-D93B6B27B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6431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3A19B-6D29-9DB5-E1C6-7A2C65341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5692C8-331A-1446-EF78-54AEB903DB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633A08-2C03-8919-A882-1326EBB50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596A3-6CDC-6A10-EEA0-E0DF6AB4D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507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C5F8B-8543-61B6-37FD-5D0C77D2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70294-3F12-D468-AA35-92B71CFA86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E60512-B2A9-D47E-0E4A-449F685C8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A4052-A7FA-FA23-C987-C194B5F47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02603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D16DE-1690-5E48-582E-68F5DC45B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5DCAB-D5BC-3EF1-E6BB-846F5DC9D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7FAA3-FEFF-8433-9F3D-242173608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60F1B-4BDC-EE75-0F8F-6DC3B36FFB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77217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409DD-FFEE-4E7D-D7A3-E2443F62F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EB4878-1B7F-ADDA-9EE9-F913D9580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1C82EE-BF11-B568-DC1D-911D4BDA7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35C5B-63CB-23FB-D108-7B6CE0F38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024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8AD6A-773A-59F0-5112-29C449223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04A65A-896C-0476-D2B9-B487B3B90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CA98A-1C0A-8AF9-6D15-75721A0E0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B7180-442D-9801-0C93-779F8062A0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08421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7943E-C038-9EEA-5A3E-C895D47BE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63CFD8-3CB7-1DFE-00F6-1802EC1863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4BBA4-EC15-1DBB-5487-CDDFE9711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3A4D9-68EF-98EC-7D5A-9D908DCF0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83158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4EE9D-DA79-2382-9C07-0DF145306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639C7-273D-84B7-249B-6E0A9EA0C9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17D9F1-0182-1C12-61EC-7C3920583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E5A51-9440-CD9F-2D51-DD8511408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65560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C5FB8-903D-DAFF-6E86-F9A5852FE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CC7721-203B-3E6C-3226-4089835AA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005E4C-EDFC-D9D8-789B-F9C168CF1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70245-1284-BE10-3942-A6595F33C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73412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DA72-7AAD-AF64-A044-934630A4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A810-23AC-16B5-94BB-6179FF21C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55B40-88B7-2381-B29C-8B54A8699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30DFD-11D2-FBB3-F9CF-9C81AA0E06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66150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A3E68-EFE8-4A9D-FB59-883B131F3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6C81E6-24F9-536E-88CD-68F1365DE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D12E40-2547-B59A-A353-DBFAD013C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A85E7-024F-8271-C079-3955114941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27004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1B6CE-BA44-8DA9-001C-B1FD168C0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B068EA-B6C9-0F9C-9FB8-52FC57206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9DD14B-D8EF-EEB4-D430-2C71E0EE5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7C954-19DD-D24D-3C4A-94130E7492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4994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7446-4B21-EC36-7750-83DBEB9E7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219885-717B-212A-7BBB-7AB8B2CE5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7A658-2B02-262E-C1BB-AD7A09D59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B05D0-BF34-B88D-50BA-EAA49421F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19080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5DF13-AD97-24DC-82A8-D56FAD096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FC969-2312-054D-4DFA-8C3BAFCE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C0441-66B0-F03F-1E22-0EA6D82BD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FA091-C2BC-4F03-F1E4-1A5E603AF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61295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FBFBF-614C-9687-55D0-BB2885F8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E4580-2647-C466-90D1-8D342C444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CDB4C-E435-22F0-4C5D-C2A6D07EF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89954-1F4E-89D8-8637-F4D658D178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34082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48AA7-7626-B6B7-4494-3E8719DCA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25095-8413-D6E7-A243-88CAC08A5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A30D0-554A-9E8E-BD24-2D91B8AA4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AB180-BBFF-C162-763D-3A6DA6A749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512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F91DD8-82C2-5A7E-F48F-A8CFD7728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9850" y="255855"/>
            <a:ext cx="4537935" cy="504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4C246-9727-B49B-8EE6-56395B59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C74681-52CB-C2C8-6704-D0F5F58004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bottom right block, 45–(16+21) = 8.</a:t>
            </a:r>
          </a:p>
          <a:p>
            <a:r>
              <a:rPr lang="en-US" dirty="0"/>
              <a:t>Then, complete [15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146FF4-5A65-0862-D809-355B2484F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86C386-6A91-EADF-BE72-B49D58321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A29A6F9-8EC4-715A-0E53-4CD2588183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FCB33C1-CBA3-6399-6690-2B89021053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B6DFB3-9E3C-2516-B8AC-37F067B0F7C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C940E2-6966-7883-0D1F-9E932BEB801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546848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3CBA7-67E9-071F-A889-DCFF7A2B9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9B8311-5922-1264-9ADA-D019CA37B6B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top center block, 45–(22+6) = 17, in 2, which must be 89.</a:t>
            </a:r>
          </a:p>
          <a:p>
            <a:r>
              <a:rPr lang="en-US" dirty="0"/>
              <a:t>Then, complete [14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14F0F7-E4F1-52C8-26B8-85EEDD11F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74EB98-C9D1-9E1C-C2B6-DB14B0362D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2F310B-1944-3B61-427C-60F0AFE30F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885EBB-8853-FFC3-E772-8D8C456459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391D65-4DD8-4A05-059B-E8FC5F74E81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DCE40B-1C0A-6628-CE92-22A91B4928B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429359-1D48-653A-BD0D-65EEDFF19D0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F0447D-EC6D-20AE-5F6E-39C6504BB01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4EBC3E-567B-C59B-6940-1D4D7E4915C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3435948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F9817-46B6-D033-4FE4-386C89E1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F84867-E5B4-70E8-D38F-1BFCFD9B2B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[6 in 3] is 123. [7 in 3] is 124. [23 in 3] is 689. [16 in 5] is 12346.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FE5772-8D3F-01F0-E334-8EE671D4D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883E354-A014-F688-F528-4451A8A405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570D5FF-0AD5-8B10-A4A3-F82AE638DF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3AA8EDF-AA93-EB55-C0B0-B3F022A23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CFBDAD-DE24-AFF0-087F-AA8E770F2DC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BC44AC-918F-0BD2-46CE-7C08691BF62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FAB6A4-2E81-C649-25EA-D8C29E9F625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B5364D-A3C3-3C70-DCD5-678C921ECBF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A60F7-BD05-FD77-6864-5A14151ED4B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97EDEC-9144-9EB5-D9A4-0A8E270553A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584D43-1BE7-6012-0C49-D62BF557FAE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876559-C8C4-2DCD-0299-B90FEBFDE45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98D9F-DEFC-A6FF-EC56-663D6659C7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81173D-D2FA-54B7-FFA9-8FCE3F0B5E8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E446A6-B9B0-EE06-2159-D377C785E4B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4D5E32-20AC-77BA-06E9-9B559AD3D6D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FD5A6F-DA43-9B59-97BF-ABDC3F1BFDA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AD365D-76E5-CC41-28AE-73FE080C710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DC0832-4D4A-76DC-4FB7-68B8FA734DD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D431-75D7-94DC-6867-77F64CFB13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D7017E-C408-A17A-8F5C-2A1608E7136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D265CF-5600-85D8-D13D-FDBB2BC1349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13C7ED-0459-0739-4223-3BF38900A3E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A3A7A73-AD8E-6A88-CEE5-F3B6EBC8F79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E9ACA9-2261-9D5E-2E98-5082235B032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EBBFA1-DB0E-3681-6898-B48BE8D12DA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</p:spTree>
    <p:extLst>
      <p:ext uri="{BB962C8B-B14F-4D97-AF65-F5344CB8AC3E}">
        <p14:creationId xmlns:p14="http://schemas.microsoft.com/office/powerpoint/2010/main" val="2083626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6C86C-5FE7-A3C4-D2D9-0EC533186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A473EE-2689-F8C9-A9FF-30C8BA1B5A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upper center and bottom right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FE0203-339B-DEBA-3D49-398D494AC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060BEA8-A08F-BC93-43AD-363E95FA5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B90EF0-F307-DF99-45F1-1188DDA81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B72DA8-3015-C892-9146-B36D27DB62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202600-81D0-9C10-3606-049550FE7F1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E82C93-D21F-FC00-BE60-2AE82F3AB43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AF7A51-B86B-0B39-0427-EED0EB84E75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608E6B-C6F5-175D-034A-34C22CE0A72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589DB3-68C6-560C-6B86-48C5F14492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DA8769-C723-D1E7-7E51-FF00418A35C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6852E5-75CF-8D77-CA41-CD3C593041E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DB0DF4-438E-C8B5-EC46-D64CF46C2B0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A09D06-B998-E2B2-EBC2-CD284DEA619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2AD98C-65DC-F1E8-5B8F-65978C4B9CA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74B888-5419-3262-3CE0-893F28448D4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7BD5FD-8BD4-4F79-D80A-0BA416B1332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1325F6-9E4E-5BF2-A5DC-6E8DBB7205B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452F1-E9D5-0CCB-4874-72EA306A4B2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DC8760-B137-F041-328D-19B0B0DCAB6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D1AEFF-D790-952E-F082-C729899DE59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A6E28B-1929-1F21-7FA5-3231269F5CA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CC111E-4519-A578-A732-B93397EBF5B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58AFFD-65B5-FBF3-41FD-17E16A490D5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2AF0D1-FD5E-14DF-027E-0589A87B4C5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A456A1-0C76-7BA9-E841-ABE9C5A8FA9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EEB389-D0B1-8050-F1B8-18806457271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1F673F-B00A-1E9C-876D-05F25505757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837946-CE4B-0E5D-A6E2-1901F137E7B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EB60D8-E4D6-E9EA-45F6-E1C32F4C83E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9CC202-2442-994E-2992-B9E7C89A801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CF8EFB-85CF-5E1E-E9D0-768CC8697F8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3179A5-E408-96BF-27C6-2A1D59A8CC5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D9F3598-2667-8C38-56B9-DCC45ED2088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</p:spTree>
    <p:extLst>
      <p:ext uri="{BB962C8B-B14F-4D97-AF65-F5344CB8AC3E}">
        <p14:creationId xmlns:p14="http://schemas.microsoft.com/office/powerpoint/2010/main" val="1663317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9A335-E4D3-BD08-3DA7-F49DD2FF7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E1AF75-6562-FE46-2115-A17405CEDB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reduced [11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F866DF-7044-D48F-ED8B-011438F8F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4ACEAA0-CC37-674A-3648-622FE19F4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4FA75D4-2569-B83F-70AC-E328792A53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FB03F24-9551-7F80-36C1-93225AB563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18EA9A-C3DC-ED5D-B7E0-549576E6542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D5B80-8C09-D93B-6672-4C0F57B29ED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E8C-5212-50E4-B166-1D832E4CBFB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986DE3-4026-3B88-372B-9806247DFA9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64434C-5A7B-7F73-476A-9BFA0A6B6C5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DB4C1B-60BC-C5B8-8A28-9A90F8004AA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15C932-3D0D-520C-9FF1-7DE597BA58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795BA3-0A64-66E1-8C1A-94C7864EB84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02E08-6D02-08CE-8C6F-1E174D97D4F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E783CC-7A17-F05D-5149-946C85A8FA0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C52B2F-9F91-96BF-59BF-D0041A8E111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FEF19D-9B04-6B23-EF79-31A978499F0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9DF70-6BB1-38B2-E342-10FE54B464B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19DD7E-9517-DCAA-5231-EEAC5AE1C0F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E47CF2-9C25-AD79-63B4-38F563ED0B6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694F5A-6148-CCB6-F2C0-314C7C29E26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541F7D-44F3-5877-64C9-F5342D3E9E3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D94D85-8F37-EF08-0B88-5CE063A9524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3128A0-F558-417E-8935-93ABC88803A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642195-41D8-7CBA-1B87-B6D920D481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622358-77D5-F44C-07A8-BE4F29D080F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6CCFED-303B-CE6C-760A-BC8B59103B2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3E07B9-0520-3461-CAB5-2317D8AFB88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655B78-DB66-04FA-9014-D64FACA1C9D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1C5B22-1142-62D6-25AD-2EBA18FBA75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7269E-0F52-E95A-0EDC-93D31E26BEE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2217AA-F11F-5559-5BF0-93A4E8FB9BE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ABF3F4-4D86-83DF-D6AA-3D542611FE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CAC132-1187-7AAB-E37B-27EFEE93031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86351D-9542-88D4-E171-3AE54868F15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2A2BF1-3218-3C01-3BD2-1B3DFEBBCFD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</p:spTree>
    <p:extLst>
      <p:ext uri="{BB962C8B-B14F-4D97-AF65-F5344CB8AC3E}">
        <p14:creationId xmlns:p14="http://schemas.microsoft.com/office/powerpoint/2010/main" val="1195110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598D-E083-4990-5797-98B732D44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686020-A9A9-FC20-B452-6A4D6132BB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[11 in 2] must contain one of 689.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2FD0FD-EA45-A4DE-4126-3913D977A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B6FAE4-F120-4A95-36EE-0FC57FD482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2C6F60-4C6F-5A2E-D19C-969F69A79A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DBE57D8-0DEE-AE07-133F-F0306DACB6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F5E1E4-2A1D-D2D4-BC08-AB54886271C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504B58-E941-2A70-D0AC-A2C071555B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BE702A-C4A6-9CB0-46FD-C7C399F94C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31C34-E719-C8B3-5390-BE8B2B3A016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4F2D8C-99A5-FCE4-7BD7-6EB5706CFD7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E86547-E3BF-B288-D598-FE414047C33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126B8F-6064-C130-3151-7B87F57CF62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904D54-26E0-0CA5-088F-2BF9A02E7FD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568C3B-B195-A60B-DA7A-547EE7065AE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F0786A-0789-FABE-F582-7304FF5B9E3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FFF740-632B-E9E8-41A0-8BA5E46BD86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DB5C3B-2363-C921-DF55-E79AB6C64DA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4EC499-B501-D2C1-134B-08E43A5ADAF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8E2234-9718-5256-54E7-3C3450A3838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5224BB-93C0-D193-45BE-053FA601A41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F0E023-6AA6-6D06-EAA9-C8441AB8CCE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69D026-F2D3-BCA2-C959-2EFAA79CAF5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71AC8-6D92-9701-7065-A725CEB5C79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B0309E-362D-7FF8-09E9-59F341FA5C8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2A3248-10A3-30B4-380C-C1B32B8AD6F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DAB47A-35BE-44CE-7779-3FE388D12E2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EAB71C-3378-ACC1-CDE7-9CE88BBBC07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9030A-F55B-3733-B09A-8F76A6D4516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96915F-C7DE-63E6-40FF-489094E093B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E070D0-157E-36BF-F044-19AF04E039B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04ABDD-2365-C080-21D9-036DDD9E9E1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EB5E08-299B-9E43-B27F-496C0443D21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E24E8C-C592-975F-271A-E644AFE2048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D8CB0D-B4D2-0D47-CCE9-F7456853C42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612478-F5BB-1631-7E0D-42F17358165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75FF3B-B948-3A10-A46A-3DFE42CD88F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BA73C2-D145-E5FB-50ED-1FA3706E43A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B506C1-033D-E0D8-5EFB-11E8232914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A5078D-E7C4-25B8-9450-7F9F4C2B40D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</p:spTree>
    <p:extLst>
      <p:ext uri="{BB962C8B-B14F-4D97-AF65-F5344CB8AC3E}">
        <p14:creationId xmlns:p14="http://schemas.microsoft.com/office/powerpoint/2010/main" val="2368847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7EB3B-DBF3-CBDA-97BA-9D1C324B0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5306C0-EE4A-5CB0-0418-EC9BC6F539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123/123/124/124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CE4C95-8BD7-6CC5-E4D4-C29910575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4F79EBE-0C30-F8FB-1FC9-716E821BE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59059A-47DD-4917-A840-3ED7D1A4E0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5248687-6B46-6EF8-2BDB-D0BBAB6ADB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881773-0C5D-10A9-0542-55578A021F8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57A498-ADD3-40E9-C2BA-7325478F189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14FFBB-1C62-5976-461B-61C5DF81771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99BC4C-A2DB-62AF-594B-CE27AF3AA5A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86EB87-80AB-FE82-5EE0-54A2CEB7DBB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BF753D-6D85-D39A-AF24-660CCB3763B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5E14AC-F8F7-5E9E-5942-70FC61AA222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501867-A6B5-37A7-EC84-4499DD60598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055614-0BD9-C067-9214-8E1CCB8C0E3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2179BA-7F53-CE2F-E144-487983562A1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592AF3-9864-6B4D-51A6-605B4E231AD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E8CC4B-E86A-B4F6-E392-18309CF876F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11A715-8EEE-11CB-E22D-A31843CAF16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72CA48-1F60-1594-F4F0-FEA15731978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5778B6-50C1-4758-6CA2-BE4BBDDFACC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410094-F07A-0EB8-A8DF-F9911DFC17E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D8319B-6B26-121B-D4A9-F1CF7CAB9E5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CBF3E4-1EFB-CC47-0A9A-7BFBA9FD9B5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486B71-C7DD-B7D4-6BF3-B20C0607DA6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C129A8-AF42-2E08-3752-E826E14E720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58A22C-03CA-99A3-4460-3D7D0D5336E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828F2C-D909-CC9C-8A3C-5D6BEE6007E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DF6A54-5245-ACDE-86F2-20213F47ACB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9B5783-A52F-7E85-7879-B711190E64E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2EBF85-3161-1DCD-F745-6A7CE89FD7F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8E78D4-D4D2-653C-5F28-111929D57AE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8EFFA3-1E69-524B-9B45-8F059030034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821F2F-4053-2636-415D-6342A17FBF2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E7F8BE-CD94-FF54-0651-FE02E11DCFC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6A1600-EC2B-5458-689B-507C613A5A3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3612F7-93A3-9888-9FC2-2E659A029A6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6C69E2-5999-7683-5734-39B0E293754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2D5A0A-F1FD-435A-EAF0-746BA915DFE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375E32-1EFA-7303-D25C-86A44AE3EA6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D3EF6C-203D-094D-E1E3-12BB2C8885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17C002-3755-9825-D584-47039CD34A2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4CD0C1-5658-BC2B-2711-95D9F11408D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CCB89A-2BCD-4DD0-B0B4-9D7A2DAA184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500015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BD97-9D37-F1D1-A204-304389404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3338B5-9458-D241-65FB-97515B9DC2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[9 in 3] can be 126 or 135. No combination admits a 7, 8, or 9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161F187-2159-54A7-8411-DE8D17321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78FDE1A-4D32-B547-177F-280852B02B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290C29E-BFA2-989B-528F-1780B4CB3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52C8C7-7C7C-BAFD-DA0B-665B4B7F9F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E96F01-923A-F2EC-9296-A5E74C7C067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FE24D2-ACE4-98BD-3FCC-44B91A2D0AB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3CC6A-47D9-3C97-5540-B102C1726D3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4E017-6231-7BB2-F405-E2BF668C0EB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732C03-E05B-BF31-5903-67C2A114795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52320F-9670-D3AF-9C06-8B7B4CAB083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52530E-659F-FD14-A1A3-E1874AC36B7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CD4B4-99D7-8D0A-0EF9-D41862FC777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FB39E1-937F-A798-1CBB-F22FD51EBD5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48C436-2BE7-EB11-8C77-25E1A97114D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7C059D-AE3A-E1FE-62DE-C1862D5B22F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27BA05-0038-62A3-83F0-3E99E5B01C9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7DFD4-C6E9-13BA-DBC5-613EDBBA5AE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365D40-9DEF-F2C5-8363-7CFDA0FC6A9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D63EDA-9D0E-F561-1F5F-63B750FFF69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5295EF-5855-5638-1CBB-D428CAB5AF3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C56D0A-028A-63AE-E221-E3FABB1F278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AE292B-89DA-6A24-4B5B-3CF154E0E1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5588F2-1450-2251-F406-4078EED73CC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742CE4-5863-CC76-AEC3-2543DA6C119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D21DB1-FD9F-B2DA-29D0-95BDC04847A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6F756C-1948-32AE-D322-DC1CCF62FF1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1146AF-6561-0D90-3CA0-61A2AD13C4B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C2A19F-8A71-B054-6494-B3211500EAE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860AC6-8F5B-284F-E128-144157E2CF8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3D838B-6ACC-3378-64D1-13C23988A7E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AA5496-8480-4BEA-3F5A-2A6AB0BA144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0BA116-BDCB-2F5A-B72D-A113900DCA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696B7D-6735-F34F-2619-C3CFA4C2016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41FBA6-A7A5-7846-2FF1-887771549EE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712FC0-D762-9AF3-132B-85ADCEB2786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89D37B-00A4-D7B3-1C53-1AC99E6EEFA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90BBCE-DB05-E027-5B04-3FB7C039200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B5E7A59-8E7E-D7C5-FC91-B0BDCA118DC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BD3F9A-3C23-360A-C7D0-9DBAC54CC57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F2C856-1A28-B7B6-F443-39636D3E581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18CDBF-2803-C5DD-0CA9-A731B8271B9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855ECC-6AD8-C68A-D450-3851B193555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F79095-5FA4-21BA-F0C9-A4B34C0805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524DCF-BEFF-6BF8-3EEB-266C32B506B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1863867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B43FD-8976-1D6C-12DF-5363D9B3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56F607-85D9-AAEE-ED1B-C5059E708B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[9 in 3] must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AD83059-6312-4D0E-6811-17859AE50E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5513DBD-FD67-9566-32FF-CB47A5856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81C544-EB70-F526-4A56-3351A85C85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128DFB-998A-BEB4-964C-D3AAA7DBA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21A217-FADF-F2F6-D8D6-0614181E9D5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5F8E1C-13C3-23C0-92CE-EC4CB7F930C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36F46-4736-B58F-392B-E449DBDDC0E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CFCF5C-050F-CA27-3FE8-E652C83ED77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3BC569-5269-AA57-6F1D-61DBCB1E2D9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86822-2A4A-7ADE-B8D1-12A307A84CD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A39C63-30D5-53BC-6B6D-3074FCC5E38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92380F-E117-65AE-7E40-714EB562A83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C3F42D-BC73-AEBA-21AB-D04AE562FB5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C824B0-11A5-7792-6C39-7BED8A8D562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7CB1D4-230E-B0E6-7058-87FD990DC5F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87D637-E1D0-75E0-7E62-37C872F5B6E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3F69ED-0113-532E-AD94-ABE2757300B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968C9A-9CCD-A0BF-6004-31B74A24FB5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98DE9A-0DB5-20A1-D04C-1961C7B218B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28FE52-8B91-0060-A98D-92169E0BB6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319C83-D260-A91A-C060-28854ADB581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403B1E-29CD-A834-8057-F1EBADFA84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D0447D-685B-60F3-678A-114914F01E3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50DCFE-4BBE-B45B-E963-65EFDC8291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AC2368-7CE5-1185-B00C-7ADB71E8158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386DF5-ADD5-1BF6-0D32-61769C0B240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5002DD-3169-392F-3A55-C29B8927FBA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0AECE0-5692-6A1E-F438-9C959196111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0ECFC2-9743-2645-179F-897BB956251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EE450E-38B6-E283-27AC-CBA30B0BC65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F1C8B7-EDE7-FFE6-A76A-51D02A3E476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179A84-334D-5A16-077D-52A0DF8130A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FC87974-B3C2-FD9F-429A-239C66FCCE7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CF0654-48EE-B7FA-A667-3CB951178C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F21A8B-D7DD-FBC4-46D0-14D527980DD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328D2B-E80C-660C-DFF7-FD45C0F9A50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C5B98E-A6A1-E2C9-A15D-C39A71D23D9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95A117-6D75-25FE-659B-0E6542052F5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C3458D-8E10-C07A-B319-D9249B017B3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CAF002-3BF4-749C-B478-C60E0FB829B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D3B324-3B9B-64C9-4272-070D14AFB1F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C67584-1925-C82C-FE27-E5A78266E7C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006B9D-DFD3-B931-2751-E275829CF2F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D659073-3F8D-5768-DE26-B8CCCE1E3E6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3566501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5FEED-2BB8-30A3-665E-C8DDC434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9A5622-2F55-201F-DB0C-FF57919126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[7 in 3] must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D001FBC-8EDE-EEAF-5424-4B6055DA6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67E06D-10C5-E1A7-1373-3BDF23BFA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D62B3A-B05F-C068-081B-CD4C80CE7F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20C898-C877-556A-0647-56180392EC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F18A54-49E3-58D6-E9FB-05E2A97BE15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47D320-32FD-53AA-1076-DE11C66C463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07DD4E-8DAC-3687-15A9-EB7C69D3449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08435F-2319-2117-B5D1-271E81E78FE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F4C8FB-0383-6CF4-8A69-1B145832A3C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83B4A6-6D86-6859-61A8-87432503BFD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D0C36D-73E4-72F4-A744-A3BB49ACB0D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26EA4A-B7EE-81F0-8855-226E53C689A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3877A6-14E0-D203-E89F-331659A5476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6CF601-465A-E8BD-3FA8-9E295EBEED6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AA5D41-A355-C183-8C4E-F2A59EACC85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8B2571-A9C0-2B3F-C1EB-9ECF763E2A5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0F2D18-BC14-A508-D49B-F9463309A9C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D727E2-89D3-BE5B-5E7F-375B23AB682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FEFE89-6F65-E699-44E4-976D433FBF8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16F71F-2FB9-01C2-7EFA-1C3323A536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94E011-5452-3DF5-34B1-BCE457DF88D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6AD327-05C6-10BA-2985-9ED0D5411F2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E2128E-4532-0BA6-AB65-21EFE9C98B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E064B4-95C3-1238-5FE0-8342F6315BD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68F475-1519-4655-0F31-96271862BF8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A327D8-EBDA-E249-1ED9-ABBC2E42BE3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8B2EE3-E6B4-F003-F5B1-5D797D6A300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DF3682-4317-44F3-9287-9EFD3FA180A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2CE0F6-2AC5-D762-10EB-B3C568F8205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B1D736-E2FD-3F3D-F8C0-CDF5C5D6F95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87D3584-A0F1-CD65-FA84-352121EF06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C09678-C093-DCFA-F767-8935AA5942E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F1D20A-C95E-C0FB-1C46-A9EB8625629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AF571F-C50F-EE96-D2A1-05B43B8D69C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3C8305-9738-97E8-2F8E-FF55BD198EB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4EC516-9695-FE89-331F-917506DB10A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D9D92E-C26C-7308-F24E-5E3ED73A6B0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ABECE45-1B6B-AC3B-90D8-A431D3C59B1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B138F1-5A1D-1B12-1C56-CB9B08C1B7C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7B58E5-52B4-FD87-B052-296D693B6BA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ED9715-1E1B-841F-D406-8CA9332205A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F4643B-BA08-F706-DC1A-2D3ACD1C932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A02947-C51D-ED3D-92F1-6938E4F4EF1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C905043-8B11-626D-B9EA-7DAB43AEC53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271706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67BD2-27FF-CF03-716A-8A29D4A46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182915-EE42-66F6-DE1E-4084B9CACE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27BD58-0EC3-728B-F8F3-BD215AF5E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65AF34-488D-0DD9-5A2A-7E1E4F0B83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64816C-4758-190B-F9B0-E79BD1D731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693DBE-54A3-55A1-9900-43B8D14367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DDF95-5423-C1B1-C3E7-8FFF44C633C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BA5FED-D253-2FA1-A87D-67711F0F2A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EB6B8D-77BD-C833-51E8-6AED93639B9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8444B-7D6F-8C45-BC8B-3C9EE816803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678111-0A68-8FCB-0B2A-F132B7A4273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C39DEC-0FA0-F428-9C87-F6BAFAD7401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A75620-5D09-83BF-8347-982BCFE8E2A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885E8C-2E40-EE5E-2CF5-3D7E3365A53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6C56BE-1EBD-5424-4C69-91B89BCBB44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182530-7BD3-A8CD-87B2-0443C3A8003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F2ED98-CC3F-69EE-5BC0-706070EC2C5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08D1CB-E59C-3444-C5D5-A803637653C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B7D9C4-4B81-CC43-3B72-A740FAE1330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AEBF1B-F9FB-AF4D-AADE-2290FA89F75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7091B3-5E02-DF1F-285B-6CBAA0DE3D9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30A0DB-CFE9-317A-EB74-ABF5A17D8A3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F72D61-73C0-30DA-4059-987CD1E6E0A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FC4CC4-3D46-B939-FB77-59763BD539A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F1DEE1-AA05-E2FE-5EFB-B23A738744D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818135-8ABA-8FEB-5F6B-95C7B91F739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C3B232-F942-ADA2-1E95-AE7AC11C762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177144-05C8-3AB1-7451-859257E6C8F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9337D5-836B-3EF6-A692-5F6A97CB5BB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615B26-04AB-C48C-035A-33D649E535D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E74A61-2030-2AFF-86D5-FCA4C1A27BE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858A40-7698-F8C4-4E9D-A1DA4BEA944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01F4E-3349-10D9-15C8-7A5C8B09EC4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DEE1A9-E615-BC94-1EBE-77781E450FA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3C8539-3CCA-12D3-8202-FCBE460E825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045FD5-F6BF-2907-C306-6041E852796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5CD828-4863-751C-03ED-BD7FC995C5E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4F19F7-B837-0A66-15C1-C825E1F416B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1442D-9A00-E42F-E0D1-A727FEEA396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2812DB-929A-3B76-08A3-E8634AB20A5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575AC9-2E30-3333-A4A0-AF5639E23DA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AE150A-1C77-AC8B-141C-233E72B8FAA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97BBC6-2572-35A4-08C3-0894293E7E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8EE97B-D899-ADFD-FBEC-41210368B7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DBBB5DA-108C-591F-C571-4621C96A586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3154EB-2ED4-2009-3A1E-24EB863B5D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34241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57D4-A892-9B76-0628-B743FBBB8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F5793A-8576-083C-D1CA-4EF6D9CE42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D6C3B2-12D3-4C86-5019-669A4502B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A79AFF8-50E9-1A63-F104-331A09B3B0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BD6839-0107-5A8D-623F-E90AF282C6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77BDA4-2F07-64B1-97A1-B43940BE72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2EC1A7-DC5A-9F80-341B-2734745189A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8AFBB-26B1-7D80-97C8-B4D479478F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BC3616-B9C1-DFA7-6A1B-A96B6692A85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872772-DF8E-95FD-B352-4EFA0610CA1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1A12C2-5C9B-BA5C-C727-1B51A3B43BB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516C8-6E14-0DBB-636D-327FC08AE6D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F8EE2D-AD87-6F91-1671-F5443B6DDF0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0927FA-ED90-FE89-F46A-6B1E98B4D1A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12A5B5-9993-CDDD-8404-3FCA1A802EC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DECFE1-C808-2937-97DD-649F716E7CF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20DC84-CC5E-862D-C95A-A52892A632E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B43FD7-813B-D991-AE10-057B81CC937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57E8A2-3CB2-2FDC-40EF-5A0C355A122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F1A570-1432-AE52-32C6-F3A6E539F38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85C2E0-2C7E-3B2D-3954-59A1D0873A5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DD2316-52E5-D334-3A99-149054C3A89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ED4992-1330-974F-3BD1-66C965E2D59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0D6BC2-5FC3-64A9-CC07-205D0023E8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8B890F-B9F5-1B8C-C3DE-9D3507078F0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11AF4E-58B4-EF1F-0CE7-7EB5F2D37C4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796866-0EB9-BC36-7BB2-4A71F66C8AC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4B1B27-D770-AEAE-CC23-FCD6A854454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54C8E4-F597-7F0B-0F25-5118C56C35E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C304CF-EEE3-459F-764B-8FC0A1C10BD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FB49C8-F4B2-4BE2-F579-EC18607D374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A78072-B47F-F913-DB2F-8F168758BE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4120DB-2731-FE35-1EFC-34A5141B254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FD4381-FF96-8AE3-69BF-3FEAB01C928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9E8BB1-1933-0594-4DF8-968204C0A12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BD0395-4AAC-8C33-97A3-E531C695968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C9B428-9164-D155-6BD0-674E9FDC7B7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763680-445A-FEDA-66EF-DEE8E8BDDCA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0852E9-5E57-C3FE-5B80-CD7FC04B8A5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285F5D-2B52-F8F2-4315-5DE70C719C4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38AECB-8C18-8D8C-04E2-AB46EAD25EB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31E395-C7F6-8FE0-F773-C8BB4C2DDDF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E5CAFF-01EE-32EE-89C0-B21080E29BB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CC4768-D75F-774C-DB59-0A27212C830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A2E6BD-62E2-E8C0-ED08-C06EA56390B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C0BBAC-C623-DC87-4179-EAA55A087B9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245625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6929F-BB79-635D-34CC-725D4605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7EB83F-0900-AE92-96FB-1ED6DAC338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31E3D9-6240-1C46-20E0-772684695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93521E-7536-2C8F-5DB7-ED47EDBD4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346EBC-8C8E-4F83-B0D6-522BBB42E8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EE2831-F6F9-032F-34A8-9320E6E11F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D042E7-0E4E-6C97-7A56-62B062C116A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16CA5A-6753-48C7-C17F-43E9B734EEC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26D9E0-C740-192E-111E-5F2AC9DEE93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047C86-EF36-24EA-3B97-5E0A1924F8C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507602-9421-5EC3-7685-CCAA3FACFF8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3A843A-8C5A-A29D-ABE9-4766F74374D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178E35-5312-0410-21C9-2C7A1DF753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CE19E9-25F9-552F-CDE2-5D550DD618A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095BC9-5D15-B8B5-B30C-3DC21754372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D5DABB-55B0-F019-5C7D-0C6C2EAFC78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BFF429-BC64-55B2-048E-61492A6B64E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6514AE-3004-4814-E68C-A8ECF50778C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0759C5-5ADB-B77C-B33E-8EF7E76F42F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07FF8E0-AC39-09E6-C602-0058FC8BB05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82DE6A-D512-78AC-4432-3B762965D81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307155-4191-3037-40D7-2A431247BDD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3CDC58-13EC-6489-F42E-1A1B95E2A9F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F796F0-2555-5234-CBB9-5B051C20029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854032-251B-4D64-8FF1-158227F55F4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306F50-26A6-C2FD-F516-1364C9BDB56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3B34E3-24B9-DD4C-5C2B-D6D52DA49AE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AB5BE4-C14C-3F1C-320E-4BA5A806CC3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F2DE93-0BBB-5123-4861-CC847E0C367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5F004E-7B9B-3B7B-28FE-A7B097C3659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CE88C5-F37C-2331-0933-FC3AA1FB697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810A95-40E5-7DBA-1723-8CE2F77DA1E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67AA78-331D-0BB4-DCB5-EAAB8B4FB2A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275D66-7D1A-6E93-8E45-7FAE1C7C5C5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A5F341-1777-EB55-A8BE-8B110F2ADCA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6E6832-E5CF-8B88-1E59-558DB6A41C7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33BAFF-1523-056B-4D23-54E4620E103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7E627F-6709-5DB3-3EEE-D34585A1BBE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B7C827-3375-3AA9-F07F-E6D0F5F34F0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0CAFD2-DFB4-F543-AC2B-EF56016B42C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02FA83-3395-D9ED-9D04-B28F624B9D8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F03101-0760-4747-B2CA-C7D5EAF3CBF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8936D9-D132-EF5A-9912-0C3CA6DBDB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5CE4F0A-E78D-AFA9-D7D8-A96EF257F42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4A87FC-947A-45B4-B9C4-AAD08F69EAC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16C0A4-2BC2-4462-E06E-07D33E8BB50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25476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C9C25-DBC6-CA89-A01E-BC5CC9EDB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04B007-085C-AA14-87EB-576F5DA6A3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7A97CB-6A5A-0918-B7A3-35F0DEB78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DFF698-2F89-3984-8C54-BF57D800AF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2A361C-3FF5-5F3E-AA55-54D9F813A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1D5C33C-F6F4-8B20-DB8D-477D64D118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ADBA5F-DBA6-C812-C35C-98D2F350558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060E48-66C8-3B89-9F4B-FDA4443FA53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8C43B-FF3A-09E8-2EFC-38A33313879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9E49AA-1C7C-6A84-A97B-1E1334968CC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2AFA4C-9EF4-6C9B-C1C3-AC657985448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C1B131-D2BF-0BB4-FCB9-CDD62F34978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62827-E6FD-2FB8-0EDF-9BEA77F1631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2145E9-E000-F9AB-295E-3667F1DD75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0BE34B-952F-8B1B-8CBA-2532FCC81A9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4B252-AADD-DBD3-F859-8468D05DC6B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62F0F5-6E20-0B4C-34A1-5F2C98C0FB7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A219A0-7CED-ADA5-8F80-EAB33126686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5C7652-86FF-F95B-044C-C51E37B919D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1D9745-7B10-5434-9A82-D2B0FAD701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516FE7-0781-D330-0632-27F6FEBCF64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FE77BA-5DF8-A9C0-2347-B7F555330A0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15EE37-4E77-F4F8-0FA0-07163C4E241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816E54-6815-6534-261D-2712AB82850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0ED17A-D8E9-AAB7-C497-60F96981C2C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6C22B6-D681-6E2F-3281-317E4743A61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1CF537-5BFE-6B73-E5E3-FA454801BDE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306E19-54D6-9432-C425-B416FB09086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423ACA-D39F-4991-AD92-20E1457AFC3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B8BC12-36A5-70D5-A662-A18D5B498CD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5CA221-71FD-E2D1-AACA-131178A3016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BB6E74-EB86-A64A-010F-D0C114ABFE7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518139-D730-DDAC-7229-2AFE47F01CE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E5F5082-92B0-033F-16E3-1F5FB1B38BD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385296-4F77-E11B-8331-93D52586080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B2F18-EA1A-4F58-EAFD-E7C22CA3546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537393-5839-9221-3D90-AD6CABD588F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6BDEAD-612C-428C-845E-B7F732ADC7B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E3A88B-16DE-3506-07C4-2CB393C6C0F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A14455-2D24-B769-9967-EFFA0FC92AB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C3B2AE-1DBE-AEAD-94E4-7688AC1194B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14A41E3-75B6-1493-21CD-D0982712D73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368999-809D-13B8-39E9-7142BCA94B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D37544-C3E7-0AE2-5AB9-7AD89458FC2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F18B85-391E-D3B8-75CE-3DEFF39E685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FB7E7F-7746-9544-B05B-CC70B25DBE6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505683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2DA03-80E9-CCE0-1033-0B3B5F8B0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FCD0CF-84FF-FCB9-A889-3E79E0E738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E3AE09-1FCA-5507-C3A6-E5443CA2F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86E035-09CE-78CD-E080-3077508D60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19B2D6-F868-AC39-5D25-8D60C57777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F6F5B8-CE81-6B6C-0D4F-F70877E87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75473-7C22-141A-EEA6-782AF46B7B2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A55EF4-A28B-C8F8-2A1D-79873D1BD3F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4CD835-EA4F-5149-D05D-2C73658060C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E2B89F-E54F-09F5-CC37-AB7F4347612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8C89F8-C0E1-6EB5-2D50-6F5C8EFCD9D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C1915B-C2E1-05CB-E603-23D57FE80B7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BE1DF6-355E-F563-C29F-8EB76339534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2A5CD3-77F4-C829-C888-4F983C44E44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B98407-90D3-A78A-C317-FCE0F28438C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E7EA11-C83A-A6FE-D5D0-A63AE09F175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B8CD6E-4813-3CA7-0CE2-F2FB93DF791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467F4C-D6EB-C3C9-CB9D-F27B5CC4177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7379DF-0E49-AB65-C1B3-1ED9AD08D48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4F1B8E-FBAD-0D81-046A-B0A72B075C8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76A170-5949-D02B-9EB9-B4D2976AC23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FE0515-9F17-F99D-B888-E430AADBA8C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1F5C2E-E126-946D-433C-DD369EC9B22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E93C84-910A-37B5-1487-2B4B03DD90F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89FFBF-A4DA-FE85-9048-A58C3D88295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8BFA36-F19B-04D2-E145-1157E9F278A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BAA901-7005-E553-8195-1796FA32FB2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ECC573-4136-DFAD-AF79-DB8CC047C6D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C1C48C-6719-8601-6503-3F6049179C0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A178CD-DDE8-5685-A5F3-1B8E8CC5E1C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33E8F8-F857-8C97-CD61-59D0F56857B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01A0DA-4046-C864-FF2A-F0802EA90C5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F7D1F8-9739-01A3-7C53-B52580EF7EC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F2B55B-4732-1CED-5499-6AE1DEB1E9B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9AA875-5246-038A-FB12-299C7423DD3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F18A6E-AE48-DC1B-5AC9-48466E3A76C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59B7CB-FD00-774E-08E4-933F069A262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2ADBBE3-665C-28E9-B02A-7FFB9F6D84F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270928-7D61-5F4D-F954-E5B4D066FFB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6D3546-3A71-EC8F-5BB1-B1516CB7938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7D9A991-74DE-B3D1-3EFE-326A4BDA9D0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6E2258-8BA5-B978-CE51-18E2F41BD20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525992-27BE-1198-58C7-A66D6BD34F1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D36501D-6538-F0E8-3B8E-55468AB8ED6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A2BEAD-99AA-52C3-BB36-430C01AB720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208CFE-AAA9-C6BD-6B31-5A3A5FAA65A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259497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E674-A949-9BC0-4103-2192E4B1D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909A74-DE9A-23D4-F9EE-BFA90FA582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right center block, 45–(7+27) = 11,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D56A72-51D1-6999-B34A-A184F9335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9528CC-42BE-1411-8997-53D0B113D2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ED299B-14EC-AEE8-F33A-F76853BF1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995459-9FC1-E189-34E1-2C5F9E5433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627E55-DC16-817D-B330-A7F31CCF56E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B44834-259E-7755-D4B7-AECBAA6DA32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DE48A-E9E0-6600-753C-BB09D573729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51FDDE-BA0B-5DA7-5F22-71F708B0F14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72A606-23CF-A489-59D1-39A1F0A31B3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92F9C9-BB83-F694-6BD6-E52BDC525D9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2EA676-A2B4-8B49-4974-39E4F5F20C8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A4A62C-142E-CCC5-99FE-A11BE4F1332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695BB6-393D-889F-7397-0D61C2DA9FE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676F25-9FD9-EECD-5214-BAFE203E1B3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75A38C-27E1-98CA-2074-F7A3C6C40F7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9E5647-1184-8536-F097-3FF86C186EE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C4BD94-75FD-EED9-86F1-7C864FA4922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47B402-F770-3019-12CF-B90F92468E2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FA9629-CF3F-558F-2B56-8097C33CF0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1794C8-E770-F076-1F17-BD581D5F970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C75A7E-027E-614E-3385-65B0CE28AE3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68AED-EBE8-5A41-F334-266028A338F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6EA943-5312-DFE9-DEC1-FB9482E295B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213EB3-5468-507A-8871-EE43C17DAD4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6CAB96-D5F2-E825-C269-A094D0A9A41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4BECA7-52CE-1896-4751-48D8AED180A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495F84-283C-F262-32C7-47623775927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06F456-4170-CBB4-13EE-CE5AC124A83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DA9584-2230-0854-AD91-5F2225D2945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21F5200-2240-BE21-390E-8A2D045C1CC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D70810-88B7-7CCE-B58B-7A3E8BA4CC0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0495D2-919A-BE79-E7D0-37DB08FF7CD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D30911-EC1F-67E8-D91A-876298DC383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4B9303-3E3D-B5E5-D988-B9AFC960990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D16C09-54AF-5E17-E2EE-889641D01EA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8C7243-941B-63B2-6D21-36F90E6AAF8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62D7E8-1EA9-502E-6473-56ADFAC3169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E0CAE5C-4982-AE81-6718-1A4FC0B1871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68384D-4B87-AFA0-0669-91333F521E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D26D2D-F839-41B1-35C2-33B1DB7D5C8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50B6DB-2840-DD1A-3904-88EE16F5996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6153439-5F43-EF32-60D8-7E68350AD47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8310A0-26EB-2603-56F8-4095731202B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C5CCB0-F75B-1009-9E9E-47D9DC0DF3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47AA85-82D6-43E4-98B1-32A923EAAB1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451B93-C06E-F1B8-DE74-4947873B25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</p:spTree>
    <p:extLst>
      <p:ext uri="{BB962C8B-B14F-4D97-AF65-F5344CB8AC3E}">
        <p14:creationId xmlns:p14="http://schemas.microsoft.com/office/powerpoint/2010/main" val="126174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23233-7C1E-6025-0E81-9CA1434A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DCD23D-D8E2-239B-941E-2F9C52ED01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[27 in 4] could be 3789, 4689 (excluded by the 4), or 5679. So, it’s 79 and either 38 or 56—the pair opposite of the [11 in 2]. Further, note the 579’s below.</a:t>
            </a:r>
            <a:br>
              <a:rPr lang="en-US" dirty="0"/>
            </a:br>
            <a:r>
              <a:rPr lang="en-US" dirty="0"/>
              <a:t>Note the 13 pair in Row 5, and since only one 3 is possible in the cage, that cell can’t be 8, too.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6C70300-A71F-39DE-B5A2-74F0B734B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C3E1B1-14CD-68FF-83BB-8982509EC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E5210C3-114E-2F93-CD3B-0CE2AFE1D2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E2F738-76A9-999B-8F40-9B977A8646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82C6A3-C65F-4165-9159-6E866A55435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9E1FBF-6500-4C83-FAF9-6290386AD9A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F9E1A6-A967-C650-E1AC-730F20A762D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E6D231-9082-9F33-C141-769A1DA6717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2FCDCD-3D0A-89B5-D3D7-7A94329875D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D6FD7D-48D1-5E7E-F71E-41130E9E15E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B17946-1454-B506-155C-86C931558E0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6014C5-331F-A710-DCB6-8AA0B842CA0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D059BC-F3CB-6798-0C2C-5A029D80B3B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C4CF19-C934-A86E-D6A2-756DD5679D1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814533-7328-07E3-7B8C-64ABDF81570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74EA79-CA95-A4D0-6DE3-57BFA92097E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C412BD-3B12-83C5-C634-E4C9CED9D7F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79F893-869D-954A-34B0-F06C0C0BFCD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EC4CFE-4142-6904-76D1-6453A7A3054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9BD53C-05E9-0528-8C66-8095AB091F6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624F60-C477-2D31-526A-48BE0D5060D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0AF734-AB95-9C0E-A63C-8F24919B2BE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D0794F-4CA4-5413-B621-14EA066BA4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44FF21-37DE-4339-E1AA-28FFC357B3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5C5B89-A813-4C58-9C36-1F560760D34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B994A3-847F-75A8-A078-DD600D54223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749DDE-6EE5-45A4-97B3-14CD9B1F2C3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035758-7883-4C21-DD96-191A4AA1B6B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534117-11EB-2142-0394-69F79B02E83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624BC3-9700-097C-40DD-8A04C1B427D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572849-13FC-C28B-6C53-4BC63997CA0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AF5990-A057-3EB7-7427-62F0C14942D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71974C-2FC1-E597-D1E4-A219F340286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EFA21B8-A8B0-EA05-9511-1BDE90207E0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548733-BA13-D6AE-B0F7-6B54695842C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E0496B6-23ED-0600-1D5D-94615AB82F5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5C0262-A005-356C-EEE3-F505014DBF7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8C4F7F-4FF6-F3D1-FC02-448724B9269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CA23D56-0504-91E6-177A-DB2C66920E9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118BCD-2090-88CA-E634-549C5EDD2E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387AB7-F3BE-643D-F0BB-DB1026AFCA1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EBFABC6-E86D-5198-EBE9-3C428F3578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E8914F-E5D2-6C4F-3040-5FDE336D31A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6E876D-B100-43EA-D364-DA5D3803349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487EF1-D799-1699-E9F1-EA12DE5AE7D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B492A0-D89A-E4E0-E249-C33BC42F249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3A45D10-008E-C632-8018-03E290EC48B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60B06A-3726-EB6F-BB9C-E8494FCEB96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B33968-48A4-005B-43E3-EE27BC96F16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3322024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B8FF4-AA89-2962-4D35-54121BD6D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0FA963-B75C-4D6C-C531-BA9E71CCD4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the 865/56789/6789/579/579 quintet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F91D97-61B4-42D7-17A2-51BA04630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C9A8D0-91E2-E5E2-0D8E-1363AB76A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BEA790-A80D-7652-2868-79A501036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8D15B55-E7A2-A470-2170-AC0833B8DE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51C679-BACA-4324-783E-0E06B43D04B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1B2241-CF2B-3281-B842-13A4E1D8E44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FD6F0-44D9-9A36-D8AA-093B989202E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DD1B91-1C61-9719-40FD-ED5FAD72CE2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33505D-5D4A-C164-5474-1CF863BF252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39A42E-C7D8-D813-A47E-49D1F99B83F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6C2AFD-C57F-FD65-DD64-714C30A936D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E1CD87-269B-9EEE-A485-B158AC4071E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F41E89-C686-4200-E19C-3EA82C6BD15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09BBAE-8D7F-6BF1-1148-D3221AA33DD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D77517-21CB-B129-9906-73EBB3D3C3A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BF2F26-372F-DA82-2DA5-E3F340638CE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719E35-CCDC-CACF-6DE5-26BFAB44DFF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A83858-DEE4-6CDE-9C4E-D4F3C98F803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66042B-3BBC-73AF-5904-EAE493B6AF9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762653-319E-F43E-3552-4684C8CC93B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A00894-8664-DEFA-3AEC-4E20B571A0D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EDF761-93C2-E1FA-FC97-A8BC740AFA5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562743-1A26-2BB9-6D8C-306DCF338A7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071CEE-9980-06BE-ABC9-1C36E0AF2AB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10F232-9800-8954-60A0-FB4BF627DA4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9D1717-9AE4-C3FD-ECA6-CA90D6C93AE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7659E5-DF19-6254-BCF6-72DE15F05CF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BAAF6E-EC7E-1C22-4DC6-09D9CDE3719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9920AD-93C6-2E2D-C953-F3BDAC45423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86CA82-A239-A4CB-5135-767A6F9FC03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FCE4AA-49E1-0E38-86D4-977235364F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207618-98C9-A60C-3C32-3FF54E72639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2C3125-7F63-A4FA-50D8-F85BADB8A79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24FDF7-DC7E-A51A-2EEB-68623EB8DAC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A394B8-EBB1-4409-B99F-4EC8A62210E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68404A4-D651-741E-FA4E-CF0C5E9B6CF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9D7F5F-65B1-6CDB-D014-9A9FE873D2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50C270-3365-8764-F501-B838F1ADFBF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BB43301-7E00-AF35-E8E5-3A0781A22AD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46CEBF-438B-2C2D-2908-282FE087283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0777B30-8E93-67EC-88B5-4A99B054A2B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6D9051-0497-8976-E93E-1A61A5142E5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10016E-0AD4-40DE-D927-B6B1838CF03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5B3330-0ABD-5D4E-8D46-1F2AB15FDE4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05089B-C57E-405C-A0F1-AD4AF62ED9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5CB778-9C6A-E7E9-0CE4-177D871AF53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3EDC26-4FBC-EF1F-219A-1011E3CE78B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EB47C08-8C06-B6F6-24FA-00DA747DEF8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E7B01B-1862-DE2D-6D70-7A63F53096D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8DAB13-D732-35E8-8039-7E67CDD86CC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D864EC-6CBA-8AA4-E687-C1FC7D4C83B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1EB53D-01DB-20C9-9EE7-DDA8FAA830A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</p:spTree>
    <p:extLst>
      <p:ext uri="{BB962C8B-B14F-4D97-AF65-F5344CB8AC3E}">
        <p14:creationId xmlns:p14="http://schemas.microsoft.com/office/powerpoint/2010/main" val="359062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4BC55-2CAB-1A7C-A3D1-E18DBC5CC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80623F-AE5F-F6A0-6B4C-95D3708B02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Column 6. (Note the 23 pair in the center block.)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4AF924F-0A07-D25E-1374-97B48A2A7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139366-3371-0857-AE79-2DE17327C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75E5F0-8280-2F0F-F8C4-E4ADEB722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446F80-CFEE-9EB0-077B-CB0D6798A5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275479-54BB-DD0B-E6F8-6BBF0CE5BDF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EED7E3-187B-1EA9-366B-6F77AC1389D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F518AD-5B98-C7C4-36F6-4FD872AD004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749C60-6830-0E2B-B1CB-8AA2438F011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BFB017-2E77-69B6-D37E-464E6902083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3D52F8-410F-0B7D-636D-373A6143475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E57277-0154-CA54-2F24-133F04AB386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2738D6-244A-7A22-DCAA-26EC6C04FBB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E06ADA-E8C9-800B-0DE3-599FD62B2AB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170E5-537E-6C99-4CBE-63E02DE8C2C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376587-3639-1D73-7C01-F6205F6D26A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5E2C2D-3372-4FD8-5183-C91194646F7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6EF8DA-46B7-58AF-F25F-51EFD84A674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4B1722-B10D-D66C-FE33-9B2D6718A5A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AD0C90-05DD-C363-4888-2AD3EBB45A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B7CFD0-D0FF-2CD6-BE47-BE51629CBE8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634B9A-6EC1-0278-EB78-C514076016D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E2B1FB-E79C-EDEF-166E-A1B3F6EAB51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C62387-9662-D397-9370-15926ABCDB5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E50457-82C7-2B35-7381-5CC561ECAB7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6C6632-A10A-DF29-D326-AADCC5BFD2E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0CD945-D46C-B98D-6595-450EF2A04C9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72F3EF-3D74-08EB-C86F-79F9602CB01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FAFBAC-1C3B-2F54-28C1-1E96ED6ED52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374849-BE3A-6F55-F0AD-13370DE1634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86D079-9174-4603-3C7A-4898F44ED1C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9CD4AE-111B-BA73-9F36-229465798D7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748FF1-9B00-A7A4-A480-FD2D2A11F3F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5C664D-4906-106D-DFC7-D37608204D1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575ECE-85E2-B575-C902-231F6682A3E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1BD275-197E-A424-1BBA-7AC39154BD0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441AAD-59F4-7C67-4F11-9B6452A2887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E09861-B8AF-6FAF-82F3-A4EA49C3108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DD1009-760B-E1DD-A499-C11F53C246E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FC31C1-2538-E347-A5B0-13157518604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2E50D1-822F-41B2-18A1-48000211B1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473684-946B-1444-333B-4DFAEC7647C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450226-E597-CDF4-DBC7-7C416C2983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D784B1-00DC-69A3-399A-2C6D219F919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48E107-56B2-FC41-4F9F-4BF2AB51785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6A366-DD60-C2D4-5B56-87476F55504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78FE31-A4F4-4BEF-050C-CB6902EEF76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245F3A-6947-4EC1-3C35-AC55580C745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A6C522-7F82-7E63-CC40-AAAD0B79A5A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B55A14-6C00-B5CC-1C80-10BD936D484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AA5772-CAC7-3655-FC66-5501C98CDC1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3A89EF-2A7E-CE86-E704-30A1CCF7D60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2C088-D15B-140D-CCCD-E613E305A6C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7061B9-09A6-0946-E8EC-F6866221D1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DB00BA-C461-E600-5B72-9133756F4FA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</p:spTree>
    <p:extLst>
      <p:ext uri="{BB962C8B-B14F-4D97-AF65-F5344CB8AC3E}">
        <p14:creationId xmlns:p14="http://schemas.microsoft.com/office/powerpoint/2010/main" val="3558926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BDC22-CAA9-B9D7-3375-87EADF40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8D62CD-DFEC-00A2-A86F-1C40D1D962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F01EAE-22C7-1C2E-3279-63624B329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F403F1-09D2-3EF3-963E-10498A9AD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C3A752-1061-F024-7605-56A2787D8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53506F-96B2-9743-8BEF-C47239B6C7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AE448A-E996-0F65-DA03-B8CA7390FDC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85B990-5F6A-0381-20A4-F973E993E64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318BD3-06D2-F302-82A5-5C8E08E648F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E21499-7174-C029-3209-8D7DA1905AD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E47284-D632-E4E9-F789-52EBE627FD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3AFB07-7CE7-5463-0241-A3FBF2235F8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CAC667-940D-0DF7-65C7-6D718687FE5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B33B34-2BBF-92A5-513E-632E727F9CD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3CDFB3-52D9-DF7F-7902-47B4E21D104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DF04E7-A727-8689-E176-94795758042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3B3942-C15C-D9B5-D3C4-E40A940A7D9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E43DB1-B50A-83E0-8551-F3BFE5C2A48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A12D8F-2165-0B44-FF58-DCED07BE30B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7FEDAA-0ECF-69E7-E3F8-FD0C653D744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F068B9-412F-54E9-9428-B72C7F5C9BB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40D62B-3B20-BA37-34AE-7B4AB353A8C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F34BBE-CA1B-9AED-0B01-E13A924BED1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DEB4ED-8516-4805-FFD0-D9D9F12021A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BA8CF1-6175-0C98-ED64-DF3DB3B9EAE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B748B1-EF2B-24A6-21D9-2BE0441295D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207DE3-96CE-2899-F5F4-FF99C03CC85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97DF383-253D-5165-A4C0-E3893173139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67C02-AB57-6E10-F46A-C815F70768E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85DB17-6E9F-92E9-25C6-94C9CAE4882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FFCD2A-8A84-6E96-45F2-23696D9A611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F80B85-A060-D450-3C43-698DD509430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D389A1C-76AB-1EB0-5AAF-8141C4BB24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C4A9062-2780-D13E-8D16-0C535A9DECD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837362-0750-B112-8DCE-876A195F0B5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5E5FB3-C70A-4B05-4510-DA1F92C8D79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99A2C8-E32F-BBC4-7617-4AA92D84E66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A099C7-08F1-9BAE-14CE-CF19F60DA77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1235C0-A022-7D78-A855-8AF117ACA85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ACDB94-929D-1B65-5B3B-C6BF75DCEB4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5FD91E-347E-AD3A-B929-7823DC6D742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9CE15BF-80F7-3A06-D3DB-3783510DF8B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45301D-F40B-C176-DBF5-CCEE21B3330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4ABDC2-F53F-699E-881E-3EFDA5B372E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37FC7C-6BE6-1BDE-9DB9-B2CA1E33F17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0C369D-14BF-44D2-977B-53FA141A94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564C4D-EE1B-CB3D-928B-82DCDFC99FF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DD0ECA-0A27-7AEF-DB9D-52C6E25D815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D8C1D0-7B07-FC91-743F-49D08D5EA37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2579D4-2953-C48B-E596-05501D0CC1A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F25DAD6-CFB2-B014-00F8-D93D6E4A19D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6CC656-BC01-16A2-B5C6-4AFFFE116FC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533476-E86F-2AFD-E99A-68A3E19B1F0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ECDC09-34D9-D303-3B1D-098A6A78CF8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31C73C-A3F8-06C4-BBCD-B383C41A91E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B8E3E-640A-AD26-5CFB-AF3E02AB694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</p:spTree>
    <p:extLst>
      <p:ext uri="{BB962C8B-B14F-4D97-AF65-F5344CB8AC3E}">
        <p14:creationId xmlns:p14="http://schemas.microsoft.com/office/powerpoint/2010/main" val="1833733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5E6A-6A6A-8D67-9C36-052DC90A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B69613-58A0-56A4-0631-CB2B58C6E0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bottom center block, 6 is in Row 7.</a:t>
            </a:r>
          </a:p>
          <a:p>
            <a:r>
              <a:rPr lang="en-US" dirty="0"/>
              <a:t>Further, the 6 in [23 in 3] can’t be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E2CC7D0-928C-FD33-7A49-0EF2CB076C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2060DD3-5895-1C8B-FC2F-B1F80851A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6F4B3A-2BCC-8CD8-DD41-E427E7B17F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A3B306-DDC0-35E6-2F3B-D8AD6923A1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4B3B02-7CC9-A191-F7F0-FC3487C69A3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A64D51-2371-489B-8D39-E1FCBA02AFC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EEA7D1-8B1A-808F-D827-80C749D9F3A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C6928E-DAF9-5094-1380-F93C468BEC7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E0740D-7234-9DBE-738F-B6A83952F4D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834E12-B060-AF70-CAB7-54ECA9A63AC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D651CC-03E7-467B-15C3-2BC763D8B9E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3F293C-364B-EC9D-40AB-50113FD479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21E1B-4F66-16A0-2643-32284D0E679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0CE3FA-A266-D8F5-C686-F64B6C30513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C0C1E3-75DC-6552-AB0E-246A71004BF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4CB14C-0A2B-2246-3BBD-C628CC350F0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74534E-E6EB-9A18-92D3-BDE9E456C03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871AD2-5BB5-B97B-9D25-53A25F1A8A5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D276CB-8A00-4E51-C3F5-1F76A21F89D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07355F-BD4F-3F18-94AB-3F19DED132B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101622-3BD3-E489-7190-C1B1DB29D8A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92FFB7-3E6C-EC51-C4DC-F1D02716D94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222B6D-8397-47BC-ABA6-7C5895B80A5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316E0C-10B1-C143-A958-8CA53169941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9FDA7F-CFEB-34F1-6C05-2BD28F8129D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95907E-DE3E-2185-7220-9D072DF17C0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511137-327A-93AA-4589-89B4A2E4293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360F64-05AF-586B-EAB4-9219BF81D75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DF4C4F-16E7-56F9-D5BC-31F696FDF99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DB2FB7-1A39-7F51-E41E-026097415B8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F2362F-2F23-CEE2-3FEA-FA03B0B794B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04A6DC-5A3A-7818-4F45-7C22923559E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96082C-0336-823F-5733-D56C2DB70D5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9169564-7A29-0E60-5F8F-6A30996259C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E733B1-A883-FC65-A5C5-FF99F1C873C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43B742-A597-F20E-49B3-8485C60431F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BFF848-254F-EA92-DA2A-7E35069C934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311023-360A-AAD5-5A01-26E9A0E39CC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883138-4251-6849-F612-B8DFC3238E2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882180-67C1-7CC7-67F7-8737A84954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FAAE7E-C587-6323-5E4A-F34114113BA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6F2594-41C4-C012-C3BA-95E3F637140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2CE79E-D40B-BFEB-501C-89B0DD09F82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613E07-127E-CE35-F63F-BD68811D58D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96BB00-AB6A-3C25-A72D-D502E4DA63E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C718BA-BD92-3F9A-59E4-E9A8FA301DB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A5E532-30E7-899C-7FFD-FECAABA2FBC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E536F7-8954-37EA-7BF8-1A1C9690252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963A89-495F-C355-6934-6EA5B8E63F3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EB778B-6BFB-4573-C1F8-01B3E0B8CB9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13963A-15CE-E55E-697B-97F9A76BEBF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B92993B-2C18-4A71-F14F-F60895B954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5A6C3A-D231-5678-817F-CEB1804966C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A1B008-3560-927D-416F-DA341565B16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</p:spTree>
    <p:extLst>
      <p:ext uri="{BB962C8B-B14F-4D97-AF65-F5344CB8AC3E}">
        <p14:creationId xmlns:p14="http://schemas.microsoft.com/office/powerpoint/2010/main" val="3252094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3E6B8-0DBF-FBAE-AC9F-CED3D283B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4E4809-92F3-DC22-08DF-2037525AEF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[10 in 3] is two of 456 plus a third digit.  Only 145 is possible.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3957E0-05DC-7D5F-C385-685043A80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C01B006-17C4-62A7-EBAE-430AAB269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76982D-8B56-4DE5-7C94-7F6C815732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459B03-5DB1-694F-963B-8C2BAC1494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77845A-7CEF-28D0-A06D-135FE8B0147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DB038F-F729-BB65-32F0-C57DAC1E15D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9791C9-286B-4448-ED9C-E675F7E0ACF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4E3B0A-E534-DC26-A66A-8584B318B3A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26344D-1224-9CE7-0F06-B36C4F74694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F1B0FC-9437-6462-821B-4418B36688A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612D65-D956-5B4E-F0AE-3DCC043C744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915798-4DB4-EA7C-8A2B-DAF7FBD760A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18596A-5B9A-2ED9-21D8-36B7DA8A84E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F6E7CB-B366-ED8F-6084-EC87C5302EB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7DE1D9-5173-A8D4-D8C6-556913878A2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BAAC58-230D-C4DF-763C-D9C8CADA040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D7131F-4E26-A252-F327-05027DCB652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B73C48-6492-D40F-1A12-6CFAF99C40F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70C0AD-A4BB-A3A5-72E5-F786CF7A24F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54AC93-97D6-6A19-5A68-848F38C48EB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971F37-C022-FF57-7BD1-4F64DA8C225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0BA92C-20C3-B608-0BB5-EA49BCA2306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EAD73E-3CE9-D5B7-D6CF-42F41D46226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B2DF4A-4517-EAB6-9543-DD776C001BA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A3BE48-F288-DBAE-17B9-EA963023BC7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8A46D0-A4B4-EFCA-DCE5-159DFA429C0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ED4976-3C9D-BD7D-34BE-74622387501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32263C-8E08-B1CC-D990-A3B5F5D2CA2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97763C-564C-5BE6-FE07-FD1F70E9C14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9991FD-FB0E-BCC8-6626-E40F48CE075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2418B1-8B73-6F1B-B91D-29B284C4EC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C59F4CB-DDE9-BD02-F136-C0BB7F4FE68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9D6A73-0554-4F6B-98B0-EAC79972E39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292CDF-2264-32D1-9F6D-022E8B62D93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02E34F-50B5-B07E-12AE-63CBE8E0A68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85EBE5-1C80-0A72-6F06-BDA62DB58C6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FFD8E9-55A1-2E1D-7A5F-578FA75F720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F6111A-75CA-8CA8-1BA3-528DE53A2F5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67D9C0-0040-82DD-EC3B-E44B1EE1A21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65E58F-53BE-41A6-C5BE-92E080F9D0D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AE6A4C-E565-9DB5-7B83-B149527375B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60B1AA-7166-7872-FF3F-9EB9023C11A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94910B-7381-7CDE-79F0-78B4C3A361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CD0E40-53D7-280E-EFFC-5797F461CCE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130C65-1AE5-D222-6147-C346AD85C6C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A07263-7ECF-62F0-C228-72A42E605D2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E86636-102D-F343-933D-F9F19719E08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9B4E9F-6F8A-3DDA-6080-6FC51A18C9B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4365E8-BAAA-92C7-C2B6-4DED18619EE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395DF9-58CC-CFD0-DE76-4EC7B3D86F7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9124FB-9B55-26CF-69AD-56F33FA5A63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0DBD9B2-2DDC-F731-F828-75C3E91CFEF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7A7503-C3DB-474B-B7CC-7888F713083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240D21E-7A91-CA5C-002B-A583662546A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55543C-574C-4E10-B7EA-65E827568A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695901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85A6-890D-17D3-BB83-7BC85D238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749616-D594-7E49-9E8F-B6AB2D437E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97855A2-D194-B1D4-5C56-DD821C1A79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2CD4BE-85A8-AA61-6983-89F2EF980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E14D71-4E38-465D-5DB1-1F0356A92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5F81BDA-C71F-FB4D-BB04-06268C7F2A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D7D9D5-1255-CBC1-7940-DBFC4AC4217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1F1718-5937-7736-F5A1-0AEB5B47FEA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849F31-428E-1294-A461-D21A98D0805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73E0A-9E7E-8673-C562-7AA9A9381B9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7E03B8-A640-762B-DFA5-6375871CFAA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885623-94C1-8C3D-8F0B-156C8085E5F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269BDC-FE1A-434B-2EA5-608F2DEC02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647991-03C2-CECF-E9C8-C63C3BDC0A3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65CA48-318F-70A1-68F6-34DF93B68F6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F2FF6-5D6B-E42E-B3E9-45AB5190783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838F16-921D-A61C-2E2A-C2303CAE867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2997F6-C047-3942-4F94-587A66CB55A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C7B9BC-56ED-83B7-B9D9-7362D260B9A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EF3D2D-D90D-6672-184F-8E4D6F051FE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9DBDC4-4B4D-B328-E9CC-CA72E759CEE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1B879B-AAC9-1120-9F70-102E73A8F6A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50854-7166-0F9B-5C14-C722C3BB5E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5FC980-1489-BA61-E236-CEF9644FA9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8357C2-8862-6728-9B63-E5AD12D0822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DA2E18-3A6C-8556-2F80-6E6908E789C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EE6A48-922E-6418-8EC7-66F0F0C13CB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010AA8-E0D3-3AE4-529B-3C1910415EE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DD7EF-CE0E-8747-EE32-F7B061A89DE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7B47F9-11D8-87B7-219A-A0EB7A65C80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7D2CB2-DE6E-770E-5407-F196AF3590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A004B7E-704D-F65F-1950-1B3FCBAEE9C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EDF777-9DD6-DBE1-1B1E-078484714D7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0AA906C-B92C-1D94-878B-D6BBF42AF2F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DCF008-E1AC-0E4B-E845-989BA8AC386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4DEB6D-292B-ABBF-6E59-67E033E4780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741B69-E26E-57BC-0952-D74F4888E92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02DF886-A291-7F50-65A9-FA4770F5325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7EEB24-E1DD-8247-5648-2CFB4B045ED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ED1DD50-50B8-A3A0-A939-B0F069BBCC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57BDD7-68BC-6534-AF3D-73AD328797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D0774D-E322-5D3A-0208-1F42D9864BA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D50C6D-9CD5-298E-AD78-9F65805E4A5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2030D0-CB22-B9BC-4DF3-2E059C5DA89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FB6303-89CF-9D02-3E3F-AB1247C67B4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076310-6AB2-47E1-0CCE-303B8342D89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D6B315-4805-E31A-FBB1-E2AC485C4BB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753B6F-20FF-50C5-8D93-96196243361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8D1BDA-073C-98E4-ACC9-FD74428A10C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898A1E-9108-B45C-C124-B1601D8C1C8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DC1DE1-A954-09FC-9793-6A7449E7935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116BDD-1561-C8F6-5AE0-2A93E7AE446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DBB021-7DCB-6E0A-334F-871801CF716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D81ED3-12F0-82D7-0355-E228D71B4D8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562E56-DB69-0E59-F103-8320204C2D8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4A11B6-26B4-DE43-2E44-BC6E7F23EE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091F62-52DD-C5A7-15BA-7F42310101F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166684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6D3C-8D86-5C94-A68B-52D33B44C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1FADA7-BC20-46A5-3C71-F4F400ECF4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6D17C02-9C36-5300-7093-B033B955F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92250A7-FDA5-D1D8-26DD-1AE828163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8B8999C-1904-9909-72EA-4A724BACD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50D531-6E0E-D6AB-A4B3-EDFBC3D69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89AE54-4A6E-873F-AC79-7C25166BF20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46B548-AD69-608E-BA5E-E9D82BD1937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CE93B5-343E-4E7D-C215-5AFA59EF6D5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C68362-0035-3DCE-3097-D0A827907CC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89D9ED-ACCD-F4C1-C505-901190B1F65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3CE8ED-82D6-F1ED-3885-08414D80EA4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1D940C-A19D-2EE1-5956-B254A0FFC0F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CB982A-B8D2-AB44-8D55-B7C632CC4A5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875EE8-BABB-DEAA-641E-72CA1D5CF2B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BD2AE4-6D00-4B6B-C1F8-616C54F4E8F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BDC6C7-01A2-C4C3-D5B3-AFB547EA7E1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BCD4C1-3976-0F31-C94B-969F7C77A7F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2666A4-3051-8A47-6543-E2A2D9B1115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956FB1-F31A-2D83-15F1-D08A79EE1F1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CB0834-C393-BC10-AD7A-F1EEA485BBA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5A144D-1D77-16AF-B11A-BA3D3FDAA14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908D7B-9CAF-9483-6C47-990BD6A40DD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747177-CEAC-92B3-0010-12A104848A4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3BB82-E03E-155B-1106-3CB7DA7DCD3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43EBAE-C61E-A206-C923-3FAABCE38A4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44CE6B-CB01-3E6E-8611-8288F0CD0F1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E619A8-51AE-BC14-2E4B-EF4E466C5C6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C124CB-AEF5-F0A9-E26C-6BA7D0711C1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15CCF2-3228-2B60-1E76-FF70CAE401A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6BF7DA-4AC9-8055-F46D-2BA3745105D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2EFCC8-D724-C9D7-F21C-2290DB9D31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3EE005-C9BE-BFA2-9BE9-CDE3A0CEE14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172D13-91FD-0120-78B0-7805BCAC199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8B6390-7BC5-0DCA-383B-A3570ED6817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035DC3-36A3-C82F-CC79-2E399CC0FA6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D54082-E271-C100-E46C-81E7B213772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4BF1BD-AC5E-7891-126E-587450EC85D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942D7A-462A-0ADC-BE79-DBF7EE73B10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C8AFE0-9E39-F853-6F3A-879E147A8AA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DB916D-B9B2-BAB3-3273-FC1E31F4FE5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D5B1B8-5C1B-9CC4-65B6-EA9D94CCFAE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036102-5998-8922-B288-AE1BF86CAFC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2286B1-AAED-85F3-4FE4-A40641F1CF1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8397B5-219B-3447-ED96-5DF889FEAE9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57F16D-07CC-6CD6-BC09-6F9421A7551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A5E79B-0A46-039E-63A3-34F9738B3A7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E2320-6AD8-4CC7-1271-969A41D9A6F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D4618E-E01B-F045-C3B8-60695D3B905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5D7EDE-EF0D-9CD7-7F9A-66A13414920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4EE1F34-57FB-15F2-7B40-9B185030163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A0656D-8082-CA74-D19B-6E4D386970B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74B79A-E91E-4D17-9BE0-C594042CB8A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6ADC51-0A52-DE9A-CB17-F23586742FA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2C6436-9D09-6B51-9EA7-5B7393E6FCB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CD3DBE-1436-5325-EBF6-F56759A111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CAD1C3-6A5E-5129-1A72-1D591C0E060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034039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8ED18-34A1-4154-2EB9-DA7B1C7C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696587-4791-8865-B78E-A985B9413E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5. (Note the 457/457/54 triplet.)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49E3403-D3BB-82AA-FAC5-8533E44BF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0C68F97-E7C7-0171-3BF1-8832172FC0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4A10CA-98DB-7549-A63F-7EAAE5C880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6130572-7A6D-26AD-E87C-D291DA9224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65CB6C-95ED-3D65-B940-9969944D3A4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7020C-C378-7C61-BAF2-C614E263D9F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0933D2-C95A-4A97-69DF-83C8DDCCC7C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A8BD5D-DC04-F98E-DA71-94DF577477F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268754-FF81-558C-37A0-6E012E6840D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27F619-E2C6-3420-B271-5E5A4316DC0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18B5D0-DCB9-DB42-105F-A507C3A55DF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EA6644-0906-76D1-B875-BAB2D34A08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EFC097-49C2-43B2-63C0-BCB7140D56B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56CF40-A2A4-C3A4-CC03-52DE04C3364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949D65-C11A-6CD7-2035-0829054A39B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D69549-59AD-4E61-822A-A1B982C5445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DB3A2B-AE80-98E6-AAF2-3367AC9C2F7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D97054-10A5-D55B-563C-977FF105477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64A987-BFDB-EFB7-1F4F-53E5604A4E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6151CD-E53F-4E0A-C121-5AA7A827A08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7598F-6636-C750-A6E8-D4847C51B9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55027C-077C-0EA5-523F-03017D9E75F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0BD8F8-0D15-1F1E-BDFF-3998428DA18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9D1730-BDE9-EB3D-9192-2083B0EFAA5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73AD1F-838C-6460-E649-B06B6C39947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02692F-E890-300E-8E81-1A9084A59B0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8A6941-9D0B-F3CA-AF61-E8102531F06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D060B0-F3A9-70E3-D888-D59D16A116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5D2C83-2B27-E8F5-2064-BA148A7C8B0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5BC865-CB34-DD55-E548-309D917C888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18AA54-EA36-E1A2-EA0F-3460E0B787E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FD7965-256D-A580-8942-4F5DC68D8BE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489D7-FE9D-3537-6799-1A688877FD8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6F73FD-D928-25C3-90B7-C3EF274AB20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CBF63B6-50D3-038D-86AE-2F2B6D25A02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F8C323-870C-AE01-443C-0696EBD2978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47E01B-582C-7277-87F3-99D90170F45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C51A3A-48E5-5723-4543-75664C065AC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AE749E-C46B-3257-2BC8-274A5F7B17A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57B47E-F10F-ACD2-83C0-A4705124F3F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17B186-7F83-0673-46FD-189561C3CC5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47FABA-90C6-0AE0-DFF6-961BB951431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245811-014F-8B81-E3EA-CADF3B873B5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77D22A-1C3D-1C4F-DE30-C01F358222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1FBB0B9-6695-10D4-B196-E07A7815816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5B4098A-5F1D-E197-EF01-684AB6C6BD6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431249-01DD-0867-4CD6-ECEF89BBFDE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6C609C-E3A6-1479-F6DD-3C2E3251EF0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C3525A-0A91-432B-843B-3C78FBC2DBC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C7C5FF-EC34-19D5-0ADC-95F1D15B3D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745569-A1BA-5927-9494-F4105809DF9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41F550-FA09-D5F7-B305-AAD15ED92A1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A17B84-B111-FAA8-8290-3532FF46E79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5C12E5-5AB7-9C0B-098A-20E7F02D866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566777-B39F-F01A-032D-62B2CFC4CA0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C1E0FD2-7213-6AC3-5F39-3F14E19B236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</p:spTree>
    <p:extLst>
      <p:ext uri="{BB962C8B-B14F-4D97-AF65-F5344CB8AC3E}">
        <p14:creationId xmlns:p14="http://schemas.microsoft.com/office/powerpoint/2010/main" val="33030047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73A6D-DCEF-0643-24F6-0593A7716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1EFADD-AC78-623F-2214-0A0F089E3F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the center block.</a:t>
            </a:r>
          </a:p>
          <a:p>
            <a:r>
              <a:rPr lang="en-US" dirty="0"/>
              <a:t>Then, note that the 7 in the center block must be in Column 4 (and the [45 in 9]).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4CF134-0C52-002A-D34C-EF4F92236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0F2B0B-4ACD-EC02-D540-30F7D70A4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0442EE3-7F3F-BCFD-723D-C8562DB636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C8D64D8-358F-8FE9-3CCF-80E74BF876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257A89-83A6-1C3D-BDF0-ACA03D2EB16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89457D-6DE3-C1AD-4FAE-26F3C9ECA21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54B07F-B1EC-8741-463C-B5F61399ABF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7C6528-F445-378B-4C21-2461AE21E67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CF1C93-AF9E-621D-33AF-E87D16082F5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E383EF-3413-4D16-3C56-F0665EB3C1A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0B4261-CA58-E6BE-6D06-3D5B5718600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6A734-13BE-2144-E9B4-DCEA78CD146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DD675D-FE1D-18F3-BE94-94A5627E758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77804C-383F-F316-F220-B12F1B4CD42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AB89EA-4DB4-6C09-E764-A358F7C1496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353311-E9F0-03C8-0A1A-FAF95BACB9C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51CD1E-6FBF-25F1-F82A-E348A5DD3EC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1D9F79-843B-234A-05D8-D9AEEAEA3EB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A7895C-182E-6E97-99CC-42282CF68B4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6F9281-6D97-6362-73B8-9A4BEB4E397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D9E6B8-2B70-DFCF-A14A-DBBCC6A84E4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5DB8CA-6DFA-022B-7A90-46FB42CF943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532279-E154-3220-441C-371B6FCAB42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123F26-24F2-3C35-7C12-A4B60E1C540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8B7F38-81EE-FC17-ACF5-A3381BEDDFB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E9FE5A-5B15-FC85-B10E-CB24727708D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015706-3990-5EBD-7C4F-4510229BC09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55C28D-0313-7F9F-1E02-C34099315C4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F2F36B-438C-802C-A70A-747C0751618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017A985-2AFA-659B-6ADF-8F9F5632D3D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D83117-7928-A1B4-5BDF-FB7BE24C203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217C98-B0BD-D299-0957-02B74E0F683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368050-C5B2-6A93-884D-FF6A59F68A4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55736D-EDB4-751E-5642-6C3D26EC328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662414-7A2E-18AD-4E22-B47A4AC88CA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1D2D69-0160-3D28-76D3-17C11093F2F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253B025-C7C6-003E-A4F7-21CF4540353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4FFC8E-7FA6-36B6-6D60-33105AF97B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F939C49-E860-90BD-12F8-10B62B8C445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47CF4A0-2CCF-D4BD-02FC-A0B97C9E032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F6D608-C67A-7CDD-B9BF-78467690FD0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D0A722-ED41-1D11-2852-A2B1B7A9F4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BDD401-24A3-3E36-67B0-598CECE6C3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090740-D36E-5832-5F67-B6A50C2A786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E31935-3212-6A12-C7D1-2939994C37A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395F2-5A0F-D973-BD33-A7D2BE99ABD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68982E-A9F6-719F-F8F3-7F2D581A5C3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C52774-26A6-85A1-1B5D-F75EEA62140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F16F3A8-615E-ED30-961A-EA3F0AD8DD2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270536-ECF2-E32E-9B6B-750B7B5602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B4BD8E-E88E-4A48-053E-3FDB659276D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BEA1C6-99C0-F043-270D-7C8930487D7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EDE8CF6-473B-85C5-D257-7CFC3F816A9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12E4809-EFEC-23EA-9860-6B02F5BD9CB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66CF72-7419-D898-AC3A-17BD8DB3A09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E8B69D-A803-A7E9-FB26-B612BFF35B7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29308A-0569-902E-EF82-F58A2A07B53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D8B17F-91EC-1279-87DF-C4F98F84A30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18531714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05106-F914-0DC6-A91D-52890E56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8E56F0-A309-E226-AD9C-7EA61EE58F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9AB8C3-4A46-0668-0BA9-1BB2F9F0E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56A1A6-FF91-596C-7BD2-AD1BEAC6C0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64A442-542F-9720-A0A9-046D9D1E61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3BE1B42-505E-354D-434C-B1EA475616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6A6D10-87BD-628E-380E-60AA284B3BE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0574B-DA77-6656-24FE-E346D7F109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BC8F1D-B3DC-6D8A-A719-3D1B07F9BB7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F75C99-5937-1684-972A-CCF02B30251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A95170-C786-52D5-471B-328C2E6C63A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70343-4335-3344-4FE1-F80719EC1AA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A199CE-F298-9B7D-6ECF-7D31894E394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26FB82-0616-1F9E-9D3F-FEEAA3446D0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623C82-DBB2-1BB0-A626-D9DA1892D7A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42A22D-6942-E6E7-300A-9A5DDAAD34A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A676E4-1BE8-8DF7-2D56-160F6A8E542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3A5082-3415-EAF2-E537-9ACFBAC220C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AF4B7C-CD64-83D2-AAF7-66FC59623B7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A4137D-D178-2B42-A7FD-9388FCE0845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E0477C-A289-62A7-2EDF-62415021673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53BBD4-1A0A-82DC-FD8B-9E5157870A4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999C27-EED1-14D0-96AD-3C547D46980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E3DABA-EF48-1D06-8110-AD676B9705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506038-3A2F-D38B-C081-A7A88908FDF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C42300-A2E5-D458-B382-B6B82872439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904A80-3166-1C61-D7A6-EC4C9E5D3B1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DF7DB0-E96B-F82C-8F1B-D6D24321A1E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3D7B43-9EF2-F9CA-C7B3-3A43F718F71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E1CA43-8096-A6B0-27DF-5870045D1F4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2BF012-37A8-6A0D-57F2-5E58D13B1BB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E7D393-B803-98B8-32CB-2F477328B72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A80C24-DFFB-CDAA-CD3D-1356AAFD139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620DE1-3611-01A4-E1EE-284E602A98E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E66F95-755E-64DA-7FED-E15EE4DDE6B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61AFD5-C7D0-6824-6A35-1EC2163A212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758ECA-931A-1D5D-9480-05D979A2CB1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0B6FDB-4CC2-DE8C-57D1-1010506AA4D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3E9B02-549C-49D1-A92F-D02C08A45A1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A43C41-89D8-D740-ED6D-2BE5DAF7B19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3611AA-3CF6-AEDF-D029-6B0B5F06278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BB8A7-084B-E40D-E0DD-17F2FBE0086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268A3F-EC74-B002-9918-0375C8ADB67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BA8946-028F-CE7A-B001-C40E089DF68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A594A4-B91C-51F7-277C-2AAA7BA609A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5C39DC-801C-8DB5-0546-ED807189D56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0AE578-C3FE-D4D8-D452-9105D653C5A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83A7478-9EDC-F6E7-CF1E-81F024D5E33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062200-3F05-3B78-08E7-D191C57914A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B2579D-A32F-616F-0487-A7A7E503DA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CA43C75-38E1-BCDC-14CB-6837AA6BE28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D42F57-6A36-15CA-B15F-2A74069CF0C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26E095-9650-49A9-00E4-AD8BAEFDC6E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891E50F-A054-F417-ED4A-642A2572B4A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42F634-8C8B-E220-0859-17823D05B51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C61EDA-4D9F-748C-4771-7961B2DD8A5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75BB21-37F1-1E1D-4D4E-444A1F54E73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87FE544-B158-0A5E-CBBF-87EA20ECC7A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206A1C8-4F8C-40CE-44E9-56A4C863CC9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BE3B71-16EA-04AA-A084-9C2FAE29EF4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A9544AC-B1D8-D4F0-8F09-1CD0B8F21EA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70EB2D-8A72-93CF-F9D3-219F599CB3E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2AE57A-97FB-7178-43B5-DEB5E7707CE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62CF30-0396-D018-18B2-7772919EC70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</p:spTree>
    <p:extLst>
      <p:ext uri="{BB962C8B-B14F-4D97-AF65-F5344CB8AC3E}">
        <p14:creationId xmlns:p14="http://schemas.microsoft.com/office/powerpoint/2010/main" val="17656697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91B06-8E08-939A-5BEA-EE6F98B2F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2A6BF5-C689-DE1C-EFD6-222A8CE096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[20 in 3] cannot contain 2.</a:t>
            </a:r>
          </a:p>
          <a:p>
            <a:r>
              <a:rPr lang="en-US" dirty="0"/>
              <a:t>Therefore, we have a last possible 2 in the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27970E-1EDB-D925-C5ED-89F3F7613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BB961E-A550-428E-58AD-1824A1B928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03B730D-51B4-CB2A-46F2-EB9036C5E9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C44355-100A-0709-0E09-9AF97CE1DC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C5F6-3A25-BABE-9E81-3DDCA411AB8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8D8A75-4750-0AE2-1D63-902F1D93282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B06709-FEBD-840E-F17E-91E8AC295F7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5FD489-4525-121A-D7DA-6A91AD6A356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BEDAA4-B90C-636A-D70A-2BD555C76C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EB7142-64BB-0B54-F806-15869BEFFA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663311-092E-1B17-C583-2588942EF72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088E55-542A-C7D0-B4A7-9E3F8DC0CF9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ACC0A1-6276-BE06-CACE-8E0ECB0ABDE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8D4E69-353B-EBBA-CD9E-AA4740AA1DC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76458F-CE09-B0E0-12AF-39FFE5DFC1D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C2A3FE-7AFC-52B0-F54C-3C4559473DD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F235DC-F8BD-4235-A44F-17805E50E29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851FB9-8EB2-FEAA-A2EB-D688C276BC1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C0A919-223F-86DD-AF52-087C5B39D71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E40C31-ADA0-EF59-9495-24920A66A09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72F23E-61FA-E841-DCF1-CF656C315B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885D42-37C6-5939-1A43-6F5E1BD274E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11D7F6-29F6-CA8E-E628-5A223670A86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3EFBAD-EA2C-E85F-DC7D-FBF61F3355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B47EA6-E5E8-A7F8-1CE9-F9A61D3652D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F25283-A6E4-D602-4EAE-F30EB70DB9E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B3111D-F8F6-C9DB-C676-CA6FE582185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7BF9FD-AFBD-F0DB-2498-E6E454DACFF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51CC82-A227-0E45-252F-E6668E05E64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EA8105-016B-0379-9611-ED645584BC0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760D49-F6CD-2444-C1E4-92B93200971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3EF49B-129F-62D4-7F53-6EDE28E9EF5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8FBC397-8721-6CB6-1326-540EEAA4E35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A4F811-C71E-BDAE-96C9-623EC13E85E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779D68-9F99-D32F-4670-A64EFDFF941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C2B127-C3D9-5869-21CB-9207C8D3811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680320-7A6A-858E-A187-6EF49602EF8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B05D5A-F140-B639-D4FC-721EEC4E9E6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8FE907-9857-0F59-49CB-37E163DCC88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3B0113-87B6-A388-30C8-FA0449DA808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4B8621-3928-CAF3-C277-036253E84BE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FF3B4C-99BD-7639-B1F5-E903BD2586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906C76-E9BF-B0F7-3CA0-AC6F6B89A9E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8B061D-8B89-4611-3D78-5D72ADD64D2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14D764-B608-3A28-3D96-C6CD1B960AD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F7F365-5E98-2AE2-9C4C-01F1E185E0D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942993-2B80-F37E-7862-316A930E100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6A592DE-2BA1-C65D-23B9-426033D15C2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26B540-EDE2-306C-D674-C7FA420A53B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AFE019-7F9B-4AC4-CAEE-7E7A0F6EE5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D588D12-A6AA-5EDD-18BD-EBF66314003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8F85B7E-5ACE-6DDA-AC99-788C60A809C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4C0A560-30ED-7374-F0B0-9C38071088F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14F97C-F11F-6F72-E070-D46B94A2357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B320E0-5190-4447-3589-B6D423F31B1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CEAA15-43FF-E3DE-9CD0-E13A8E037B2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6A8B0A5-8FBC-821F-E2C6-2B66B09435F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4465B5-8ED8-82D9-B361-41219CA0DBF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9218BE-B1A5-BFEE-FFDB-034C5521801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7CA53F-AC34-B761-99C2-C878A08FC43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8FCF514-AD82-AB59-4AC6-3B5049B3F37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073A438-973A-F313-4A44-9C093A1FA3D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51565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2B59B-CF7B-E815-5175-367C46A8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D17984-EED4-C838-28B5-A613C5AB1B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portion of [45 in 9] cannot contain 2, 6, or 7. It must contain 1345 and one of 8 or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7A2FE4-097C-DE07-6B28-9148A9D3B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380CFF-B25E-1E15-6ACF-7F754DBBD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28AC989-00B2-DE86-8303-BDB3C301EF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0783E9-AC52-22FD-CF0D-E6963C8DC0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B249A4-86DA-ED9A-9025-CDCB5C65FF3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2BBAD-36AC-5D90-39D6-7CD10AEFB00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6D8AED-7928-B9EE-001F-4CEAB4E58F3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16DEA9-70B4-9300-138B-21AB3D2521E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8AAD09-338D-A5AE-0DE2-98124EC5CB3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54FEFE-35B4-27B9-9E0C-39E2CE1F136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D137F1-FE8A-2F78-53C4-A0F6A8B7327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7C3437-C44B-2ADC-E659-AC7BCE1C6FA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F29394-A2DB-EAD0-D6C8-6329AC24509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FC1772-DFCA-AF29-78CB-B9F37B2CD30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ADD0B8-E860-8E12-A072-4382AB76808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CBBDA3-1904-903D-BD8E-81DFF8FF3CB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8AA2F8-0D04-16AB-6D10-0EDFDAA765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DFE3FC-4DE5-9447-B067-9D35BA4DD6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3E15A2-506D-7670-E067-62470A23CD7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84A1A4-E65A-A682-73E7-53A41D7919F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E327A6-992C-94DA-9B75-DB4A7E497DA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1257A0-02FE-8479-2D89-5339F9FE8CA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A1065A-9202-309B-3DCD-5232E3EA043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3A6C29-01F9-617C-E6FF-B260511DF1D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605998-0214-5BA3-EDE0-B0358C5BA61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3B10A4-A158-2A96-F54E-6D4CED2C3EC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23DAB2-4659-DD3F-402D-4114D21A15B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040447-2EC9-90B2-1B42-4622897F424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381781-20EB-A094-240D-6F61C220D4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D55C0C-D539-1B64-0BBC-2E320D1EBBC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799A11-E277-263D-0CFA-38921268D80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C10AA6-CCF5-E7CC-C987-B2402E62567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405F65-823A-418E-4A8A-AB94C9B74D0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5B0D35-3196-2C90-5725-F3F4808B39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ABDA12-D2D0-7B1F-B966-1BFF2600999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8D3C8B-EBD5-C10E-5532-0072809BD5B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2CD3858-D3E2-2CA3-2ECD-AC38B41D7CA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8549DB-5226-1552-6AE7-0742135E9E9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1EA499-6709-A049-A4DE-FA6AB746F5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6A6DD1-91DA-EC38-3562-DFDB01C18D8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34EE87-E15C-ECF9-E281-FC144F9BF04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2CB812-2D8B-223B-8ED3-2905AE303E1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5D1371-FC28-3406-35C7-8D7738FED29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971597-AD8B-9552-CCCC-83038D73497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0B2500-F584-1E5B-88CB-57359CDF13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101C18-C7A7-FF9C-E737-D697DACDD9C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450E09-EAE3-8DB0-3425-C22E053AE65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C7122C8-E1CC-BFF8-CA9A-0566418E9B9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74B5A1-0D78-82E6-D4E1-55E623C0A47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D8B75A-A899-87A0-A524-B9DA97D038A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FD5B81C-199E-3909-DA68-AC62E31E88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EA1484-9D9E-5D38-9A91-3E5B3A7D151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9B7B1E4-8ED9-E985-BA96-35F50D921A4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8C5E0D2-811C-DDD9-F08F-2B6B080EF04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23B9A4-1076-0502-08BA-CF3B9F60755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C86677-D3C1-BB1A-2451-1B9966B27ED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1EEB84-B5DB-3466-A3D7-15710B247BB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E013EE-01F5-C6C8-768C-664901270AA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B0AA1E-C5AE-0DB2-DCFF-EC29DC32492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92882A-1129-FFCD-2B41-FC6A09D6958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02957A7-344B-AF31-5D1F-15E5E7615D7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ADA712-95AD-293D-AFD6-5A54CDB4B59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72F66C-CF22-C5DE-EFAB-22ADD30A6B1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1AA6FC3-22E2-5BA0-FE6A-C2173E12AC4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F6586F9-F399-5718-CB7C-B7A91C3358C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4D15851-221D-3CC2-B233-AF29427E897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178CBF3-FA7F-0FDF-A95E-1BC3454896C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</p:spTree>
    <p:extLst>
      <p:ext uri="{BB962C8B-B14F-4D97-AF65-F5344CB8AC3E}">
        <p14:creationId xmlns:p14="http://schemas.microsoft.com/office/powerpoint/2010/main" val="22541846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633F-BE7B-C882-9842-D13EA7355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B09D2A-0008-46E7-FF8D-AE2CCB6729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[15 in 3, no 1, 3, 4, 5] must be 267 (the lowest possible remaining digits).</a:t>
            </a:r>
          </a:p>
          <a:p>
            <a:r>
              <a:rPr lang="en-US" dirty="0"/>
              <a:t>The 2 fits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C3D89D-B5D4-3640-A6B3-41E9327C3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79E1932-42CE-17EF-4C18-1D95C5BE3C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2CDF34-71E5-F06F-8A8A-8CF37E7E74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AE32E4-3710-3997-401A-901CDA35E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C1AE72-A0E5-198A-DD31-60203D4BF35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DC9C12-528F-FC62-634F-9BD41350FFB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5E453A-AD87-9A47-9902-BF4914CA65C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64917-087F-C874-5897-615B23BA372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B5DDE-BBD7-708C-4172-A716C328752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E86201-216C-DD11-2D2B-FE10989B789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181E6-A6AF-5805-41CD-E2858FA75F7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73B407-5C72-ED26-E053-C2DB4F8C529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699D1D-B226-17A8-1FCF-BFA956ED733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DA0092-6234-EE40-D393-6DFADE2DA94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0D376C-00EB-5956-A2DA-2E3CFF679DB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7A812C-AE2A-6AFF-DE65-133175265A6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76A7FC-2A58-A119-7463-CAAF424763C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556996-8B4B-FE30-EF5E-891424350FF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4263C3-8500-CCF6-E749-0112F4C52B4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085C4C-8AFA-5457-4288-12855502954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CBA846-4EC8-FBDA-8F1F-8CDC08B471E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C109FB-067F-97E3-1974-71386F1372C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29D49F-D370-4D66-39F0-94B67697E21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B4B12A-7BA2-C401-B098-2C6B988245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8E83DB-36A2-54D2-6AA6-4D089CA6185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D2AD2B-BB04-DDE6-0FD5-C92674C5F04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DC0725-A6F4-8050-C194-AF722AAB9DF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58BBE5-CFD1-DF17-07AF-DA94CA1392B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1CFFD5-ED65-2671-115E-6BC26E2E19F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94496F-106B-1AE4-4D4F-3609E9974A0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18DF3B-CE71-68C2-71ED-DE8C8B0C51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5804D5-180E-C0FE-2FA9-227EC626287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EF0580-643E-75E1-401B-0F13AC19557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A463E-B486-58A2-B928-B73951514B1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E82BDB-9AE2-AA66-7D28-2BD558E63CA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8C221C-C60C-4619-6804-EE3A4542182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492219-7CCB-36C4-BC67-8977A90E614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3D773B5-7627-F4CA-D2B2-21E8E16B2F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A981B4-3EBC-576F-10E5-9DD09A187E3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7FC275F-BCA1-871D-DBCA-CA7D9556B2C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0244EB-E133-4E4C-FC3E-92B78250549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D94B65-7547-944C-3A1D-9C5650AFF1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F8B4D6-0750-CCAD-8FB1-C09F482E559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527976-71A3-794E-DABE-AF28871B25A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1F1308-50B0-3FFA-4D52-EE45144DB3B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4C8D31-BFF5-9FE2-C5FF-5CE9ADB1579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2415E16-1B17-3868-B761-9C92DCE7A0C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525ADC-B7A0-8260-1DEC-DA4EC80E087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D1AA84-A8B1-475D-2256-B4742DF11F1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A0C2B8-3ADD-8485-5F40-74EF97AB5E5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212146-3FE2-AB90-CDB6-EE22CA5B4CD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9F28AA-D024-DB01-FA9F-0D7629735E7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3E113D-DF9E-2F60-CA31-1580409A004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EB99B2A-A644-7752-E05C-0C3D92B9AE6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B1F25E7-44C0-0C5E-4F5B-1B296E2F989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934F40-09F7-CA75-E761-237D0BEE279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DE1406-6EE7-D6AE-0DD8-9F6DB43026F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82C935-18C7-F638-F0FB-409966E9CB1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CE2070-3C7D-49F1-8766-BE3EFC8DD14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D9A3D2C-8D87-854E-E33F-82C540D590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D37EACF-9C89-746A-52F0-D48377771E7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282A10-DD1E-5D8D-418C-2CF097C3BBE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E002FA-818C-DC96-3ACD-2EB36890B7F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8DD8EAF-7779-A23B-515A-180695301F7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521652-E515-CDCE-1218-6EE7DC0676E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D7E3D1-9395-D637-310E-D78EA5D61C6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0BA7684-A2AA-E996-1BC5-C2D76A0BE9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D51489-52E5-A1C6-9ADA-A297166AF12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9BA7B85-233D-06A6-B659-A5088460160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8311A3-9883-85A6-C75C-BF200EAB4AE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</p:spTree>
    <p:extLst>
      <p:ext uri="{BB962C8B-B14F-4D97-AF65-F5344CB8AC3E}">
        <p14:creationId xmlns:p14="http://schemas.microsoft.com/office/powerpoint/2010/main" val="12589995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80F0C-A7C1-4ACF-367E-2E384AC44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7C00B5-1995-ECFF-D3EC-606599418E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And last possible 2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74EC74-9188-4311-E5CF-AB292ABF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D811B1-66A1-AF65-D714-2CCE3A617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EECCF6-3E7A-6E72-246D-7E162E3EC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16ED72-1C17-C100-4F51-F3D1D4E120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642FAE-3A4D-22AF-F13A-86F3A2189CD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34842E-CB3B-6949-4660-739FD1DF5FB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265807-3805-CA09-83D4-CF3B4B63F1C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860987-357B-9B10-78E8-0ACE1CC865E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96A3FF-C794-0303-4E06-4AFC3F05756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DF0251-8897-A5EC-23E2-095372E3C8A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EB0159-DA49-3F5A-8CD8-65E405D2926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82015D-D1F0-09E8-D064-7796551777A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19464A-5115-8DD8-F540-B8AA3B67723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4A99FE-4334-B5F8-444C-5036DF744DD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F3B9E-141B-C647-B537-BAB2532AD7C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4221F4-B548-2CD6-F9BB-41D51CC5B80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CFFC0A-E94F-3807-D30D-C9819E7BE9C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7F87E3-B56C-D52A-49E6-F4432BE0C7F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8B51FF-2033-A360-0844-51294A2D088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B4A47E-4A26-A08A-F347-86D21E203E0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EE71B4-CB7D-BFE4-7FFA-B0E722B4DE2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8B615D-51A7-7E7D-9CB2-4B1A06CBEC6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F06E1C-0C77-FCB3-F198-E4BD90105E6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A24197-5AB5-B963-825C-4EBF0A04803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2BAC0A-AD8D-C546-8E57-4DE8B787DF7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FD2A7B-D476-2B9C-AA3F-6FF66D06EDA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B8E1E6-912E-B6D8-9749-BECC8C60C36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607945-47A6-2BC0-B3FB-4478D654073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D4650C1-ADD7-3A35-9A6E-837AB7DA635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BE96A7-91DE-8C22-1E10-0CD1FB7F697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91333E-B4C6-E56C-F777-2D9553A889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FEB64D-0008-803D-80CE-48F6A98A5A4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B57D91-2226-F899-84B3-88C91C9487D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2EF8B2-BA47-F251-6F7A-5B69B05E06F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947770F-D4B8-AB43-F2D3-4A18C9D13BF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023A28-00CA-FD01-518A-71816886E71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CB5627-3182-6E0B-0024-D4CB6FA90CE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63BD81-EF6E-F629-A04E-C309F167F33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00F4AC-BD95-746C-D61A-376F9C3650E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48F885-8DF6-9389-FE9E-7CB70921004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2E0E2D-DA41-C590-598F-7F21638BBBF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4C5644-D2FE-B319-00F3-E8ABBCDB435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2B45AB-110C-8508-409D-46F6324A993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BB1792-AA97-5F2C-00E6-A7327351452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234556-287D-9F0E-FB5A-44E8DF1640D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FB0D9F-5296-31F9-78B3-83159EDC393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87CE5F-6DE8-B232-3CFF-A241BF18AF4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AC60A3-8495-FE92-AC7E-5FDBB1430F7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9B30936-A6A7-62BE-3A44-531F1AD23A7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CEE293-69CF-DD05-46A5-9FAF700D1E0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3864A0A-1E42-3DF3-C47A-2440615D643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8E79FB7-49D0-2AD6-19B5-70AD43F13F4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2D4651-AF70-059B-1FE4-785A81DB6A8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2A0F50-7A3B-A168-BF30-BB8B758C1C2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5C14EA-4F05-A2DE-4835-300620204B4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ED46D9-E7E9-C9E1-9CB4-EEC83527A0E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B8EA8B-67EB-D680-BBF2-9AD26715E0A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DCC9F8-343D-71A5-767B-988369BF4B4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EF28B7-55DB-9020-C2EF-CB5CD6D9CD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67375A9-575A-B641-58E4-3A4F6258B12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BCE7A1B-1792-B5FF-15BD-18563627EAE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5431246-A649-7846-9671-1AC4941EEBF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349C48-A41D-B55C-9783-EB09D2D487D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445AA1-36B3-0667-05ED-853C040CD78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4772A3D-A8E9-C6C5-6553-DDFCC5EFD72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209A918-ACCC-D152-1149-91421D95435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3EE325E-930A-BFAE-1869-C0EB5278139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710B54-32A0-7748-4111-22ECB622592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2B8E79-71DD-2297-5FBE-9FA9354CCE7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111C46-C57D-8A70-D733-C0396348B3E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0C263C3-EB86-452B-59D2-A77F58B6447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206498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A405A-D2FD-598B-7963-9E500835D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6F84D1-73AD-ED15-F719-423991766D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last cell in [20 in 3] must be 8 or 9, because all the rest of the digits are taken in the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D277F1-56B7-A880-8466-BFD6E6D17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381C83-89D9-DEDD-6E7C-3931A5348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3506B3-46C5-EB70-66C3-3F7BB30B4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160506E-ABD7-37EE-5CFE-43DE36DB99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E7CAD2-CA4C-BF67-47BB-05B1A90CA58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033E5-E8FC-81A5-0C09-142D57CD522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892C0-4365-8203-EF35-C35D7E4EC28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2DAE89-BF05-4419-F002-504D60E841D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110B28-983E-8E2E-087C-012C5C73B05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B0FF57-98F3-BDC5-A020-E0EA507B68D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27CC0A-21A8-7D94-3F18-0671DD827BD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CFC00-4552-33DC-CB36-39373C15A8F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F4EF02-E166-41C5-CCA8-F4D15328D3D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7A5A43-4E4C-53A6-953F-6F96C1AA409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286173-55EB-E70B-BCB4-40B1F9181BD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E8E999-47E5-0AED-9015-5FD9E073762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0643C0-50A4-EF2A-3F88-7C7A59E2B9C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5F450C-664D-8C17-13D8-E07CD481C5D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822810-FDCB-93A7-AE6C-AC3A36CDBD4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A517C-D3BB-5D56-9CAC-8D262839D56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1CA6D9E-3190-CCA7-63E4-9E64D079223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B0298B-FE71-F98D-186C-7221061A66F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1DA2AB-1846-AD08-9892-FB3E97CB1A7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9E7FC7-15F0-EB46-D729-0E203BF093A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690395-C814-AB98-A3F1-3DD2D186304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6B7300-D228-5979-C73E-7D68E5B139D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152B2D-56BF-C074-8E4E-78B940987EB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132C55-6E16-AF0E-A2E1-62A044FC01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751CB5-7D34-BED9-5DF1-D8F307D845D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E9DD3-EF3A-6361-BEAF-A4181C9D969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D8F3B2-B026-D0B8-5501-D5FCDB3325C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48FF0A-19E8-39B4-879B-97C45CF7F41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0CECF1-DAAE-2E4D-869E-659F0460393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66A5D5-58CD-E63C-459A-898C755ED3F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3F6DE2-B4E0-2685-A45C-1AF9F974055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379015-FF9C-5934-945C-59FD9E170DB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64737C-70E1-A84D-3582-3500FC0CFE1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402458-F72E-E7E6-156A-551F28F9670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7C62FF-4652-44F9-37AE-5BC4A848C5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ED59BB-9AC4-B188-9C87-84D5FF9FA34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7E0A83-A3C4-92E2-1369-2CB4EDAE36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829015-9128-95CE-CCC6-26C117B0259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99FE4A-53E7-1A3C-D634-B45B9DF69F9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FCB97F-F16B-6826-3855-0D0E96497E6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987EBD-51E9-4667-A40C-632ED7867A2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E73E18-5688-7091-5C7E-C2048462FA0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05CE462-494D-232A-A519-55A4B62363A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DF8057-C0DB-89E5-58A4-4D1E2C51F77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0F6225-0CCE-1C87-2B25-8E13A604AAC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705738-CABB-0AE7-E09D-87913896AD8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219564-11E0-652B-5B38-5668A89F2AB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8C137D4-05CA-BEB7-6ABA-90B1E88A91F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98C72F-099E-0361-C9D2-1B1D17FB975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C13ED2A-314F-B5D9-BBAE-1CEB1FE40B9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73BEA2-B3A1-4F1D-82BA-7EB38856390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E449A2-8580-E246-2D65-F420B80E9D0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CDB4B8-F4F4-9A8C-A346-99B114F99F6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A297BF-ABC3-C83E-86EE-85D23D82F2D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FB81679-57FF-0024-8B6E-7A00776FBB8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A899E3A-A7E9-3715-0821-45257AF9937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BDC6DE-B9E6-05C9-6BC2-26BB40C21E2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836156-C034-358C-F0D1-53725AB2CF3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B978F2-8FD3-84AF-8166-594B647C8F1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1D5B87-C40E-8BC9-CC6C-1A4247BFEA2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55DDDA7-4AD9-196C-DDD3-85E6F967F4A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B1D8F69-844B-348A-8173-8CC0ECFB1D4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8057B7-1842-568A-55BF-D0D833A2732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78CBD14-595F-0E31-20C7-E678AE04ECE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FEB12A2-B125-1FCB-4D24-3415646A687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289562A-C500-57D0-5B30-2107DC95BE3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F403C3-7A81-553C-5C4E-28AA0EA710C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D10BB4-EAD5-A224-5AD7-252120C8240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</p:spTree>
    <p:extLst>
      <p:ext uri="{BB962C8B-B14F-4D97-AF65-F5344CB8AC3E}">
        <p14:creationId xmlns:p14="http://schemas.microsoft.com/office/powerpoint/2010/main" val="31717875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175F4-2B4A-F603-3C04-A06E8EA8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CDC09-A1B9-FD82-09C9-F623CFDCB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A32CB8-041E-A928-18C1-60CEC1D5F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1CC373-C9C0-849A-48FC-299B2ACF1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C59632-6916-0AB6-2468-F3AB1280C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0A0367-0DBE-8BCA-BB49-E605C7C1BA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18A5C6-57EF-BB47-ACA6-0A075A977C0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47B6D2-3FD6-5B71-884A-F8522D986D7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4A3BC-A119-F20A-CADE-1743F34B859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153190-90E1-68CD-274E-E47B19141C8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E16B95-616D-896F-A7BA-7135C025C1B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09207D-D5B4-694F-439F-50C01F965CF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BB2FF6-CA40-044B-AB12-33D442D898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763918-982F-2FF5-E339-B540088DBF8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B541FD-2968-7B21-0F7C-15C4AF4E724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93684B-976C-58FA-F68A-6C1F9F4B457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2690B6-0203-27F9-22B5-7EB14E8E400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62EA50-BD50-7E9E-975A-EC32E413C4C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B0525F-DDAD-985A-1481-78A9A4AA4E8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071407-1AB5-29C8-92D6-65956F315F9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7038E8-68F8-F5F5-E4EF-0B950124450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86CD11-28E3-FFCB-082E-E4AD06ACBC1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70D4FA-EEEC-233F-695C-063A3327B73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86A6DB-19D0-67FC-218C-580962B6F83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C2EAC1-8B11-DCBB-F096-FDDB6EB5251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17D9BD-7283-57F7-0332-A53F4F0DDE5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A2A1C9-C536-E641-D1A2-89B29004ECF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C0401C-2C44-2B44-6404-D624439F38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D7D3E9-A466-64BF-6C29-8A61F2493E5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BC7C06-9BB1-7278-7D44-5B9E5983969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EBDEE1-FD7D-6C30-F24F-CDC973BFDC6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848968-0DAF-1C53-935E-76DADD59FF1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893BD3-4B06-523B-84D1-C216F570951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6B3F52E-2E43-6939-7016-D8385F6F04F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E39E92-3B0F-60C7-D4C0-0696D1BE9E5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552253-4C0C-CC91-A15A-9EA52C07198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A7CA5-DE9F-8312-20B6-B30A8E385CC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8820E6-F86B-2619-E74F-83E6362B627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330A7C-341C-F0FE-B983-F1381A2F6B2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EF89DF-9360-0815-1F5F-35FA2B7EC78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43389D-06FD-2D39-082E-5CA3856104C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F4EF22-17DB-0323-6FC9-7DE156E27AE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E7822B-354A-C9D2-F5E7-3759E2B0659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65FBF3-3555-BF4D-63CE-4932EB9B351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FE964A-9E2D-91B4-6B5C-28DD5CF28F1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0E96FD-A669-C70A-3986-F91940DE08D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6F9022-FCDB-867F-326C-6C8E29E7703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2BF264-98A4-C72D-DDE2-E1ABE3FF7E5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F74BE-F676-1A5E-93CB-4A532F7A19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55C2AC-A2B4-13F4-92DF-E6208CE5CF9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C74DB1-7E27-6B6E-B60E-95B0C8F0F56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AF0DD1A-AE7B-B670-FA48-CBD8A86978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3DB288-9651-DF5C-7208-A01FEB8D019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BA76F1-7AED-953A-E637-3EB02641D8D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1FC73B-D9F2-C695-B5C9-A8B37B8B3C2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01717EC-C7A0-4003-1F4E-9590B31FAAD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B00018-4F2B-64C5-FB0F-F35968EFF94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DEDB14-67D4-773E-BFC9-23A78716228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8EAD36-50D8-ED4D-D4C6-59781E47B38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A3B7AA-EF96-7A11-71EE-570AB1F13D2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6F76B2-1C58-5006-6CED-D27CEF0EBDE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E84EB52-20DF-CDED-FA4C-D3B4B39056B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869A2A9-34FC-B7B9-8206-4336A32D249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88AE763-F6C1-0E92-B741-09377E2A66F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D970568-7FDF-FA34-A8E5-221A1C786D5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ABF1208-6319-21D5-0CD0-F52F3415B6B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3C5254A-D023-F6CE-0535-0E02928E276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B7B59E-8E65-122E-2213-C1B401EA299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175082-D638-8D48-A1A6-F9F3B25C401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7676BA-0DE3-8E3E-4D1B-FE1561EC629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A38EAE-9761-5145-DA4A-C73688978EB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20697DD-DF53-E6CE-0D93-15BE544A877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37419-C864-D119-B788-9D00F410257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7B6F16D-2749-B016-9CA0-436E1733A3F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</p:spTree>
    <p:extLst>
      <p:ext uri="{BB962C8B-B14F-4D97-AF65-F5344CB8AC3E}">
        <p14:creationId xmlns:p14="http://schemas.microsoft.com/office/powerpoint/2010/main" val="307747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AD404-116D-C37C-E754-1A1ED0E07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AAE223-58BA-B988-DEBE-D2DDBC8A49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the 134/123/32/1234 quartet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AA4D3D7-1375-E9FE-58FA-63CA63B06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AB7E2D-0472-7089-19B3-7AA7A6131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CC3879-3E76-B770-A6E4-61AF378FDB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230E160-4577-5D84-4F48-5CA03E5344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50E4F7-E26B-2993-D126-65B03556DBD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53F1F3-B819-F576-2108-AD7A80BB987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11C4B6-2022-65D0-45E9-C3ECB1ACBE1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EFA9EB-FD38-5BB7-E2DB-9148A056AE0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19755-8A44-7A3B-F8F0-D4DDA78EE6C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81F745-7FE9-BFD6-2A52-324BEA2497D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246B1-45AC-B888-C063-DD1FD9F1AAC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42BF6-9822-6706-0E97-881F9D11914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8DFCF6-B575-F3FD-1F9F-F8DF57312E0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9D30F-5881-F697-BC7B-4AEB7D5AFC5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AEF817-BE24-AFB6-786C-52688B193A7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E94F3B-D459-9890-8136-63F2F4E0A09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2B1B44-2ED5-3182-52BF-29995423E25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CD22F3-7DCE-DBB5-3010-C479AB3ED49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F9D464-8AA5-5A02-B0D8-E720150843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98E3B6-017B-CD3E-EA30-0256CEDB9C1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2A64F8-0045-851E-17AE-2303358A9B0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AB2335-F5A5-DC2E-1DD3-2D7A9A085E0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1674C1-BDDE-FCD6-A60D-BDB83441D90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5806F5-DC5D-29D4-51B2-5CA4169B998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8A96F-2732-793A-DECE-EC7529D168B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B12F70-FCE0-F3BC-193B-7F123CA1755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D90E4E-ADCC-A9AD-EC02-DA91D69A378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1617F1-6B4F-8447-27DF-C4177AEE6A2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876034-239E-FFAF-188E-D8EFD55CEA4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643CD8-E4B9-0A8B-6B03-38A641B0723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A7F5F6-0032-2D4F-4D8D-62E8F97CC1F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DE55C1-FA1A-4C3C-1D2D-50430963DBB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6C9AF9-A889-1148-21C9-37256CBEA7A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418E8F-2952-2A82-41EB-5496721C62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976705-688C-E1E0-8F6B-CF5C84AA9C1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796093-1C58-57EB-038C-BA3F691E0A1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FDF9CA-1EAC-200A-2AD0-67805B376D0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B7FCBB-D3F7-E428-BD30-E0985161107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C35411-0D4D-2FE6-81F9-E2E1A650EB7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43FE6F2-B567-B3A5-FEA4-0F381CBD75C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6541D0-8DAE-0D2F-61DA-FB584B9434B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1CC01E-C2E5-67B5-F9D5-438CD7F95E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63B929-D834-0EC1-1371-766EFC5BC38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26A581-E1A0-1851-3497-671DFC4C835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093F1C-A67C-4046-63AD-06A4B97105F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CFBEA28-E397-A402-6257-E71D7EE29DA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25443C-A7B7-F98F-59DF-3AB4E79D274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D35578-990D-8284-5BE3-C84892BC4AD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6CDD2A-6485-2049-31B6-4BD16BD4CB8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4431B1C-26D0-4F4B-E1CC-E394C6D7A51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F771C7-B092-A231-F57C-8C949BE3968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0224BF2-F3E6-2322-0F6A-82B926C9A52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158D78-2C7D-85AA-6D24-00C248EBA16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0DF921-1F77-7ACA-D9D8-B7A12B2DCEC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F277B22-1CF2-A260-1031-CA0E421F702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4E0A1A-2B9C-1760-A665-04DA30044A8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FB85FC4-5A41-20D1-76FC-3DCB3A9111C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EAE5A6-FABB-721A-E3B9-1C87164C7A2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1F810F-B847-63D2-405D-A67599AE1DC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0B9511F-3341-F65D-A5B2-9951B52AA95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8E6CBF0-EA6C-590D-9993-D327EB5C05A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7B30CD6-E12E-897E-F4A0-BA4058DC21F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7DF7164-3E06-B8A7-243D-BBEDF2B51A8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506FC05-07A4-7CC8-038A-BB9FED6CC80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09C888-5887-4995-E7C0-79E407CB489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C107A4-2350-D01E-99D7-043FFED89B9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F86048-C22B-7B9B-785E-CEE325553B0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41E773-4BFB-4A28-A68E-20F4F48A097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722D33C-F7D1-8254-BE72-B7F267AD23A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2F913E2-68A6-7B82-CD58-7C98894B52E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2C281C-8FD9-A6A3-3152-1B6004B7D9C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14D90DE-9E81-A537-98C5-743FE86CAF6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971133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B0EC6-53F8-888B-4491-04416AA1C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DB4526-B2D1-478C-8CE4-BFF57DF0E8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finish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C93539-6891-58F4-0A9C-63605F6FC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2ACDF1-1640-A78B-A38A-4C06D621AF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5CD3159-B913-C01F-288C-896817FF8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83C998-640C-7415-BA9C-E212068F35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E25BEC-1D41-C247-CCAF-A8D1229D675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A5345D-A222-CADE-808B-705CCEC212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2543-9DCE-0508-5809-2AE5CD89019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D7314A-B9BC-61D3-8818-568CD92E4DF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D7CDDD-7D3C-B6AA-6EEC-9392AD9C7D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2E6A48-1F9B-F040-6986-BEABA902FF6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ACE8D3-F1BA-F34D-CE79-680301DDD96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4C40C6-C653-AF2A-2EDF-9D5DF1FD963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D1A571-3268-F3C7-01DC-91722C84715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CA06AB-7684-7EBA-BEED-BC540ECC19B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3A3808-388F-D2CA-5090-4E4C56658D5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1DC6B1-1B3C-9018-8AB6-5915F9CC960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BD55F2-D7E2-03B3-3B3D-AB04F50C48F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032FB4-8931-79B4-C689-C77C7385D56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EC70DF-3404-4F77-487E-EB55008282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489BCC-9E97-0135-8108-E3368BA56C0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8DCF33-45A2-798E-F9D1-E6C856AC814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B974F6-3427-2E82-9E4C-0278E4B3845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44387D-36D4-6DB9-9F5D-B23A4649672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046F90-7482-3D92-0C8F-5720FB2E423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51CD8B-9C33-79E2-43A5-8126B09BBF9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A2226-04A0-8721-DEB7-09FE78CA229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95362A-A459-16D0-C878-0CE09A6A4E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6F776E-9332-DEDF-5BBA-915E78F0943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718DEE-6170-8E11-F12B-06AD812EC9A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91FA32-CB32-05C9-4638-77C0E5CD00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A9536D-61B3-87FF-3E65-597AF009B74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AA8D3C-607A-1EE1-E6B4-8D76570394F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F95361-707A-EDE8-3116-E156CCA0465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00B75A-7A55-A46E-4D65-8EA35B9C40C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A8AA1E-13D1-342A-D7C3-94BF0E5FAA9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25BBEA-AD81-AFAB-B8FC-AACA301DA4E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FD2307-316E-DE25-0F9F-B1DC3802D84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5025F8-BA84-8D0D-0CE7-683D42FD1CD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18F37A-611E-CD33-891A-DAB2E253DE7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DF113B-8F29-959A-9B7E-9705A22BF99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B2A54F-AA5E-B23D-3853-EB111ECE1F9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833477-CFE1-CCBC-84AA-9C5EA04E06B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6DB5C6-352F-C481-225F-2B4028CB051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2D8906-6B26-50B4-4AFA-D516F9813E2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0DA8A23-2B20-AF37-90A8-ACB898AC8F8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304C98-4D6B-58E5-B7CC-9FA16A0503B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15FE79-1EE4-72B7-2CB8-AC4CFC76BC7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D57F51-F7C7-DA97-1D88-D29CE993386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A3DBA-7ED9-F7C8-98B9-84FADBA377F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B42AD63-5416-3BA6-F5E4-2DCA212493A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9D36A3-D44A-2A3B-EC5A-CBF916AFBCA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941CDC-E1FC-DCB8-A9B3-2B19FDAC62B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57227F-8007-911E-0C19-83F4000445C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008899-5660-131C-61DB-248BCB33F2F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4D0994-6FC4-7A74-13F7-838056BBB3A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A7C393-4BB2-DDF7-A5CC-0E1281A70F5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C143C5-57B4-8FCA-AD5E-F1ACA2EC7E8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64EF69-0D25-DC6D-BC81-733B0D70E57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567DAF2-6CD4-951A-182E-B82719718FD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4E874E-F801-3479-D3C0-FF1745B40E9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B20CF99-2EED-1283-D142-3E928BCFA7B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445C7F-8602-7C03-F5BC-C807C5F8DD8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3C4D668-5114-EBA6-263D-DEB1D2F462B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EF215F-4B9D-7637-D4A4-E8886929636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261A64-844F-E570-D219-291A9D9C9BA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B4C312F-8C66-82A4-F08A-62DCEB5E71B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8FEB5FE-4C7A-8697-24DF-79DEDE2AAB4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6E51FDE-EC08-5027-0448-FED0CA9A814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486F4AB-4AA3-A5D7-6EF0-C72383862F0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E7D181-A4F4-9860-847C-4364D14184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65214C1-F1F7-31F5-BE56-C4B01553FF8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679824-CB3D-193E-93E0-DDC5A5F9DE3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15AA63-2166-55E2-7E7D-985ADFFD706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03B5BF8-8807-4A60-160F-523652D86F4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</p:spTree>
    <p:extLst>
      <p:ext uri="{BB962C8B-B14F-4D97-AF65-F5344CB8AC3E}">
        <p14:creationId xmlns:p14="http://schemas.microsoft.com/office/powerpoint/2010/main" val="15677372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3DA4E-1C86-C041-EC1E-8A4670F12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80B3D5-41FA-D408-7913-F68BEE1DE7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 (Note 67/76 in upper right block.)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6AB52D5-2787-338B-DD18-E065608E7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D1E14D-8F35-9B8A-0C08-6FE9B5D6F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2EB1F0-E15B-740D-1BB5-7A828B5217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E721A4-8C29-2039-0CED-E28F1D3106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7C5C4D-BC4A-E6DF-407D-86C549FFABD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D2B2-A394-8259-826B-68DECEFEB33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771A06-53AD-87C7-C43D-ADA036AAA0E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D08938-AF7A-00DE-A66D-A3F7B63614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B2F9F7-143F-32D8-D2E5-DC56908742B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6F3C33-1F5E-6B3A-81F1-432FB319A42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36DBD0-2582-DCAA-3295-FBAD709B049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1BBB2-A680-62CD-DED2-5898232FCC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1C1DD7-EF9F-6F24-D4F1-8801BBD2182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90FFF0-2D8C-415A-683A-5C291EE2247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8DCDF-97DF-5FEE-E820-D991CA6861C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3B41F3-FFAF-00E3-134C-5B874F614A7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B18B66-3439-080C-30C5-7129B8CE91E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9B4A1C-2991-E944-B5A7-39184E62D32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E3E8DA-818B-68D0-802F-2115F421F5A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DF3109-3601-FE77-37F8-697E1B0A1A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904D27-E0A3-4C7A-3E5E-8CE3E5BE17D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72DE94-0835-C671-40F5-4ACFDCBB645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5F3391-DB85-FC5E-D218-69D7F700E74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EA53A-C0C4-E2E6-A1E5-D7382D32311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C63EA5-A3B1-2131-4586-1990A1B9694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3E8596-8CB4-0125-A8E7-E452DCFCB56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285E8B-5F17-50DF-9C2B-007BFFC954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EF39BD-827A-12EB-C408-CF1CEB1BDCC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1C8A85-7E50-AB7E-7C21-FABFC1E95DC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71A106-35AB-6DC2-3759-0E98C1DF9C8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7CB9F0-83D2-9918-67C6-175D2F4B055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5B286F-5D54-85B7-E75B-F130F7A8B4E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18CE8E-0273-2C25-A3C9-FE381679647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8A2508-7A51-A55B-5E2B-F47062090DD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545049-A766-487E-5B6F-E0C5ABBCBA6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0DDF5F-76D9-9F68-E9B8-76CC6FD1E0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9619BA-DBB2-02D4-0B91-6718F6B6225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9F8DDD-05D2-7D8E-65D9-2F5EF645F5D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16741F-0A2C-280B-D94B-C6DA2E26CE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0AA112-C11D-70C8-D01E-9C780107B5A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59F475-0109-3BE5-3DC8-A7649580BA5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4051B4-0851-825F-33DB-72C707D3B4A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AA8168-91D4-3530-537F-3DB79BD317B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27A8C6-CA49-5F97-49DA-F2EECB58315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38FE05-1B81-2A5B-9490-38695F07FE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79341FB-26C9-1962-B58C-B299304731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FC09EED-7C29-61F6-34E4-501F218527B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7BD0983-27EB-13FD-1C17-C7FB4FDCD28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35937B4-E2A9-5D7D-C135-22187C3898A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5804D5-78F4-57E6-8B56-FA29C555BB1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6058D4-8835-D849-24E7-19AF23212A7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296E8F-D356-EBEC-D2F8-45D36989B46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836B09-1812-A251-4774-EC40E0933F5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9943CA-3DB8-ECFF-77A2-BEE6F30AA6D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5063D5-526D-A669-F057-C6652BC4CB9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2EDEEE0-9E44-DDBE-A267-F262252C80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6A88FD-A614-EEA6-E420-A58FD40F343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C7E13B-979A-A5CE-7AF3-9C107D9B055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B0090E-A32B-B1F5-B564-4F9D497AADD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DD957D5-9117-A6C6-CC69-4842B2D1296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F5AE98-B22D-7974-4921-C25E6144455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5CA34D0-F9BD-9D60-CEA2-AF6508F2CF2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7926F21-8B2E-605C-3D80-933F0B1F174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D2330AA-3271-B335-A033-4F1165AE5C6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E552E2A-6B5E-F06A-6D61-1626D12843C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0B3CD3-86B2-B2DC-FA60-6535913A0D7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E73CA26-5A17-7B16-8FCE-DD3ED63B9B6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059BE96-E318-452C-1826-F6D10E35326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C89EE71-B642-AF91-DB1D-60E6925744D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2020D9-9F8F-83EA-BAC9-2862AE6B7EC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2BB310C-1CE0-4185-7F8D-8413B1A23D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3F1C3F-B211-6E99-DDD2-96FBB096DC4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75AE1F-AAED-4E04-81B5-A7FFB51C827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C75EACF-EAFE-7553-56EE-AC68F65A980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460310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9415E-1BA3-7071-71DF-62A912B70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03C9EA-9AE0-598D-6138-0BC15DBDDB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DB4027-3CD7-7270-9AE3-3A60D3160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95DB97B-02DE-7E5E-FD6F-CF65AE453F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929B71-F235-AF18-8F99-E6E3757C86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8CF9918-7F00-527E-D2DE-13B7ACA8B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C47A1F-1E12-91A5-E7E3-5111F0E9FBE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2F086E-880A-7CC2-E98C-258CE3AFC90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5FA12D-E2E6-B0CB-634A-2611A003E99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8281B3-8526-1CAF-AD4A-6E10CF0999A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AB1160-A5F2-7DAD-1B01-A83D873DC2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081DF5-E6FF-3849-4BF8-86A3E2F7959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3E7F9E-7F64-9880-3272-1585CDEF7F5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AE196-AAD3-8F0D-8C75-4EB98C233F5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18A485-AB83-6C91-4DB1-6BC4135D75B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D51F23-017D-1788-A2E2-90A4381931B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258200-C0E2-A068-7F4A-514844AC707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08342B-A8AF-7EB2-F26D-21A658109C4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42F68A-8AD9-3621-DA7B-E8D0AF41915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84BB2C-FA5D-0CB6-2366-8F6C4FE20DF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622B89-E75A-D33C-70C7-1891C770F5E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1FD76A-A344-EF35-ECFD-88DC6A3F00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E5368F-9554-D024-4558-4A7AE7027CF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28DC03-EA5F-05B5-F303-DBD7715FC99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50FAF2-0359-B530-9FE9-C9946D7BD63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0A6AA29-A264-2C18-9CC3-183CF4BD05E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5AE079-F814-E2DB-C8B5-5BD49B47DFF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32F123-6EA0-12EF-5BA0-DC5016D6576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C27484-8FFA-FEFD-E254-0BC0258B5FA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144542-D0FB-62C9-5FE6-99C8A0E572C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D05D7A4-7730-07FE-BA02-5450647F04C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CB75B6-04FC-1AD9-FD61-0B8FD6729C5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D7FD50-A289-63C2-E231-497C17E8A0D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0BDBD93-8C61-DF40-0149-32B2175E511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3CBFA2-B62D-9B9A-9131-1AF727C4D50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CE24FA7-E053-DCED-3AFF-FBD4B016E6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8F8E50-2344-B6B6-0B9C-43BAF0F183E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73CC2A-D635-D108-D7C1-668E570F165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D31C52-8281-401D-DE10-367CE74771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84FC93-C1A6-D44F-2ED3-EA5857BF994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80FADF-74A3-12C7-84DC-0DDC3B116CC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F75146-027E-B376-B5C0-246FEC93F43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6205F62-45C5-6C51-8C4C-86C12281417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E19C8BF-2755-1366-3548-D015F962820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EF347C-B0A7-325B-0879-BC74F48CE8E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4452ED-212F-F150-166E-76DF4CA62D1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399DC4-B78E-7BCA-AB99-B6C124EBBD4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9EEF639-F3B9-1700-CB94-DF64937A7B1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98F24A4-EF17-5094-3703-B7F817F09D1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696511-0019-3D14-9307-B07D1AF1EE0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441DCC-E690-1572-DE32-A1570286BCB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0CC77A-D47A-AB17-261C-6BB10DB9237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355F20-CF40-81FA-4928-58BFA5C89D3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30800D-7AE1-5284-C270-FFB713B115C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4EB7FE-17EB-3B0D-D94D-8B7574989C5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75E29AB-6B12-9162-C602-B6862B6E266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5D4CF0-F871-F46E-523A-BE9C524E7F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FCAB62-4F1C-E057-CD8D-9DCBB3D5324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6D44F3-4E80-7FA0-F5F3-7520219A091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071453D-3783-64E3-C87D-B58BD263E57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32704D-D2B3-ED23-9E52-A44EBE08DC7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E15816-7658-42E2-B970-AABC8E25FA8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300EB1-4A2A-FBE1-F271-0382363A7D9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1970B6B-5B58-D4CD-E9C7-81458F53AE8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ACB6145-2401-76B2-2781-D9885B256DA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866CBEB-AFAE-25BD-21C0-76151C56AA8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20DAD0D-9707-8CB7-1DBA-564DA7635B5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D20D85-CD95-7C88-D833-A03B54F5856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A2E94A-1B5A-E2B5-4DE2-39E4F591261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FFE169-BA7B-A0B0-CCD4-9C97542B805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8F14F75-EFAD-5444-C5B2-1B00371D6EB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187459-D189-ADA3-0D6C-E1429E04FA8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94938F1-CC77-B1F4-746D-BDBD4CA37A0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C7DEAE0-2B45-4B05-CB33-D52D6BB8EC3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8E784B8-5C5A-0B50-3FFB-E7845517EB6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2AF97B-9CD1-13E3-58A8-A3FD13270C6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036402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A71B2-E81F-DA8B-1673-9A336F3D2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5D3644-558A-3377-24A4-61BAF05944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05B5BF-552B-0822-3158-B179E2E11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209D8C-D7E7-52C4-C662-93A61CB44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332429D-4A4D-F43A-328E-4CB551AEA5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80CA5DE-EA86-9CB5-550C-58DC288E04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C9138B-5433-AB52-3FAC-FCBDDB567D1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38FBD6-4092-8054-B3AB-21F65A600AB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CA76FF-66BC-27FE-CAA1-C3B90F90435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53438A-4064-8D86-6661-7A81D2013C1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17B107-7B44-00E9-C10D-F0EC84C367A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A440F1-D2DA-37E9-0515-93D7C718A41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3A50F7-7905-9D22-7599-DF4C2AC2615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15B6E7-7094-A0CE-014E-B3A107C7C21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F40E-74B9-7C99-5F02-6D74D544680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579A20-5A19-77AF-A2E2-CD545C77CFF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EA4780-38C7-DD4E-9E3C-B094ABF6E8B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7D0E90-4068-2D4D-D093-FABDA77ED62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97CFE9-E34B-2BFB-F241-8CBE527D3CA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18843A-FF0E-298E-8B4B-BEEB9C0C471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E8CA7E-2EC2-D031-BE37-EC1E5619355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4C9D40-1559-74AD-DE3A-5D7E685FEEA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8FDC0A-FF77-2CB4-19C6-141CF06B5E1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D492E4-6F9D-145F-BAED-2784E539AF8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DF9EA0-D8D4-C0F4-B0D8-5B10ED93AC4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843BFD-D255-9FF3-24EC-5B3B969980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261FE5-5DFC-3128-4FA1-11C9644F619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7AA4DF-75E6-4EB8-CE4B-BB000D3C77F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F22EED-175D-E8D1-00DC-ED3BBA883D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E58D63-17FC-9028-323F-F07E2F87C82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C80F0A-C274-A6F4-EBDF-289830E1974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D2519A-FD3A-B82F-CE6E-53628105EB2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A5AFAE-8E90-0ED7-F6E8-40EA7D3AECD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C3A93F-B4FB-F38E-03E6-B327AC65A24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E188AB-EC23-64A2-4AB7-AEED5330631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6C12A7-2E40-379F-134B-646A9A835D3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C8FFF1-76BA-C28E-3ECB-2AB8FB6444A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701ADC-6DDE-1419-F440-19E616C3F49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72FD76-9743-3E9E-CED1-7E230A979E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1E6A41-AC7B-A91C-8F28-F82E5967B7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3C2D86-3FB1-0CE5-90B7-151EF4D85A1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CD0647-6FB0-A168-78EB-83E81D35FD9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B26DD88-DC0F-35D8-CCA9-7827A328BF4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1C32F0-AC1A-AB3D-55CA-B4DB5AEDCFC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59FBA0-040D-3DE8-F7E1-91198805160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127804-549D-196A-40DF-64C1B37491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7FAEC8-3AD9-9250-C7FA-D9E089E1185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D58B6D-D346-76BF-3876-B9911A68CB0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A430E8-BB37-9CB0-C5BB-375921A82ED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13EE33-22D4-D078-214A-3E53E7253B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AA9D62-E735-0D06-82FB-EC017BD58C7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710B88-F85A-A470-4F25-FD6574E3F05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A8C9AFE-B726-EF66-7E14-53C11A80FDD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4F2EB4-9154-0DED-1AA2-FCC2BB05C0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C1D17BA-F55B-6ECA-EF73-D6AA3C6CD8B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26F800-23E9-8CB1-B459-8010DA15917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5D92148-1B2D-720C-85BD-8F7CDE9DE1E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114B8F-C0DB-9A27-0121-F9CD90549AD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BA1D03F-3953-EFE3-EB77-2AF2DA45ECF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891601-46D7-05D8-0350-CE4DBA19042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C7AD80-A5F6-CCD7-466C-71486715AD6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EAC0FF0-39DE-956D-2574-78A0116E7DA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5B588A-0D29-86BF-7502-91CDC45E2DC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94E095-F2D5-F6A9-2651-170D8DB1C6F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02C9BA9-BF73-1101-1026-CD0B7EBCBE6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848BD4B-9C04-7E0F-3C96-F4BF489F58B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EC5B4CC-D551-B4E2-4473-E90F9070D0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39B487-17F2-C621-3A34-086B484FF3F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544E2F5-DFFE-A179-DA4E-313781721BC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2BCE1B3-22CA-8291-D751-892F172C282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61A7BE6-9E1A-88F1-900E-C1820A47F8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DB73AB-2E3C-DB1E-D2FF-94E8DD7F0F0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2D16B8B-FAB7-2AE1-C8E9-29F1A84EC96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12F829D-91EF-5AC1-8704-517FB02525D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4A9873-FEF8-1EC3-FEE6-83B0C29C055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C6873D-D1CE-B943-92C3-C593C0C97EB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924798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1234-BBB2-0285-AC0A-421675DAA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4C5749-1051-BEB6-4157-CECD8A8EAD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(Note last 4 in lower center block.)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1B3D3C-7438-3A4C-2B48-C3DEF4039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B5958A5-EC9A-83A4-561A-4D260D4959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EB6AE4-148F-058D-E092-CCF8CF32A6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B144FB-880D-0F4C-EFE6-C39C096C48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33D9D1-91CC-BFBE-E9E0-EED89DB1116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03E65A-FD97-0293-3829-9A26E9BC628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E10C15-AA0C-8EED-8069-91853FB4FD8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C8E2B9-E40F-26DF-E1FA-183250FD9BE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390BAB-379B-A609-A7FD-B2F3C7831A5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2225F4-3992-23A5-5F0B-AF0B284698C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46FEB8-40AA-90C9-B87C-7C4DC6900CD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5E24E4-AFAC-10C2-26B4-862E7F83796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F2ED09-3B50-6FE7-0CB0-E511A7B3821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453DC5-2F50-4623-2EAF-5708943B73E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DE8AB6-764D-E1B5-7FAF-052B45BD020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6E1001-03F5-F2AF-0C53-0A5E98CB68E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8197F3-D15C-B24C-1160-4EDBA27F645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8156A4-A59C-0EA2-1AF8-67F30AD5B9C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A00246-8C22-E637-52B8-EC2636E5D3E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36E3B4-46D5-AC00-D452-C434678187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75C60A-5185-2EFD-A4EE-A39DB542637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0D0929-398E-F431-4886-27D1E949218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165580-78F8-14DA-72EC-4CDCD26CE01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33E022-D3CE-4224-2289-F4A484D8D70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2B29F0-760A-6E75-0F4D-24B664576AC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F99EB8-D40C-B16C-4A3A-0A325DC09F7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C03127-0017-E36B-9778-9C8FD14ADD8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E9E5AA6-3606-D474-7AF8-B0B91A8532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A016D6-6931-1D4F-4553-E4DD0649589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BAE2E7-42C3-7E03-497A-BC0F0FF854D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7A7300-9F99-5EEB-4E92-5CB9A850EFA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C55AFA-93DF-3D0E-27FD-76E9839B7E5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504B70-E6B0-601B-A163-47907AACFFE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29B351-EA4A-A8E8-2CA4-3E322A596F4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D7A695-B2CD-8A22-614C-C7287E5AA2D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6944A6-F847-7ECC-4D60-2A550F9575F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54396F-6EDC-20FB-4ACE-530DE6329F1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E34A18-D23E-2AD9-476A-4183FF5137B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7A7CBA-7612-F084-98C0-9CF8730D909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9BDDE2-B6FC-1423-2DDF-F43C82C320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8F521C-5D77-4923-67BB-B35C92854B7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C8C6728-772D-7A8B-4570-29ECC63828E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F4E80C-EE0F-71E5-D301-56C58E09D32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AB751CA-C5D5-E289-CD32-EAA9A756754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47A25B-68BD-99B8-2C83-A659221BB13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AA324B-44A2-E3A1-251C-B6558D74F9A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1CF80FF-7B3D-1FB1-A0E5-61F4295E54B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9B8D42-76C1-898D-42C3-D2FCF2FE842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04F3C83-B387-E211-44E0-3169E9628F8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4693585-D3EA-98CA-A983-EB82E8FA1C8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A9794A2-23AB-C879-AB63-65166CC8478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9FADA8-FFC3-EFB9-2839-B3CE0E47A2B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ECD28D2-7AE7-6DEE-9C70-395F3D1A358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19A82D0-44BA-29A2-6C53-B35EF7B22F4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D096FC-A151-0BFD-5AA3-B93353FCFCA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FA946B-CE41-84D9-A634-60220D14CD7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0FB7B17-EEA5-E4A6-F414-D0B60BEF2A4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94BA09B-268C-1570-16DB-81996687A9D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296935-5692-474D-D1F3-07AD14E7078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E52CE8-E3C2-E443-65DE-DABA1B470C0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C0037-908A-1AD6-6489-3E101540368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3B8CB95-E292-6149-A1CD-60623326AC3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F3DF9A-26C5-1DE2-8523-9E86EE9E8EC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DF54E1C-5833-AC02-BD1F-FEADA2CCAD3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CA392AB-9034-5288-9C8E-93A8A260C88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A1AAEDA-6B51-B166-8D51-20D4C8A2DBE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556DA43-55EA-87B6-A377-843AE96F77E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492E6D-A53D-2D1F-870F-2C137920F4B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12684E-BD9C-1091-2D09-24D4C3E4A39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80808-1C44-242F-C29D-A4CB8B4F7FB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47164D-8BFA-E2AF-DF47-3D09C7A7180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46A6D5-16FC-DDF7-C08A-769E8CA334B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3D868C8-0BAA-51CF-9948-DDF7442E557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AE1520-7736-0072-E865-D44509A45E3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11600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8F9CC-BA1C-F9CA-D74F-58246528B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FFCF5D-919D-B8DF-A1C3-74CC0FF6D8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662B86-EEA7-D44B-1F95-CF486FB94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EA9B9A-1A0D-B545-89B6-82C5095F0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87B1C1-2DA7-2777-ACCD-A08A834D5E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FF7C3EC-6DC9-D9A2-ADE4-AF8F4C1E22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A1B8DC-A275-7336-9DC1-BE5C3827ACA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25999D-68F7-FFD3-26A0-3D085B0DB89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8B1088-4B5B-D073-77FF-B895081F320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E90072-E105-9208-0E58-9A47A57C4D0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CD8641-3F62-B9F4-4C0D-59B0A00136E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A4693A-786D-DC74-AA8C-081BF78DE30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10FC0A-849D-0490-F2B4-B35F62D7C7E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E31BD9-98A6-F72D-1C05-81125FDBF6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F2E569-8BE4-F7A7-5A54-2A3803B6DDB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D8864A-B9B9-C71A-C8AB-2726833D02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1E9A00-42DA-2365-2CC1-607AFD180A1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3981BD-E8CA-7972-2963-94E442ED67D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31A297-354F-C59C-8724-BF534EFC610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C55152-AD00-56CE-495C-9C54F50B7F1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35F72E-52A9-A4F1-C0B5-B1D4D2AB1E9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21189C-A15B-242A-D71E-22728303DFD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9C1299-EA3A-3632-F948-00F99EE5F73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AEEA2E-08AC-7249-2E3C-C468C040241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C2F0C8-D6A0-C3E4-2F30-5F19A26B690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435381-0A71-E2A3-3A6A-83DE6706D88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FAC28B-0DE1-6137-359E-65A92833FE6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CDDE88-620C-835B-9CCB-914C0341DE1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8CC9CC-F182-076B-7544-E3D4CAE174E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4B8B50-8647-5FA2-FC38-C51C3115462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5B7A1E-B90E-C735-3F52-9355A09230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5FC2A6-9C70-D234-D54A-6358D3F332B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FCB6A8-8DC9-4CA4-7FEE-4FDB6953EE6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C9DCDD-29B2-49FF-21E9-A89A8C97FD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A9F79A-B9C2-0043-CCDA-C7CD091BFF9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0B0626-A1BB-D350-3D18-F22E2C2AC8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C0F167-010D-8824-6CD1-54D8DAC90F9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BA1D572-F4C9-48C2-233D-9B7DF571BD5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D98342-9FF2-BB9C-51FB-2824D8D5285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5D2040-3054-03FA-D96B-F74A722CBE5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E081ED-3E4E-38C4-438E-AADF8E8EF04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7D7F24-5C10-9CBC-3270-88E11979B89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6562B3-7103-9C88-03B4-F06D3B4B582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A04EB2-E47D-196F-42E6-A230E20502D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BC678D-AEC7-92D9-1612-D0E95154295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E2E532-63B6-5F9D-A5D1-8517B7A3C40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B98503-2410-83F3-4095-03BF3EF1CCA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0525FB-A7AB-742A-9255-C1AA412F3DE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472028-F16F-E162-BBB7-67C29B4F1FB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6EF5DA-2515-F75F-6699-ABAF0667E02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C1E340-B65B-F376-BBE6-2120548769E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B83E08-1CA4-F7B5-1580-3A43B4BB263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51C0ADD-F359-49F9-E048-D52494CAEB7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32F0D1-BDF7-FE93-9ED9-074C859B406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74036E-CEC0-AC2D-9FAF-93AB66D498A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EAD4E0-DBAF-EC5A-3D46-A710591F83D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0D60F0E-7C38-1C1A-E2D8-312DC4B2A38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74314A-1477-95CB-FF66-965DF34EEE7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303F893-671A-F84B-3CF0-734EF627DCF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FBACAC-E2C2-B12A-C496-2614F08193D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763169-0417-0CDE-9938-A576A060E63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A6C941-BB4F-A8BE-877C-A6B05AA559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58DF37-6E46-F57F-FDCE-51ADD769078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7A78A11-A381-EFCE-4552-E9958F3BA32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D70056A-1C3E-817E-CDF9-E777EEE7571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2739C47-74E1-2480-45E4-9DE7445EE65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B67874-FD0F-D88D-565F-01FC86A4D26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1EA9CD-1A47-DBC9-2D38-E32172A5CDA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3797A33-37C2-F025-624D-C236FD6A914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B3746B-8DDD-278A-6114-A01388E6C10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E42A6C-9E37-D90C-518D-F2385422B34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B3FC28-18C3-D277-1394-E0011BD3982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2875BC-814F-C04C-3CB7-9760A77A586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078C26-18D6-7319-1B85-AF290C86742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8FA05B0-354D-77B9-A6AB-39378889C9E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E9B712-A927-6E55-A60E-DD0AF7ECCD4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19365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2A6B9-AE64-5290-FC21-784630F7C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E229D2-1B97-FEF5-16BB-80819C5FA4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4F9719-EF39-633A-C4E8-12206400FC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A6A0F97-D6E2-583B-3090-BB630B80A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EB83D76-5D34-21FB-F2B2-45E268129E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6FB709-D0F2-63AD-C74B-E3DBE5F10F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D146FF4-6267-CD60-7F50-F88B6DC8897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83FC32-6466-6258-E65E-F308B48BF5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2F061F-6B7F-6B8F-24D8-2E0644B2749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AE5F71-58D7-382A-3316-6A2AC0EBC4C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E1E9F9-7EFB-BC97-B44F-26424F8A521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997A98-0144-CA39-BFBC-3E5539FB82E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0BF082-BC2F-6F1E-F29E-EAC28C9FD3F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4FDD82-3D76-DEA0-6135-39539E78871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1B8314-23D1-202D-3E2A-39E48861627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2DD809-5516-75DC-F05F-18B8082D9A3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5D1BB6-5712-46F6-B1C7-53BF1D4C369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79BF65-3840-674F-E06B-BE03006ABD8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F59D68-2E14-842C-EDBC-4516A9E8EB7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7E0357-3F8E-DD70-DA49-CCD1DFAC17D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2B2DC9-A28A-12E6-791B-07B6B185241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512967C-513C-6105-E29E-19664EA1966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DE1728-4135-F7AF-5995-2DEFA08F6FF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495C9-726D-5ADF-0FC9-B77B6F35758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DD2E5C-3379-3662-5E2B-DD3DA76A421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20A777-7ED4-0364-1022-97574BAC4BF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12421D-606E-0A5C-315F-BC3D333EE0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1E7473-4C71-9518-F32D-7C7ADBE31C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4C8746-B7D4-1319-6A9F-34B3DAF1E7D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BFAB9C-16F8-42B5-2046-9AACB4574D5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2F5A44-CD2F-0475-1759-BAECBE9BC60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8C32FA-C789-A82E-B31F-37E7BA6B77F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62A3F9-D8FE-743A-9FE3-A833272F6C5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12A15D-B92A-1929-A155-C0C3557EBFD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3637C70-C5C7-24A3-0B2D-78E9A8839EA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32B51B-73DF-53CC-D8C4-096A8958D94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A8771A-75D0-43B9-2554-EBAFD003D60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9D59E7-E29E-2CB4-B91A-FB3943CF768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1BAB61-C536-78B1-9BD6-D673DF6F1A8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507A99-06A5-CE49-4C23-4BE9111E8C8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3280DD7-331C-69C7-3460-461FF05EE17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0336EAD-28A3-FFFD-6346-621F5C325B2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36B8EC-E629-70A5-5343-257C4EFD67C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765311D-FCE5-50F2-EA06-65FB4A1E4BC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D9CA4B-ABC0-8C0C-E795-590316EABE1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204A2C-068F-008B-DA0E-B34195A63FA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94C5D5-9C07-081E-501F-02065DF7F15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80BD0E-09E7-028C-7481-422AA07040F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C4E1CF-881E-467A-8E3C-9DDFBAEA3CB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6EFE8A-310F-737A-39B4-3544CE2FFA8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E5CDC4-BD2E-96A7-2010-EF8FD5ECBDC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0090FAB-5AF8-C6FF-4043-9B4AF676135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BBB60C-C0FF-EEB3-B91A-40F882D71EF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10CC2C-8EEC-A927-33EF-2203C550E7E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0D1912F-AE04-CA12-8B0A-C9433603BD2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96C33D2-3DA9-2243-6746-DD798003BEE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3A14F3-1700-E9CC-8F14-208A74C1587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89D3D24-94F7-0C35-370F-A81DF56A254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BAC8CF9-677E-C90E-9B65-5C66D231C7E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27DE11-E198-F6D7-12A5-4608A8D73F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9B8B8E-ECF4-C5D8-C582-E049B194466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934997-BDB6-65F8-EC74-8A34C87A560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06E201-E1A2-18AD-8109-22EF577E5D7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F2B1167-288A-886C-C497-E3AB77E4D71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BA754A-BBC0-15FB-EEF8-FF1AE041614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622B00-C606-2D0F-4E2A-6EFF192AD05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2FA0CC-4753-0F88-2BC8-7AA56DB89EE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802095-02C2-5A50-B466-DEBC0946CFD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12DC02-2552-6D47-AC71-82FA128F8C9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0633BC-621A-6E08-A713-5E51570E6F1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9867C4D-F40E-4FBB-DC3B-D3D851C0CEC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B4EF56-8982-7BF4-D53C-F08E66D56E3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57C1AA-6636-D1B1-3003-71E188A3C3E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986117-2E47-4EDD-D4F0-42ECA638285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A747D-2CC6-9F1B-E01B-2942127B60E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B12DFF-44B9-3516-0E80-D867BCB0E61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363202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2EDE5-3A11-59B3-A875-A19EF17A4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82F44B-0DCC-572E-E576-F7A95B3151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FC50D54-F82C-E6E2-E648-B823D4B7B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E122F9-A13C-D078-4215-4C3C0F36D4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F5B76BE-D4DA-CFF3-F29B-6321893435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9475BC-8A5E-1410-4CA0-911F02929B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4909A4-22A6-9DC5-76EA-505DB93F869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4B8203-973B-C96B-059D-C68811C5736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2A3328-8C89-36F5-01B9-36E41ED2AB2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A52D50-63D3-1208-56F1-D151958A882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9EE2C5-AA2A-E818-177D-AEB37FEC445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FFC00-9D7F-B853-8345-59892CC6F4D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40D9DA-1AB3-BBA7-D89D-31747E5CEE6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81DCB0-B895-2343-2B77-313E5332670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006D79-24CB-CBA9-6B1B-9F1965A3CE1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A0A1DA-8D42-F8CF-7A39-8087AB1D943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BE034A-50EA-E5DF-BC04-5BF712CA697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EB9EF3-96F9-C340-202A-15686A67E5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0184B3-B466-FF26-00BD-03B487281B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1EA2E6-2D9B-F71F-5634-EA154394561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A91887-D811-3811-979F-E02B6B4DBBB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65662C-6A49-CA22-66F7-D0DEE2A17F7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5A7947-80FD-C915-8BC0-618401E3CA3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8DD760-86F9-095E-DD53-95FA9CDDE78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9596CF-B0E8-B48E-5FF1-4A84ACE326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B7D2E5-64DB-6FD7-F551-5CC4B5189A0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690EF2-8214-366F-2212-A4B641632A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9DFBCB-D8D9-3F2B-7B68-3BD9714808E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4C9FE6-F817-F0BC-7F06-D4BB555EEFA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E06BD6-4ECF-444C-1658-D0E3FF4C1B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9AE118-1EFF-E369-FE8D-759FC0445D6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6D201B-C9A4-FDD3-76C4-8F110AB62E6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EA04A1-CA1B-8B14-3FB8-0FD63006A6B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656201-8DBC-6B43-0C7B-B5AA3EE833F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8EEA9BC-8C6B-46FF-9102-CDFB4F57FBA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F277E9-E2AE-71AA-9DB8-058B5A96D35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A13B88-79D1-73B8-BAC1-6E75E1078AC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8A5C6C-C793-5D25-1C62-44B9027E29C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4309668-4BDA-B2E7-7248-FD5C8FBD144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8839D8-1B0F-37E0-43E1-8001B214013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FCB978-2732-4940-ED84-77304321BE3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E0DFEB-C607-77C6-4B7D-EB65482AFE1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5A61A9-FC84-CEBE-B7B2-EAB13D89D37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82B864-11D3-A56E-0F12-9BDB3A3A40C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201DC81-97FE-68D7-5A36-569133C60D5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5D05FC-6914-2CBE-CE86-8E7C12E5B80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BC0B4D1-6CFB-C777-36BA-5AA6A8C7F91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D8A5FBB-7D02-AC65-C530-68EF4F499FC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F2E8DA-04F2-51DC-8763-874F24F1BB0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6A47F6-2822-B42A-62A2-6242CB45CA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74FB66C-3064-00F4-5033-0A5A1BAE4D3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EE5860-DD2F-640D-3DD1-AA7FDD4E87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3B21A8-7D52-9D24-6A50-D360F10A53B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7CF3EC7-B2C8-1EC8-2856-EDC407C7623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476BED-7CC0-3812-E6F1-FB83B77115B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FCE9B5-C01C-8B9F-61F3-24DE748F4EA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7A36E62-47F9-C442-8121-6155D031886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029D7CF-4809-95FD-2ED6-EB4105A27B7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FCED84-71CD-A810-0344-BF49CD39A3A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F9B2D3F-8032-9BCB-7480-329031EFF51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83B7C-A266-8834-025A-63B200C0C0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B62404E-F943-FB39-D0F0-C5475BBA1C2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FF76C0F-7BF8-F320-D369-0FD11D51717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CA268D-EF23-46F7-4F7B-EEA3A5634CA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31D9DE-84EA-699A-A271-DF59BD59CB7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90AAD6-FB6C-0D43-A982-B73B74FB2FF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DEA46A-F479-3CDB-D47A-2914408D180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1872D8-EAA0-0231-8855-2206A2277E2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8A03F49-A2DA-6D69-EA77-74A2D58CF0A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4060D7B-5949-E38A-FF23-BD37FD34E89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4DAE98-6AE9-5870-E1D2-99D9EEF1F66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A0F360-C40F-9A81-9D72-BA147613AF1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2B87FF-A520-6D39-0CBC-1AF791F0B9B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4DBCFD-A515-CE66-7334-49026385A90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39012F-90CD-CDD4-3BBD-9BFB0A7AA45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D16281-98AC-804E-80F9-DFE70FC2F2F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274606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A5BAA-F3CB-DCE8-DC60-C63ACB8D4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C9791E-09D6-EB32-D507-6F00DD0C93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CFEFA0C-EE82-149B-DCCF-3FA97C512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F1702E4-8D3C-96C3-C063-9D6F52BD5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275EB7-41D6-FE28-CC85-F09904349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AA5F872-5A33-03CA-B099-DC50BFA70B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6C4160-BABC-0F92-9F9A-83C0EEC6D89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762FAF-AD3D-18E0-D537-21C795CC4D4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4DAE16-4CFA-FAEA-9B18-813F4AD7344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BC7788-B7A7-C407-0512-84894290916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C779E5-2E2B-930A-FF53-1F5CDD8300B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7015E1-8A29-97DC-E09B-069D0E558C0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1021C2-FF2F-F038-7BB5-64726D1D261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D6124F-C39E-4312-5A27-40A1D419F25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298C98-C279-814E-E5BC-548556FE0A8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947966-CC94-1202-24E3-B01C5464798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E4D9B9-3877-0A34-0821-A0EA62953F1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3D1966-4428-4D43-1695-D2E4669F14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38F53B-BAE9-33AF-7A55-45F1EC8561F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CA6380-8083-990F-37C6-20A9C099E9F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D755A77-F7CC-8B4F-CA8B-99CBB7E2D36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33751D9-E2E3-1150-4D0C-8B9F26FCA92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2D0E7CC-B93A-5FA0-DF3C-3A7E5ACBE13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2BF109-53E1-8D56-9472-AB0988B432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C6CA9F-E334-DD8D-4704-18C90A12D89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85048A1-7F35-FEBA-33C4-4E040DB716F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0CF7A2-CBC3-D103-FFB6-FB4B3E8E16B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A2B3CE-F86D-2010-EAD1-133674C92A3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0EB86E-9919-D682-7596-C0CE50E4CB7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0884AF-CA7B-B0E7-56E0-397BF847A67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1CE5E-2913-1EB9-C4DC-4D2E7B030F0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C4A2C0-C175-56CD-89C4-AF0199F71DF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F6C96B-7C93-5D9B-0C44-0E85227C4D4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6E8CEF-05AB-B464-DDFA-BC6E3F29819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6139D6-A881-ED3A-4DE3-B789D756763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EDCBA65-537C-D0AD-DA08-2929582FCD6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753F9E-4DCF-B969-25A6-01F4D78535B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758B9FF-52C6-8C9F-681F-9EDEE7D7A5A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B0BE7B-98F2-8F6C-9F58-826FAB0E851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754A5D3-A615-D667-7456-7E172F0C6AC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F0C6A6-B18A-C46C-9A49-2D118E734AD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74996A-0D6A-6F2D-5DEA-84B0C4054A7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267A11-A4E6-44DD-3D99-816530322B3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1F5D59-E158-C696-8B4B-4095E7C281A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191493B-722E-F2EC-D2EE-244E90D2807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A25F09-2272-DC73-EA01-CACCEB4CD66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9CA3BCA-8ED7-E923-E5FA-570E95133CF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B1984C-4C69-468C-7B3A-2B2E5F25043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DB04F1-7DA6-FEBB-4360-B73D999E9D2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31BC1B-91BA-F34E-FD9C-5B07F3AAF67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9AD208-EA93-0775-3C0E-EA24AFD0237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208553-9D0D-7B45-DE60-1D23D19970E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2BE34D-B99F-8D84-71DC-AFD99F44D0B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32F8A7E-3494-2329-707A-8EBF163D784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6B66FD-9873-42CB-86EC-F7B8FDDB18F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6090F93-ED8D-3BD3-8710-6444F97A88D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5A04FEE-A2B9-2DA4-AE6E-ECEFF155B56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C059E37-AFF9-B577-1373-2458A43C81A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73C5015-6024-6CB8-8227-622948F0AC4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6BF0A5-CE00-0AE3-2163-B62081F5C99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E32D787-D50A-F2FA-BB3C-3E2010BCA8C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35AE7C5-6237-4C65-F80B-77CF23B16E3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2D6D9B-3B70-E353-E9A2-07E21C3323B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29CA09-7A86-8566-BB4D-38B2C4FDFB3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D461C6-7FE8-265A-2721-F0847360B05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2ED7DD-81A1-ED16-41C0-E978D44AFFA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942552-F1FD-8C66-CF0B-F81782BB388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0FDF49-BF64-5140-AA00-5149FEB7B57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922945E-4C4A-CE1B-A3C9-711DD3488F4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0F0907-2E05-3BF1-118B-08DAB00262C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DCEF48-D0C1-7E23-9BDC-D4AF0AF78A2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92D4B9-5B70-E305-6E0E-7C556BABAD6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A3BA27-F963-CBD2-37D5-A93FC105D24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7999AF-29F1-2AFB-3904-F63CB4DC3EF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E6145A8-B3AB-E993-6AD1-A8403C5E1CC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28868B-7327-5D49-E261-68BEEADFB0B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756559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04708-1520-1A4E-DACF-84D850E9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F85593-54A8-7FFA-A8EA-897895298A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And last possible 9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47FA829-AE6D-FAD2-F202-B409FFF9D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ED4B7F-6AC3-3E41-EB08-4AB915EFF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416C6D-F748-73C9-219B-1C9D6CC237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A01F5BA-38A2-C98B-D6B3-F937FC7EE3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1BDA2A-6509-8ABD-8E59-317F11E61BD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2A9A4B-DC2E-F0DC-4682-46EDFFE9CEE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2DF779-948B-7453-0D1C-92A158B0B9D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1B37F-5354-0638-87EE-C87F77163E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4EB581-1A16-1A24-3619-E04BD4B4F27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A477D8-AD28-48FF-E715-F67FB92094F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737915-2B9A-4A49-F117-B30ACD45227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C1B6D5-2871-251D-33C9-71A17E1C7C1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E40B9D-FE94-E896-97D0-9739A7D54D5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D58368-BEA7-7174-5132-26AA528AFFC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F559BF-8220-42E5-7E25-EBE1BE83E39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75E0B8-4413-2EE4-223D-C6B41E415A0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A2598A-9E63-C0E0-9F67-FAA81BD843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FDAAB4-CB57-C6F6-2AC8-D9FA72ACDEA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7EFC24-3828-A931-850F-E3B75323A8E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499766-17BE-81AA-D50C-B6BF3F546DF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B14776-7E9E-1F21-6CCE-FC25448180A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6FE343-F22B-8296-91E9-DEF464E1E00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AD4367-78B8-9D9E-F1A6-47FBFDDD45F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4E8C8E-0E37-C32C-F3DF-FC61E18656F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AA70FF-4DA3-28B1-E40D-3933403607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C9BC0A-6DCC-94AF-FAC3-518F061E67B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000B62-24A3-ECDC-248A-16A6B0BFD5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FBF084-BA4A-C8DF-0B8C-35978FA21D3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856858-E3A2-DEE7-2042-8ED6ADB884D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4F63812-8FA1-8C64-DEFE-675277B3D9B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0DF386-B3D3-9516-BE79-5D917AB113E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66FA529-374E-99DA-8DC9-3BA0847C5A2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9B0287-2299-3FEA-3C8D-1FD970D1B03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06514D-1A85-D5DB-4F36-2D0BC31E0D5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BD9EFCC-E0C3-65BF-9B76-B1A67FEEB4B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7FF997-D2A4-A2C0-BFE2-E105D02499E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15C80E0-8DF9-1779-AC4F-1359BB2E459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AF21CE7-4404-17B0-FCF2-1FD58243F77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B9510C-5959-7E2E-FE99-0AD9A084B29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E0E680-2391-1845-85F5-ABB51EB34FD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0C2C04-BEC3-C0E2-3DF6-7CD48207DE8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8BF3BBF-16D9-26E4-8B5F-A4387F968B4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C68D3D-786A-7657-AB4D-11E04AB7E31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0410F1-D132-E4C3-D1F6-838892F3736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BE11FE-E28D-EF33-BFE7-33FCCC2DF8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2A4A3B1-A488-2591-ACC5-A1489237BA3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120989-5B1B-E6AB-6C79-D1D702F40F8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22DAEB-6D53-791C-114A-75FC2457AC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7666D4-0FD0-C0BF-5525-A8C94333272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721C5B7-A361-49EA-F1D0-4B94398203B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DDEEE1-4486-2097-D238-05EBD7FFB7F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182BD18-1138-8028-609C-90CFB1DB80C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ACC326-7B45-5807-0560-9C0FE519A23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776623A-F7AF-2CEB-3EFB-FC72C276ED4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F1F07ED-0B48-35C6-D865-4E2EB2D46BC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15C7816-CDC3-D342-5CD4-4EF025515DE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47600E0-EE94-1E30-62E9-87A49F3E178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27F5A82-55D8-9836-85BE-80D61C06611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403D003-A97B-EC5C-31E6-BE462A8F75D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C9756FC-7DAD-2658-135C-CA747EE0279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CD14FF-0450-D55F-5F34-58868F70AE8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838334-2C5C-4BB8-88A0-DD70BFDB242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F1B65C-424F-BEB1-5247-1DDA9C24940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CE413A-AB6B-1DE7-B03A-9BAE6E8663D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5F3AD8-9BDA-4FAC-8182-46FDB941957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571213-D284-28DF-19CF-980E8BE08F0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EFE0697-A741-3933-D04D-244B9CD98FC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CA79CE-20C9-523E-245E-7C38AEAF21F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6F6C42-AB60-3A48-2282-05A43496DEB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51BE7E-2FC5-4F8E-7D1C-3364A6700D7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B220E16-5AC7-0CAD-2D8E-EB1AA2939DF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24BEABE-3959-3E1C-4A5D-E8E9D416026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AC02AA-0138-EB0A-1EBD-4341E9AFE3F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9E9FDD-93C6-50ED-1E39-C7C2F9A69A5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9131A4-74A7-AB56-60F8-DE43A0334A5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119295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45B99-D057-BF05-DE20-ECE38EBE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BE6296-071C-87D3-A9ED-607BF370D5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7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3FC346A-8514-8A77-7BE1-64E4CA1E6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EEC5988-77A9-D96F-0910-A2819008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225FA9-D6F6-EECE-9592-83D7825A9B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BA3D1D-1682-0FB6-C76C-360FB261BB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1E79EC-55E0-F5BD-1A47-CEE7EC46FF0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0440C-8CD9-7DA1-2753-DF6618A0155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BCFE45-9121-BB59-19FF-1B7A524DA2D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753A12-AC00-E38F-D443-857ADE021BE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C34B61-5246-2D69-17A8-7A44A3990A7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A60BDB-67DD-BD09-1A32-4AC2FDAD8DB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BDEBF-0573-F1EC-173B-AC461BDB41A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75A563-CCCF-F7D3-4543-4F2489B67F6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53D76C-BDDF-FC8A-1AB9-5F681BF561E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A815989-E5D1-7FC4-55B8-11455182A96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E6E4F5-316C-E3CD-FAE4-4D34A00E8B8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DF6623-8AC4-CCF1-F2F8-E22A9679CD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D5FCFB-F550-7D9C-C57A-961F66E48D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7D73FA-7112-05ED-6105-6A6468E1AC5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DCE7FA-FDC9-2111-DDA5-3601EAA1FB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24F42D-3519-83F8-E65D-F7FB5AE0055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F23FD5-A32A-2A51-AEC4-8F400651514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18442C-7691-663D-01B8-A6C4BE207B3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79DF87-A67F-E238-C29B-8DFBE61F2E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B4524B7-6672-4758-D4C6-2C464D216A6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313FD3-7B82-5A7E-8688-FC5206F4971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F8129A-3577-10FA-A506-0600F6BA4F5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302E1-CD5F-2416-76F5-37B677E1C12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4B105F-F5AF-0C09-850B-D3D318ADD5B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C0E283-C61A-A3F9-9154-9A61D56C974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A092C1-8E20-9F31-5AD7-F05F610F900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438C698-E857-9806-A2E0-749C2475E9C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8D2DDD1-EA6C-B8FD-D830-A8AFC333F7C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9DC912-0B85-D14E-9F27-526895F73C2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233B08-4F91-83C8-3E0F-420A36D86EA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DAF263-EF8A-2A48-1341-7EB4912492C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4ACEBB-D071-68DE-09CF-F2314A14C11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0ECAC95-4743-1DA9-32E2-DBC5DD65701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ED6417-62E7-3422-E829-8B2CB71E8F0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2AB24D4-296B-F38D-8075-0A1A4332E71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35D18FF-C920-56E8-51AD-246BB16EC0F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F13220-82E1-76C8-0995-42D8F9E60CB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9246EB-FEB7-44D5-E10A-6211125B3E5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CD1DAD-B933-0503-4ADA-98F33FE64B9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713E7B-8C36-83FC-1F6B-F6518DCF42E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3F502A5-9467-713E-EFE2-FDA46B6B2F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5779BC-FE53-DAB7-FD8E-BCC0E9EF2E4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BCC79AA-5F59-BACA-6FE2-064ECFA134F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509FA11-69EB-8F6F-60F3-14CDA686DDD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7732CF1-8EDF-86BA-500C-8262A820F01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CD7E30-6E3E-A8DC-C8B9-4BA8A40CDEF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ECF8E0-FCA0-FA6E-88AD-B8DEE96D434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D010ED1-8895-9E8C-16E5-EE7F6D5FBC9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CB71200-9557-D85F-EB3C-D43B9FA1E38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CB4FDA6-7A7C-29AE-F10F-7CF2FB88866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1B0F15D-FD5E-928D-EEFF-4D3080051EE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1E9B8CA-A45B-51A2-C5F9-6E461C5AE3F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923565-7698-D350-7A12-9A5BD7A73A6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0A44D37-28A0-3F0F-19E5-5C9A635800A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1003F-3E1C-364C-5A8C-4E337CD7B00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F3206-712B-5435-D672-9B432E2621D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54FC7F-CAC9-3486-34CC-F1D3490493C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D4F885-C8AA-C419-FBC4-51EAA759FD6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F2309B-BED5-7EE3-8450-07A4D8D8AAA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918541-8739-689C-A59F-5B52A6C883F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8B509DB-03D3-3FAD-1BC2-13557F532CC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8198E2-3D45-A1F3-5BBF-53B3FC78E98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2EBFE8-C724-2AF6-B483-6FBEAFBB33F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978A8DA-5F66-93EC-186F-A0C3459F060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D4049BB-A7B1-3AAF-877C-89006D12C1C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8600F05-127C-D437-4E40-718F742215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75023B-37A2-8F19-FD38-46D5244DFA4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3571AB-4C6B-938A-67CD-9E32E04028C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B0A8A1-E5D1-0EDC-934E-774CCF8101D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D5985FB-79F8-2315-3613-3166F4400A3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92CD69-313E-1C22-E25E-87DCADBE98A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3853271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1007-2D86-42A3-F51F-7840067EC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ED196F-C6F4-E02D-B79C-10769CC6F9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finish [18 in 3] by group sum.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E65AE21-24F1-1F1F-A712-EDF5C9026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333908E-E264-7ABD-A9BE-A4D77EE457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395FAA-3D86-7B42-2D0B-115DA2B17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4146C0-1C4C-86BD-8AF0-23FF12ECC2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9A7E8F-D59F-8E87-69F6-93DE8F33692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4A8F1-B7C1-22BF-1D7B-C4E665DA0C7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2584AA-ACC5-0901-AEE9-5BF0E4BF4C6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01C22F-DAD3-2FF1-6211-D1C56CBA174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E63ABA-C411-0C71-398C-FD9BC91DEE6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3FB0B4-B44A-E58A-86A2-81A3FCF34CE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FACDA9-1A18-0F95-281A-21F1DE77534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375C9E-58AB-1A74-D79D-1DE7A5DAFFF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6B5E4D-A823-9903-ADE5-0F49A2006F4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C36E3F-AD34-8ED7-D5E5-01BFCB648DD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93E9A2-8042-A182-367B-E2D1250B5BB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2AEE5C-CE24-A327-7112-D43F424219D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EEDE84-A714-94AB-4828-9F3D9DEE37D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652E52-7F81-C234-8773-049566445C3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5E8AB0-EC34-D73F-BE94-42E662892B8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B70614-CD06-5525-F2FF-15529F124D9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03DE22-B87F-56F9-3D53-A6AD7D5B2F3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AF0518-0642-16D5-3B02-F06AFA6C3C2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3056AE-C444-9EE9-EAC6-206F88EEA7B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C0D9B0-1360-5E10-9A8C-670B7353A35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B323BA-0401-AB26-85C5-74A07DB2341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159423-A569-DF53-130B-5DCB657F373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03E99E-EAA2-FF6E-552B-A923A6BA28F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22326D-CC10-5E22-2077-DC8C7210F4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E27C45-7D3C-15FB-DA72-A624108279E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719566-70AC-BE75-472D-38D6DF135B9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50D47E-0690-818C-8DF9-BA5ED62FC7B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86C393-191B-76A0-DA8E-94D5CAB8AB8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2D7078A-A681-DF17-3907-9C74879486B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57BCEB-9F71-8FF0-5FB5-42ED2EAF046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D70834-3DAC-FD72-48E0-5E4DD7C9B83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2C51155-9737-4692-9856-32F0CEA25F5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9A2A715-3C5D-95B3-9968-E2BDF5FAA43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443F94-0778-87BD-8CF6-033704F9699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467AF1-DAC1-4493-8A4E-F8A77B91E4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53E4017-D4D1-6563-C8B5-8CEE97A962E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3168A2A-61AC-B000-08E2-DA4A75D3F88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35E70D8-E1A3-86BF-34D6-2658543AA88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8284732-AC90-08B6-B619-AA4E82346D8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90F8943-D3F5-EBFC-44B0-13A67F23595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A780A8C-43A6-D6CA-61D1-A10446DAB2D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1DBECC3-CB27-657C-E7E9-92193E7C42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8F895B8-3F8D-E761-7EB7-BAD1C6A42A6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2BE03C8-1727-DABC-D7F7-7180DB5CB3A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C10C65-FF3C-7596-5710-D5D5AD9D7B2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A07C72D-FCF2-D46D-AED4-4B0F6CFCED2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506581A-9578-CBAC-6E4A-8E4CC6E37B6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85385E7-7C13-C263-5DE3-AA494C0ABA3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70F16A-934C-43D0-CCF9-3064F088F48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AA0B0B1-0323-65B7-8F27-A36246624B8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05A5A1C-D7B1-F52B-1423-1C5AB0D42AC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7D0BEF-2B50-D001-5062-70C1C1FC366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9E36D6-77EE-C28F-2729-B4BAE434C6C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3534CC-E720-9747-F756-23C865C5023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EA2E16-027C-CC42-D936-CC3522A120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37206E-F222-015A-CF80-D57DE98DF36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4B50DE-4729-215B-00A3-F0C36EFAD49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CD693E-00E0-3070-DAF9-E951996AA7E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79EE94-9114-84A4-658B-3495045B184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32A069-2A7B-E439-3A94-2DDD9F1948D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FCA1D4-869A-142D-1E6F-788C1A9CE5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30D70C-430C-3B4F-1BAE-AD6A84B4C3C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B81B422-039D-6F62-AA46-CF7F450DD5A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CF2E56-1B25-D9DA-26A2-39A8A12CDAF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C24B67-F034-5C75-4FB9-080EAEEF29B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6C30AA-FA86-AA00-D74C-13DE9C24D1C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0CD8A0-422C-292D-445E-B2DAF0F7E02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686934-31C3-7BF5-98DC-9CD00ADAB06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80A97C-27F0-A659-2BEB-78697C40E36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32CD272-02CE-055D-1F9A-89CBCD06088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EAA111-364A-6519-E349-8381C68DB64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116222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2080-A8EC-E7C1-7B77-88A485BAB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C97EF-AF1A-9F94-5CD8-14BBF80D17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4BCB48-3F1D-D42C-B9B2-A79E954B09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2C3734-5FC5-4609-80C5-5E1A424032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79D358-8002-3EB3-D25C-306041B3A0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44BA89-923B-99EE-4CBA-F13413ACAB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0358D7-8445-FDFC-9037-89993F5DCE5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42143-3BA8-9744-0AA5-E7266115160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FAD4E9-B699-87BE-7815-3025CE8740D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0439C3-2B4B-E902-E829-DA7CF5944AF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A0FF5E-0A7B-2F25-CDB6-A4BF0082898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F0E368-9BE3-455C-60B1-55ABECB48E6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0E061C-EA7F-4D70-ED30-9A3A21FB3A1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35FD0B-9D70-CDDD-BEEF-DDCAF463C4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EF82EE-EDA8-6F05-5321-B7F0674D16D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BCE1AA-9A14-E764-88A7-BA3D05C73C3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786DC9-7C68-E0B3-38B7-92521E7B08C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6C8333-11F9-1B31-F4C2-30F7FD778DC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552247-5BAA-0015-AE7F-936AA37E58A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E68D69-66AF-7BBE-CD9A-5365FBBE8FB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32D69EE-7B9D-E68C-497E-A1FA30FA41F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C269887-2038-29E9-C965-52D0D70A1CF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42808B-31F2-6010-BA4D-66A30A939D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43504F-6095-FC32-BDFD-96A798539F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6E24FC-A9FA-FA76-BBF2-1DD6DB7A942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34A621-7A3E-BB04-7B20-B4FA3795053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58465F-5EDA-760F-2AF9-A1B475CCEC9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E92FB-121B-F1BE-B8B1-887A016E31C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45CC71-EE39-40C0-6C10-E257E62E558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B407B6-E7B3-8C16-26A1-F8A648AE5FB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ECCD8B6-F9A2-F5AC-C749-234B552175D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FF7B0A-6710-3651-4418-08F997B3388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F49228-9082-10B1-E3E7-A14F05263EB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3642C3-06F0-9CA2-245C-C40AFAA53B4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41D8C6A-4450-C063-7A51-EB75C53F469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8CEE708-A899-8DEA-7704-7CF31CC2E48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FAFDB0-AC9E-24D4-DE5E-55FCCF1AFEF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F68B37F-62CA-EF4B-1239-4817F797FD7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876F89A-0FC5-3590-4748-CC2724C11C1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C376DF-B191-5FA8-7736-49ED86C180F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54E39D-ECB6-BB88-AF97-6F3A85C75D7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D2AF45-F2E5-0EB8-4118-2641AE96BE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04CD4B-5E93-14F3-BA71-50BE11E4065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350479F-4683-075C-8BF4-4FBED0A9485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0FE6846-A065-3373-FBBF-FFF98B55FB2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F256CEF-9EFB-38D9-0D13-5BFAB35859C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D9893BF-9674-5E84-CBF6-5FA3FBFD312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2764C1-0685-A6EE-47EF-FB72CAE552B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9C2461B-E96B-A39C-1BA1-6A2E283959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EFD2759-45D3-B71E-E7A9-790DC487231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EE62600-7DB6-9D62-0B9F-DC230EFD135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F439B2-BDBC-832D-0C10-51CD04824D9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E06A77D-AFE6-7A1F-D049-BB8F4B306C4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FB086EE-C9CA-1134-718D-CD43C16ACA8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0826EEF-139C-0ECF-F337-C0F5C5DB02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19BF5ED-38EA-7529-F713-70BB4C65E58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BC2680-06D0-BA89-6AC0-BC69C546B59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D87330-836A-F2BF-B0E4-92DE1B7D371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0BEECC-FB81-0A28-830C-FA7C62F52B1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83D03A-F662-4FED-BD39-BC7FD11186F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A72BC5-5547-DF91-E320-6C4A26C13AD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B01469-2DF5-EBEA-91DE-9DB4721827F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BC419F4-24CE-C0BA-EB75-FEECDEDAC5F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7394E0-90FC-56AC-F885-B9D14C2820A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33B040-4542-2BA3-1B9A-166BAF6B7DB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71687C-DE8A-A4EF-C957-0B2AD70A568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4C3A65-E567-AA7B-5E43-0468AD117E8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EDBA2D-F1CF-01C3-0C37-E00B60EE807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04EF5F-E2AD-5E4E-1A96-83959783CA8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424A48-6FCD-CCE8-BF8B-C5F08F70350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EE84DF-9E86-BBB3-94A9-288AC440627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E42FF3-72AD-CA25-462A-2159B8565D6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FCB563-1B89-7BDE-000C-78AC6E5D1F9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1CBA6D5-3A0E-F6EE-D42B-8D8F40E0676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A7BFAE-0ACB-A52C-FEFC-3CCCBFD4B6A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4D2322D-0E65-AD71-8DB7-EE9869D7184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40B3FB-5B7A-9204-ABEF-39BEC6F1037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265278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DB44B-0131-32AC-A4C1-4F9DE8E8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719691-8C17-8FDF-E8AB-A3042722AF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B0C0970-341F-B89B-812E-430AEC5A3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CD05ED-0BEB-C8BD-BB09-C612B244D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56AD234-7BF6-4B19-3C62-140A13FD10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3A758D-23E3-0488-A83E-9EEEF8CAD2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AA92BC-B55F-6997-444D-60BF0CC5A8C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DD8AB9-AAEA-5802-F2EC-128B9C422E7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66A71F-B393-9C01-21B7-AA6B9EB5E72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427C78-28EC-7B2E-2B71-5C691D648EF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2CEE8A-3DCB-AE3E-42CB-35381155BE8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AC5BD5-9494-FD58-46FE-32CC885511C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732446-038B-942F-3106-CE007E75A09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70F286-44D8-6CEA-3779-5791D5CF0C2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B549B8-9F52-3D9F-961F-A743BFB9BCA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95A7C8-CA1C-3D7C-E504-9CA34C26FC3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E78F4D-C2F1-047F-76BB-6CFB47C80D3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6B999D-90DF-1C60-1FE0-DFFE7DC32B6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4A9873-BEB6-CDDA-CDE9-1C768469613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4CDFA3-5E56-61AD-37F6-A53FA049797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EB1F32-3821-AD1D-4C77-BC8FD497A43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726A3D-D619-F99D-6119-324CED80832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8D5103-D3D1-E7F7-178F-D5340048352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887285-4917-CBE8-3605-7F90E7DB686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731956-2706-4403-CC8D-3158690B7CB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35EDCD-1DEF-9CFF-E0F5-9881578A0E0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8D6C6F-5E7E-7E55-9037-EF706B879D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AE7489-B868-0E15-0D96-5CE25BA2874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3194DEC-0D9A-94DD-BB31-9F5B33F9601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CD98BA2-53DA-D13B-C8F8-29D86386E11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46C654-47DF-4CDE-4B36-C16B8C73A93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607978E-FCB0-F857-736E-E0024B0D65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0F1459-8C84-A4F5-8556-8B97CEDD5A6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64E1D9B-CEED-D938-CFFC-1E5D2C17AEE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C5F3C7-1BB5-9ED4-A16B-67FA60693ED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755E70-4F85-6572-BAC7-DF469F246A9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52F24-13B0-0577-AFBF-1183DF21FD5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B78D093-24F6-BD3B-3DF3-0C5F0EC8832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B7A6D9-E1D9-CA52-BFE9-FEB62F569C9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B2A79A-011F-39B0-A35F-66BAB814B0A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E68667-4E74-442C-8A60-288221E637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6729D1-B889-119F-8AFC-CEFD8491ECD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A64-75B0-C5CB-AE18-DFF710ABB3B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C99442-C407-B4D0-10AE-33E38861789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B5FED5-5B53-3D62-40F1-8ABA48B5CAD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9349609-A6E6-1864-4E86-691C5B28805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7E646B-85F2-8777-BCC5-0E07B04EDEB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A3B728-0F23-7C50-242C-A67EC9792C1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61F69E-CEC8-6F40-FE68-ECA0E40EF97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AFDAE1B-6460-AEBC-4F09-4240E217D17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59C38EC-A8BD-B0D8-814D-050BD7FA651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9A21440-FDA0-F9B1-1523-E72B3060C57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81427AD-58D0-464E-A1BB-889847DE471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2E4C55-B630-8C94-DB37-04F4382A812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AE9198-FD48-33CC-0C51-766BD84BD89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8CA050-08AF-5B29-F362-B5B0F282608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9C0720-F077-87C8-2EB5-2260C5C9A42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926EAD-4DFF-F17E-609A-B971FEC0884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E986C4-A5C9-66A2-435D-F8F43ABAF32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4820E7F-50FB-1135-02FB-AD64DF62592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3D76EA-E789-B4C4-A4BD-32755B51578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3BDF19-A202-4D25-523C-D828DF5CB68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D201DB-00C4-3FE7-F8DA-8212EE9C215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FB4175-C7AF-58DF-F427-7B5A786B765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D5F1C9-9F18-3657-D8CC-85430B95021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6CBB567-3FB0-2809-A6E2-6BD301AB60D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C48B6F-A0D1-0485-631E-0FC1B9C9C08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02764-5F5B-F753-E2E8-58E338A67B4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134D35-5E48-930B-BB37-ED9C6AB70A0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BDA3EA-DB2A-7351-C991-3E038E5A399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4E5C80-14B1-CDCC-3DE8-656ADED8F15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1B53EE-41B3-8A96-E8DC-5433E118B44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8D8EC7-3B54-673D-F040-9F9BD18ACFC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5245CA-92C5-09CF-25F1-B9C7CE41ADF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FA1711-EDDA-B2AA-3693-6AE5180C108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B39B57-7378-8E3B-CB2E-EA85246C159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69D2B4-14B8-E5B0-16B4-8B2361D53C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784584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758F-0958-18A4-A075-B2BD17AF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25C32E-4157-8D94-F9AD-A15BAD2543B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4E0AE4-A437-90BB-FBDF-5B2E042D9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69F1E32-A8C7-5BEA-80E0-3BE024719F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EADCE6C-0FFB-739A-EB86-EE1C0B55CC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5B9AFC7-2A80-2F8C-9788-7B61024B5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325DD6-8222-70CA-3074-F1C5742C1B2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3A1BB9-FB09-85D7-7ECF-8B9A2192B93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73D95A-315E-C2CA-8102-67707C774E2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8C59BC-584C-413D-E153-67DFEB6292A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29B268-7F9A-2456-0AA2-D402ADFD12C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A99C40-C6CA-D8AD-4346-E5C4BA2054A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5FFC0-B483-B074-1367-FC3C2242CF2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17FAD9-BB5B-3288-CB97-DAF1154F58D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98D25A-AB45-9B01-A510-6D13995037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41AD7E-0259-B654-B8AA-92A6A22378A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F6EB71-5C92-FA15-BC2B-068A438219D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4DEA605-3741-CDC5-315F-DC442F8DA72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4B6018-1B3B-ED62-4DFE-EEBBF49728F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DEE356E-CF41-13BA-79BF-14AE4B7EEE5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50AF5B-9913-899E-7869-58BE0642020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0749B5-A69D-E6FF-BAA0-3AC51064B8A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1ED4769-EB2A-9F2C-09B3-4E1E61CC6D0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777764-8C43-4E53-B125-2EDBCE111B8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08D9BD-E53B-3B45-E83B-42D09BE9C3A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58BB76-FF43-93D0-A029-A2958D508EB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7C21591-0DB2-F307-6FAA-AFF803BB272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3F5E5B9-46CB-101D-B0DA-A51206034A3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B32927-E794-D1CD-6608-F8C952ABD75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C9C2F1-4290-6541-B5A9-9D6CEA1D48D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05E2B7-8EB4-F222-2413-1EA7B7D52D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98EB17-50F7-18D5-CC49-808A53F2292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D18AFF4-3F49-7129-38D6-3B530937A54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1D545DD-2C15-C0A3-8CBE-6C442EC2BE6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5D0C9EC-D9B1-49FC-51DD-E9956E17B92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F6095E7-FFA7-28D5-A786-BDF3AE7AEA3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5FD9C3-66AF-5ED1-C899-DB52F6AD1EC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6C989B-3250-1EF6-E554-0383FD9E06A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A1F366-6EBE-7E6E-B1C7-2AFB3542751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7337309-821A-3553-208E-EB0281619CB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0C0BFD5-BB24-23B9-203D-B2F39268485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D6B91C-4EB8-7399-5677-5F3BD4CC446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E5A73C-E871-43CB-1DB3-9A9FC5A739E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C0FCF2-1326-84E3-C9F1-62EAC2F2E63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E1C8BD-066C-9BBA-C7A6-6CC14E0182B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2E95B4-D51B-0E5E-BA49-B5AADC9F959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5BE0FE2-DD8B-CA85-21C1-AE3E64E60EB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7FEC8E-8E33-E0DE-599B-0D4BACB55B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30B8A8-38E9-E6FD-5C4A-E970BAC8899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47A58C-8878-CC3A-B497-45294CF4664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3761CF3-F763-8608-30B5-A415F4DA185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0A8B7D-2D68-73C2-9453-8AE13EF2D41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B7DD780-9BCE-D066-E68E-034384520C5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B7812F-2399-5674-0816-FB13DC5EA4D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9E5BCB-B7B3-E42B-600C-5E520E78A3C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7A3C04-41BD-3736-6349-05070088840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ED5569-D368-8DFC-059F-144947C5077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38A8F-FFBF-447E-9C4D-8E4691421BD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0C18298-0C46-1C50-AD62-79F746ECDD7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63EE01-7383-3FCC-FEF9-03A0D68F5C3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183CD6-509F-9547-7168-014B3FAE3CA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56D514-F72D-E165-4651-9DF14EC432A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219249-39A8-515A-DF95-3EEE39EBAE8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19021B-463A-5B5E-DB5D-A60ABCFA9A6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5301DB-1FB1-738D-1BF0-AD9A0D5C945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0DC2C-68CD-B813-AE71-5CB63130431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482921-750F-C83D-3FF5-200E4749299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70CB20-92B3-9E51-D9C1-5314C26C8F1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74B16B-ED2C-B7B9-DFE4-BC3877DE58C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9AAF51F-A8C7-5593-212F-49060DAC533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CAAF6B-99F7-06C3-A24B-4FF44CE5753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E86888-4366-6EAC-1017-36769292ED3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7AB343-A57B-AA52-A995-7F7D6141474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087F3A-51D2-874B-C9CA-91585AC4960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6F0B80-D456-B446-7266-43A519A2E29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96EBE4-2009-3171-CD6A-A3221D5FAD1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D5F51E-9618-613E-FD84-0870F9B0365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648122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C58B9-F5F2-C423-F279-3CA60A1DE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B38478-FB68-724A-CD61-048542914B1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And last possible 8 in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5D38AF-9166-085D-8EC8-6518FC241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A628F4-1634-5404-49A1-21A7E9F46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0D5448-F063-75C6-6066-237B84D327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D0245F8-F6A9-3906-7C37-CF46D97A7F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61A139-A868-1667-8A4A-F65F131ECB1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74A53-40E0-AC31-4247-6DE1A566A2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F19AE7-FD10-1CB7-41E3-CFB487591A9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8D2755-9B60-131F-7DA9-C3A3623356C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15CDB1-B719-09F5-5049-A2F8E26D29E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8877AA-590A-F172-C440-896B17C2BCF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ED65A4-D4F4-B6EC-55BC-C5311CBE31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4BD605-6C22-FB8D-54CC-E658158681C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22C58E-A6CD-85FB-BE13-CC5D721B523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2BB549-CDE3-E5D4-59A5-59F62C90B3E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914F38-AEF7-5D9A-3423-406380A8394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4E5E9-AF55-24E0-FB19-8DA820FD7F5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8A6F97-462E-6B9C-443B-80D904468CB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479623-E845-EF72-FD02-62F46AE1688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EF7A5B-A8C0-FFCF-B878-EA79927C6B8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CDDAA9-6DF6-D67B-9554-E54C4312EC1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AA95FC-7E4E-5EE7-8AA3-C20559ECD96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317EEB8-A2AC-82D6-BC69-3E5F2FA658D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323F9D-2E25-50C9-412A-88BAA67ED17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DC351C-63B7-48B7-0263-CC045F0CC92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653D703-A877-443F-63C4-F195E5B2BAF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D5D718-11D3-8038-EDAA-924EE33F25D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BB19AA-DC48-F512-45FD-0F75B584D5F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2CF488-EFBA-F219-69E7-16A9807F023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0481896-F213-6516-53B7-734F2E5614E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E4DC466-12B7-28A4-70C3-71689136DBF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1CC055-97FE-ED88-9B5C-AC560AD68EE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2C5854-36B4-89BF-C88F-21BD590E9BD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120BE2-9098-2D75-88EB-770B5893A09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713FC2-E6C2-3B23-A455-36508DD6A5A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B50F0FF-D2C2-09C1-8264-25EC77079BB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1FDCDA-6D4D-5B52-4565-DC209327FDF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3CE11F-E1D1-3233-7E72-B5D75C1BCC1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9E9D2B-4C50-C960-D43F-2D7EFB3781A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E611E4-6AFB-BBCA-CE5F-59477E72CB0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6140D1-AC66-DF07-42F5-5A51B932EC1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28C6408-8298-53AE-2A9F-FE252F00BFD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CFC03E8-8B6D-1102-3914-046803FFF29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9F9CC16-F859-B9E1-51B5-A1AA26FC04D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D28C20B-5967-2C19-97B4-73231E1269B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C4F5EC-0CEB-5A0C-69FC-8CE56BBDFF4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64C2243-A384-639E-23E3-DABB8082AB6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F4EC9DE-980B-A57C-BC72-360A9C67DBD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180FEFD-4FAB-920D-63AD-3F09E17DA2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C52E99B-E81C-233E-2C1C-1C9AB8B4A9A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06EB302-2504-3893-41CE-908E6ED5B96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41145-F272-7CCE-A1F1-C3CDC5FF9D2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D8BCB6-01B1-B842-2052-DD2F251DAFF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11CFF0-51C9-E8D4-18A3-A4992547EB6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EC856B-CA95-49E4-3F73-D06ED7B8E26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480F76-828D-D688-0EBC-AF6ABB060D5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50C12C8-CBA3-1E6B-5D00-87B6EF48A04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E5373F5-B2BE-5E39-0BB4-A9978ADC418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71D1EA-A6B5-279F-88DA-E3F6BEFD647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728BA6-E7C2-12BA-C142-9ECE74EBA7B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07C20E3-883B-011C-4387-E9A411DFA64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B998F49-7D3C-0852-2B94-F84CD66416D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323DFC0-D2A4-7CB8-F7B4-2C211C82927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850280-C296-6397-E5BD-EE785DAF943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F5C2F0-825B-AAC1-F538-ECB98DF9C4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E9D69B-9693-CE8A-D9A6-2B400154397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839482-2F0C-EEB1-50C0-ABC772AF670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BD2DCB-E326-CD5F-75DD-510CAF9E9F3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F9D61D-0A07-E025-95A5-3B9CCF525D3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DEBD9D-D556-9921-13B2-629C4A6E828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DD4B2D-36A3-3F75-C530-919C519C2D6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C4DB97-0889-A411-8330-4CFAF1E7E9B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BB732FA-3877-1584-5B0C-64666B5F390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C5F27B-024A-19C4-9660-44ADFB4D7C0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92D822-7A34-6B3D-97F9-43CEF114D2C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B60123-57B2-48CF-9FF6-F016C45A991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2B44428-5156-E6AA-F0D3-C67A322BA28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292844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3A313-7135-6756-779D-7F27AB089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90B644-26EC-E9B2-0ACF-98DADC95A0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[20 in 3] -&gt; [11 in 2] must be 47.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B57537-AEA3-4A4D-E329-D917996BC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625D1E-8449-EB15-8AC5-C6203D673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466992-DC4B-F534-CECE-83B37809CA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D0E56A-35F4-5039-3931-03C8515AFF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EDA43-041C-AA99-591B-D1CCD29AD08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868B9-4BD1-2416-9DB5-BD7F20B190D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4D8976-0C3A-811C-89C9-56BDF03902F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247F9A-56B8-1C7D-1CE0-F81D2AFD045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38F2AE-36A8-C0B9-9003-18F524C86B8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9618A0-5D65-B873-55A2-DA8AA7870D3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10B1E9-9267-B2E3-928D-73A86D99878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A4E730-E43D-E5CD-2483-46D81ED62BD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16A27F-B6F1-9879-11DA-EF6083E4F4A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355DBE-D800-3081-10BF-5CD55B30E8C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F26BD4-15FF-8C9F-7029-C4A1CDB5495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D6EC26-A7DF-6029-FFAF-E98969F876D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BE70F2-5D40-6B65-EB41-21AE406A5BB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1C8CC1-CC63-DFE1-7A96-1537D346BEE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C60C87-69E1-F810-AF6D-AB88EFBF3DA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4DDB44-A90C-015C-1A92-77E33D77653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D0880F-CCB2-6CD7-BC52-3EAE8E4D2EC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11731C-79FA-13C6-F826-11A49573E13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F152A9-8753-6DCD-7843-B320B82816C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80E19D-BB3A-CAFD-FEE2-60E11EF9FAF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81020DA-1B42-4981-CA4D-4211F45EA55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FE82F7-C7A4-CAAD-4F2E-E95E14DA8EB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EE238C-5708-D8D8-AF8D-A7E2E847C92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17D3697-C327-A619-1F22-1AC7548588F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344473-CBEC-5500-42F0-6F33FFFB8E1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5E2604-D53A-028E-ED42-24BE9C3A6CC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5C51E9C-19E5-601F-21EA-8633AD56C59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00A6E0-3A35-E325-3471-D7F8045E871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214E44-B518-6AA6-9FC4-97ABF33813A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94568B-381E-86D4-252C-11AB77D3864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EE84B5-9059-03DB-DDEB-7ED8DB1FB75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A5C014-E3B2-9E3F-4D47-1615E21848E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383CAB-2F77-E027-D888-C96057F8F9C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5E8155-5351-AC27-98D2-BEF3BE76B2A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71F41D-F6E4-BF39-4A01-D8524461698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661CC0-D49E-DA42-3385-A23A93F3104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D0D380-4F88-EF91-299D-0EC4BBC5C8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A84437-8DF7-35ED-CB6F-7D2EBAF756B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91E2A16-3BF8-AB8C-CB7D-9998DDFDA09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E6BE857-A387-EE60-5314-8841860C53A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85970BF-9AAE-98CF-6E91-76054AE2C82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290AF7E-D63A-49BE-F394-708AE0CE8D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A863E06-E8F2-677D-30DF-132826206F2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D3606E2-8ED0-A969-4DDB-39320123F3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BD70132-514B-9F8A-E89F-748F39C5B9C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A9E1367-257E-52C4-70DA-860D8D78BDB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955511-C99C-5EB9-2106-2C8DD7016E0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234D2-37C7-8CE4-8A5E-CF4CD748EB8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7A14BE-B6F6-6FA6-3B8C-BB97D6FB045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53DD8D-FE74-489B-4A60-C860EA2CCA6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958E02-E5D3-BBC9-B2B3-CBB8CC1477E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FB616F-733C-1363-3DB9-63B139AF959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2081EFD-A4AA-F48B-D9AD-7CACA089210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092516-7F60-AAA6-E08C-9C20A9B58F2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98FC11-02D9-E367-DAE6-64C46D0C82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559A0C-1212-7533-8A8B-334BB25C17D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16E98E-41BA-DE68-5C22-6485D2391A8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906CCF-5AF3-F848-3DCC-D029F4658B6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265B0B-F3FD-DCF0-F09C-1E22D85895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02F09-3D99-70C9-CC17-48E13DF7129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AF3B7F-9734-A270-677D-CC4F2D17637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AB507B-6ABA-4587-58F5-50989771AFA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3B55ED-C1B2-223A-5CB0-0E300795D8A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DF58DC-9157-17EE-C62E-7B536A3668C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8DAB0D8-3325-DAE3-437A-5ACBF90AAC1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A8E200-ED88-0F1A-A3AA-A3912E2F7C9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EBEF86-3995-0C71-1FB3-76C6076AAED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C533E6-2E2C-2B5F-FAB5-8BE37A21B9B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CD7A1-D3C6-24EA-4520-1E5A4CDA19B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E9A2ED-8D26-15E3-79C6-BD53EE63C9E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14235C-FA2E-6B85-18F4-961AC2011B5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DFA1FD-6FB6-08AB-A5E2-81F01651FC9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893504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25051-3A52-8897-2453-3D69E5A79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48D41D-1A5C-4168-FDD8-0C8C217CCD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14F462D-41AC-3DD0-6978-917BE3FAC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A150EE-45BE-FD14-779E-B771465DCA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2D0AF54-6A03-787D-2C70-BEC12F8CF5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2AD652-EEFC-2490-7318-F6CEE30EEF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C2887E-0507-54CA-AE63-5F30EB3B26F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2A6B53-7A0D-2655-E319-3D69D90B25A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B4625B-B3E1-DCD6-EE89-C51A6E821E5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6BA6A-D37A-7DF6-1F42-CFD3D37441A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2D8721-B5A7-B360-55A7-797D73EDBAE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DE1BCD-603E-B415-06EB-936F3AFF59D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FAE8B7-E45A-8A4F-92D6-9089983252B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A240E3-41FF-9CE0-2577-8F80D749E92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9493AA-C468-0FBF-7BFD-72F452AC55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CC0405-E857-F38C-7FD8-F0DB231953C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080B4C-A9F0-8AC6-0BDF-3F6A0DA168B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CD184C-BA9C-B01D-B721-1EB4DA3ABD9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37534C-7327-FA90-CD5A-D0066EAD749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B08728-8970-7971-7879-31A84E183CB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5ADD193-00B6-0DD1-0ED0-02FAC33C922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DD2180-1B55-320D-2231-806175C5BAB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B8BAC6-8BB4-3729-8F88-9F196416D46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8E6CEC-C1E6-F21B-DCEA-9E43A8E5146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08893F-2EAF-D3BF-ACF0-A7F2A6832A3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FC34849-BE44-733A-5E77-571590B7058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DD8D3DF-8BBF-F9EA-A612-61940DC2F32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48ACA1A-6CB7-FFC1-9A6A-08CDA526222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AE41355-3A7E-35EE-3782-2DD2DD752CE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E1789E-9AA6-05FF-0A1B-A2BE891189F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4B4252F-DAF5-E237-CEF4-AFC83EDDA57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2DC9C49-81C0-2CFB-43CE-D6E112FFB3E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AECB99-4C43-4C34-42D8-A224D32573B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9BC309-7128-EBB3-1B52-B1806DF5000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2409BC-0B04-D836-4BA6-5313D0CDDD7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28B946-135E-CB1D-E8EB-E4553787901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78F6F9-261D-4A21-BF3C-D6458DB8253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9FA2978-4253-387B-B49A-0AC06C86EE3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43F9FF-2450-3CA3-2990-8F205EF3271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2EF689A-507B-4AC1-1CDE-929AB4CCE02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9FA9A15-6251-D634-4ABE-1664439C441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A3B7DCB-1396-4FEA-3414-B5AD27B72D8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9A5BD15-939E-AF95-9B9B-2F1C6D9CA42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0C0C52E-F4FB-0764-5C04-503A5EBE77C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6A43C3-519D-AA50-113C-780E212CF6F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07BCE5A-C1CE-7D79-6A4D-C2EC0B00D6D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7219692-FEBD-B76A-86D3-7DF637E571E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6FCF32A-A302-3BDC-2183-9ED55424B8A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077B8C-8050-C3AB-721A-1E86A6EB1CF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EF2904-1D36-0C1A-BA54-E982C8DB347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5FC662-EDE1-21D1-3158-4A95F417524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E2929E-D927-B808-F490-673B1C8122A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B783F9-EA07-0239-1F51-4F113A48BA4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CA25936-E0E8-3DE7-DD78-C1013FD53AE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FFF9D1D-6ED4-24B6-394E-B37E26C2DD7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74ECB7-3B4F-74D8-5869-199593078A0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F67E79-0569-F641-9382-CE77DD7A457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ECC8A53-083A-B9DD-214A-AEE86A28365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BF478BC-280B-0054-807D-8AA623AFB59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72F4283-E6D6-B9CD-FC4B-6C980AB1B24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4797D0-1AA0-DE9F-AED7-0B4B0841B8A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FA1A75-2089-8633-9BCF-B197591D16E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873087-7F61-771A-B43F-E8A24316A66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80F605-F7BD-8A0F-CB27-2A6275138C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AF9F8B-9320-B79A-D756-2DBDBBB58C8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9301F9-6911-9CA3-DDEB-0F85614758E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907751-0458-D4A7-46FF-82F9CF85C9C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7D8DFBC-B33A-2612-E570-A87A12D630B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144995-6873-A859-F8D1-2D4095709E8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DCBAB9-4356-5F86-26C6-A9CA04860D3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D4163A-B61D-8D44-A4F8-974EF00790E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CADA04-4A1F-EBCA-9ECC-BA78EA068A5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8FE072-9DF7-BAF3-3AE9-FFFAF578A04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3083782-4649-6E36-AE2D-CAC220E797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A5D531B-8653-6157-100D-D497DFA2BF1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3624AB6-F155-1AF0-085A-650A58E12BA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AF5356A-71B7-7ED8-E08D-D8B71FCF793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AA4242-1600-0371-1083-12055338CCE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769748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5DAFF-8020-FADC-C02A-4DADFAE5D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4FC48A-D38F-F194-839D-617784B3BE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9B7DBE9-71FE-C72B-39A4-169D4F42B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02826F-9910-CF71-16CB-138D54F0F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ADC5E7-1692-F701-E66E-227EA9010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D365E6-83C6-796B-2008-A622E48109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D596DD-7DFA-6CA9-F8BE-90A76ACACCB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D07465-893A-2EFC-7BDA-51FB1936777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247A18-4AE9-A109-599F-4694529B673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140BFE-782D-95EC-B853-AA9926A3C59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03E662-D4E6-013B-0AC4-C699DD9AC83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822D9A-C265-86AA-DC1F-4A158227CBD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FD3E70-250F-B16D-BE30-6CCA34D46D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3DE338-F5EE-6572-9481-920F266F047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3C596E-4DE0-D1BE-CC0E-E90F838AA77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B2725A-EAEB-CA3A-7B11-BF27E45BE51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75F5E1-A846-190E-7768-8C6FF36C175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EABEDF1-AFA6-B818-1469-A49E6A0E18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2B0FF4-8194-7258-4E07-EA3420651B8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E58BE-2897-187F-357F-D54FD4FF2D4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60088A-EBA7-C6C6-79BD-42FA53D7016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209C7F-DAAF-88BC-821D-500EA6D5E64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4881ED-021C-51A2-E0D4-06887E66F95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4DBF4E-3675-3236-C4A5-53BB546AAC1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6B9EAD-02B3-5F9C-1A86-62D96AC0921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E6CEABD-94F5-45A3-BC48-D59727C16C9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F93B1B9-F33C-7126-27D8-64B893DA57A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088801-B9EF-5B15-3095-E5C78EECF8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70FE27-A630-829B-9BAA-3D9F428641B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937C18-2E69-6526-D21D-FDE20F23CA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2A1C475-E7E4-4859-4B13-FAECB7014D5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8AF7073-7441-81D6-6A78-0A2F7982DE5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1F2CD-554B-2FCB-F892-4B77C64ECD8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F05924E-BB15-3A6D-C299-FF199EF136E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22CBA1-E200-C799-742E-17B5CA879F5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97138-6F69-58A3-5FAA-2AC3908445B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E909A9-5756-CA96-D87E-B9780025524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6F6E25B-3BBF-FCD0-78BD-8176BD9940F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2C694E-2FA7-9192-0AFA-A15E737A820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153D2B-7A29-806B-A253-CAF11B5450B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3CCBEB9-1AB3-9DCC-073D-2C28C7EA553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E370431-F5FA-6A82-3DB8-DAC41F0CFE2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0364CFD-AF02-7B95-1F85-1F3FB4CA308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790DBF-26DA-5A78-C960-6FDB89C26D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4F369C-FABB-3AB2-B13F-D82C56DF685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DBEFD9-3DA2-ED6E-AD9C-9FD47D6C08C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4E7FDF-5524-7351-DC8C-E42E974A7EE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973A6C-642C-0E23-9B08-D3E2199A206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31F1FA-6F84-D8BC-DE7D-BC0CCCF835A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6FF1C4-18FC-30AA-9CD5-EA5F9E89670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073B4D-0CCB-E46C-7151-E9A88181046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928D30-4A11-EFEF-1CA1-9DE88525F97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F44706-57AC-D79E-9CAB-28557EA9FF9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98C409-2378-789F-D0B6-0C829EC3DC6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2D326BE-EB37-4B55-D4E6-5997F516D66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DA549D3-4B9F-4BF8-93C9-E76C7C05CC4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C3B473-83B1-239A-7BB1-CD6F71AD6D0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37DD06-EFF3-C702-9F98-28C7F7B27FC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B685A6-1D39-E4E6-02CC-F5D9BD071B5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711299-36D3-72F4-BF49-F8381A5B84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303DEE-0AF3-AC1C-A002-225535AE91F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C4FE16-2E67-1058-9516-F0FA1F7E49F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D2F408-6906-9043-12D4-AC3EF3EC34C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909097-EF02-CCA6-AF2F-C869FA21467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98A479-3DCD-4ECB-0BD2-80D900461DD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79D313-A7CE-4AB1-BF4F-83B636C0D94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F1C86C-5ADD-BB72-D02A-5695ABADBD5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A56BAA-3C99-4E27-29A0-3CEFBB9DE5F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723266-E274-AD81-D6DF-F971409411E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88BFBE-DEAE-8D58-1672-BDCEA3C5AD4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67E09DE-E6E8-9C05-E57B-D86172A94EE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C0AA8B3-6347-35AE-3747-41A1A6EC0EB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176EC1-F4D4-E105-A9D4-F59619A7541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A17456-41C5-85A4-439C-DA6A99AC465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EF0E0D6-3087-A854-D7AB-60BED2A8D59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E5AF3B7-2762-763F-0228-5E878AFECB5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AC74EB9-AAD4-3D53-6B32-A0B9E8D9B35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431FA45-B422-FACC-06A7-5321A10CB30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05795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548B-08EC-9290-050B-104D0706A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5A42B1-C6D4-E2E3-E6F4-FBA2C1379F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A229AB8-96A8-8E21-2DD5-6161B31A9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C278DC-CE21-B633-1441-3E909E072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DADA4E-4FE5-C95F-60D0-BAC2237DBA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B3C3F5-24C6-811B-F9D4-9137ED378A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5FC6E7-BA99-CE17-4799-C370AD42D4D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EA5673-94E7-92E1-A377-F392193AEF7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9E753D-FF0A-2D27-9AC4-08DB6EA053A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4B3204-145D-1485-1B96-92E50E9520B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28C8B2-15B4-462D-9610-86C44EF35E4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EF9C1-2017-51D2-4482-AD57D564FE2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57F27A-554E-8A14-522C-A56E416B042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901119-8246-44AF-9F5D-270F9361E0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136E21-2C7A-6DC9-A072-EB6DC74EF82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C910D6-AF45-BA2A-8157-D5A7B5A0925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425028-1F44-8AD1-4C69-9376F85BE40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D7E02C-2C87-DAAC-4A37-8BBFEF95D1A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FF087B-FB4A-24AB-8A55-B1AFCB1A279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712B7E-61C7-C664-3BE3-10FF3BA387D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61C0CF-C8C6-D6F9-30F6-F5D6CF3D7FC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07C4C4-B69C-1BE7-4659-8C75E4E3085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C6E711-D317-9CD0-4340-5E98C2B4266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DF1B3A8-A4F8-1C6A-6F79-4395B28A21A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54B167-4A6D-E706-D0A2-7093351673D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A97847-7D9A-1A5B-B10A-D5559F1818F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2F677D-E055-E75F-C57E-D0CCE579AF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FFA320B-EE9F-469F-F968-2EA828BA152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A2286D-A360-7F9F-8D4A-75A452D3723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336921-947C-B1B9-64EA-C537386C9FE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4A18A77-BE23-5ED9-0061-A64AAC277D6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6EBD1EF-3202-2771-CFA5-BE603A110E6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5AE196-751A-2932-660C-01EA5F1816F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C3387BA-24CE-DD75-0633-CC92AF08A59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F4BF5AA-DC6A-49B6-2CF0-57E09D0C395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1BAD701-B99E-57FC-97AF-E320D3D2450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1960B92-5367-3AD1-D4CF-068E55AF577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51A0881-9891-3DEB-D769-6AA9E405CC7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8C9B9E5-D8EF-6638-DBCC-DE955F52310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006B8E-1B51-A544-3558-D6602E1D5EB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E3F365-8A32-F7E4-FA2B-D9D7B62B577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DA225E-F334-5E18-236C-3E80828F628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90F4D9-7596-26B7-37F5-69C9D34029F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658F95-AAB4-E8E8-11F1-B74BC4E5293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DA8607-1442-A80E-519F-0B65F17DB73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8B4973-5FAA-FCE3-7CEA-0EA3E9B4589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653049-272C-FA19-71CE-B0175656291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7F6B3C-F1FB-C19D-3D35-1601E56F215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250821-C2BA-C32B-FA5C-80976AF912E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F0F130-DF71-58FF-2785-ECB57112D63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A1D184-E1B9-A44E-202C-5EB5D00C2D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7AE820-0B73-1BF6-C58E-70CD74DCA30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F4A56D-AA7F-8D17-0337-2E8EE40449E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FA7B1E-4C18-2290-4FCC-0F31ABDA16E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579A99-CE74-81B5-CF4F-D4E8459504D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8486D7-E5DF-40F9-D224-A02EA6A8A4A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74CFEA-269D-481A-B484-03B80B4C9E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D7ADB0-0088-D6D3-71E7-3B0AE368194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145BBB-E975-B1D7-FF6B-2B2A2EE558E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0187FD-D645-F48F-4C9B-E77C577D21C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6CD26D-118C-87D0-25E7-491D183546F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BBDA08-BB9C-8E62-27EA-3528FB19A85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C863DB-E1E2-E29A-3D83-BBF796DB405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7B81C0-5A3C-EAB3-3E74-E4DAA31FD09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BF97387-FB4A-B0C8-6258-E6D666527C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E21F107-0B90-997D-8E19-332EA6C64B7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760C7D-E7AB-C36C-AE8D-A4C8F3261DC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C13F9E-C776-6117-1473-326C3C9A0C7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3E5635-3507-D987-8A8C-6C180EA021C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36CEB2E-D44C-A6ED-C11D-3BB61032C1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C5F71F-9BAE-E478-696D-7C41A6A6C7A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5FFD25-BAB7-A519-8E05-1A5E055710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9E454B-F92E-36D1-3F3C-AAA9FABEFCF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E03B67-07D0-3CF5-AE9F-332B4A70C03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46C79B-50B9-57E5-2A32-FCBD1330F7E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DE004-A181-546A-A87C-26982255CB8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64597E-692D-0ACD-DC68-04F0AF0B01F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AD9368-8A33-BED4-9974-5CF741809F4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537124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33608-F319-F448-D490-64243BF4D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A9153A-1E28-28D5-077D-E0B8E434FE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95DF1D-2406-DDD3-22AB-5DE2871BA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E51A229-1E07-3F62-237D-95A7E38DC8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169488-9762-56F2-16C4-AA134DFF8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3830730-2C7E-4786-92B0-261A032487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3E695F-FF41-A7A5-0FC3-BBC3116A853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B51824-C45B-746A-C5E2-0985A650CB9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2DC177-A3B4-164E-04C6-355B332F8D5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C55AED-5DF0-C5FC-E282-86E8B0C76DF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ADBA39-8FA0-41AB-3358-BEFD7AC5EA3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2F360D-4848-9E81-73E2-3C9B7625623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44BB15-66BB-DFED-CB59-B65A7D3CADC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72B4267-7AF0-026B-5F2E-3D0C2527F8B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2F38E6-7F48-96A4-2178-95708D347E7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A88ED0-159C-9340-E6C0-9E43D9FFE0F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4C3591E-D916-45F8-783B-83F15260BB7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7A879D-D7EA-7D24-445E-4FA145EDBD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6063C7-C555-CAE2-9F63-9941DE0B31D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92C471-6E40-A2B7-32A5-B77C6891189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36844B-72A2-7499-9959-3A8284D67C3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B6A8A28-338F-833B-7B0B-E15D390AB18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DA0D9E-FC82-AC5A-57CF-3504378B83D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2623E60-7BE2-7879-C8CB-ECAB1CAA04E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1329E9-E02B-E308-6888-6BA28F6F5F9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074CD7E-1D1B-C099-47E8-0214DB69905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72CD03-0856-BA55-D2F5-F9C1EBF087B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756CEF-2F25-4A3B-9B38-124B6573C44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68BA13-75C8-18F8-1234-1D7EA6B6940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4374A4-3F36-9519-7793-9894374E7A4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D4F958-E0C6-5378-10E0-A60EAE2D097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83FA83B-6CD4-775A-6A44-A466E1DA5D5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F53EC1-096F-BFE3-D813-44D41CD6307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BD24F25-987A-8459-BE54-E4BDA78F84B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54EF8D-2BB5-7798-7A01-BBC0F34909B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5E46045-2234-131F-1307-0AA6EA34CD8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3B339D7-1CEB-AEC0-340D-9A0338A334B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5869A63-C0CF-F272-A85E-7CEC53A5F8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28281E-AEA3-E9D5-A254-FE221991C34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40751-6790-CDC5-9868-26FEFECA75A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ADB61E-B3B5-2EB5-CDE3-9AE4080D421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95824C-F2E4-0741-1BFC-C4E25869D97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A4BA09-2906-CC9A-F397-F7051F679AD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DF9DFFD-B463-2691-926F-075DF3C682C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47D39-72B2-2D94-453E-BEF45A724B7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6881C7-F3C4-9635-7FA2-6168A24E4EE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CB689C-0CF2-C711-A2E7-D31E40933AC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CD58008-7CE0-E14B-59DA-AA17212B5E3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747D74F-21A4-38F5-95D5-8023229A99C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E2BE98-778A-4FFD-F724-53186C7D97B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87E9E-FD14-8010-250C-1578B1B2694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B1C59E-51F2-D88B-D775-E09446BDCED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993698-F931-5F14-FE53-D4A479A0F3C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A69F80-1EF3-6C04-D685-F6AC8DC5B2C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3BEE61-22E0-E3BF-6857-C4AEDB183E0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A9A2521-5030-ACC9-B1CD-CB9BC2FF2E4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B54A28-C3D1-32D1-C886-89045FDF29F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413602-E371-E82E-C4DE-030BABC7FBD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839909-3D30-05DD-4175-9030DE2377B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A29FFD-3426-7226-0F74-50E43D8DA57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FD9DBE-F6D5-427F-DD97-2EF543591FD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9C170D-BE7D-2FA5-1C0E-8C27AD0984B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F6246F-D6FC-B05A-85DE-10E868C80E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F82A56-4C5B-5728-BE6F-5B3918C16F0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3FB29B-ECF1-3139-419B-76C279FA8BA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2345F3-F3AE-8786-F92D-15394957997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3FB94F4-C92D-2474-ED17-37E4F3A776C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90FC00D-189D-4264-01BF-4EC6FBC7C80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90B3993-6663-2029-C335-F60B7AE8FA5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950B06-369D-A55E-8E8F-A4E9BA0233D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A9D9F05-2CA2-5E77-2D87-10361172B0D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D280F0-1999-F3EE-A67C-F59129F492A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3C95F7-3857-E501-8FAD-1E069873505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8827B7-00AF-C375-DA70-8D3CF49E7FE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02373B4-6DC8-1B07-120D-A94B396CB22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D051A70-5A6F-8E16-4663-370A0D9A683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64C858-3AC0-62A1-D8CE-60BBD718311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003B32-9CB5-9F65-F84D-FED6879E1A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363419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12067-54F4-16ED-973E-70547E6E7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B9B889-45A6-44EA-ACDB-C8AE4FB49A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[29 in 5] -&gt; [6 in 2, no 5],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6351C3-2870-B5AF-DF37-46B026B0D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A65418-EFAC-34EB-8EFA-733CE68FC8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D34B7A3-5399-3E40-D157-827DAC698C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DD09F8-010F-C566-B17B-C68E49E099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161B3D-DBE0-5AEA-A9C3-1945C332D79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02715A-E6A2-0699-C0C1-5B66763D050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A8BF84-BA0C-2E59-E96B-A2A6F323B67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2CCCDC-C6FB-9986-4D8A-6C24354E8AC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36DD3F-0E6A-297E-838B-657BD56F5AB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ED6392-8B3E-FBD0-406A-B8BD4F29091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8959CD-8FFA-72DA-D5FB-6D21694FF2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FB3F61-B39F-2184-BD0F-1DE1FDB7CE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753685-C10E-F08D-F99A-AB4BBF8CD5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90BCFC-4001-1445-6A5D-C303DB99E60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EAE4EA-A7D6-7A4F-70ED-86477022447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D72128-CAE6-14EC-2745-A4A7AAA6CB9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65F0F8-2683-3C2C-F10D-E6482D2DE16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E273B1-4E9F-15F0-EDAA-4EE43E1A8CB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CAA591-2287-62E1-53B8-9E3CF83216F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0811486-DDBF-FED5-DBB6-894A5830275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BA185F5-0FE7-2E1E-DF6E-73ED0BF88DD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A419E13-D8AD-268B-0117-65C21C5D1B4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386E285-DDCF-8212-7018-C9C0CDE66DA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7C87F8-233A-A64A-A423-E03360B555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9C636B7-CB2A-04BA-F2EF-7FD90709324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36EE82-C3E1-26E7-B1B7-72F16FFC09C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3891BA-8C92-A45E-81C8-E039C2CD8C7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70F71D-5CA8-5DDC-6571-8760BA904E1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C06439-26ED-B29B-75A4-A02C96A34A6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4DB8B21-9C6A-96CB-078D-F32F171A361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3BE41D-A25B-C6F6-15BD-485F620850B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A38D2C3-ED89-64A3-0E74-14AA70C64FB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937E360-44C3-445F-392B-E42DA016D6F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23625A3-F5A5-1E7B-5B36-02AC79EEA10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6C5F207-ED4A-F42F-197B-14C2A02537E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7AD042-251F-40B8-F9A0-B0A35C8B9B4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A0342C-5053-1EFD-9466-E16371002F3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15A335-7F8C-69A4-8504-6B525EE8F21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F53C91-57D7-90EE-F1A1-84D5BFA164D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266EB5-8FA3-8DC1-B32E-3BF4A9C9150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8F1DEA-B05B-AC2A-3466-6C5322A0B87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462AE09-8A52-2E87-113B-C49FB06933E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AF4F80-F649-11B5-4B0B-D6635FBD6B0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4D9929-EF69-0070-DC53-DD1CC358139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6AE45F-76D5-3B3C-122B-E3EE20C70D2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7CB3920-BDB2-02EA-6AE1-126E9734666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6643110-AC8D-0F8D-5E59-0E7812B1D70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416979-64D7-8DF1-49EB-77331935945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581556-0F80-8652-EF0E-A13581D7035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6F0380-46B7-7EFA-09CF-1F9D4186F1C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69D337-A415-D47E-09FE-105E911C014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0D00CE-DE3D-4DF3-70CF-167A597D06B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5CB64B-4AAF-B58E-2D1C-9ACFE05C03D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2C2785-FF80-77D9-9563-DA91989A9F2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183188-3D70-9252-FA5D-66D8BDA3F19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5077C-10BA-73A9-BAD8-19D0C49905C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908876-C779-B431-03FF-8F2B3629604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AF630-3984-0127-86D1-D1AD3EEFA26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02DAC4-ACED-E92F-802A-81CA95B7E16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3BF7D5-0666-1991-6542-A8EFF8C2566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CDA668E-E84B-C649-B51C-454D5461CE1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CEC2DC5-9BA4-B45A-D10F-0048F004EC1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1112DA-7B21-90A3-4786-583281420FF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F32D03-9D59-8174-BCE3-EDF95DB432B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E47EBFE-D011-5E48-3AD0-CEA60E224AA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DFDAAD-665F-5A27-5A40-960CF14E884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DE233E6-5CA7-8BED-B79A-676203AB4CF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EBCA8F2-971B-66FA-079D-04762D4ACAB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044A40-CC28-4436-C03F-C55BB3B979E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9CBB3F-124B-C5F6-AEF8-44B073AE4D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F6EF44-904B-8EF3-AA8E-AD48DDF580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335F530-EA45-5C1A-92A3-A24A3734825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61FEEE-F544-4A57-629B-C7FFAEAFD0D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601D4B-BB47-7E25-CFD3-F3B83B4B2C1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4713E5-4596-8C79-1263-544606CFD25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72C4E3-AE2E-243B-646D-E98380F3A5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6EA3FA-413D-3280-FDB3-30C789C57B9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98639650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EFA11-2654-425F-9FEC-4367AC46C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C7D0A5-8448-C79B-9B2B-1C5D721C77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F5922E-3537-ED59-F9D0-266DCA747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14E6CC-7EAE-706B-BB47-A1CDD37ABC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CB176A0-4B8D-FE09-2084-5BBFEE9616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1EAF18B-B016-BE36-07AE-EADA30536A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CDE7AD-9F19-6D1B-81E6-78C3791EF76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85CE47-53D6-BABE-C256-4377780779E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FAB23C-D001-11DA-5D82-1AD26B46D76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66FBFE-4542-C12A-60B3-3017EB80370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6952FA-2549-08E8-1BBF-A86754248D2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BF00DD-F038-9B1F-B168-BC8D1733489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8CDE75-64C1-1612-14BD-889CEC3C14E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5021FD-5A0F-45FA-3520-70A7A55F169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D1ECB2D-2767-1BE3-A957-6D3C532DB78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C1C5FD-B289-96E6-5144-84764B758B4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3DE203-CFA7-5E94-AF5B-25F12CA590F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DEE97B-6EE9-8671-FCCA-8112B301EAB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38EB6B-11A9-A887-3B43-396FBDFB11C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2BEA38-22DB-D762-9D2F-31C0D334F23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048D0B-F836-7E53-D361-91939BAC50B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B1779F-7C24-4462-96DF-72C471541FA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7513438-7A2A-822F-BDB6-98F202386AC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DF2CB8-8647-4C29-63E8-3E9B8FEDDF8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54BAFB-A945-4940-D4F4-F0FF7C17BF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F82C0C-4C85-4728-213E-BE8B18E203F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D58717-11DD-6198-39EA-E72F8815B8B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5062EE4-35AF-527F-3692-5A9B157DD2F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3623FD-0A23-A087-73C7-602D569FE3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20CD03-2502-2090-C05D-23029A9FBE6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D2CD0E-717D-7FB8-56E3-D8605FA25D1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88E58D-A7C2-15AC-51B4-D108E7961EA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72E98A7-65AE-BA9B-3470-A17FEEF2738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4C1CB9-4D34-58F3-4DFF-555BE70D28B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5C01A2-EA7D-A80F-A8A0-598E1C15247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021D02-8ACA-06E5-BB1C-4D9DEE8C759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46A33D-F951-14BC-6FCA-B2B63BBC4E1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2B26CC-6D31-93E2-F20E-40667BA0BD5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8D3D-2423-AD40-D662-EF65A4784DB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7F6583-6786-D17F-DE91-5D2213051DC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D09F2A-A96B-0D92-8384-88FE7CCE422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5D58EA5-2763-5639-2C5A-180097369E4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EE2677-A483-B6B3-9F44-3135EC2202E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F9B98F-3D40-E2F4-F8CA-EA9E224852A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B5499D-E0BB-C908-3D1E-7E3A3D9C3C6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67612A-E66C-9A9C-B5AD-7E1F571E45A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26B99B-8CE5-1FFA-FBFC-29325CB9EC4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27E30D9-0486-8E90-E9D1-CE234097790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A35048-BA97-6CA7-3466-BCE4A299999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487C5-CD11-9F63-0193-DDE5AD18F9E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3D2654-5200-BE5B-35A9-A6B11BF230E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5C9C8B-AB41-0764-C054-1684682CCF6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702B6E-64C3-E778-335A-F2A5952C76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349304-4579-B1C3-0272-0B6A8B3C781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2EED1D-3FE5-64CF-5782-F2303540257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F621E1-578E-09E8-8BFD-669D55CF641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5DED32-CB94-C58A-69FB-C3724AAAE58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5491AA-623D-C764-37F6-D7E5E2CC129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ACF20F-1EED-8262-F6EA-D0672FE4EDE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920C6F-FA28-2FA8-BAD9-B3FAF1B9D2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3FA006-CEE7-710C-89DA-34651CE90D8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00B55B-73FD-8F7B-481B-3B4354451A6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BB2745-9B6A-56C7-6C0B-AD720291143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F86E551-5388-5D4F-7362-92A8AE8FCED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A5989D-2A2B-360E-C45E-AC94761596A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EF8EA2-EB6E-7923-8FAB-3E916EACE56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6934F5F-3B04-F448-990F-B0B43C098F0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666EED-7927-F91B-DB54-85DCACBE933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87B2284-8309-A034-4864-442AC40A866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625E7D-7ABE-9A50-CA51-DAC154CAAB0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9ED82F-585B-3FA5-8A9C-55DC281AC73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7FB48-88B8-BDA7-BD00-20402A68C7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E5E889-1CDB-2B21-0F55-42A65EAE488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3DA7BD-BDD9-2F1E-3D5A-6D3022D3552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224583-961B-3F0F-536A-518383D9664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79CA80-C9E8-1F7E-6913-A24F4C14B6A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04E1EE-5422-53E8-0088-E7FAF6B2831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E61BA5-EE87-D514-BA9E-4556E0B1312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B7F4E1-9CEC-F9D1-66F5-3BB69CA7736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121154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069F-1F15-35A0-4461-3CD8E50F2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35FED9-21D9-1958-6F39-C7F226477D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A39079-E6B0-FE80-2154-2ACD5352E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B397EA-5A6A-693C-9B15-9A6A17A77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B1CE8A-F43E-D656-0A98-262820D394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D0CE6B-D3FC-B048-5E26-E1B5318D81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56AEA-3A33-8E03-0A0E-748EA4C0011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E1F109-40A5-23EA-E2E1-327433C5887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2A4C1-029B-697F-291D-6A3E92631A2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50A7B-6BE5-484E-F1AE-1D7BADB7E2A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DF3D04-182D-B17C-0BC6-9163D3408E0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D77546-B4F8-5045-D23B-69FD39B3523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DA02A4-076C-8B1E-C6FE-A2DA78F4DF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45BFFC-09FC-242D-AFDF-72FF39B17AE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5BDBF8-CEF2-0786-74B0-F83175476F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FFAF85-F3AE-D710-CB88-F15A245780D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642EC6-792B-46DF-F0B0-FA24499251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ACECBD8-1A3C-A363-1546-E5FF9E28F11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0C154D-DDFD-8228-7AED-BA93BF1ED5D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6DEA7D-1A64-6B89-C0FB-C54AF4DC689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BB7A36-64DC-94EF-44B5-9B86E9DC0AA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E99F91-5BFA-CD54-1A5A-FBB05607741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B2DD938-8821-2BE2-19B6-41E321509AE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B72FF7A-489A-880E-C997-B4354C75D4C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E6B9FB-581A-A383-9E54-9BAFE447BFE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16C22CB-337C-A5BD-ECB6-38092D038F5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D5725AB-DF26-5EF2-77A7-1390409FB4F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F62383-E647-8FF0-D20B-64A9496AFC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7A81AA6-9EFA-1ACB-A012-5110B0708E4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FC3251-2206-992B-D8F2-2D1CFEA37F3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333EDA4-E541-76DB-FA9D-F82BCEE1B45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B20B74-2B59-4276-572C-55908AE615C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0E4EC9-6664-DD15-F8D0-A92DB3CFD89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A612B-56CE-2A2B-58E7-3FB51DA0547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A7F198-5B3F-D7F2-4C89-8B53163AB26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EA8E6B-9E42-E680-996D-46096F1B58F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BB447E-8010-D8EB-2BAB-A6DC287177B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9071F2-156F-737E-89E9-2FCA809373D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60D144E-1458-90DB-55FC-166D8888899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24AC198-6CCE-EF56-982A-02EA38F752B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F53C79-14D2-CAEE-5FA7-B9F0C5A3040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FF31C8-29FA-A3AF-41FC-86E4E111300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4E144D-761A-CC07-F0C8-441A1480209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60B316-D9F7-321C-36C4-B045B73D6C0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DE5C5B8-92DD-948C-57F1-84F027559C7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BFDBF2-8527-70D4-79D6-6DE43FD731C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CFDFC-DDAF-B681-E7B0-C8151FC2991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4DF9AC-D91A-FE6E-469C-306F19C08AE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2FDA96-ACED-E611-5092-C233D98565C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5D8D81-2540-7606-A367-94CA4D534B7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5017346-7841-824B-CFA9-C937161E6AC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3038FD-A18E-643C-6D6A-F90AF93200A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827A13-B317-35CD-89B7-8E7E71B8780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80FAFB-FBCC-F701-7775-2EC5FB6CEED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D9156C-643E-55B2-3550-18EC492F50E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CE4E97-06E3-A144-66C0-40B39CA0472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2E59A9-01A5-55B8-1A89-E699139076C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12D133-33CE-5D72-F22F-1EA5103BF3A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0AB9CB4-D145-F72B-75BD-25CA3A4D22A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296BBC-222B-3A37-4F4A-5E2A37720DB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E1BCA5-B1AC-618B-08D6-383E0DD291C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416E5D-B578-BB7B-DF06-4A9D591C798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AFFB7FC-0554-ED03-0FD3-54FE2E2F488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1624A32-37FA-6071-413A-722286A46E3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C5951A6-A307-3F42-5FE0-369D3E64C5E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6F4877D-FA53-D892-9C18-6F885850B4A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78E70E-AFD2-2BE2-AFCC-C042483CEAA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80A0DB-5E7F-917D-04A6-CB450565744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F59B8F-44C4-3B77-3B97-0E6587F9905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4C0E1B7-1C81-5C32-2046-7768BCD6F8D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49BF5E-BD3C-4D3F-C82E-1810C8B21BA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3B84C2-1249-730B-FAB6-638D03A7F74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D63AE-56A8-BD46-35AE-0BB986BCE66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F6ECA2-B270-9B92-3401-0CF3FDD70E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013C1B-BEE0-BE21-2AC2-2922ECCE22B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542E80-1F3E-FB36-1565-19ECA1F58DE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BC09EB-E0FC-695D-3552-50ACD36ECB9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B8599E-C898-BCE7-59B9-0430650EAC5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4A63091-3EE5-6EBB-C18A-E4FDA5B6E7D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0238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E4242-B17C-49AF-E8B1-2DDF6A7DA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CB5312-FCAE-72C6-9FCF-4E6DE58063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31EFAD-8B19-7772-307C-5416128F7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6E4F92C-EA13-C9F1-B5BF-2E20FE60A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CB2855-F049-6BBA-ED16-384DBD5AD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B5E8D37-2551-27BF-0837-A5D56EB07A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D7849-E48B-D6B0-F5B3-1A41FE4450C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654273-1CC5-C5F3-7CF5-537F039C279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66EE04-5774-098D-C071-A504D4D898F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5A6D5A-9BD8-2AB0-DC72-89FAC49C014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81DFE6-4FA1-1C4F-55DF-A026E536B02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8D3A61-F25B-2520-DE2E-226B856C801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6B00A26-370A-6AB1-07C6-DB81F64656A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2A44BD-6559-8E5D-ECE7-B4EA21EB6FE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513041-D961-CFB4-9CEA-22120A2FBC1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C84DD4-9F5A-68CF-2CF6-90732BBEC3A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50ADADE-07A5-BB0C-6D2D-A342BC4503F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7EB5C6-6B00-6A20-B099-604F59E3561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9BA0FC-56E3-EC4A-2039-FD61092184B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DFCCE1-9086-9C74-3219-D75C066AC9D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2D76A5-A1AC-F5BF-1866-3E724CE0DD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477786-6B6F-CF17-4868-758BC3B4BDA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21AA3AB-4EDB-E545-F491-62941B49D1C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D677BF-4FFD-DCB1-DC6E-89CDFC71741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9547D71-2B73-DED2-4B59-C389256E29E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25F1F76-F145-2580-2216-062CFD5B90D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048B299-B3FE-AFB2-2B22-0F673700492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D29077F-56D2-7A79-D6A8-468473560E3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38FA72-3613-4605-02FB-C8E86F02E3D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77CBDB-A1E9-0351-EB8F-65996C809DC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C0399-54EA-A489-5DCD-A0861BF6249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B10DA6-DFD3-8E1F-E50E-3C175F3DE9C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FB2ABF-E2FE-853F-F091-8D18D787E6B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CF7A94-6095-8096-FDD8-6E537F2D8CE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AC5166-9557-AA82-7272-B2183139828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95D26B-FB52-3A09-1B62-131B9B3DB9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8C4E7E-3029-70EF-074C-7B78040DBB7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C43D410-0BBE-2322-6EAA-7BD34051309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1A5FEF-B3C7-479D-5FC9-1B9AC1F2DA2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B56F2C-C692-5C7D-571F-C75AF50817B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F6B65F-DB77-08CB-CEBB-89D8F8B4CED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430D7C-03BE-C155-EF76-C180AC039B0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1A8D61-66E9-2577-DDA5-F46E052E1C5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8E90C1-3D4E-1DF2-DFCB-4995FC4CAF8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EE121D-B328-D44C-C058-F5948A8785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B8DA23-E682-0387-9CE6-29E2A7A90C5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5BCC19-5B35-2AB3-01E1-3E38E2B9679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382EB2-91B4-6C2A-ECDE-E02E0459B02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747875-8BA4-1E76-44E2-DE9DC3E4D00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D97C18-5F9D-E661-16E1-CA11DC5FED1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49150D8-E1C3-B2AC-133A-6EB756140EE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D8CABC-A962-EDF4-AC43-39319D0E40F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40F622-5D86-311B-FED6-AD9C0FD3E1E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E7AB8E-055B-0B24-4446-2068E1413CC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B24EB0-443C-3305-BDF3-8D0E806CA51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C79F9E-12EA-6D02-854C-08E9B4E7B49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C803528-568E-9DA8-FF65-9EC9F85DB4B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A3AA15-4924-5115-51E7-0D823B8ABC9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2C10868-719C-4D49-2B8F-2A2587CB6D7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9FCC9B-C106-1972-DDF2-ACEAD553AFA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5867A93-D643-5F5E-5DF8-8905DBE1EE4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849693F-C63A-C82A-740B-A215FA8BA67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5123A7-C5FD-1A9C-2C81-BC732D874A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692750-685F-A4DB-3CF4-49164FC9C89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6CE9F06-1282-E72D-D2C9-EE70FDEE117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9414426-25A4-3063-012B-711D05C7C27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12BB7F-A265-FCF7-F028-24C798AF40A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8D2C94-DA90-5403-2ED4-8D3287FB61F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6B535F-666B-D29B-A6AB-1121CE0538D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317098-90B8-7B4F-B55D-135F6EFB475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A83FCA-EB90-53DA-E96F-16293AC4A86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6B3CC97-F3D2-7262-4C2F-969AAC9AE73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8B8D50-659D-2D2B-EDEF-F5E7FE9F958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FD1360-1F1E-ED56-BFB3-5CC158814AA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085B73D-424A-7B87-5476-0C3E4FA5AD4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A9992FB-7F7C-9273-7CE9-2935D9329F8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D369F90-AEB1-B21B-A7BA-6C593727A58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B2A4641-D96B-1E86-E0B8-3493562CDA0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CEDF01B-586F-8BEB-1E69-DED7BC8DCBC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9431976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0BD24-444C-F2BA-A36A-1E145C260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CEB0B1-D278-9E57-BEA7-528876F69F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Remaining cells in Row 7 are 3 and 8,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99EA37-B74E-EEC3-D6D6-2720FF6CB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1B25378-16DE-841F-197A-15A4A3E8C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AD2981-899C-25D9-3A06-3C031C392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0EE254-3A28-B41C-78BE-D8B96054BC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04F925-5F3A-2D13-5D5C-01ED3E746E0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5B4A6-4F4B-B6D3-F314-96E05C20828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0767E3-9A7C-D12B-9B3C-ABA194AA3C3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4A4511-A06E-3CAD-339B-C13CA47401E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F1D228-DF8F-93D6-388B-D0199D2E6C6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6CBF8F8-2BB1-605B-E231-B278BB2A175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458DAF-5F5E-92B7-7A46-13E65916BB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770F8F-0FDE-D2DF-F49C-0C0F7720E35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97F101-D7AB-F3F8-2DCB-1224D482579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1AA768-6736-1024-AA2D-AC6E67709FB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85D0A1-8646-106B-1EFC-D531F0F24BD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C494E4A-D3AC-8A48-8445-76EF229E009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8C6D18-750A-6F9C-52A4-09B5E4F54B0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E85AA3F-E5A2-83DB-3D3D-2FEDCDBFBD9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FBD2C7-8FA1-6EE8-03EA-BE45B8C4DF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3229B06-DF0A-60F7-4F05-07761DA9417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866B82-4EC2-1430-A73A-AFEB0B6544B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D793200-0C8B-73E8-389E-07F0F107DC9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D086372-B167-863F-3B9E-D743D226309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0DFBB0-0902-56C5-BFD9-FFFACC1DE24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46EDA5-79C1-550C-7CD0-CD86731190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C051388-6609-3C15-78EA-57271AAF0CE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802AFD1-3C79-4BF1-034B-D31CFB37CE8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855CC0-22EF-0212-AD05-44008F19FDD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F6F621-67E7-C021-490C-82B4952ED7A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C0F689-C5FD-D8E9-2881-BADBF93C30F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557569-9B7F-62EE-D3FA-9E7ABF515D9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09F5C4-62DF-2D1B-10A6-592968D24B9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078C41-2230-396C-D1B8-BD4F143E277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2470D-49B8-E120-F752-77773FEBC6E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584476-55D8-211E-0D9E-7D1AE93761A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416FFD-0ADD-C663-C0DC-305E78CB764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42F4C8-3A69-E3BB-0FE6-2072BD9E3E2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653431-27E6-25F0-D0C5-BDD68E0C164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D2283B-66C3-59AA-640B-AAE4DA5D1A9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EAC11B-9408-6253-A519-8DAA6B63F61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0448F3-1761-A065-0309-3AE8C815AD6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D3BA51-4D9F-AEC9-D507-29BB09237BC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84E2AE-B587-6D11-3042-C15B5B2949B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3FA5B7-B479-F758-7354-86D74EE2126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FAB6A3-4FCF-DE10-9023-65FC9A8ACDA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FCFF4F-8E81-A383-74E1-D69D7858CCD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38812C-73DB-776C-E567-DCF3548B6CC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AA3680-EADA-C5E4-3220-5B2BBB5C6E1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855F6C-68B5-97FD-46AC-9101F477984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827575-D497-E5E4-E6F9-2C668134195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94A96B-3E29-44EF-D2FD-2B8F0A4962C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902D4F-FB19-2A7A-FD47-060E405DD88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7A7310C-DA6D-3206-9D0C-37CD52E1717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1FDB89D-3121-BC92-32AC-BA6D34CB742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9AF406-A0CE-1091-3556-52A356AA019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7AB5A3-A9AE-0F3C-642C-CECA73E52E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94AAC4-22D6-79A5-0DF9-C31A23CC6A1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12D21B4-8F61-A117-6D0D-F02EDA94AF0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63EDFFF-D448-A079-2950-64941B5AF51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72D391-7E97-5E20-828D-FE5859093C0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D7C100-0C67-E7BD-6DF4-D4D76BC71A0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CC08C6-A547-D13E-A557-C3272EB821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5F2711-6E74-A2B3-E007-EC83A4D91C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746A2-8ED6-9CBC-33EB-4F3E25CDBB9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BFB4425-FE68-48CC-6861-F308511EC92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D02D19-EE0A-373B-2C40-DAF87D387B2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FFA50E-B068-F2B7-CC4B-3FBED8EF0DA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097784-84B0-6D1C-941F-949EBD35FBC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CD266C-1FE6-910D-0BFD-A363FF4CDCA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188E8E-43E7-CDF8-6D55-FB9A2C1EAAD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7E72A-392C-9FC3-6144-8325CB4C712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DE2B9A-72AD-8199-AE2B-FEF9E7AA3DB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E54804-D4E8-7EA5-0F22-704C3F44035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C6A0656-A575-4277-65ED-13A1E5C4344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232955D-E2C2-3556-AD5D-088C4677E43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3A180E4-B93A-F726-0E9D-4A399C6F25A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657B7C-1F6A-0B58-F4AF-225B5B90461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8BB8C5-FD01-F6AB-71E7-EA1E6BC8038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4E52CD-4FAA-1159-10A5-D7FC028C165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8521384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1FBA0-B493-AEEE-C8B6-83E39ACAB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9DC690-E769-2751-D608-ED15865F69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433581-0675-3511-2846-D3AAC53CF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5EC8A9B-45BB-AFAD-5C4A-49F45C128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651D61F-D7DF-7986-9A8B-F5474779DF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B31F665-32AB-8757-7ED1-3CD078978A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1491089-FC28-5CCB-E27C-9F8663E223E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348CCD-48B1-AE62-B382-C1F60891DBE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A5F302-DE51-1BBA-E879-5F05D4AD783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369281-94CD-D3AB-EF57-196710595A5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AA9B5C-A1A5-9F73-426B-AFCC2998A25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59E9DF-48AC-0448-F46F-59F66795BA7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B6DE2B-39A1-D3AE-CCE6-BFD96E71EAF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CA4FD5-EE7C-5A84-0B2C-BB2353F04AB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72183D-E499-86FE-225F-CD147816E40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95029C2-98DE-EDFD-0139-EDDFA1ED276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C8E4A78-A1DE-596B-FEBC-8821D09EE61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BCA6215-A0EF-6C34-4F2C-9D903AB029E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21F692A-3F03-6FF4-5A36-3983B03893B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1190404-79C4-2D73-A70E-8BC3776EC8F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3B5233-530A-D614-918A-14AA52809B1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B8E6F-EC83-EC8D-AC82-65D94E862E1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5FDF0-B889-E50A-A94C-B39756F140D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CD8079-0C18-F987-62A2-61157286941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EF80D8-BF47-44B0-80F9-16E97F881DC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C21F7F-886C-2887-D04D-F46C09C6CE3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C6F828-DFC3-8833-6CA5-84943DB0AD5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58AF39F-6E73-C34F-D2B0-1322F1460D5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6C9ED0-6366-3A81-9282-73A2961809B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EA210-B8D8-D136-3C59-555B1D2D2B4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38D1D3-5BDE-3AB3-4D62-53318EE1AE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49203CB-6710-62B4-4319-B520DAE1990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FE11BA-0AEC-B6D8-D7C2-F0CEFC1AD49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3AC20C-B391-2F80-B88A-ABB1260B2BA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DFD5AE-00F9-999E-B428-A1622FB12F5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120AEF-CF72-DEE3-9ECD-993071992A6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950BD8-A1CA-633D-8193-64A8F5BCA5D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1C5D8C-848A-0396-B6CF-5A707059ADC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3CA620-DD3E-5A92-B043-48A8B38DD52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8AD496-074B-99B6-F6D7-F72F422A1C4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877391-99CF-98E5-C87C-D8F2E25AA62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41239-CDF3-B322-0BA2-425DAF13FAB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B8FC89-2EDA-6D7B-AA21-42057841915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DC62D1-D767-A4EB-7F90-E602CE7F424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9DFCCC-59A6-84F7-D327-67066934F0C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BDC3DD-5282-0C37-1E15-A459890E99C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F47BDF-D758-724F-2576-A7192C8360F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111D3C4-3A26-5AB4-9246-C15A7DB53AB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D0A0CD-2FD8-F383-869D-EDABA83FF0E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AA3D76-D56B-0C89-CD01-7EF189DE58E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C88BD8-A4B9-6A17-5EFA-4FFF01C4C2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721F17C-CC79-B5D3-6699-5B47B20ED8B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70D9A1A-8661-B983-B88F-3FC7F19136D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65A7007-DA9F-C5F4-9300-A15147D0916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E3B37E-5DB4-66B5-5D69-7AFFA6C1130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32DE94-9982-1BE5-E025-8727D95DED5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7E2B17-BF80-A216-A9CC-4C2A34D38BF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AEF9884-8E59-7023-3794-28872B741BA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B3B2956-8627-794A-2558-1CC1D283EAF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9E7641-E2D1-8BFF-79B9-21D8934EDAE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554A38-75BD-EFBB-6ECB-0F26D8B235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8A6E2F-9E6F-4D9B-C9EC-56936FEB2AD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CCF558C-DB54-FCD6-1B46-1F086958ADB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C8DF34-90E1-19DF-1F99-8B75A349969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9E770F-7AA8-3356-DB72-3D1549769FC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46F42F-FF25-4E87-B2D8-BD2C2B4B38D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3C148BE-0A52-3BB0-706E-6D8759B43DE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7769B05-1FD9-003F-49D0-F87350DC2CD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34A2C9-C4CB-DB4B-8473-3E490AF74DF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83A29D-6469-237A-F141-AF7F9AF0B11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BF96C30-2BF2-3260-8EB4-0766BC3F855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41FA68-E4D2-8521-9B44-0F4E7A66AE8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B2C1BB-4248-3924-4447-B99D296BD69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F4225C-E712-7C09-4600-BEC87B6BCA5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46B374-03E0-A7A3-6F70-C35344D321A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AC0FC1E-5469-D15E-C0A0-28558890079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2AAFED-4B23-29C3-9B72-77DEC25473F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CE670F-E34A-4349-3B46-1290AD1C485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98021F-4B69-A686-3889-410398DF877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5A24EFE-AFCC-B05F-DD88-92DA0FF7B0C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1F7EC01-9A09-C231-FC2B-1CB68821DD3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631697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76129-0488-F208-1B51-3896FEB25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B54EC-4B41-0B58-B951-804A808E73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Finish Columns 1–3.  The two remaining digits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AAA6EC-12EA-2E56-7633-5B33A0BF6A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5377065-C7C8-BB85-CFE0-7FC0E8B341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D0650C8-9FE5-E4F5-2491-684FFC34D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B65C90-90F6-F478-9E34-05C9E916AD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D688EE-DDA4-4067-C618-57DB4E8DB7B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C395DC-C757-1BD3-9C92-AB9B9E73827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6EB4C3-C6A8-A1CE-25E8-94CC5A8C28E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F9805-E784-FC5C-D31D-59AEB5AB4E6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9CCF89-6A5C-C06B-95E5-209CEEDDEB9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655C366-A343-777E-6646-26282873396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0030FDD-3771-A97F-452E-9E9E2C58537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5127EF9-4C2C-5700-8660-61EF7F25579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6736B3-35F1-F7D0-A84A-B92A496CF0C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773CCE-A013-0566-7D52-A53E59ADFFB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8A9633B-8F60-088D-2264-1A1C82B0B44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334501-771E-09F0-A2D0-6160CC538AB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D042DF-A202-3499-7C54-A91ABF2AB33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7C15D49-BEC2-AA6D-195C-9630F7A9A4A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74B2CC-7877-D755-5467-3171ABDFBB7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FC6891-574C-2C11-6B68-77A655F9E04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06F591-FB9A-CAE2-A9D3-1AD3E0BC28E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9B55A5-37BC-ACDB-21DC-D83B555755A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09C7A7-CCE0-65AC-F5AE-F58836FD129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7F9B55-EC73-9056-3747-BF7C3A89B4D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E09B453-9C6C-8D22-DBEE-D40C891E9E1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7C206F8-4F28-0B08-8C98-EB6938867F7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89F089-38A8-9CCB-BF9B-8637BB5C914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0516E0-3DED-960A-D7AE-2D71DEDE762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1DF98B-12AA-B8DE-5DE6-DD3E62434D5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F1A834-7367-CCFA-F788-D5E60D07F54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39CE3A-EB9F-3DBC-1C0B-EC3F2B097DF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D9F7EF-C534-422C-DEB9-CFFCD6DFFDD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DF7C2C-FD07-3DDF-C874-1D969756A21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C4946A-7FCE-D82F-108A-BDD94803943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004707-0333-285B-5E42-6A25B7FA5E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9355F6-DBB1-9B36-BCFC-929682237C2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5132A6-4B5D-DF29-75F4-D4133A1964F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5D4EF2-7107-9112-30C6-8BB7E44C817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11C2D6-F85D-CE2B-CB02-DBE95789A9C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5E8E9C-61D3-5A19-DA4C-65822C694BC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19E51D-7BFB-813B-7AAA-411E70AE17E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55CD7E-848C-BFD4-0546-F1F05083E7F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3566A6-DAE5-D4BC-A1C2-35DD0866D7E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365F0B-6C1C-629C-9CD8-D717454AF7D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1FDFF61-D08C-86BA-9B7C-615A5B020FA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402F20F-1F3F-BBD0-D9B3-C73290EBC38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A64CA6-9881-DE80-DF43-2A6AA472EB9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231F96-F7F4-51E9-97E5-6B00A1B6846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7DC0C8-7C57-B9D3-FF82-B38EE498ACB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420CA5-C773-6870-20CC-89D312B55EA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E0BD32F-5973-CC80-E3CF-98F538320D1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FDE76A-41BF-6C08-E9D8-0A30558ACD7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295692-AD4D-8C95-D2B5-2872F2387D6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4E691C-B278-F535-ECAA-DF58336F7CE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22E72F-342D-1C6F-4FEA-E4722BF2007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D736785-0C9C-9ED1-3134-23CACDBDA8E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53A0B2-98B4-F571-4AA3-D0322AA1AE7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AE8C66-C806-6E8A-B5DC-D71AAFB8646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AEB1E1-D845-4E74-5D13-E10BEE4D9B4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A3BC0BA-2A42-198E-2311-7F98C8203E8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8B86E6-2C42-CF3E-ED81-6F9CE34E67D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3A415-2009-5BD3-671C-9A09BE4956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EDA0DD-D847-E3DA-4B7B-D916C6E354B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912B3D-BC8A-9818-BCB6-515E23C55FF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5DAE67-0401-61C5-21CC-8ECE892DA04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3EFF71D-04DA-F32E-9E05-370B1AA034A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01AFD8-4B65-4591-F80F-E038B977D38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A53ECF-2D65-74E7-F6B6-A7E6763CECA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D2AA599-9557-3947-61DE-C0701EAF222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B096B9-EC82-82B6-F992-4D987AB78C9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206174-4ECC-B082-EBFD-DAB9E5003CC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92A1E5-5485-2FF0-AF50-77D93B43AF3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6A6421-F53B-AD14-2566-D420911CBC6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A82069-1C52-86D6-9892-99B80F64F66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C1E067-C126-098D-217C-BB7C0E0D10C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1EC8C4D-3857-AAF0-0B7A-B84C8E2DC0F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4C4A99C-672E-BC75-0FDF-70D5897B2A6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B1A6188-21FA-3BEF-0592-F5FDE60FF94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1E49BC-1552-B0D8-9E38-906B0FEC294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2C9287-EFC4-18D2-62E6-9201220FE92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D5D940-BF23-EEE8-6E8B-36B0FAABF42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2E95EC-271E-48D5-FBAC-00E5ABFBE86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EB4464-6087-C8F4-AE36-AD90EF86DCF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53DA79-E3D2-F5BE-0CD4-4B294B095DB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A76BAC-EAC9-2862-F69D-3C6AFEC525A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80907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10003</TotalTime>
  <Words>4291</Words>
  <Application>Microsoft Macintosh PowerPoint</Application>
  <PresentationFormat>Widescreen</PresentationFormat>
  <Paragraphs>3689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398</cp:revision>
  <cp:lastPrinted>2025-12-02T00:08:17Z</cp:lastPrinted>
  <dcterms:created xsi:type="dcterms:W3CDTF">2024-03-19T02:13:08Z</dcterms:created>
  <dcterms:modified xsi:type="dcterms:W3CDTF">2026-03-20T03:46:42Z</dcterms:modified>
</cp:coreProperties>
</file>