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5"/>
  </p:notesMasterIdLst>
  <p:sldIdLst>
    <p:sldId id="457" r:id="rId2"/>
    <p:sldId id="531" r:id="rId3"/>
    <p:sldId id="532" r:id="rId4"/>
    <p:sldId id="533" r:id="rId5"/>
    <p:sldId id="534" r:id="rId6"/>
    <p:sldId id="535" r:id="rId7"/>
    <p:sldId id="536" r:id="rId8"/>
    <p:sldId id="537" r:id="rId9"/>
    <p:sldId id="538" r:id="rId10"/>
    <p:sldId id="539" r:id="rId11"/>
    <p:sldId id="540" r:id="rId12"/>
    <p:sldId id="541" r:id="rId13"/>
    <p:sldId id="542" r:id="rId14"/>
    <p:sldId id="543" r:id="rId15"/>
    <p:sldId id="544" r:id="rId16"/>
    <p:sldId id="545" r:id="rId17"/>
    <p:sldId id="546" r:id="rId18"/>
    <p:sldId id="547" r:id="rId19"/>
    <p:sldId id="548" r:id="rId20"/>
    <p:sldId id="549" r:id="rId21"/>
    <p:sldId id="550" r:id="rId22"/>
    <p:sldId id="559" r:id="rId23"/>
    <p:sldId id="551" r:id="rId24"/>
    <p:sldId id="552" r:id="rId25"/>
    <p:sldId id="553" r:id="rId26"/>
    <p:sldId id="554" r:id="rId27"/>
    <p:sldId id="555" r:id="rId28"/>
    <p:sldId id="556" r:id="rId29"/>
    <p:sldId id="557" r:id="rId30"/>
    <p:sldId id="560" r:id="rId31"/>
    <p:sldId id="561" r:id="rId32"/>
    <p:sldId id="562" r:id="rId33"/>
    <p:sldId id="563" r:id="rId34"/>
    <p:sldId id="564" r:id="rId35"/>
    <p:sldId id="565" r:id="rId36"/>
    <p:sldId id="566" r:id="rId37"/>
    <p:sldId id="567" r:id="rId38"/>
    <p:sldId id="568" r:id="rId39"/>
    <p:sldId id="569" r:id="rId40"/>
    <p:sldId id="570" r:id="rId41"/>
    <p:sldId id="571" r:id="rId42"/>
    <p:sldId id="572" r:id="rId43"/>
    <p:sldId id="573" r:id="rId44"/>
    <p:sldId id="574" r:id="rId45"/>
    <p:sldId id="575" r:id="rId46"/>
    <p:sldId id="576" r:id="rId47"/>
    <p:sldId id="577" r:id="rId48"/>
    <p:sldId id="578" r:id="rId49"/>
    <p:sldId id="579" r:id="rId50"/>
    <p:sldId id="580" r:id="rId51"/>
    <p:sldId id="584" r:id="rId52"/>
    <p:sldId id="581" r:id="rId53"/>
    <p:sldId id="582" r:id="rId54"/>
    <p:sldId id="583" r:id="rId55"/>
    <p:sldId id="585" r:id="rId56"/>
    <p:sldId id="586" r:id="rId57"/>
    <p:sldId id="587" r:id="rId58"/>
    <p:sldId id="588" r:id="rId59"/>
    <p:sldId id="589" r:id="rId60"/>
    <p:sldId id="590" r:id="rId61"/>
    <p:sldId id="591" r:id="rId62"/>
    <p:sldId id="592" r:id="rId63"/>
    <p:sldId id="593" r:id="rId6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273"/>
    <p:restoredTop sz="94607"/>
  </p:normalViewPr>
  <p:slideViewPr>
    <p:cSldViewPr snapToGrid="0">
      <p:cViewPr varScale="1">
        <p:scale>
          <a:sx n="162" d="100"/>
          <a:sy n="162" d="100"/>
        </p:scale>
        <p:origin x="200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CCFB1C-7F6E-CC48-8B12-2D5A9AE1C913}" type="datetimeFigureOut">
              <a:rPr lang="en-US" smtClean="0"/>
              <a:t>3/19/26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E9560A-78B4-504A-9396-2AE516B13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927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4D157-A7E6-0CD3-8266-DE0939AE4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26FDA5-ABD9-E89C-43FB-F19D8441B2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8E2E9E-AD91-B134-310C-59487A42F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40DBF-0F4C-781C-F266-8D63105C1D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5788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EC806-FC69-2489-38DD-081413127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754050-A633-E08C-B5F8-1D59CF6A37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577333-34CC-A2B4-90F1-6773FDC629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FFC11F-6025-D0BB-0FAF-3E5E6658C2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5054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F1C88-728D-1165-526D-CE0275C9B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BBE34A-0F83-0A7D-8C31-2DFB20A5D2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84ABF6-D5A6-2C35-C5A9-71D6A051B8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A7F6BF-FA6B-1C5E-1FA9-8B73D83C50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6981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A5F38-31B2-5FDF-5F64-B86A96359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63BA54-A074-5686-DB72-29E2486C17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19444C-0D1C-48FC-EC5B-5867E54315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9D9933-6C53-E741-2FE3-C0C1971498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0998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2A476-2C7F-2E34-4E2A-5DE0C159F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3D5363-62F9-AA13-462B-89EA1D3E99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4ED5A2-3423-0CAE-5160-8C048C05DC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613C6C-F9F3-7B70-0AD6-72A3751BEA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1564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E44CD4-2601-119A-76B5-BB00DF348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AB9277-45E8-519C-573C-AE4512D3C3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8A7AB7-8C4B-4002-3096-5E61FE497E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00EFEB-9CFE-7440-FF6C-72B55270B6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2193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3FD92-AA42-999C-6C31-3105333B7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C938AB-2672-D3E3-D9FA-354D7B0CDB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3F18B4-6A7F-B345-FB3C-FB444262E6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8B433B-0D6F-161B-5F55-DA82612EF1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8291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72DB85-9F96-40B4-8633-B635506E1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8881F4-1ACB-8479-A542-ABED3EE968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FF49ED-E551-BD5F-F2D1-2B6ECC8594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DFE669-C586-BE91-80E5-77746A942F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892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C81C6-5537-C041-D357-8FB85695B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049539-6F2C-2DD4-418F-D802A14D68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5DA261-0BC2-1C28-8DAD-07D15740C1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FFFFD1-C954-9ED2-B641-27D68A0955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0461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F215E-EADE-5019-E3B9-51CF02066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1B5318-41E3-B5CD-D315-D81300E06F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389561-4741-D54C-8331-FB930C30BD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7E2E56-825D-0C83-C5F3-B24F0923E4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4553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C1115-F2F9-3F98-E6F3-A0E2AA331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7CC7EB-A9D2-1670-3674-2DFB1AA6B1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2FAFE8-64BC-A852-6334-F9599FAB0B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5D146F-2526-47FF-483C-7F36DCCBD1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5818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D4F1B-269D-A71A-AD3A-30877F161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2D21F6-6271-73F3-1282-9FBD8D8601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D3E76F-6C69-4E98-45AF-CBF0FCA220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D2E435-31AF-FD18-2DF9-A6B85BA6A1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9891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D09B8-A6E3-C311-5AC0-411DF545D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8CA60D-BE3B-0BB7-AAD0-6E255CB2A9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166874-AE38-9131-12E3-9B76C0F9F1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1D6A4B-C5CA-385B-E9D0-0778BD4885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7809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916EF-593B-CCDF-ADA0-11B4AB5B2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389564-07FE-03FE-7920-E23922AF53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40AD75-AF0D-D654-C807-210F0A881E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9E04D4-F974-5E33-41FA-F6D78EF50C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8227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332BA-8E99-792E-626F-B4BB026C8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BF9B32-39FE-38C4-B2DC-9AE110E1B9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0AE9C4-74E3-24AF-2B2B-73CFF97E78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B29D41-1B3C-58B6-E9F7-071D7852C2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2812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F9E83-9717-53D1-4E94-89CC68A5F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897F9B-7D64-5F9E-D00C-21B5F4A75A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72ADCB-4A62-672D-C74F-0C3437EF62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3EBE1E-CBCA-2124-C38F-4E0D0D878C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81801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ABEFD1-6B30-64A5-1ED6-D43EAB105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560638-C55B-6C6F-8236-1FBEFCE11E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EEAD13-7675-09AF-65FE-7FB9A58C9C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81330-943F-62C1-3FF1-FC8DC190A0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59204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85E4E-0BEA-6892-456B-FDD824BE9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53A876-CD3A-23ED-5CFF-51FC6DDAB6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9F995B-3C60-4C09-5DB5-5B8FF0BB7B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457012-C93E-A96F-7E79-8C9D54728A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15763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839D4-8F5D-CDF3-4881-73DA65484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297888-9898-C652-066D-9BE2497E94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07B65A-1394-CF61-72BD-04AF0C11D8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CF8921-4BFD-F4B6-F54E-7039BF2AC6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41339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5F9D8-83D0-310B-DEB3-E5D55F320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B6C352-DD09-6D70-A3F5-54934FA067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FB629B-52EA-870F-C8D2-3D71FE4D33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3E383D-5318-F94E-D500-421CC9E8FA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92881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D74A2-4428-FC52-18AE-791DB4D9F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1DA986-EB07-9B08-17E8-FC2CF0090E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327E83-90E8-B1B0-DD90-6C6AC0C414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75E516-34D2-A787-6526-9BE0A2D72E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27893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A4FDD-59EA-4ACD-3DD7-317E4702F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5E49F6-FA36-7377-1246-E8B919C785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1C8E55-8B95-6C77-F2C6-FED7334677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5F49EF-6C3C-65E6-2809-69841DDACF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78247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9E235-BF94-69CC-070B-8CCC7B343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D4EF3A-C2A3-A40E-7E58-2B79F99660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98E8A2-13E3-8CC0-5288-05A3E1CAC3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1044F9-2BBC-EB1F-95D0-B7B8DB517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23748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A1CAE-8AE6-60B2-0DEC-EFCC1DBEA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9339C8-5A7F-3378-7536-C13B7F6D35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553A78-02BA-E3DE-CF1F-E97CB86A36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82C55E-456E-48F5-4B31-FCAA1D51BB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18761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2FAA3-ED68-6C4F-71C4-54CD33493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763136-621D-DABF-833B-AB297FB5E6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CFC79A-A8F0-2B4C-E873-58812B27D3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0DB612-C1B8-620A-9C47-23E7B337D8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22588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14509-CF86-54F6-0719-63BFD7C50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ADAD8F-00A1-1D65-B51D-D99C10E8CB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0F0B73-E6A3-D92D-6856-7382CA759C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632CF1-EA05-2CC1-6D17-5DB6D3E1AF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09691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D1041-ACBD-E6FC-307C-96D50534A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337078-B2DA-FF8A-046D-81357CD4BA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E1022B-420B-22A2-60F2-CC3592EA83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56D621-1120-B1F7-B84F-959FAE3444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4000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61787D-9370-364E-66EF-2DB76ACF8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C9CC9A-B094-AB0E-678D-38EEC52D5C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2DD5A0-85DF-E719-DFF9-F13BC034F8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0CC3BD-9651-18C7-0AE7-289D7FDEBC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0123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73344-7F2E-AF76-1D4D-360F181B5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F042F2-E8D2-4F8D-CB99-CC2FE9C3C6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69DDD4-7EAD-FF33-8ED2-DBD9FD52F0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AFA5A8-61EB-ECF4-D606-55721D01D9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03401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629B6-4057-8922-11BF-8203ACFA0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E0EE67-D91C-541B-3478-1AE9C54EA0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7A6B80-3567-9D81-A968-82D0562E39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113D50-10D0-3731-969D-149B017776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12262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CB2CF-9004-D2FF-D9A4-F2E7F259A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7F05B8-709B-0E69-DF8A-F14BADEDB0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BD26FA-8901-4D35-5F05-056938475D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59FC47-28E5-8B9F-2F88-625FFCCB76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18284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7D539-B16F-59D0-815C-0DB38D4DC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DFBCFF-68D1-8B2C-E709-5F4BBFD121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E9B617-90E2-FC23-50A8-F473128E80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336477-E1D1-F7B8-C169-5EFAC32B3F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80399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DCB19-B5AA-C791-0E59-699089275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E03AA7-6DD5-1097-97A7-A308CBDCCB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E62035-24B6-F1FE-3005-8CECCE484C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D9CC8E-6F21-0FE3-3325-D164464EC5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1434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99597-BE4D-793E-552F-2D5202EE0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0AF50F-64B9-422D-F31B-3C9822FE88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11B6D3-A442-D1FF-5F06-1595B3E152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1E59C5-F982-ABB9-76A9-43FBF8DA65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02647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251B1-9F09-F2CD-32D5-E7A2EC8F0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DCF07D-971A-6A09-649B-96B037A33E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B24B95-DA90-BDD7-E46D-85F0146397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C0DB17-179F-1B37-3CAD-B60790C389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53138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0E2B03-C5FD-54B6-733E-520C0D610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D1960E-B3BA-F981-2DAD-EB1E73C361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EAFC71-479C-2DF5-8AB9-A8E9F36A77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E910A9-D439-4D62-6457-58552B3CC4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05495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EE5EB5-8E82-3616-6CA5-13699A35D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3A6730-61A7-EFE7-01BF-38CA420813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92E235-5709-FD35-EC7F-6765ADE8BE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6FB463-B309-77C4-2457-3079BB8A36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93280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FC5BF-4126-595E-55D9-0762438CF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1BE832-C89F-8358-7331-F7AEF2B5F5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0923BE-AF28-DFC9-8A1C-C4C29F6D0A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CEA31-B6DA-F713-7391-133CD027CF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87035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9240D1-48BD-B315-4E4C-77E1DCD21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F1C4D8-E6B6-D5CA-C10E-230E1E9668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D2467A-50DB-9376-8485-2A95FCB3E7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21772F-08B0-6844-DBB4-2C14283E81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52445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B423E-D60F-A9B0-7172-8E16A1156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B2F693-2553-8247-0B7D-0DC33FE3CB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26BE76-69CF-A3F8-310E-A291B5CC39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897A24-5151-7CF9-0BD4-155136AA6C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731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75FA5-FD82-E2D5-F4D3-E1331C766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25E8BF-9777-208E-2AAE-DC317CBBD7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442D91-C9F0-E9FC-9868-DCE28B0F52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2EDD30-A9F7-ABE6-7ADA-E7D71C61FE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65702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2315B-9FC9-3788-E049-0F0222220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4A5CB9-E8F0-0E77-7D9E-D6315FFD08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28B6B2-0D9D-9FD0-9721-0E63CB521C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412455-6B05-5D2F-97E1-2506527723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40871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BAA01-4A14-35FB-0E02-407D58301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EB0A39-8056-3502-E85C-5499C9BAD4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308C19-D624-29DD-489D-E57EE6BCC6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01D993-12F9-552C-1102-059AF1476B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75451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30DE6-9AAD-24A0-1C42-A1C6B9BA3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377CD1-2177-D52E-1ACF-D6E4FC76A4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EF2C97-5F3E-D20F-EFC0-CFAE5A7C1E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6950F4-D488-20D1-9ED4-8864F8568D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64176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24782-8340-46C3-640C-1D4D5514E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7320E1-13B4-C602-CFA7-EAAF3B02EB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0548CD-0F03-45E5-B1D9-CCDDC9C2C0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767769-DF6E-CE0C-F821-7B4C818F44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43169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6E54A-10E5-058E-93BD-CC3EC0C16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EE36BC-8FA7-9CC3-5BA6-EC471A2448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35C472-BB3E-281E-CE4B-3E009C7F06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B09087-23FA-89FE-D99E-06FDF62D71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54686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4CC4F-1332-F763-FC31-83E21B6D5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7FB239-F982-2C4E-7BB2-FE17776BD5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8795FB-DAB0-589F-EBFF-86363E53F3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32B2B1-24DA-A401-356A-74745F5672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96590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86F17B-2E17-B699-A423-715D1A0BF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53785C-C530-4722-91C1-3919377B0A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C8508F-0758-0FCC-DBD5-7957E125CE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C473BA-3F13-9015-4B59-D93B6B27B7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66431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3A19B-6D29-9DB5-E1C6-7A2C65341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5692C8-331A-1446-EF78-54AEB903DB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633A08-2C03-8919-A882-1326EBB503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0596A3-6CDC-6A10-EEA0-E0DF6AB4D9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50776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C5F8B-8543-61B6-37FD-5D0C77D2F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C70294-3F12-D468-AA35-92B71CFA86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E60512-B2A9-D47E-0E4A-449F685C84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8A4052-A7FA-FA23-C987-C194B5F477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026032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D16DE-1690-5E48-582E-68F5DC45B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C5DCAB-D5BC-3EF1-E6BB-846F5DC9D3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07FAA3-FEFF-8433-9F3D-2421736083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360F1B-4BDC-EE75-0F8F-6DC3B36FFB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77217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6409DD-FFEE-4E7D-D7A3-E2443F62F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EB4878-1B7F-ADDA-9EE9-F913D95808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1C82EE-BF11-B568-DC1D-911D4BDA7B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E35C5B-63CB-23FB-D108-7B6CE0F38A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00242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8AD6A-773A-59F0-5112-29C449223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04A65A-896C-0476-D2B9-B487B3B909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7CA98A-1C0A-8AF9-6D15-75721A0E04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9B7180-442D-9801-0C93-779F8062A0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084210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7943E-C038-9EEA-5A3E-C895D47BE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63CFD8-3CB7-1DFE-00F6-1802EC1863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14BBA4-EC15-1DBB-5487-CDDFE97110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C3A4D9-68EF-98EC-7D5A-9D908DCF06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83158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4EE9D-DA79-2382-9C07-0DF145306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3639C7-273D-84B7-249B-6E0A9EA0C9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17D9F1-0182-1C12-61EC-7C39205839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AE5A51-9440-CD9F-2D51-DD85114085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655607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3C5FB8-903D-DAFF-6E86-F9A5852FE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CC7721-203B-3E6C-3226-4089835AAD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005E4C-EDFC-D9D8-789B-F9C168CF14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A70245-1284-BE10-3942-A6595F33CB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734120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5DA72-7AAD-AF64-A044-934630A47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ECA810-23AC-16B5-94BB-6179FF21C3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755B40-88B7-2381-B29C-8B54A86997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B30DFD-11D2-FBB3-F9CF-9C81AA0E06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661504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A3E68-EFE8-4A9D-FB59-883B131F3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6C81E6-24F9-536E-88CD-68F1365DEB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D12E40-2547-B59A-A353-DBFAD013C4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7A85E7-024F-8271-C079-3955114941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27004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1B6CE-BA44-8DA9-001C-B1FD168C0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B068EA-B6C9-0F9C-9FB8-52FC57206B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9DD14B-D8EF-EEB4-D430-2C71E0EE57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67C954-19DD-D24D-3C4A-94130E7492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4994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07446-4B21-EC36-7750-83DBEB9E7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219885-717B-212A-7BBB-7AB8B2CE5A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97A658-2B02-262E-C1BB-AD7A09D594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6B05D0-BF34-B88D-50BA-EAA49421F7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190802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45DF13-AD97-24DC-82A8-D56FAD096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FFC969-2312-054D-4DFA-8C3BAFCE41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CC0441-66B0-F03F-1E22-0EA6D82BD6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5FA091-C2BC-4F03-F1E4-1A5E603AF1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612959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FBFBF-614C-9687-55D0-BB2885F8D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7E4580-2647-C466-90D1-8D342C444B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6CDB4C-E435-22F0-4C5D-C2A6D07EFF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A89954-1F4E-89D8-8637-F4D658D178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340822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D48AA7-7626-B6B7-4494-3E8719DCA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525095-8413-D6E7-A243-88CAC08A5A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9A30D0-554A-9E8E-BD24-2D91B8AA45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7AB180-BBFF-C162-763D-3A6DA6A749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9512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9BDA2A3-0B56-A4BC-FB3E-5478898E2B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486400"/>
            <a:ext cx="9445752" cy="1143000"/>
          </a:xfrm>
        </p:spPr>
        <p:txBody>
          <a:bodyPr/>
          <a:lstStyle>
            <a:lvl1pPr marL="0" indent="0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1F91DD8-82C2-5A7E-F48F-A8CFD77281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69850" y="255855"/>
            <a:ext cx="4537935" cy="5042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513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94743-B086-9A1D-3BE2-DD15285A74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CEFC70-38F9-BD71-579C-1F4DEDA47A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92569-D687-F730-54A4-431B65550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03A70-2667-EDB6-55AA-33F2B75DF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8A86A-DF98-B80A-F92A-0243739D2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018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10CD2-26EC-3693-3584-A1A3B203F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E58AA-4CD0-A17C-27E6-209C794D9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697F3-ACE3-F75F-B6DB-E2EDCB101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77B070-E19C-7C7A-25CB-AF7C97F4A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7F193-7B3D-9447-B9FC-64FB2E720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500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894EB-0995-8BC4-1C13-B926701ED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55E3-AE09-9D5C-4866-DBCAEF297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09359-F2A6-099E-D457-FB4976E8B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8D10E-33CC-A61E-F850-633C403F3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52A36-99CB-F55C-ACC1-D46F4EBF2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860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0032E-D76D-01DC-ACC3-A5F6F34C0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81452-1F3E-95FB-1DCF-20830E009B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B7308B-161F-AA81-3B91-25A7195D6A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584CB4-2FAA-C87B-0278-FD1F16105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EB3548-58B7-CC82-7526-F47EECC63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725728-77DE-9067-C037-0F4A37C61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673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220DA-D412-1E6E-D212-C26FE2AE1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6D9DE2-8BC9-5CD3-98A2-2F07C05E3F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52FD07-250B-0FD6-7698-EFBA488CF8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AE512E-5E7E-6D45-2D58-1B044598D7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5F8E62-62B7-FF78-DD11-69774DDB6C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E82641-31B3-87F3-FC9C-760F5B5EF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5D0B37-C72D-AB40-FC50-0F2BA55DA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C0F554-9EE5-C216-0F66-7B3B49445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539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96625-DF37-5199-8B5F-0AD4D7EB8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CC992C-BF00-880C-96C0-7042C394E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390746-6A20-2222-138F-BDCA2EDA1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7D388B-382C-CD6D-1A3B-DE8DF017D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337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3BC02C-7483-7A7A-5354-1616AA5D5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3/19/26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0BC8C8-CDC3-97B6-5888-93197E154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0EB0F-BDCE-E810-451C-168B2B13A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363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63DE7-75FC-0404-38C4-4C8BA62E7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6F1FB-D688-5CBE-3F6B-277925101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1E1062-A0F8-7378-6259-452596C601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FF6140-8766-DC48-76B8-3CCA9AE81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5EF2E7-A2CA-3672-1E8B-91BB70564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F05B17-1A06-FFD4-9DA2-DD17D363C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403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4234A-C922-2D66-252C-D286F8F88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A83645-2F0A-288D-3E4A-4B2A0F3993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3567A8-683E-46D7-65F7-FE65B0279F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FF03D4-5799-29C2-B960-ACB1D94C3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4B8BCD-EAE3-2871-51C7-771B7DF07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5741F1-D331-2192-5F65-9DB5585C4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609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831E0-2506-463B-6A1D-2E997B58E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C2888F-D6C9-FAC2-0EB3-EF63307BB1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9D78B-309E-CCD2-C0DA-8B2E3D16B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18859-EB6C-DBE7-E231-BD638FBF7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CCD95-C583-5245-72DF-6AD690D35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0675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69EFD7-1358-426B-0140-A202A2D530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6D7B90-D96C-BD6E-65E7-55E7D91F25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CB66A-8728-B88E-C058-E9DC9E0E0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4AFAF8-3C65-F3B5-B108-F27717ECD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1642F-5721-9D1C-3D1D-6C1ABCC72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743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6A456F-C771-8F4B-C98D-9BDEE5781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D23516-7E50-1256-7BC0-68CAD2D90D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011502-CDE0-E081-1B9D-874EEBF9B1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9363D2-3164-4145-A578-C91A7CE0BB59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3C5F3-3A43-75DF-E382-0F9630A01C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1DBE2-D540-2BBE-7791-BE410B8C51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515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D0A50-E4B8-B9C3-5177-C6AFBE291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8EABAD0-26FF-2429-AA3C-799A8664316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Start.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6091D9C-BB94-C92F-54B6-41DFBD939B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00F2C2C-B17C-CAE0-2A94-0B0164D60A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B6A1E27-B0EF-0D2E-77F3-45C5486A13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6A3FFB8-54B3-D7CD-B299-A023629813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136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4C246-9727-B49B-8EE6-56395B599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3C74681-52CB-C2C8-6704-D0F5F580045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bottom right block, 45–(16+21) = 8.</a:t>
            </a:r>
          </a:p>
          <a:p>
            <a:r>
              <a:rPr lang="en-US" dirty="0"/>
              <a:t>Then, complete [15 in 2].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0146FF4-5A65-0862-D809-355B2484F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386C386-6A91-EADF-BE72-B49D583214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A29A6F9-8EC4-715A-0E53-4CD258818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FCB33C1-CBA3-6399-6690-2B89021053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BB6DFB3-9E3C-2516-B8AC-37F067B0F7C7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C940E2-6966-7883-0D1F-9E932BEB801B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5468480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B3CBA7-67E9-071F-A889-DCFF7A2B9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69B8311-5922-1264-9ADA-D019CA37B6B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top center block, 45–(22+6) = 17, in 2, which must be 89.</a:t>
            </a:r>
          </a:p>
          <a:p>
            <a:r>
              <a:rPr lang="en-US" dirty="0"/>
              <a:t>Then, complete [14 in 2].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A14F0F7-E4F1-52C8-26B8-85EEDD11FE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F74EB98-C9D1-9E1C-C2B6-DB14B0362D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02F310B-1944-3B61-427C-60F0AFE30F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0885EBB-8853-FFC3-E772-8D8C456459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9391D65-4DD8-4A05-059B-E8FC5F74E81A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DCE40B-1C0A-6628-CE92-22A91B4928B8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429359-1D48-653A-BD0D-65EEDFF19D0E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F0447D-EC6D-20AE-5F6E-39C6504BB010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4EBC3E-567B-C59B-6940-1D4D7E4915C4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</p:spTree>
    <p:extLst>
      <p:ext uri="{BB962C8B-B14F-4D97-AF65-F5344CB8AC3E}">
        <p14:creationId xmlns:p14="http://schemas.microsoft.com/office/powerpoint/2010/main" val="34359480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F9817-46B6-D033-4FE4-386C89E16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AF84867-E5B4-70E8-D38F-1BFCFD9B2B5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[6 in 3] is 123. [7 in 3] is 124. [23 in 3] is 689. [16 in 5] is 12346.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DFE5772-8D3F-01F0-E334-8EE671D4D2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883E354-A014-F688-F528-4451A8A405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570D5FF-0AD5-8B10-A4A3-F82AE638DF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3AA8EDF-AA93-EB55-C0B0-B3F022A23B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ACFBDAD-DE24-AFF0-087F-AA8E770F2DC6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BC44AC-918F-0BD2-46CE-7C08691BF629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FAB6A4-2E81-C649-25EA-D8C29E9F6252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B5364D-A3C3-3C70-DCD5-678C921ECBFF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4A60F7-BD05-FD77-6864-5A14151ED4B8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497EDEC-9144-9EB5-D9A4-0A8E270553AD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D584D43-1BE7-6012-0C49-D62BF557FAEB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B876559-C8C4-2DCD-0299-B90FEBFDE451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4698D9F-DEFC-A6FF-EC56-663D6659C740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381173D-D2FA-54B7-FFA9-8FCE3F0B5E8B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4E446A6-B9B0-EE06-2159-D377C785E4B0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E4D5E32-20AC-77BA-06E9-9B559AD3D6DA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9FD5A6F-DA43-9B59-97BF-ABDC3F1BFDA4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CAD365D-76E5-CC41-28AE-73FE080C7102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5DC0832-4D4A-76DC-4FB7-68B8FA734DDB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C2BD431-75D7-94DC-6867-77F64CFB135D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6D7017E-C408-A17A-8F5C-2A1608E71368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BD265CF-5600-85D8-D13D-FDBB2BC13490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F13C7ED-0459-0739-4223-3BF38900A3E3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A3A7A73-AD8E-6A88-CEE5-F3B6EBC8F795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CE9ACA9-2261-9D5E-2E98-5082235B0320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4EBBFA1-DB0E-3681-6898-B48BE8D12DA2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</p:spTree>
    <p:extLst>
      <p:ext uri="{BB962C8B-B14F-4D97-AF65-F5344CB8AC3E}">
        <p14:creationId xmlns:p14="http://schemas.microsoft.com/office/powerpoint/2010/main" val="20836264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6C86C-5FE7-A3C4-D2D9-0EC533186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8A473EE-2689-F8C9-A9FF-30C8BA1B5AE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upper center and bottom right blocks.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1FE0203-339B-DEBA-3D49-398D494AC3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060BEA8-A08F-BC93-43AD-363E95FA54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7B90EF0-F307-DF99-45F1-1188DDA816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1B72DA8-3015-C892-9146-B36D27DB62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8202600-81D0-9C10-3606-049550FE7F10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E82C93-D21F-FC00-BE60-2AE82F3AB431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AF7A51-B86B-0B39-0427-EED0EB84E758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608E6B-C6F5-175D-034A-34C22CE0A72C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589DB3-68C6-560C-6B86-48C5F14492C8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3DA8769-C723-D1E7-7E51-FF00418A35C2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46852E5-75CF-8D77-CA41-CD3C593041EA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5DB0DF4-438E-C8B5-EC46-D64CF46C2B01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AA09D06-B998-E2B2-EBC2-CD284DEA6193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12AD98C-65DC-F1E8-5B8F-65978C4B9CA6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174B888-5419-3262-3CE0-893F28448D47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37BD5FD-8BD4-4F79-D80A-0BA416B1332E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71325F6-9E4E-5BF2-A5DC-6E8DBB7205BE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E5452F1-E9D5-0CCB-4874-72EA306A4B2F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9DC8760-B137-F041-328D-19B0B0DCAB67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1D1AEFF-D790-952E-F082-C729899DE594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5A6E28B-1929-1F21-7FA5-3231269F5CA2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1CC111E-4519-A578-A732-B93397EBF5B1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E58AFFD-65B5-FBF3-41FD-17E16A490D59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E2AF0D1-FD5E-14DF-027E-0589A87B4C5E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DA456A1-0C76-7BA9-E841-ABE9C5A8FA92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5EEB389-D0B1-8050-F1B8-18806457271E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61F673F-B00A-1E9C-876D-05F255057574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E837946-CE4B-0E5D-A6E2-1901F137E7BB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7EB60D8-E4D6-E9EA-45F6-E1C32F4C83EE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C9CC202-2442-994E-2992-B9E7C89A8017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ECF8EFB-85CF-5E1E-E9D0-768CC8697F8A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D3179A5-E408-96BF-27C6-2A1D59A8CC50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D9F3598-2667-8C38-56B9-DCC45ED20885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</p:spTree>
    <p:extLst>
      <p:ext uri="{BB962C8B-B14F-4D97-AF65-F5344CB8AC3E}">
        <p14:creationId xmlns:p14="http://schemas.microsoft.com/office/powerpoint/2010/main" val="16633174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9A335-E4D3-BD08-3DA7-F49DD2FF7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7E1AF75-6562-FE46-2115-A17405CEDBB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Initialize reduced [11 in 2].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5F866DF-7044-D48F-ED8B-011438F8F6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4ACEAA0-CC37-674A-3648-622FE19F48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4FA75D4-2569-B83F-70AC-E328792A53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FB03F24-9551-7F80-36C1-93225AB563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C18EA9A-C3DC-ED5D-B7E0-549576E65422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0D5B80-8C09-D93B-6672-4C0F57B29ED2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7D0E8C-5212-50E4-B166-1D832E4CBFBC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986DE3-4026-3B88-372B-9806247DFA94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64434C-5A7B-7F73-476A-9BFA0A6B6C5B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DB4C1B-60BC-C5B8-8A28-9A90F8004AAE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215C932-3D0D-520C-9FF1-7DE597BA58A7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F795BA3-0A64-66E1-8C1A-94C7864EB843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7D02E08-6D02-08CE-8C6F-1E174D97D4F7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5E783CC-7A17-F05D-5149-946C85A8FA03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8C52B2F-9F91-96BF-59BF-D0041A8E1111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6FEF19D-9B04-6B23-EF79-31A978499F0A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5D9DF70-6BB1-38B2-E342-10FE54B464B0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319DD7E-9517-DCAA-5231-EEAC5AE1C0FC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EE47CF2-9C25-AD79-63B4-38F563ED0B69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8694F5A-6148-CCB6-F2C0-314C7C29E266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6541F7D-44F3-5877-64C9-F5342D3E9E38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AD94D85-8F37-EF08-0B88-5CE063A95247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3128A0-F558-417E-8935-93ABC88803A2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8642195-41D8-7CBA-1B87-B6D920D48165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F622358-77D5-F44C-07A8-BE4F29D080F0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96CCFED-303B-CE6C-760A-BC8B59103B26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A3E07B9-0520-3461-CAB5-2317D8AFB888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0655B78-DB66-04FA-9014-D64FACA1C9DA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11C5B22-1142-62D6-25AD-2EBA18FBA75C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6D7269E-0F52-E95A-0EDC-93D31E26BEE9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D2217AA-F11F-5559-5BF0-93A4E8FB9BEE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7ABF3F4-4D86-83DF-D6AA-3D542611FE45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DCAC132-1187-7AAB-E37B-27EFEE93031B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D86351D-9542-88D4-E171-3AE54868F152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52A2BF1-3218-3C01-3BD2-1B3DFEBBCFD0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6532</a:t>
            </a:r>
          </a:p>
        </p:txBody>
      </p:sp>
    </p:spTree>
    <p:extLst>
      <p:ext uri="{BB962C8B-B14F-4D97-AF65-F5344CB8AC3E}">
        <p14:creationId xmlns:p14="http://schemas.microsoft.com/office/powerpoint/2010/main" val="11951100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71598D-E083-4990-5797-98B732D44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6686020-A9A9-FC20-B452-6A4D6132BBB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[11 in 2] must contain one of 689.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A2FD0FD-EA45-A4DE-4126-3913D977A7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8B6FAE4-F120-4A95-36EE-0FC57FD482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52C6F60-4C6F-5A2E-D19C-969F69A79A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DBE57D8-0DEE-AE07-133F-F0306DACB6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1F5E1E4-2A1D-D2D4-BC08-AB54886271C1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504B58-E941-2A70-D0AC-A2C071555BE1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BE702A-C4A6-9CB0-46FD-C7C399F94CB6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031C34-E719-C8B3-5390-BE8B2B3A016D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4F2D8C-99A5-FCE4-7BD7-6EB5706CFD7D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7E86547-E3BF-B288-D598-FE414047C337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126B8F-6064-C130-3151-7B87F57CF62A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1904D54-26E0-0CA5-088F-2BF9A02E7FD0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C568C3B-B195-A60B-DA7A-547EE7065AE2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8F0786A-0789-FABE-F582-7304FF5B9E3E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7FFF740-632B-E9E8-41A0-8BA5E46BD86E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6DB5C3B-2363-C921-DF55-E79AB6C64DA2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04EC499-B501-D2C1-134B-08E43A5ADAF0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78E2234-9718-5256-54E7-3C3450A3838F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F5224BB-93C0-D193-45BE-053FA601A41B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AF0E023-6AA6-6D06-EAA9-C8441AB8CCE7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269D026-F2D3-BCA2-C959-2EFAA79CAF56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71AC8-6D92-9701-7065-A725CEB5C799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2B0309E-362D-7FF8-09E9-59F341FA5C8C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12A3248-10A3-30B4-380C-C1B32B8AD6FC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DDAB47A-35BE-44CE-7779-3FE388D12E21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EEAB71C-3378-ACC1-CDE7-9CE88BBBC074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749030A-F55B-3733-B09A-8F76A6D45164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896915F-C7DE-63E6-40FF-489094E093B8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5E070D0-157E-36BF-F044-19AF04E039B5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B04ABDD-2365-C080-21D9-036DDD9E9E12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3EB5E08-299B-9E43-B27F-496C0443D214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0E24E8C-C592-975F-271A-E644AFE20481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5D8CB0D-B4D2-0D47-CCE9-F7456853C422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C612478-F5BB-1631-7E0D-42F17358165E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275FF3B-B948-3A10-A46A-3DFE42CD88FF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6532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0BA73C2-D145-E5FB-50ED-1FA3706E43A8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5B506C1-033D-E0D8-5EFB-11E8232914E7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9A5078D-E7C4-25B8-9450-7F9F4C2B40DF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</p:spTree>
    <p:extLst>
      <p:ext uri="{BB962C8B-B14F-4D97-AF65-F5344CB8AC3E}">
        <p14:creationId xmlns:p14="http://schemas.microsoft.com/office/powerpoint/2010/main" val="23688476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77EB3B-DBF3-CBDA-97BA-9D1C324B0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65306C0-EE4A-5CB0-0418-EC9BC6F5390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Note 123/123/124/124 in Row 6.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FCE4C95-8BD7-6CC5-E4D4-C299105750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4F79EBE-0C30-F8FB-1FC9-716E821BE8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C59059A-47DD-4917-A840-3ED7D1A4E0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5248687-6B46-6EF8-2BDB-D0BBAB6ADB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5881773-0C5D-10A9-0542-55578A021F89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57A498-ADD3-40E9-C2BA-7325478F1895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14FFBB-1C62-5976-461B-61C5DF817711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99BC4C-A2DB-62AF-594B-CE27AF3AA5AC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86EB87-80AB-FE82-5EE0-54A2CEB7DBB5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BF753D-6D85-D39A-AF24-660CCB3763BE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85E14AC-F8F7-5E9E-5942-70FC61AA222E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B501867-A6B5-37A7-EC84-4499DD605983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055614-0BD9-C067-9214-8E1CCB8C0E33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92179BA-7F53-CE2F-E144-487983562A1E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2592AF3-9864-6B4D-51A6-605B4E231AD5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AE8CC4B-E86A-B4F6-E392-18309CF876FD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D11A715-8EEE-11CB-E22D-A31843CAF160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A72CA48-1F60-1594-F4F0-FEA157319783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35778B6-50C1-4758-6CA2-BE4BBDDFACCE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0410094-F07A-0EB8-A8DF-F9911DFC17EB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AD8319B-6B26-121B-D4A9-F1CF7CAB9E51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4CBF3E4-1EFB-CC47-0A9A-7BFBA9FD9B57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E486B71-C7DD-B7D4-6BF3-B20C0607DA61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FC129A8-AF42-2E08-3752-E826E14E7207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458A22C-03CA-99A3-4460-3D7D0D5336E5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7828F2C-D909-CC9C-8A3C-5D6BEE6007EB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7DF6A54-5245-ACDE-86F2-20213F47ACBB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09B5783-A52F-7E85-7879-B711190E64E2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42EBF85-3161-1DCD-F745-6A7CE89FD7F2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38E78D4-D4D2-653C-5F28-111929D57AE8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B8EFFA3-1E69-524B-9B45-8F0590300344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1821F2F-4053-2636-415D-6342A17FBF2D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9E7F8BE-CD94-FF54-0651-FE02E11DCFCD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A6A1600-EC2B-5458-689B-507C613A5A34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83612F7-93A3-9888-9FC2-2E659A029A6E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6532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06C69E2-5999-7683-5734-39B0E2937548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42D5A0A-F1FD-435A-EAF0-746BA915DFE8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6375E32-1EFA-7303-D25C-86A44AE3EA66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8D3EF6C-203D-094D-E1E3-12BB2C8885CA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617C002-3755-9825-D584-47039CD34A28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94CD0C1-5658-BC2B-2711-95D9F11408D3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5CCB89A-2BCD-4DD0-B0B4-9D7A2DAA184C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</p:spTree>
    <p:extLst>
      <p:ext uri="{BB962C8B-B14F-4D97-AF65-F5344CB8AC3E}">
        <p14:creationId xmlns:p14="http://schemas.microsoft.com/office/powerpoint/2010/main" val="5000151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7BD97-9D37-F1D1-A204-304389404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D3338B5-9458-D241-65FB-97515B9DC2B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[9 in 3] can be 126 or 135. No combination admits a 7, 8, or 9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161F187-2159-54A7-8411-DE8D17321B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78FDE1A-4D32-B547-177F-280852B02B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290C29E-BFA2-989B-528F-1780B4CB3B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152C8C7-7C7C-BAFD-DA0B-665B4B7F9F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5E96F01-923A-F2EC-9296-A5E74C7C067B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FE24D2-ACE4-98BD-3FCC-44B91A2D0AB3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63CC6A-47D9-3C97-5540-B102C1726D3A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64E017-6231-7BB2-F405-E2BF668C0EB2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4732C03-E05B-BF31-5903-67C2A1147954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B52320F-9670-D3AF-9C06-8B7B4CAB083B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652530E-659F-FD14-A1A3-E1874AC36B7D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6BCD4B4-99D7-8D0A-0EF9-D41862FC777B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2FB39E1-937F-A798-1CBB-F22FD51EBD5D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E48C436-2BE7-EB11-8C77-25E1A97114D2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67C059D-AE3A-E1FE-62DE-C1862D5B22F8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727BA05-0038-62A3-83F0-3E99E5B01C9C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867DFD4-C6E9-13BA-DBC5-613EDBBA5AE0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A365D40-9DEF-F2C5-8363-7CFDA0FC6A96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4D63EDA-9D0E-F561-1F5F-63B750FFF69B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15295EF-5855-5638-1CBB-D428CAB5AF35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AC56D0A-028A-63AE-E221-E3FABB1F278C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8AE292B-89DA-6A24-4B5B-3CF154E0E1C3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5588F2-1450-2251-F406-4078EED73CC9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8742CE4-5863-CC76-AEC3-2543DA6C1193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0D21DB1-FD9F-B2DA-29D0-95BDC04847A4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66F756C-1948-32AE-D322-DC1CCF62FF15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21146AF-6561-0D90-3CA0-61A2AD13C4B5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8C2A19F-8A71-B054-6494-B3211500EAE7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A860AC6-8F5B-284F-E128-144157E2CF85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13D838B-6ACC-3378-64D1-13C23988A7E0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6AA5496-8480-4BEA-3F5A-2A6AB0BA144B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C0BA116-BDCB-2F5A-B72D-A113900DCA71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7696B7D-6735-F34F-2619-C3CFA4C20163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341FBA6-A7A5-7846-2FF1-887771549EE8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A712FC0-D762-9AF3-132B-85ADCEB27868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6532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689D37B-00A4-D7B3-1C53-1AC99E6EEFA9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990BBCE-DB05-E027-5B04-3FB7C0392009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B5E7A59-8E7E-D7C5-FC91-B0BDCA118DC4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CBD3F9A-3C23-360A-C7D0-9DBAC54CC575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3F2C856-1A28-B7B6-F443-39636D3E5818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618CDBF-2803-C5DD-0CA9-A731B8271B98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4855ECC-6AD8-C68A-D450-3851B193555A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2F79095-5FA4-21BA-F0C9-A4B34C080528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524DCF-BEFF-6BF8-3EEB-266C32B506B2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</p:spTree>
    <p:extLst>
      <p:ext uri="{BB962C8B-B14F-4D97-AF65-F5344CB8AC3E}">
        <p14:creationId xmlns:p14="http://schemas.microsoft.com/office/powerpoint/2010/main" val="18638673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B43FD-8976-1D6C-12DF-5363D9B3A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C56F607-85D9-AAEE-ED1B-C5059E708B9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[9 in 3] must contain a 1.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AD83059-6312-4D0E-6811-17859AE50E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5513DBD-FD67-9566-32FF-CB47A5856B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781C544-EB70-F526-4A56-3351A85C85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A128DFB-998A-BEB4-964C-D3AAA7DBA7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421A217-FADF-F2F6-D8D6-0614181E9D5E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5F8E1C-13C3-23C0-92CE-EC4CB7F930CF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C36F46-4736-B58F-392B-E449DBDDC0EF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CFCF5C-050F-CA27-3FE8-E652C83ED779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3BC569-5269-AA57-6F1D-61DBCB1E2D92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F86822-2A4A-7ADE-B8D1-12A307A84CDD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9A39C63-30D5-53BC-6B6D-3074FCC5E38B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692380F-E117-65AE-7E40-714EB562A83E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5C3F42D-BC73-AEBA-21AB-D04AE562FB58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9C824B0-11A5-7792-6C39-7BED8A8D5620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D7CB1D4-230E-B0E6-7058-87FD990DC5FC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A87D637-E1D0-75E0-7E62-37C872F5B6E3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53F69ED-0113-532E-AD94-ABE2757300B8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5968C9A-9CCD-A0BF-6004-31B74A24FB59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798DE9A-0DB5-20A1-D04C-1961C7B218B2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428FE52-8B91-0060-A98D-92169E0BB640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D319C83-D260-A91A-C060-28854ADB581D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C403B1E-29CD-A834-8057-F1EBADFA840B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6D0447D-685B-60F3-678A-114914F01E38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150DCFE-4BBE-B45B-E963-65EFDC8291F8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DAC2368-7CE5-1185-B00C-7ADB71E8158B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3386DF5-ADD5-1BF6-0D32-61769C0B2404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15002DD-3169-392F-3A55-C29B8927FBAA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80AECE0-5692-6A1E-F438-9C9591961110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60ECFC2-9743-2645-179F-897BB956251F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3EE450E-38B6-E283-27AC-CBA30B0BC652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9F1C8B7-EDE7-FFE6-A76A-51D02A3E476F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8179A84-334D-5A16-077D-52A0DF8130AF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FC87974-B3C2-FD9F-429A-239C66FCCE78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ACF0654-48EE-B7FA-A667-3CB951178C68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6F21A8B-D7DD-FBC4-46D0-14D527980DDB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6532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1328D2B-E80C-660C-DFF7-FD45C0F9A50A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4C5B98E-A6A1-E2C9-A15D-C39A71D23D9B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295A117-6D75-25FE-659B-0E6542052F5B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3C3458D-8E10-C07A-B319-D9249B017B30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ACAF002-3BF4-749C-B478-C60E0FB829B5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5D3B324-3B9B-64C9-4272-070D14AFB1F5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BC67584-1925-C82C-FE27-E5A78266E7CD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E006B9D-DFD3-B931-2751-E275829CF2FE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D659073-3F8D-5768-DE26-B8CCCE1E3E61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</p:spTree>
    <p:extLst>
      <p:ext uri="{BB962C8B-B14F-4D97-AF65-F5344CB8AC3E}">
        <p14:creationId xmlns:p14="http://schemas.microsoft.com/office/powerpoint/2010/main" val="35665017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5FEED-2BB8-30A3-665E-C8DDC434A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79A5622-2F55-201F-DB0C-FF579191267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[7 in 3] must contain a 1.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D001FBC-8EDE-EEAF-5424-4B6055DA67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967E06D-10C5-E1A7-1373-3BDF23BFA9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8D62B3A-B05F-C068-081B-CD4C80CE7F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020C898-C877-556A-0647-56180392EC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3F18A54-49E3-58D6-E9FB-05E2A97BE15A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47D320-32FD-53AA-1076-DE11C66C463B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07DD4E-8DAC-3687-15A9-EB7C69D3449D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08435F-2319-2117-B5D1-271E81E78FEC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F4C8FB-0383-6CF4-8A69-1B145832A3CB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583B4A6-6D86-6859-61A8-87432503BFD8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D0C36D-73E4-72F4-A744-A3BB49ACB0D8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826EA4A-B7EE-81F0-8855-226E53C689A4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A3877A6-14E0-D203-E89F-331659A54764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96CF601-465A-E8BD-3FA8-9E295EBEED61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FAA5D41-A355-C183-8C4E-F2A59EACC851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F8B2571-A9C0-2B3F-C1EB-9ECF763E2A5D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80F2D18-BC14-A508-D49B-F9463309A9C5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CD727E2-89D3-BE5B-5E7F-375B23AB6827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7FEFE89-6F65-E699-44E4-976D433FBF85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316F71F-2FB9-01C2-7EFA-1C3323A5361B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994E011-5452-3DF5-34B1-BCE457DF88D9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36AD327-05C6-10BA-2985-9ED0D5411F28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1E2128E-4532-0BA6-AB65-21EFE9C98B5B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CE064B4-95C3-1238-5FE0-8342F6315BDF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668F475-1519-4655-0F31-96271862BF83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FA327D8-EBDA-E249-1ED9-ABBC2E42BE31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B8B2EE3-E6B4-F003-F5B1-5D797D6A3001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9DF3682-4317-44F3-9287-9EFD3FA180AF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82CE0F6-2AC5-D762-10EB-B3C568F82053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7B1D736-E2FD-3F3D-F8C0-CDF5C5D6F95A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87D3584-A0F1-CD65-FA84-352121EF06BF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9C09678-C093-DCFA-F767-8935AA5942E6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2F1D20A-C95E-C0FB-1C46-A9EB86256292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8AF571F-C50F-EE96-D2A1-05B43B8D69C2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53C8305-9738-97E8-2F8E-FF55BD198EB4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6532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B4EC516-9695-FE89-331F-917506DB10A3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DD9D92E-C26C-7308-F24E-5E3ED73A6B0B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ABECE45-1B6B-AC3B-90D8-A431D3C59B1D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5B138F1-5A1D-1B12-1C56-CB9B08C1B7CC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27B58E5-52B4-FD87-B052-296D693B6BA4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DED9715-1E1B-841F-D406-8CA9332205AD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5F4643B-BA08-F706-DC1A-2D3ACD1C9323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BA02947-C51D-ED3D-92F1-6938E4F4EF1F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C905043-8B11-626D-B9EA-7DAB43AEC53A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</p:spTree>
    <p:extLst>
      <p:ext uri="{BB962C8B-B14F-4D97-AF65-F5344CB8AC3E}">
        <p14:creationId xmlns:p14="http://schemas.microsoft.com/office/powerpoint/2010/main" val="2717063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E67BD2-27FF-CF03-716A-8A29D4A46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0182915-EE42-66F6-DE1E-4084B9CACE1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B27BD58-0EC3-728B-F8F3-BD215AF5E1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365AF34-488D-0DD9-5A2A-7E1E4F0B83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B64816C-4758-190B-F9B0-E79BD1D731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5693DBE-54A3-55A1-9900-43B8D14367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8FDDF95-5423-C1B1-C3E7-8FFF44C633CB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BA5FED-D253-2FA1-A87D-67711F0F2ABF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EB6B8D-77BD-C833-51E8-6AED93639B93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48444B-7D6F-8C45-BC8B-3C9EE8168030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678111-0A68-8FCB-0B2A-F132B7A42731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CC39DEC-0FA0-F428-9C87-F6BAFAD74010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2A75620-5D09-83BF-8347-982BCFE8E2AD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C885E8C-2E40-EE5E-2CF5-3D7E3365A535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B6C56BE-1EBD-5424-4C69-91B89BCBB44D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E182530-7BD3-A8CD-87B2-0443C3A80034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8F2ED98-CC3F-69EE-5BC0-706070EC2C52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808D1CB-E59C-3444-C5D5-A803637653CA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1B7D9C4-4B81-CC43-3B72-A740FAE13304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3AEBF1B-F9FB-AF4D-AADE-2290FA89F756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67091B3-5E02-DF1F-285B-6CBAA0DE3D9B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230A0DB-CFE9-317A-EB74-ABF5A17D8A3E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7F72D61-73C0-30DA-4059-987CD1E6E0A6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4FC4CC4-3D46-B939-FB77-59763BD539A9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AF1DEE1-AA05-E2FE-5EFB-B23A738744DC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B818135-8ABA-8FEB-5F6B-95C7B91F7392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6C3B232-F942-ADA2-1E95-AE7AC11C762C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0177144-05C8-3AB1-7451-859257E6C8F1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99337D5-836B-3EF6-A692-5F6A97CB5BB4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9615B26-04AB-C48C-035A-33D649E535D0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6E74A61-2030-2AFF-86D5-FCA4C1A27BE8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1858A40-7698-F8C4-4E9D-A1DA4BEA9440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D001F4E-3349-10D9-15C8-7A5C8B09EC4C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FDEE1A9-E615-BC94-1EBE-77781E450FAC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13C8539-3CCA-12D3-8202-FCBE460E8258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A045FD5-F6BF-2907-C306-6041E8527963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6532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35CD828-4863-751C-03ED-BD7FC995C5E0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E4F19F7-B837-0A66-15C1-C825E1F416B4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391442D-9A00-E42F-E0D1-A727FEEA396D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62812DB-929A-3B76-08A3-E8634AB20A55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1575AC9-2E30-3333-A4A0-AF5639E23DAE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6AE150A-1C77-AC8B-141C-233E72B8FAAC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B97BBC6-2572-35A4-08C3-0894293E7E74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C8EE97B-D899-ADFD-FBEC-41210368B7DB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DBBB5DA-108C-591F-C571-4621C96A586B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63154EB-2ED4-2009-3A1E-24EB863B5D52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6342419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357D4-A892-9B76-0628-B743FBBB8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CF5793A-8576-083C-D1CA-4EF6D9CE425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5D6C3B2-12D3-4C86-5019-669A4502B1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A79AFF8-50E9-1A63-F104-331A09B3B0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BBD6839-0107-5A8D-623F-E90AF282C6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877BDA4-2F07-64B1-97A1-B43940BE72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62EC1A7-DC5A-9F80-341B-2734745189A7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48AFBB-26B1-7D80-97C8-B4D479478FBF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BC3616-B9C1-DFA7-6A1B-A96B6692A85D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872772-DF8E-95FD-B352-4EFA0610CA15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1A12C2-5C9B-BA5C-C727-1B51A3B43BBC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35516C8-6E14-0DBB-636D-327FC08AE6DF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F8EE2D-AD87-6F91-1671-F5443B6DDF02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00927FA-ED90-FE89-F46A-6B1E98B4D1AF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812A5B5-9993-CDDD-8404-3FCA1A802EC2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FDECFE1-C808-2937-97DD-649F716E7CFF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E20DC84-CC5E-862D-C95A-A52892A632EC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AB43FD7-813B-D991-AE10-057B81CC9371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757E8A2-3CB2-2FDC-40EF-5A0C355A122E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2F1A570-1432-AE52-32C6-F3A6E539F38C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685C2E0-2C7E-3B2D-3954-59A1D0873A5E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EDD2316-52E5-D334-3A99-149054C3A895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5ED4992-1330-974F-3BD1-66C965E2D59B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60D6BC2-5FC3-64A9-CC07-205D0023E866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A8B890F-B9F5-1B8C-C3DE-9D3507078F09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511AF4E-58B4-EF1F-0CE7-7EB5F2D37C40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E796866-0EB9-BC36-7BB2-4A71F66C8AC8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74B1B27-D770-AEAE-CC23-FCD6A8544547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B54C8E4-F597-7F0B-0F25-5118C56C35EA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9C304CF-EEE3-459F-764B-8FC0A1C10BD2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0FB49C8-F4B2-4BE2-F579-EC18607D3740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3A78072-B47F-F913-DB2F-8F168758BEEB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74120DB-2731-FE35-1EFC-34A5141B2544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AFD4381-FF96-8AE3-69BF-3FEAB01C928A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99E8BB1-1933-0594-4DF8-968204C0A12E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6532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2BD0395-4AAC-8C33-97A3-E531C6959684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FC9B428-9164-D155-6BD0-674E9FDC7B7C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C763680-445A-FEDA-66EF-DEE8E8BDDCA3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D0852E9-5E57-C3FE-5B80-CD7FC04B8A5C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1285F5D-2B52-F8F2-4315-5DE70C719C41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338AECB-8C18-8D8C-04E2-AB46EAD25EB6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E31E395-C7F6-8FE0-F773-C8BB4C2DDDF6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7E5CAFF-01EE-32EE-89C0-B21080E29BB1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3CC4768-D75F-774C-DB59-0A27212C830B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EA2E6BD-62E2-E8C0-ED08-C06EA56390B4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7C0BBAC-C623-DC87-4179-EAA55A087B9E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2456253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6929F-BB79-635D-34CC-725D46054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77EB83F-0900-AE92-96FB-1ED6DAC3386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731E3D9-6240-1C46-20E0-7726846955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493521E-7536-2C8F-5DB7-ED47EDBD42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7346EBC-8C8E-4F83-B0D6-522BBB42E8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4EE2831-F6F9-032F-34A8-9320E6E11F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4D042E7-0E4E-6C97-7A56-62B062C116A0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16CA5A-6753-48C7-C17F-43E9B734EECF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26D9E0-C740-192E-111E-5F2AC9DEE934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047C86-EF36-24EA-3B97-5E0A1924F8C2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507602-9421-5EC3-7685-CCAA3FACFF8A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B3A843A-8C5A-A29D-ABE9-4766F74374D3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1178E35-5312-0410-21C9-2C7A1DF7531C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DCE19E9-25F9-552F-CDE2-5D550DD618AB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2095BC9-5D15-B8B5-B30C-3DC217543721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7D5DABB-55B0-F019-5C7D-0C6C2EAFC78F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FBFF429-BC64-55B2-048E-61492A6B64EC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36514AE-3004-4814-E68C-A8ECF50778C8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90759C5-5ADB-B77C-B33E-8EF7E76F42FB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07FF8E0-AC39-09E6-C602-0058FC8BB057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C82DE6A-D512-78AC-4432-3B762965D81A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3307155-4191-3037-40D7-2A431247BDD7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43CDC58-13EC-6489-F42E-1A1B95E2A9F5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BF796F0-2555-5234-CBB9-5B051C200291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8854032-251B-4D64-8FF1-158227F55F45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C306F50-26A6-C2FD-F516-1364C9BDB563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C3B34E3-24B9-DD4C-5C2B-D6D52DA49AE8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FAB5BE4-C14C-3F1C-320E-4BA5A806CC3B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7F2DE93-0BBB-5123-4861-CC847E0C367A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25F004E-7B9B-3B7B-28FE-A7B097C36591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7CE88C5-F37C-2331-0933-FC3AA1FB697F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8810A95-40E5-7DBA-1723-8CE2F77DA1E3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B67AA78-331D-0BB4-DCB5-EAAB8B4FB2A3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1275D66-7D1A-6E93-8E45-7FAE1C7C5C5F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9A5F341-1777-EB55-A8BE-8B110F2ADCAE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6532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E6E6832-E5CF-8B88-1E59-558DB6A41C7E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B33BAFF-1523-056B-4D23-54E4620E103E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67E627F-6709-5DB3-3EEE-D34585A1BBE2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AB7C827-3375-3AA9-F07F-E6D0F5F34F0B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70CAFD2-DFB4-F543-AC2B-EF56016B42C9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102FA83-3395-D9ED-9D04-B28F624B9D80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EF03101-0760-4747-B2CA-C7D5EAF3CBF5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28936D9-D132-EF5A-9912-0C3CA6DBDB14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5CE4F0A-E78D-AFA9-D7D8-A96EF257F428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C4A87FC-947A-45B4-B9C4-AAD08F69EAC3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C16C0A4-2BC2-4462-E06E-07D33E8BB501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254760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C9C25-DBC6-CA89-A01E-BC5CC9EDB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004B007-085C-AA14-87EB-576F5DA6A36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37A97CB-6A5A-0918-B7A3-35F0DEB787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1DFF698-2F89-3984-8C54-BF57D800AF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32A361C-3FF5-5F3E-AA55-54D9F813AF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1D5C33C-F6F4-8B20-DB8D-477D64D118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3ADBA5F-DBA6-C812-C35C-98D2F350558F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060E48-66C8-3B89-9F4B-FDA4443FA533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38C43B-FF3A-09E8-2EFC-38A333138791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9E49AA-1C7C-6A84-A97B-1E1334968CCA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2AFA4C-9EF4-6C9B-C1C3-AC6579854488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7C1B131-D2BF-0BB4-FCB9-CDD62F349780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462827-E6FD-2FB8-0EDF-9BEA77F16316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E2145E9-E000-F9AB-295E-3667F1DD7506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A0BE34B-952F-8B1B-8CBA-2532FCC81A92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1C4B252-AADD-DBD3-F859-8468D05DC6B2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262F0F5-6E20-0B4C-34A1-5F2C98C0FB76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BA219A0-7CED-ADA5-8F80-EAB331266867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B5C7652-86FF-F95B-044C-C51E37B919D6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F1D9745-7B10-5434-9A82-D2B0FAD7018B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2516FE7-0781-D330-0632-27F6FEBCF646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DFE77BA-5DF8-A9C0-2347-B7F555330A08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515EE37-4E77-F4F8-0FA0-07163C4E2414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D816E54-6815-6534-261D-2712AB828508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C0ED17A-D8E9-AAB7-C497-60F96981C2CC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36C22B6-D681-6E2F-3281-317E4743A616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D1CF537-5BFE-6B73-E5E3-FA454801BDE6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3306E19-54D6-9432-C425-B416FB090869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7423ACA-D39F-4991-AD92-20E1457AFC38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DB8BC12-36A5-70D5-A662-A18D5B498CD7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55CA221-71FD-E2D1-AACA-131178A3016A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8BB6E74-EB86-A64A-010F-D0C114ABFE7D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C518139-D730-DDAC-7229-2AFE47F01CE4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E5F5082-92B0-033F-16E3-1F5FB1B38BD1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1385296-4F77-E11B-8331-93D525860804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6532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E2B2F18-EA1A-4F58-EAFD-E7C22CA35468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6537393-5839-9221-3D90-AD6CABD588FF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56BDEAD-612C-428C-845E-B7F732ADC7BA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BE3A88B-16DE-3506-07C4-2CB393C6C0F2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AA14455-2D24-B769-9967-EFFA0FC92AB3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6C3B2AE-1DBE-AEAD-94E4-7688AC1194B4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14A41E3-75B6-1493-21CD-D0982712D731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C368999-809D-13B8-39E9-7142BCA94BB9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CD37544-C3E7-0AE2-5AB9-7AD89458FC23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EF18B85-391E-D3B8-75CE-3DEFF39E685D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BFB7E7F-7746-9544-B05B-CC70B25DBE6C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5056837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2DA03-80E9-CCE0-1033-0B3B5F8B0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1FCD0CF-84FF-FCB9-A889-3E79E0E738A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DE3AE09-1FCA-5507-C3A6-E5443CA2FC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C86E035-09CE-78CD-E080-3077508D60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319B2D6-F868-AC39-5D25-8D60C57777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7F6F5B8-CE81-6B6C-0D4F-F70877E874A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2075473-7C22-141A-EEA6-782AF46B7B21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A55EF4-A28B-C8F8-2A1D-79873D1BD3FB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4CD835-EA4F-5149-D05D-2C73658060CC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E2B89F-E54F-09F5-CC37-AB7F4347612D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8C89F8-C0E1-6EB5-2D50-6F5C8EFCD9DB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C1915B-C2E1-05CB-E603-23D57FE80B7A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BE1DF6-355E-F563-C29F-8EB763395345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42A5CD3-77F4-C829-C888-4F983C44E44D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B98407-90D3-A78A-C317-FCE0F28438C7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1E7EA11-C83A-A6FE-D5D0-A63AE09F1756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B8CD6E-4813-3CA7-0CE2-F2FB93DF791B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9467F4C-D6EB-C3C9-CB9D-F27B5CC41776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07379DF-0E49-AB65-C1B3-1ED9AD08D481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64F1B8E-FBAD-0D81-046A-B0A72B075C89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C76A170-5949-D02B-9EB9-B4D2976AC23C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3FE0515-9F17-F99D-B888-E430AADBA8C0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C1F5C2E-E126-946D-433C-DD369EC9B223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7E93C84-910A-37B5-1487-2B4B03DD90FE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589FFBF-A4DA-FE85-9048-A58C3D88295E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E8BFA36-F19B-04D2-E145-1157E9F278AA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EBAA901-7005-E553-8195-1796FA32FB28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8ECC573-4136-DFAD-AF79-DB8CC047C6DC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2C1C48C-6719-8601-6503-3F6049179C0F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3A178CD-DDE8-5685-A5F3-1B8E8CC5E1C8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F33E8F8-F857-8C97-CD61-59D0F56857B7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601A0DA-4046-C864-FF2A-F0802EA90C50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CF7D1F8-9739-01A3-7C53-B52580EF7EC3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FF2B55B-4732-1CED-5499-6AE1DEB1E9B6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79AA875-5246-038A-FB12-299C7423DD32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6532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2F18A6E-AE48-DC1B-5AC9-48466E3A76C0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659B7CB-FD00-774E-08E4-933F069A2625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2ADBBE3-665C-28E9-B02A-7FFB9F6D84F6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E270928-7D61-5F4D-F954-E5B4D066FFB0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E6D3546-3A71-EC8F-5BB1-B1516CB7938F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7D9A991-74DE-B3D1-3EFE-326A4BDA9D02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46E2258-8BA5-B978-CE51-18E2F41BD20E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8525992-27BE-1198-58C7-A66D6BD34F1C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D36501D-6538-F0E8-3B8E-55468AB8ED67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FA2BEAD-99AA-52C3-BB36-430C01AB7202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2208CFE-AAA9-C6BD-6B31-5A3A5FAA65AF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2594970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7E674-A949-9BC0-4103-2192E4B1D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1909A74-DE9A-23D4-F9EE-BFA90FA5821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right center block, 45–(7+27) = 11, in 2.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2D56A72-51D1-6999-B34A-A184F93357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19528CC-42BE-1411-8997-53D0B113D2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6ED299B-14EC-AEE8-F33A-F76853BF1A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5995459-9FC1-E189-34E1-2C5F9E5433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B627E55-DC16-817D-B330-A7F31CCF56EB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B44834-259E-7755-D4B7-AECBAA6DA322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1DE48A-E9E0-6600-753C-BB09D573729F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51FDDE-BA0B-5DA7-5F22-71F708B0F14C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72A606-23CF-A489-59D1-39A1F0A31B32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92F9C9-BB83-F694-6BD6-E52BDC525D9C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D2EA676-A2B4-8B49-4974-39E4F5F20C82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A4A62C-142E-CCC5-99FE-A11BE4F13324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0695BB6-393D-889F-7397-0D61C2DA9FE0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676F25-9FD9-EECD-5214-BAFE203E1B35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975A38C-27E1-98CA-2074-F7A3C6C40F7A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F9E5647-1184-8536-F097-3FF86C186EE9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1C4BD94-75FD-EED9-86F1-7C864FA49223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247B402-F770-3019-12CF-B90F92468E20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CFA9629-CF3F-558F-2B56-8097C33CF063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61794C8-E770-F076-1F17-BD581D5F9709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EC75A7E-027E-614E-3385-65B0CE28AE39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AA68AED-EBE8-5A41-F334-266028A338F2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76EA943-5312-DFE9-DEC1-FB9482E295B6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5213EB3-5468-507A-8871-EE43C17DAD4E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F6CAB96-D5F2-E825-C269-A094D0A9A413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84BECA7-52CE-1896-4751-48D8AED180A4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2495F84-283C-F262-32C7-476237759273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306F456-4170-CBB4-13EE-CE5AC124A835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FDA9584-2230-0854-AD91-5F2225D29455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21F5200-2240-BE21-390E-8A2D045C1CC3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0D70810-88B7-7CCE-B58B-7A3E8BA4CC0A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60495D2-919A-BE79-E7D0-37DB08FF7CDA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4D30911-EC1F-67E8-D91A-876298DC383A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6532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14B9303-3E3D-B5E5-D988-B9AFC9609909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1D16C09-54AF-5E17-E2EE-889641D01EA6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E8C7243-941B-63B2-6D21-36F90E6AAF8E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762D7E8-1EA9-502E-6473-56ADFAC3169F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E0CAE5C-4982-AE81-6718-1A4FC0B18714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368384D-4B87-AFA0-0669-91333F521E6A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BD26D2D-F839-41B1-35C2-33B1DB7D5C8A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F50B6DB-2840-DD1A-3904-88EE16F59961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6153439-5F43-EF32-60D8-7E68350AD47A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A8310A0-26EB-2603-56F8-4095731202B6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0C5CCB0-F75B-1009-9E9E-47D9DC0DF33F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F47AA85-82D6-43E4-98B1-32A923EAAB18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4451B93-C06E-F1B8-DE74-4947873B2501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</a:t>
            </a:r>
          </a:p>
        </p:txBody>
      </p:sp>
    </p:spTree>
    <p:extLst>
      <p:ext uri="{BB962C8B-B14F-4D97-AF65-F5344CB8AC3E}">
        <p14:creationId xmlns:p14="http://schemas.microsoft.com/office/powerpoint/2010/main" val="1261747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23233-7C1E-6025-0E81-9CA1434AC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0DCD23D-D8E2-239B-941E-2F9C52ED010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[27 in 4] could be 3789, 4689 (excluded by the 4), or 5679. So, it’s 79 and either 38 or 56—the pair opposite of the [11 in 2]. Further, note the 579’s below.</a:t>
            </a:r>
            <a:br>
              <a:rPr lang="en-US" dirty="0"/>
            </a:br>
            <a:r>
              <a:rPr lang="en-US" dirty="0"/>
              <a:t>Note the 13 pair in Row 5, and since only one 3 is possible in the cage, that cell can’t be 8, too.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6C70300-A71F-39DE-B5A2-74F0B734B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7C3E1B1-14CD-68FF-83BB-8982509ECB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E5210C3-114E-2F93-CD3B-0CE2AFE1D2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BE2F738-76A9-999B-8F40-9B977A8646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82C6A3-C65F-4165-9159-6E866A55435A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9E1FBF-6500-4C83-FAF9-6290386AD9A4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F9E1A6-A967-C650-E1AC-730F20A762DF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E6D231-9082-9F33-C141-769A1DA6717D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2FCDCD-3D0A-89B5-D3D7-7A94329875D4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D6FD7D-48D1-5E7E-F71E-41130E9E15EE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B17946-1454-B506-155C-86C931558E0B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F6014C5-331F-A710-DCB6-8AA0B842CA0A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D059BC-F3CB-6798-0C2C-5A029D80B3B9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0C4CF19-C934-A86E-D6A2-756DD5679D11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9814533-7328-07E3-7B8C-64ABDF815703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674EA79-CA95-A4D0-6DE3-57BFA92097E4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2C412BD-3B12-83C5-C634-E4C9CED9D7F0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D79F893-869D-954A-34B0-F06C0C0BFCD7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CEC4CFE-4142-6904-76D1-6453A7A30545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C9BD53C-05E9-0528-8C66-8095AB091F61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624F60-C477-2D31-526A-48BE0D5060DE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E0AF734-AB95-9C0E-A63C-8F24919B2BE0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DD0794F-4CA4-5413-B621-14EA066BA4B0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B44FF21-37DE-4339-E1AA-28FFC357B37A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C5C5B89-A813-4C58-9C36-1F560760D34E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2B994A3-847F-75A8-A078-DD600D542238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E749DDE-6EE5-45A4-97B3-14CD9B1F2C37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5035758-7883-4C21-DD96-191A4AA1B6B5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D534117-11EB-2142-0394-69F79B02E831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0624BC3-9700-097C-40DD-8A04C1B427DF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A572849-13FC-C28B-6C53-4BC63997CA08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2AF5990-A057-3EB7-7427-62F0C14942D0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C71974C-2FC1-E597-D1E4-A219F3402864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6532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EFA21B8-A8B0-EA05-9511-1BDE90207E0D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0548733-BA13-D6AE-B0F7-6B54695842C6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E0496B6-23ED-0600-1D5D-94615AB82F53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05C0262-A005-356C-EEE3-F505014DBF74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08C4F7F-4FF6-F3D1-FC02-448724B92691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CA23D56-0504-91E6-177A-DB2C66920E95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0118BCD-2090-88CA-E634-549C5EDD2EE3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B387AB7-F3BE-643D-F0BB-DB1026AFCA16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EBFABC6-E86D-5198-EBE9-3C428F35787B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7E8914F-E5D2-6C4F-3040-5FDE336D31A6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36E876D-B100-43EA-D364-DA5D38033493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A487EF1-D799-1699-E9F1-EA12DE5AE7D3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AB492A0-D89A-E4E0-E249-C33BC42F2494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3A45D10-008E-C632-8018-03E290EC48BA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660B06A-3726-EB6F-BB9C-E8494FCEB961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CB33968-48A4-005B-43E3-EE27BC96F16F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</p:spTree>
    <p:extLst>
      <p:ext uri="{BB962C8B-B14F-4D97-AF65-F5344CB8AC3E}">
        <p14:creationId xmlns:p14="http://schemas.microsoft.com/office/powerpoint/2010/main" val="33220248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4B8FF4-AA89-2962-4D35-54121BD6D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70FA963-B75C-4D6C-C531-BA9E71CCD41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Note the 865/56789/6789/579/579 quintet in Column 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2F91D97-61B4-42D7-17A2-51BA046306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BC9A8D0-91E2-E5E2-0D8E-1363AB76A7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0BEA790-A80D-7652-2868-79A501036E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8D15B55-E7A2-A470-2170-AC0833B8DE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751C679-BACA-4324-783E-0E06B43D04B3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1B2241-CF2B-3281-B842-13A4E1D8E44C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CFD6F0-44D9-9A36-D8AA-093B989202E0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DD1B91-1C61-9719-40FD-ED5FAD72CE2B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33505D-5D4A-C164-5474-1CF863BF2520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39A42E-C7D8-D813-A47E-49D1F99B83FB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D6C2AFD-C57F-FD65-DD64-714C30A936DF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DE1CD87-269B-9EEE-A485-B158AC4071E1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6F41E89-C686-4200-E19C-3EA82C6BD15A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F09BBAE-8D7F-6BF1-1148-D3221AA33DDC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6D77517-21CB-B129-9906-73EBB3D3C3A7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5BF2F26-372F-DA82-2DA5-E3F340638CE6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D719E35-CCDC-CACF-6DE5-26BFAB44DFF9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7A83858-DEE4-6CDE-9C4E-D4F3C98F8033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066042B-3BBC-73AF-5904-EAE493B6AF91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1762653-319E-F43E-3552-4684C8CC93B7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AA00894-8664-DEFA-3AEC-4E20B571A0DB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1EDF761-93C2-E1FA-FC97-A8BC740AFA54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3562743-1A26-2BB9-6D8C-306DCF338A7F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9071CEE-9980-06BE-ABC9-1C36E0AF2AB7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010F232-9800-8954-60A0-FB4BF627DA48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E9D1717-9AE4-C3FD-ECA6-CA90D6C93AE2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57659E5-DF19-6254-BCF6-72DE15F05CFA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4BAAF6E-EC7E-1C22-4DC6-09D9CDE37199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69920AD-93C6-2E2D-C953-F3BDAC45423D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086CA82-A239-A4CB-5135-767A6F9FC033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1FCE4AA-49E1-0E38-86D4-977235364FC7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4207618-98C9-A60C-3C32-3FF54E726390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52C3125-7F63-A4FA-50D8-F85BADB8A79A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6532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524FDF7-DC7E-A51A-2EEB-68623EB8DAC3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5A394B8-EBB1-4409-B99F-4EC8A62210E6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68404A4-D651-741E-FA4E-CF0C5E9B6CF7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29D7F5F-65B1-6CDB-D014-9A9FE873D2E3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A50C270-3365-8764-F501-B838F1ADFBFE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BB43301-7E00-AF35-E8E5-3A0781A22AD6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046CEBF-438B-2C2D-2908-282FE0872831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0777B30-8E93-67EC-88B5-4A99B054A2B3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66D9051-0497-8976-E93E-1A61A5142E59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C10016E-0AD4-40DE-D927-B6B1838CF037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05B3330-0ABD-5D4E-8D46-1F2AB15FDE4B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C05089B-C57E-405C-A0F1-AD4AF62ED91C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55CB778-9C6A-E7E9-0CE4-177D871AF539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C3EDC26-4FBC-EF1F-219A-1011E3CE78B5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EB47C08-8C06-B6F6-24FA-00DA747DEF80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AE7B01B-1862-DE2D-6D70-7A63F53096DF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B8DAB13-D732-35E8-8039-7E67CDD86CCD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9D864EC-6CBA-8AA4-E687-C1FC7D4C83B6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81EB53D-01DB-20C9-9EE7-DDA8FAA830A1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</p:spTree>
    <p:extLst>
      <p:ext uri="{BB962C8B-B14F-4D97-AF65-F5344CB8AC3E}">
        <p14:creationId xmlns:p14="http://schemas.microsoft.com/office/powerpoint/2010/main" val="3590627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4BC55-2CAB-1A7C-A3D1-E18DBC5CC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A80623F-AE5F-F6A0-6B4C-95D3708B025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Initialize Column 6. (Note the 23 pair in the center block.)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4AF924F-0A07-D25E-1374-97B48A2A73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F139366-3371-0857-AE79-2DE17327CA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575E5F0-8280-2F0F-F8C4-E4ADEB7223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6446F80-CFEE-9EB0-077B-CB0D6798A5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2275479-54BB-DD0B-E6F8-6BBF0CE5BDF1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EED7E3-187B-1EA9-366B-6F77AC1389DA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F518AD-5B98-C7C4-36F6-4FD872AD004B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749C60-6830-0E2B-B1CB-8AA2438F0111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BFB017-2E77-69B6-D37E-464E6902083E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3D52F8-410F-0B7D-636D-373A61434753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E57277-0154-CA54-2F24-133F04AB386D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82738D6-244A-7A22-DCAA-26EC6C04FBB4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EE06ADA-E8C9-800B-0DE3-599FD62B2AB3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8A170E5-537E-6C99-4CBE-63E02DE8C2C7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5376587-3639-1D73-7C01-F6205F6D26A4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25E2C2D-3372-4FD8-5183-C91194646F74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46EF8DA-46B7-58AF-F25F-51EFD84A674B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94B1722-B10D-D66C-FE33-9B2D6718A5A8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BAD0C90-05DD-C363-4888-2AD3EBB45A1B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7B7CFD0-D0FF-2CD6-BE47-BE51629CBE82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7634B9A-6EC1-0278-EB78-C514076016D1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BE2B1FB-E79C-EDEF-166E-A1B3F6EAB516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AC62387-9662-D397-9370-15926ABCDB5B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EE50457-82C7-2B35-7381-5CC561ECAB7E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36C6632-A10A-DF29-D326-AADCC5BFD2ED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F0CD945-D46C-B98D-6595-450EF2A04C9F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472F3EF-3D74-08EB-C86F-79F9602CB011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CFAFBAC-1C3B-2F54-28C1-1E96ED6ED52C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7374849-BE3A-6F55-F0AD-13370DE16348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586D079-9174-4603-3C7A-4898F44ED1CB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C9CD4AE-111B-BA73-9F36-229465798D71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E748FF1-9B00-A7A4-A480-FD2D2A11F3F3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35C664D-4906-106D-DFC7-D37608204D1B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6532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F575ECE-85E2-B575-C902-231F6682A3EC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21BD275-197E-A424-1BBA-7AC39154BD06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D441AAD-59F4-7C67-4F11-9B6452A2887A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BE09861-B8AF-6FAF-82F3-A4EA49C3108B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DDD1009-760B-E1DD-A499-C11F53C246E9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EFC31C1-2538-E347-A5B0-131575186044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92E50D1-822F-41B2-18A1-48000211B165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9473684-946B-1444-333B-4DFAEC7647CB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8450226-E597-CDF4-DBC7-7C416C298352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5D784B1-00DC-69A3-399A-2C6D219F9199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048E107-56B2-FC41-4F9F-4BF2AB517855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426A366-DD60-C2D4-5B56-87476F555046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A78FE31-A4F4-4BEF-050C-CB6902EEF765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B245F3A-6947-4EC1-3C35-AC55580C745D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AA6C522-7F82-7E63-CC40-AAAD0B79A5A8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DB55A14-6C00-B5CC-1C80-10BD936D484D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AAA5772-CAC7-3655-FC66-5501C98CDC1C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E3A89EF-2A7E-CE86-E704-30A1CCF7D609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462C088-D15B-140D-CCCD-E613E305A6CF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97061B9-09A6-0946-E8EC-F6866221D103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4DB00BA-C461-E600-5B72-9133756F4FA6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</p:spTree>
    <p:extLst>
      <p:ext uri="{BB962C8B-B14F-4D97-AF65-F5344CB8AC3E}">
        <p14:creationId xmlns:p14="http://schemas.microsoft.com/office/powerpoint/2010/main" val="35589264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5BDC22-CAA9-B9D7-3375-87EADF400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08D62CD-DFEC-00A2-A86F-1C40D1D962C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9F01EAE-22C7-1C2E-3279-63624B3290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AF403F1-09D2-3EF3-963E-10498A9ADA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7C3A752-1061-F024-7605-56A2787D8B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753506F-96B2-9743-8BEF-C47239B6C7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DAE448A-E996-0F65-DA03-B8CA7390FDCC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85B990-5F6A-0381-20A4-F973E993E64C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318BD3-06D2-F302-82A5-5C8E08E648F9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E21499-7174-C029-3209-8D7DA1905AD1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E47284-D632-E4E9-F789-52EBE627FDF2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D3AFB07-7CE7-5463-0241-A3FBF2235F81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1CAC667-940D-0DF7-65C7-6D718687FE53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2B33B34-2BBF-92A5-513E-632E727F9CDD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F3CDFB3-52D9-DF7F-7902-47B4E21D1042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CDF04E7-A727-8689-E176-947957580427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03B3942-C15C-D9B5-D3C4-E40A940A7D98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FE43DB1-B50A-83E0-8551-F3BFE5C2A485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CA12D8F-2165-0B44-FF58-DCED07BE30B9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67FEDAA-0ECF-69E7-E3F8-FD0C653D7448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AF068B9-412F-54E9-9428-B72C7F5C9BB4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E40D62B-3B20-BA37-34AE-7B4AB353A8CD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0F34BBE-CA1B-9AED-0B01-E13A924BED1A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2DEB4ED-8516-4805-FFD0-D9D9F12021AE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3BA8CF1-6175-0C98-ED64-DF3DB3B9EAE7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AB748B1-EF2B-24A6-21D9-2BE0441295DB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B207DE3-96CE-2899-F5F4-FF99C03CC85C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97DF383-253D-5165-A4C0-E3893173139F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8267C02-AB57-6E10-F46A-C815F70768E1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985DB17-6E9F-92E9-25C6-94C9CAE48823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0FFCD2A-8A84-6E96-45F2-23696D9A6112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4F80B85-A060-D450-3C43-698DD5094305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D389A1C-76AB-1EB0-5AAF-8141C4BB247D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C4A9062-2780-D13E-8D16-0C535A9DECDD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C837362-0750-B112-8DCE-876A195F0B52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25E5FB3-C70A-4B05-4510-DA1F92C8D79C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499A2C8-E32F-BBC4-7617-4AA92D84E664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1A099C7-08F1-9BAE-14CE-CF19F60DA77E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F1235C0-A022-7D78-A855-8AF117ACA85E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CACDB94-929D-1B65-5B3B-C6BF75DCEB43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E5FD91E-347E-AD3A-B929-7823DC6D7423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9CE15BF-80F7-3A06-D3DB-3783510DF8B4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D45301D-F40B-C176-DBF5-CCEE21B3330D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84ABDC2-F53F-699E-881E-3EFDA5B372E7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537FC7C-6BE6-1BDE-9DB9-B2CA1E33F17E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0C369D-14BF-44D2-977B-53FA141A943F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E564C4D-EE1B-CB3D-928B-82DCDFC99FF7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0DD0ECA-0A27-7AEF-DB9D-52C6E25D8159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3D8C1D0-7B07-FC91-743F-49D08D5EA373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C2579D4-2953-C48B-E596-05501D0CC1A0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F25DAD6-CFB2-B014-00F8-D93D6E4A19D7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26CC656-BC01-16A2-B5C6-4AFFFE116FCD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8533476-E86F-2AFD-E99A-68A3E19B1F09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1ECDC09-34D9-D303-3B1D-098A6A78CF8A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F31C73C-A3F8-06C4-BBCD-B383C41A91E8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C5B8E3E-640A-AD26-5CFB-AF3E02AB6947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</p:spTree>
    <p:extLst>
      <p:ext uri="{BB962C8B-B14F-4D97-AF65-F5344CB8AC3E}">
        <p14:creationId xmlns:p14="http://schemas.microsoft.com/office/powerpoint/2010/main" val="18337333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25E6A-6A6A-8D67-9C36-052DC90AE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6B69613-58A0-56A4-0631-CB2B58C6E0E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the bottom center block, 6 is in Row 7.</a:t>
            </a:r>
          </a:p>
          <a:p>
            <a:r>
              <a:rPr lang="en-US" dirty="0"/>
              <a:t>Further, the 6 in [23 in 3] can’t be in Row 6.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E2CC7D0-928C-FD33-7A49-0EF2CB076C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2060DD3-5895-1C8B-FC2F-B1F80851AE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96F4B3A-2BCC-8CD8-DD41-E427E7B17F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AA3B306-DDC0-35E6-2F3B-D8AD6923A1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B4B3B02-7CC9-A191-F7F0-FC3487C69A3E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A64D51-2371-489B-8D39-E1FCBA02AFCF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EEA7D1-8B1A-808F-D827-80C749D9F3A4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C6928E-DAF9-5094-1380-F93C468BEC7E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BE0740D-7234-9DBE-738F-B6A83952F4DE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834E12-B060-AF70-CAB7-54ECA9A63AC7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5D651CC-03E7-467B-15C3-2BC763D8B9EB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3F293C-364B-EC9D-40AB-50113FD479E0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1521E1B-4F66-16A0-2643-32284D0E679B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90CE3FA-A266-D8F5-C686-F64B6C305139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7C0C1E3-75DC-6552-AB0E-246A71004BFF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24CB14C-0A2B-2246-3BBD-C628CC350F09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B74534E-E6EB-9A18-92D3-BDE9E456C03A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1871AD2-5BB5-B97B-9D25-53A25F1A8A5B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ED276CB-8A00-4E51-C3F5-1F76A21F89D5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B07355F-BD4F-3F18-94AB-3F19DED132BB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0101622-3BD3-E489-7190-C1B1DB29D8AE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D92FFB7-3E6C-EC51-C4DC-F1D02716D944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7222B6D-8397-47BC-ABA6-7C5895B80A5D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C316E0C-10B1-C143-A958-8CA53169941A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99FDA7F-CFEB-34F1-6C05-2BD28F8129D1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495907E-DE3E-2185-7220-9D072DF17C08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4511137-327A-93AA-4589-89B4A2E42938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F360F64-05AF-586B-EAB4-9219BF81D75A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7DF4C4F-16E7-56F9-D5BC-31F696FDF993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5DB2FB7-1A39-7F51-E41E-026097415B86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1F2362F-2F23-CEE2-3FEA-FA03B0B794BC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D04A6DC-5A3A-7818-4F45-7C22923559E0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C96082C-0336-823F-5733-D56C2DB70D50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9169564-7A29-0E60-5F8F-6A30996259C7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2E733B1-A883-FC65-A5C5-FF99F1C873CF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443B742-A597-F20E-49B3-8485C60431F0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7BFF848-254F-EA92-DA2A-7E35069C9346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7311023-360A-AAD5-5A01-26E9A0E39CC4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2883138-4251-6849-F612-B8DFC3238E2E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1882180-67C1-7CC7-67F7-8737A84954B5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DFAAE7E-C587-6323-5E4A-F34114113BA6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36F2594-41C4-C012-C3BA-95E3F637140D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A2CE79E-D40B-BFEB-501C-89B0DD09F82C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7613E07-127E-CE35-F63F-BD68811D58D7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B96BB00-AB6A-3C25-A72D-D502E4DA63E2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4C718BA-BD92-3F9A-59E4-E9A8FA301DB9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FA5E532-30E7-899C-7FFD-FECAABA2FBC3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AE536F7-8954-37EA-7BF8-1A1C9690252A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5963A89-495F-C355-6934-6EA5B8E63F37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2EB778B-6BFB-4573-C1F8-01B3E0B8CB90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713963A-15CE-E55E-697B-97F9A76BEBFA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B92993B-2C18-4A71-F14F-F60895B9541D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15A6C3A-D231-5678-817F-CEB1804966C7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5A1B008-3560-927D-416F-DA341565B163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</p:spTree>
    <p:extLst>
      <p:ext uri="{BB962C8B-B14F-4D97-AF65-F5344CB8AC3E}">
        <p14:creationId xmlns:p14="http://schemas.microsoft.com/office/powerpoint/2010/main" val="32520943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3E6B8-0DBF-FBAE-AC9F-CED3D283B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F4E4809-92F3-DC22-08DF-2037525AEFB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[10 in 3] is two of 456 plus a third digit.  Only 145 is possible.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03957E0-05DC-7D5F-C385-685043A804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C01B006-17C4-62A7-EBAE-430AAB269F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A76982D-8B56-4DE5-7C94-7F6C815732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6459B03-5DB1-694F-963B-8C2BAC1494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477845A-7CEF-28D0-A06D-135FE8B01477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DB038F-F729-BB65-32F0-C57DAC1E15D0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9791C9-286B-4448-ED9C-E675F7E0ACF5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4E3B0A-E534-DC26-A66A-8584B318B3A1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26344D-1224-9CE7-0F06-B36C4F746945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F1B0FC-9437-6462-821B-4418B36688AB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8612D65-D956-5B4E-F0AE-3DCC043C7441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4915798-4DB4-EA7C-8A2B-DAF7FBD760A0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918596A-5B9A-2ED9-21D8-36B7DA8A84EE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0F6E7CB-B366-ED8F-6084-EC87C5302EB3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17DE1D9-5173-A8D4-D8C6-556913878A2F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6BAAC58-230D-C4DF-763C-D9C8CADA040F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D7131F-4E26-A252-F327-05027DCB6521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1B73C48-6492-D40F-1A12-6CFAF99C40F7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470C0AD-A4BB-A3A5-72E5-F786CF7A24F7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254AC93-97D6-6A19-5A68-848F38C48EB7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A971F37-C022-FF57-7BD1-4F64DA8C2253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D0BA92C-20C3-B608-0BB5-EA49BCA23063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2EAD73E-3CE9-D5B7-D6CF-42F41D462262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2B2DF4A-4517-EAB6-9543-DD776C001BAA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8A3BE48-F288-DBAE-17B9-EA963023BC77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B8A46D0-A4B4-EFCA-DCE5-159DFA429C04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4ED4976-3C9D-BD7D-34BE-746223875015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932263C-8E08-B1CC-D990-A3B5F5D2CA2C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97763C-564C-5BE6-FE07-FD1F70E9C147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B9991FD-FB0E-BCC8-6626-E40F48CE0758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82418B1-8B73-6F1B-B91D-29B284C4EC16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C59F4CB-DDE9-BD02-F136-C0BB7F4FE68B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59D6A73-0554-4F6B-98B0-EAC79972E39B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A292CDF-2264-32D1-9F6D-022E8B62D93D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502E34F-50B5-B07E-12AE-63CBE8E0A68D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985EBE5-1C80-0A72-6F06-BDA62DB58C6E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BFFD8E9-55A1-2E1D-7A5F-578FA75F7209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EF6111A-75CA-8CA8-1BA3-528DE53A2F5E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067D9C0-0040-82DD-EC3B-E44B1EE1A215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065E58F-53BE-41A6-C5BE-92E080F9D0DE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4AE6A4C-E565-9DB5-7B83-B149527375B0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660B1AA-7166-7872-FF3F-9EB9023C11A1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B94910B-7381-7CDE-79F0-78B4C3A36134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5CD0E40-53D7-280E-EFFC-5797F461CCE5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6130C65-1AE5-D222-6147-C346AD85C6CB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8A07263-7ECF-62F0-C228-72A42E605D2D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CE86636-102D-F343-933D-F9F19719E080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69B4E9F-6F8A-3DDA-6080-6FC51A18C9B3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D4365E8-BAAA-92C7-C2B6-4DED18619EE9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F395DF9-58CC-CFD0-DE76-4EC7B3D86F72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A9124FB-9B55-26CF-69AD-56F33FA5A632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0DBD9B2-2DDC-F731-F828-75C3E91CFEF5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C7A7503-C3DB-474B-B7CC-7888F713083F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240D21E-7A91-CA5C-002B-A583662546AA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055543C-574C-4E10-B7EA-65E827568A41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0695901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A85A6-890D-17D3-BB83-7BC85D238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1749616-D594-7E49-9E8F-B6AB2D437E6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97855A2-D194-B1D4-5C56-DD821C1A79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92CD4BE-85A8-AA61-6983-89F2EF9800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BE14D71-4E38-465D-5DB1-1F0356A923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5F81BDA-C71F-FB4D-BB04-06268C7F2A7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CD7D9D5-1255-CBC1-7940-DBFC4AC4217E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1F1718-5937-7736-F5A1-0AEB5B47FEAD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849F31-428E-1294-A461-D21A98D08051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A73E0A-9E7E-8673-C562-7AA9A9381B9D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7E03B8-A640-762B-DFA5-6375871CFAA9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885623-94C1-8C3D-8F0B-156C8085E5FB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3269BDC-FE1A-434B-2EA5-608F2DEC02B2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4647991-03C2-CECF-E9C8-C63C3BDC0A39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C65CA48-318F-70A1-68F6-34DF93B68F60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55F2FF6-5D6B-E42E-B3E9-45AB5190783B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F838F16-921D-A61C-2E2A-C2303CAE867F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E2997F6-C047-3942-4F94-587A66CB55A9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5C7B9BC-56ED-83B7-B9D9-7362D260B9AB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3EF3D2D-D90D-6672-184F-8E4D6F051FEC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59DBDC4-4B4D-B328-E9CC-CA72E759CEEE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F1B879B-AAC9-1120-9F70-102E73A8F6A2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0450854-7166-0F9B-5C14-C722C3BB5E5B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B5FC980-1489-BA61-E236-CEF9644FA96E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D8357C2-8862-6728-9B63-E5AD12D08229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2DA2E18-3A6C-8556-2F80-6E6908E789C8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4EE6A48-922E-6418-8EC7-66F0F0C13CBC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4010AA8-E0D3-3AE4-529B-3C1910415EEE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61DD7EF-CE0E-8747-EE32-F7B061A89DE5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7B47F9-11D8-87B7-219A-A0EB7A65C80F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27D2CB2-DE6E-770E-5407-F196AF359016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A004B7E-704D-F65F-1950-1B3FCBAEE9CB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8EDF777-9DD6-DBE1-1B1E-078484714D78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0AA906C-B92C-1D94-878B-D6BBF42AF2FD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8DCF008-E1AC-0E4B-E845-989BA8AC386F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84DEB6D-292B-ABBF-6E59-67E033E4780D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8741B69-E26E-57BC-0952-D74F4888E926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02DF886-A291-7F50-65A9-FA4770F53251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07EEB24-E1DD-8247-5648-2CFB4B045EDD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ED1DD50-50B8-A3A0-A939-B0F069BBCC72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057BDD7-68BC-6534-AF3D-73AD328797A9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BD0774D-E322-5D3A-0208-1F42D9864BA9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9D50C6D-9CD5-298E-AD78-9F65805E4A57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02030D0-CB22-B9BC-4DF3-2E059C5DA891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FFB6303-89CF-9D02-3E3F-AB1247C67B41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E076310-6AB2-47E1-0CCE-303B8342D898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6D6B315-4805-E31A-FBB1-E2AC485C4BBA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8753B6F-20FF-50C5-8D93-96196243361E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48D1BDA-073C-98E4-ACC9-FD74428A10C4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3898A1E-9108-B45C-C124-B1601D8C1C84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BDC1DE1-A954-09FC-9793-6A7449E79352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0116BDD-1561-C8F6-5AE0-2A93E7AE4469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1DBB021-7DCB-6E0A-334F-871801CF7161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7D81ED3-12F0-82D7-0355-E228D71B4D81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6562E56-DB69-0E59-F103-8320204C2D80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74A11B6-26B4-DE43-2E44-BC6E7F23EE9A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3091F62-52DD-C5A7-15BA-7F42310101FB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4166684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86D3C-8D86-5C94-A68B-52D33B44C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51FADA7-BC20-46A5-3C71-F4F400ECF49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6D17C02-9C36-5300-7093-B033B955FF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92250A7-FDA5-D1D8-26DD-1AE828163A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8B8999C-1904-9909-72EA-4A724BACD3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E50D531-6E0E-D6AB-A4B3-EDFBC3D693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E89AE54-4A6E-873F-AC79-7C25166BF204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46B548-AD69-608E-BA5E-E9D82BD19372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CE93B5-343E-4E7D-C215-5AFA59EF6D53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C68362-0035-3DCE-3097-D0A827907CC0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89D9ED-ACCD-F4C1-C505-901190B1F65C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3CE8ED-82D6-F1ED-3885-08414D80EA4C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81D940C-A19D-2EE1-5956-B254A0FFC0F0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9CB982A-B8D2-AB44-8D55-B7C632CC4A57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B875EE8-BABB-DEAA-641E-72CA1D5CF2BB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BBD2AE4-6D00-4B6B-C1F8-616C54F4E8F8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0BDC6C7-01A2-C4C3-D5B3-AFB547EA7E14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5BCD4C1-3976-0F31-C94B-969F7C77A7F1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62666A4-3051-8A47-6543-E2A2D9B11150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F956FB1-F31A-2D83-15F1-D08A79EE1F1A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0CB0834-C393-BC10-AD7A-F1EEA485BBAC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F5A144D-1D77-16AF-B11A-BA3D3FDAA143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E908D7B-9CAF-9483-6C47-990BD6A40DDE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C747177-CEAC-92B3-0010-12A104848A43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3A3BB82-E03E-155B-1106-3CB7DA7DCD34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B43EBAE-C61E-A206-C923-3FAABCE38A47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F44CE6B-CB01-3E6E-8611-8288F0CD0F15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7E619A8-51AE-BC14-2E4B-EF4E466C5C65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EC124CB-AEF5-F0A9-E26C-6BA7D0711C17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915CCF2-3228-2B60-1E76-FF70CAE401AD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E6BF7DA-4AC9-8055-F46D-2BA3745105D4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2EFCC8-D724-C9D7-F21C-2290DB9D31ED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43EE005-C9BE-BFA2-9BE9-CDE3A0CEE147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5172D13-91FD-0120-78B0-7805BCAC199F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C8B6390-7BC5-0DCA-383B-A3570ED68170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8035DC3-36A3-C82F-CC79-2E399CC0FA6D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2D54082-E271-C100-E46C-81E7B2137725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04BF1BD-AC5E-7891-126E-587450EC85D6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9942D7A-462A-0ADC-BE79-DBF7EE73B10D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CC8AFE0-9E39-F853-6F3A-879E147A8AAF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1DB916D-B9B2-BAB3-3273-FC1E31F4FE59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CD5B1B8-5C1B-9CC4-65B6-EA9D94CCFAEC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2036102-5998-8922-B288-AE1BF86CAFCD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72286B1-AAED-85F3-4FE4-A40641F1CF13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F8397B5-219B-3447-ED96-5DF889FEAE93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D57F16D-07CC-6CD6-BC09-6F9421A75512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FA5E79B-0A46-039E-63A3-34F9738B3A7D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B1E2320-6AD8-4CC7-1271-969A41D9A6F0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6D4618E-E01B-F045-C3B8-60695D3B9055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45D7EDE-EF0D-9CD7-7F9A-66A134149206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4EE1F34-57FB-15F2-7B40-9B1850301637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AA0656D-8082-CA74-D19B-6E4D386970BC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974B79A-E91E-4D17-9BE0-C594042CB8A5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76ADC51-0A52-DE9A-CB17-F23586742FAB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52C6436-9D09-6B51-9EA7-5B7393E6FCB7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9CD3DBE-1436-5325-EBF6-F56759A1112D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8CAD1C3-6A5E-5129-1A72-1D591C0E0606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6034039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8ED18-34A1-4154-2EB9-DA7B1C7C4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3696587-4791-8865-B78E-A985B9413E4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Complete Column 5. (Note the 457/457/45 triplet.)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49E3403-D3BB-82AA-FAC5-8533E44BFD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0C68F97-E7C7-0171-3BF1-8832172FC0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24A10CA-98DB-7549-A63F-7EAAE5C880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6130572-7A6D-26AD-E87C-D291DA9224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265CB6C-95ED-3D65-B940-9969944D3A49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D7020C-C378-7C61-BAF2-C614E263D9F7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0933D2-C95A-4A97-69DF-83C8DDCCC7C2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A8BD5D-DC04-F98E-DA71-94DF577477F0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268754-FF81-558C-37A0-6E012E6840D3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27F619-E2C6-3420-B271-5E5A4316DC0C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518B5D0-DCB9-DB42-105F-A507C3A55DF0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6EA6644-0906-76D1-B875-BAB2D34A081B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FEFC097-49C2-43B2-63C0-BCB7140D56BE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C56CF40-A2A4-C3A4-CC03-52DE04C3364E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3949D65-C11A-6CD7-2035-0829054A39BC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3D69549-59AD-4E61-822A-A1B982C54457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5DB3A2B-AE80-98E6-AAF2-3367AC9C2F7C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FD97054-10A5-D55B-563C-977FF105477C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64A987-BFDB-EFB7-1F4F-53E5604A4E9C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E6151CD-E53F-4E0A-C121-5AA7A827A087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997598F-6636-C750-A6E8-D4847C51B920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155027C-077C-0EA5-523F-03017D9E75F6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90BD8F8-0D15-1F1E-BDFF-3998428DA184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79D1730-BDE9-EB3D-9192-2083B0EFAA51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073AD1F-838C-6460-E649-B06B6C399470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C02692F-E890-300E-8E81-1A9084A59B08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18A6941-9D0B-F3CA-AF61-E8102531F065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CD060B0-F3A9-70E3-D888-D59D16A1165D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95D2C83-2B27-E8F5-2064-BA148A7C8B01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15BC865-CB34-DD55-E548-309D917C8889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F18AA54-EA36-E1A2-EA0F-3460E0B787EC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7FD7965-256D-A580-8942-4F5DC68D8BE8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04489D7-FE9D-3537-6799-1A688877FD8C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B6F73FD-D928-25C3-90B7-C3EF274AB201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CBF63B6-50D3-038D-86AE-2F2B6D25A027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DF8C323-870C-AE01-443C-0696EBD29787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447E01B-582C-7277-87F3-99D90170F45E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3C51A3A-48E5-5723-4543-75664C065AC2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8AE749E-C46B-3257-2BC8-274A5F7B17A0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C57B47E-F10F-ACD2-83C0-A4705124F3F8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B17B186-7F83-0673-46FD-189561C3CC53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547FABA-90C6-0AE0-DFF6-961BB9514317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4245811-014F-8B81-E3EA-CADF3B873B5A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977D22A-1C3D-1C4F-DE30-C01F3582228C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1FBB0B9-6695-10D4-B196-E07A78158168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5B4098A-5F1D-E197-EF01-684AB6C6BD62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1431249-01DD-0867-4CD6-ECEF89BBFDEB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66C609C-E3A6-1479-F6DD-3C2E3251EF0F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9C3525A-0A91-432B-843B-3C78FBC2DBC4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8C7C5FF-EC34-19D5-0ADC-95F1D15B3D5C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9745569-A1BA-5927-9494-F4105809DF93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041F550-FA09-D5F7-B305-AAD15ED92A1B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9A17B84-B111-FAA8-8290-3532FF46E79D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25C12E5-5AB7-9C0B-098A-20E7F02D8661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D566777-B39F-F01A-032D-62B2CFC4CA06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C1E0FD2-7213-6AC3-5F39-3F14E19B2369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</p:spTree>
    <p:extLst>
      <p:ext uri="{BB962C8B-B14F-4D97-AF65-F5344CB8AC3E}">
        <p14:creationId xmlns:p14="http://schemas.microsoft.com/office/powerpoint/2010/main" val="33030047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73A6D-DCEF-0643-24F6-0593A7716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41EFADD-AC78-623F-2214-0A0F089E3F7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Complete the center block.</a:t>
            </a:r>
          </a:p>
          <a:p>
            <a:r>
              <a:rPr lang="en-US" dirty="0"/>
              <a:t>Then, note that the 7 in the center block must be in Column 4 (and the [45 in 9]).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04CF134-0C52-002A-D34C-EF4F922369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50F2B0B-4ACD-EC02-D540-30F7D70A43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0442EE3-7F3F-BCFD-723D-C8562DB636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C8D64D8-358F-8FE9-3CCF-80E74BF876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E257A89-83A6-1C3D-BDF0-ACA03D2EB16B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89457D-6DE3-C1AD-4FAE-26F3C9ECA21C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54B07F-B1EC-8741-463C-B5F61399ABF1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7C6528-F445-378B-4C21-2461AE21E67F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CF1C93-AF9E-621D-33AF-E87D16082F55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FE383EF-3413-4D16-3C56-F0665EB3C1A2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0B4261-CA58-E6BE-6D06-3D5B5718600B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266A734-13BE-2144-E9B4-DCEA78CD1465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EDD675D-FE1D-18F3-BE94-94A5627E758E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B77804C-383F-F316-F220-B12F1B4CD427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BAB89EA-4DB4-6C09-E764-A358F7C14965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2353311-E9F0-03C8-0A1A-FAF95BACB9C7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D51CD1E-6FBF-25F1-F82A-E348A5DD3EC1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51D9F79-843B-234A-05D8-D9AEEAEA3EB4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0A7895C-182E-6E97-99CC-42282CF68B42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C6F9281-6D97-6362-73B8-9A4BEB4E3977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D9E6B8-2B70-DFCF-A14A-DBBCC6A84E44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E5DB8CA-6DFA-022B-7A90-46FB42CF9438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C532279-E154-3220-441C-371B6FCAB42D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0123F26-24F2-3C35-7C12-A4B60E1C5404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68B7F38-81EE-FC17-ACF5-A3381BEDDFBB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EE9FE5A-5B15-FC85-B10E-CB24727708D1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3015706-3990-5EBD-7C4F-4510229BC090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855C28D-0313-7F9F-1E02-C34099315C47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FF2F36B-438C-802C-A70A-747C07516183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017A985-2AFA-659B-6ADF-8F9F5632D3DA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ED83117-7928-A1B4-5BDF-FB7BE24C203A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D217C98-B0BD-D299-0957-02B74E0F6834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6368050-C5B2-6A93-884D-FF6A59F68A42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455736D-EDB4-751E-5642-6C3D26EC3281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E662414-7A2E-18AD-4E22-B47A4AC88CA0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81D2D69-0160-3D28-76D3-17C11093F2F4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253B025-C7C6-003E-A4F7-21CF4540353B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94FFC8E-7FA6-36B6-6D60-33105AF97B41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F939C49-E860-90BD-12F8-10B62B8C4454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47CF4A0-2CCF-D4BD-02FC-A0B97C9E0328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DF6D608-C67A-7CDD-B9BF-78467690FD0D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2D0A722-ED41-1D11-2852-A2B1B7A9F4E3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DBDD401-24A3-3E36-67B0-598CECE6C3D4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C090740-D36E-5832-5F67-B6A50C2A786E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1E31935-3212-6A12-C7D1-2939994C37AB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32395F2-5A0F-D973-BD33-A7D2BE99ABDA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268982E-A9F6-719F-F8F3-7F2D581A5C3B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DC52774-26A6-85A1-1B5D-F75EEA62140C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F16F3A8-615E-ED30-961A-EA3F0AD8DD21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D270536-ECF2-E32E-9B6B-750B7B56027B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0B4BD8E-E88E-4A48-053E-3FDB659276D5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8BEA1C6-99C0-F043-270D-7C8930487D7A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EDE8CF6-473B-85C5-D257-7CFC3F816A9A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12E4809-EFEC-23EA-9860-6B02F5BD9CBE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366CF72-7419-D898-AC3A-17BD8DB3A099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1E8B69D-A803-A7E9-FB26-B612BFF35B76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329308A-0569-902E-EF82-F58A2A07B537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2D8B17F-91EC-1279-87DF-C4F98F84A305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</p:spTree>
    <p:extLst>
      <p:ext uri="{BB962C8B-B14F-4D97-AF65-F5344CB8AC3E}">
        <p14:creationId xmlns:p14="http://schemas.microsoft.com/office/powerpoint/2010/main" val="18531714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05106-F914-0DC6-A91D-52890E566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F8E56F0-A309-E226-AD9C-7EA61EE58FE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Complete left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79AB8C3-4A46-0668-0BA9-1BB2F9F0E0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C56A1A6-FF91-596C-7BD2-AD1BEAC6C0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C64A442-542F-9720-A0A9-046D9D1E61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3BE1B42-505E-354D-434C-B1EA475616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A6A6D10-87BD-628E-380E-60AA284B3BEE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F0574B-DA77-6656-24FE-E346D7F109E0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BC8F1D-B3DC-6D8A-A719-3D1B07F9BB7A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F75C99-5937-1684-972A-CCF02B30251D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A95170-C786-52D5-471B-328C2E6C63A7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A70343-4335-3344-4FE1-F80719EC1AAC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0A199CE-F298-9B7D-6ECF-7D31894E3940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526FB82-0616-1F9E-9D3F-FEEAA3446D07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1623C82-DBB2-1BB0-A626-D9DA1892D7AC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B42A22D-6942-E6E7-300A-9A5DDAAD34AA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0A676E4-1BE8-8DF7-2D56-160F6A8E5423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C3A5082-3415-EAF2-E537-9ACFBAC220CB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9AF4B7C-CD64-83D2-AAF7-66FC59623B73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5A4137D-D178-2B42-A7FD-9388FCE08453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1E0477C-A289-62A7-2EDF-62415021673E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853BBD4-1A0A-82DC-FD8B-9E5157870A44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F999C27-EED1-14D0-96AD-3C547D46980E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6E3DABA-EF48-1D06-8110-AD676B970555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3506038-3A2F-D38B-C081-A7A88908FDFD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DC42300-A2E5-D458-B382-B6B82872439C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D904A80-3166-1C61-D7A6-EC4C9E5D3B1B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EDF7DB0-E96B-F82C-8F1B-D6D24321A1E5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13D7B43-9EF2-F9CA-C7B3-3A43F718F710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9E1CA43-8096-A6B0-27DF-5870045D1F44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D2BF012-37A8-6A0D-57F2-5E58D13B1BB7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7E7D393-B803-98B8-32CB-2F477328B727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3A80C24-DFFB-CDAA-CD3D-1356AAFD139F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6620DE1-3611-01A4-E1EE-284E602A98EE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BE66F95-755E-64DA-7FED-E15EE4DDE6B7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561AFD5-C7D0-6824-6A35-1EC2163A2120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B758ECA-931A-1D5D-9480-05D979A2CB13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60B6FDB-4CC2-DE8C-57D1-1010506AA4DE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3E9B02-549C-49D1-A92F-D02C08A45A1D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5A43C41-89D8-D740-ED6D-2BE5DAF7B197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E3611AA-3CF6-AEDF-D029-6B0B5F062788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C1BB8A7-084B-E40D-E0DD-17F2FBE00867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B268A3F-EC74-B002-9918-0375C8ADB676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FBA8946-028F-CE7A-B001-C40E089DF68B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FA594A4-B91C-51F7-277C-2AAA7BA609A8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15C39DC-801C-8DB5-0546-ED807189D561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70AE578-C3FE-D4D8-D452-9105D653C5A1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83A7478-9EDC-F6E7-CF1E-81F024D5E336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7062200-3F05-3B78-08E7-D191C57914A0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EB2579D-A32F-616F-0487-A7A7E503DA88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CA43C75-38E1-BCDC-14CB-6837AA6BE283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BD42F57-6A36-15CA-B15F-2A74069CF0C9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626E095-9650-49A9-00E4-AD8BAEFDC6E1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891E50F-A054-F417-ED4A-642A2572B4AF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842F634-8C8B-E220-0859-17823D05B51E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5C61EDA-4D9F-748C-4771-7961B2DD8A5F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575BB21-37F1-1E1D-4D4E-444A1F54E734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87FE544-B158-0A5E-CBBF-87EA20ECC7A2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206A1C8-4F8C-40CE-44E9-56A4C863CC94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8BE3B71-16EA-04AA-A084-9C2FAE29EF42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A9544AC-B1D8-D4F0-8F09-1CD0B8F21EA4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D70EB2D-8A72-93CF-F9D3-219F599CB3E8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52AE57A-97FB-7178-43B5-DEB5E7707CEC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562CF30-0396-D018-18B2-7772919EC702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</p:spTree>
    <p:extLst>
      <p:ext uri="{BB962C8B-B14F-4D97-AF65-F5344CB8AC3E}">
        <p14:creationId xmlns:p14="http://schemas.microsoft.com/office/powerpoint/2010/main" val="17656697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91B06-8E08-939A-5BEA-EE6F98B2F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42A6BF5-C689-DE1C-EFD6-222A8CE0966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[20 in 3] cannot contain 2.</a:t>
            </a:r>
          </a:p>
          <a:p>
            <a:r>
              <a:rPr lang="en-US" dirty="0"/>
              <a:t>Therefore, we have a last possible 2 in the left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227970E-1EDB-D925-C5ED-89F3F7613B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5BB961E-A550-428E-58AD-1824A1B928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03B730D-51B4-CB2A-46F2-EB9036C5E9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BC44355-100A-0709-0E09-9AF97CE1DC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C74C5F6-3A25-BABE-9E81-3DDCA411AB8E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8D8A75-4750-0AE2-1D63-902F1D932829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B06709-FEBD-840E-F17E-91E8AC295F72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5FD489-4525-121A-D7DA-6A91AD6A3566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BEDAA4-B90C-636A-D70A-2BD555C76CE7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4EB7142-64BB-0B54-F806-15869BEFFAD5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5663311-092E-1B17-C583-2588942EF726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F088E55-542A-C7D0-B4A7-9E3F8DC0CF91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8ACC0A1-6276-BE06-CACE-8E0ECB0ABDE8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F8D4E69-353B-EBBA-CD9E-AA4740AA1DC7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076458F-CE09-B0E0-12AF-39FFE5DFC1DA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3C2A3FE-7AFC-52B0-F54C-3C4559473DD2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EF235DC-F8BD-4235-A44F-17805E50E292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8851FB9-8EB2-FEAA-A2EB-D688C276BC1B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6C0A919-223F-86DD-AF52-087C5B39D716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9E40C31-ADA0-EF59-9495-24920A66A096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372F23E-61FA-E841-DCF1-CF656C315BB6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4885D42-37C6-5939-1A43-6F5E1BD274EC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711D7F6-29F6-CA8E-E628-5A223670A868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53EFBAD-EA2C-E85F-DC7D-FBF61F335529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EB47EA6-E5E8-A7F8-1CE9-F9A61D3652D7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1F25283-A6E4-D602-4EAE-F30EB70DB9E0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EB3111D-F8F6-C9DB-C676-CA6FE582185D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E7BF9FD-AFBD-F0DB-2498-E6E454DACFFA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551CC82-A227-0E45-252F-E6668E05E64F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CEA8105-016B-0379-9611-ED645584BC02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8760D49-F6CD-2444-C1E4-92B93200971A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D3EF49B-129F-62D4-7F53-6EDE28E9EF5A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8FBC397-8721-6CB6-1326-540EEAA4E356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1A4F811-C71E-BDAE-96C9-623EC13E85EC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0779D68-9F99-D32F-4670-A64EFDFF9415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FC2B127-C3D9-5869-21CB-9207C8D38111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4680320-7A6A-858E-A187-6EF49602EF83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2B05D5A-F140-B639-D4FC-721EEC4E9E67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48FE907-9857-0F59-49CB-37E163DCC880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73B0113-87B6-A388-30C8-FA0449DA8083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34B8621-3928-CAF3-C277-036253E84BED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EFF3B4C-99BD-7639-B1F5-E903BD25860B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906C76-E9BF-B0F7-3CA0-AC6F6B89A9EB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8B061D-8B89-4611-3D78-5D72ADD64D27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114D764-B608-3A28-3D96-C6CD1B960ADE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9F7F365-5E98-2AE2-9C4C-01F1E185E0D2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C942993-2B80-F37E-7862-316A930E1008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6A592DE-2BA1-C65D-23B9-426033D15C20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C26B540-EDE2-306C-D674-C7FA420A53B7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FAFE019-7F9B-4AC4-CAEE-7E7A0F6EE59E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D588D12-A6AA-5EDD-18BD-EBF663140030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8F85B7E-5ACE-6DDA-AC99-788C60A809C3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4C0A560-30ED-7374-F0B0-9C38071088F6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E14F97C-F11F-6F72-E070-D46B94A2357E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AB320E0-5190-4447-3589-B6D423F31B13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5CEAA15-43FF-E3DE-9CD0-E13A8E037B2E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6A8B0A5-8FBC-821F-E2C6-2B66B09435F2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24465B5-8ED8-82D9-B361-41219CA0DBF3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49218BE-B1A5-BFEE-FFDB-034C55218016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E7CA53F-AC34-B761-99C2-C878A08FC439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8FCF514-AD82-AB59-4AC6-3B5049B3F37D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073A438-973A-F313-4A44-9C093A1FA3D5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2551565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E2B59B-CF7B-E815-5175-367C46A88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0D17984-EED4-C838-28B5-A613C5AB1B4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portion of [45 in 9] cannot contain 2, 6, or 7. It must contain 1345 and one of 8 or 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37A2FE4-097C-DE07-6B28-9148A9D3BA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C380CFF-B25E-1E15-6ACF-7F754DBBDC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28AC989-00B2-DE86-8303-BDB3C301EF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90783E9-AC52-22FD-CF0D-E6963C8DC0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3B249A4-86DA-ED9A-9025-CDCB5C65FF3D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B2BBAD-36AC-5D90-39D6-7CD10AEFB004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6D8AED-7928-B9EE-001F-4CEAB4E58F37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16DEA9-70B4-9300-138B-21AB3D2521E1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8AAD09-338D-A5AE-0DE2-98124EC5CB30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54FEFE-35B4-27B9-9E0C-39E2CE1F1365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D137F1-FE8A-2F78-53C4-A0F6A8B73270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D7C3437-C44B-2ADC-E659-AC7BCE1C6FAE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F29394-A2DB-EAD0-D6C8-6329AC245094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FFC1772-DFCA-AF29-78CB-B9F37B2CD304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BADD0B8-E860-8E12-A072-4382AB76808F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4CBBDA3-1904-903D-BD8E-81DFF8FF3CB5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78AA2F8-0D04-16AB-6D10-0EDFDAA765AC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8DFE3FC-4DE5-9447-B067-9D35BA4DD606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93E15A2-506D-7670-E067-62470A23CD7E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684A1A4-E65A-A682-73E7-53A41D7919F4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9E327A6-992C-94DA-9B75-DB4A7E497DAC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71257A0-02FE-8479-2D89-5339F9FE8CAE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FA1065A-9202-309B-3DCD-5232E3EA0434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73A6C29-01F9-617C-E6FF-B260511DF1DF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F605998-0214-5BA3-EDE0-B0358C5BA617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F3B10A4-A158-2A96-F54E-6D4CED2C3EC3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C23DAB2-4659-DD3F-402D-4114D21A15BB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3040447-2EC9-90B2-1B42-4622897F4249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F381781-20EB-A094-240D-6F61C220D409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FD55C0C-D539-1B64-0BBC-2E320D1EBBC6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F799A11-E277-263D-0CFA-38921268D80D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AC10AA6-CCF5-E7CC-C987-B2402E625673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1405F65-823A-418E-4A8A-AB94C9B74D0F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85B0D35-3196-2C90-5725-F3F4808B39E7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4ABDA12-D2D0-7B1F-B966-1BFF26009991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F8D3C8B-EBD5-C10E-5532-0072809BD5BB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2CD3858-D3E2-2CA3-2ECD-AC38B41D7CA8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C8549DB-5226-1552-6AE7-0742135E9E93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21EA499-6709-A049-A4DE-FA6AB746F5B5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F6A6DD1-91DA-EC38-3562-DFDB01C18D8A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434EE87-E15C-ECF9-E281-FC144F9BF047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12CB812-2D8B-223B-8ED3-2905AE303E15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35D1371-FC28-3406-35C7-8D7738FED292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0971597-AD8B-9552-CCCC-83038D734977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C0B2500-F584-1E5B-88CB-57359CDF1338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7101C18-C7A7-FF9C-E737-D697DACDD9C6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8450E09-EAE3-8DB0-3425-C22E053AE657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C7122C8-E1CC-BFF8-CA9A-0566418E9B96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E74B5A1-0D78-82E6-D4E1-55E623C0A471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0D8B75A-A899-87A0-A524-B9DA97D038AE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FD5B81C-199E-3909-DA68-AC62E31E8803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2EA1484-9D9E-5D38-9A91-3E5B3A7D1514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9B7B1E4-8ED9-E985-BA96-35F50D921A4E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8C5E0D2-811C-DDD9-F08F-2B6B080EF043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C23B9A4-1076-0502-08BA-CF3B9F60755F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FC86677-D3C1-BB1A-2451-1B9966B27ED2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61EEB84-B5DB-3466-A3D7-15710B247BB8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4E013EE-01F5-C6C8-768C-664901270AAC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AB0AA1E-C5AE-0DB2-DCFF-EC29DC32492A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D92882A-1129-FFCD-2B41-FC6A09D69587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02957A7-344B-AF31-5D1F-15E5E7615D75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5ADA712-95AD-293D-AFD6-5A54CDB4B592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072F66C-CF22-C5DE-EFAB-22ADD30A6B1C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134589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1AA6FC3-22E2-5BA0-FE6A-C2173E12AC47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134589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F6586F9-F399-5718-CB7C-B7A91C3358CB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134589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4D15851-221D-3CC2-B233-AF29427E8973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134589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178CBF3-FA7F-0FDF-A95E-1BC3454896C7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13489</a:t>
            </a:r>
          </a:p>
        </p:txBody>
      </p:sp>
    </p:spTree>
    <p:extLst>
      <p:ext uri="{BB962C8B-B14F-4D97-AF65-F5344CB8AC3E}">
        <p14:creationId xmlns:p14="http://schemas.microsoft.com/office/powerpoint/2010/main" val="225418462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B633F-BE7B-C882-9842-D13EA7355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EB09D2A-0008-46E7-FF8D-AE2CCB67292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[15 in 3, no 1, 3, 4, 5] must be 267 (the lowest possible remaining digits).</a:t>
            </a:r>
          </a:p>
          <a:p>
            <a:r>
              <a:rPr lang="en-US" dirty="0"/>
              <a:t>The 2 fits only one way.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BC3D89D-B5D4-3640-A6B3-41E9327C36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79E1932-42CE-17EF-4C18-1D95C5BE3C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72CDF34-71E5-F06F-8A8A-8CF37E7E74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3AE32E4-3710-3997-401A-901CDA35ED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6C1AE72-A0E5-198A-DD31-60203D4BF351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DC9C12-528F-FC62-634F-9BD41350FFBA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5E453A-AD87-9A47-9902-BF4914CA65C3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264917-087F-C874-5897-615B23BA3721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3B5DDE-BBD7-708C-4172-A716C3287528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E86201-216C-DD11-2D2B-FE10989B789F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94181E6-A6AF-5805-41CD-E2858FA75F71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973B407-5C72-ED26-E053-C2DB4F8C5293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9699D1D-B226-17A8-1FCF-BFA956ED733C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7DA0092-6234-EE40-D393-6DFADE2DA948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80D376C-00EB-5956-A2DA-2E3CFF679DB9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47A812C-AE2A-6AFF-DE65-133175265A65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676A7FC-2A58-A119-7463-CAAF424763C2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F556996-8B4B-FE30-EF5E-891424350FF7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44263C3-8500-CCF6-E749-0112F4C52B49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A085C4C-8AFA-5457-4288-128555029543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DCBA846-4EC8-FBDA-8F1F-8CDC08B471E5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EC109FB-067F-97E3-1974-71386F1372C3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D29D49F-D370-4D66-39F0-94B67697E217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7B4B12A-7BA2-C401-B098-2C6B988245EA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58E83DB-36A2-54D2-6AA6-4D089CA61852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CD2AD2B-BB04-DDE6-0FD5-C92674C5F041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0DC0725-A6F4-8050-C194-AF722AAB9DFB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358BBE5-CFD1-DF17-07AF-DA94CA1392BD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31CFFD5-ED65-2671-115E-6BC26E2E19FF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594496F-106B-1AE4-4D4F-3609E9974A01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218DF3B-CE71-68C2-71ED-DE8C8B0C511E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35804D5-180E-C0FE-2FA9-227EC6262874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8EF0580-643E-75E1-401B-0F13AC195575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8DA463E-B486-58A2-B928-B73951514B17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BE82BDB-9AE2-AA66-7D28-2BD558E63CAB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88C221C-C60C-4619-6804-EE3A45421822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A492219-7CCB-36C4-BC67-8977A90E614D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3D773B5-7627-F4CA-D2B2-21E8E16B2FEA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CA981B4-3EBC-576F-10E5-9DD09A187E34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7FC275F-BCA1-871D-DBCA-CA7D9556B2C0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20244EB-E133-4E4C-FC3E-92B78250549B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FD94B65-7547-944C-3A1D-9C5650AFF1BE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F8B4D6-0750-CCAD-8FB1-C09F482E5592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6527976-71A3-794E-DABE-AF28871B25A7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B1F1308-50B0-3FFA-4D52-EE45144DB3B5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D4C8D31-BFF5-9FE2-C5FF-5CE9ADB15796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2415E16-1B17-3868-B761-9C92DCE7A0CD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B525ADC-B7A0-8260-1DEC-DA4EC80E0878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9D1AA84-A8B1-475D-2256-B4742DF11F1B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DA0C2B8-3ADD-8485-5F40-74EF97AB5E51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2212146-3FE2-AB90-CDB6-EE22CA5B4CD3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B9F28AA-D024-DB01-FA9F-0D7629735E73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E3E113D-DF9E-2F60-CA31-1580409A0041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EB99B2A-A644-7752-E05C-0C3D92B9AE6C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B1F25E7-44C0-0C5E-4F5B-1B296E2F989D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1934F40-09F7-CA75-E761-237D0BEE279C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CDE1406-6EE7-D6AE-0DD8-9F6DB43026FD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E82C935-18C7-F638-F0FB-409966E9CB15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FCE2070-3C7D-49F1-8766-BE3EFC8DD14F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D9A3D2C-8D87-854E-E33F-82C540D590F9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D37EACF-9C89-746A-52F0-D48377771E76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5282A10-DD1E-5D8D-418C-2CF097C3BBE1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8E002FA-818C-DC96-3ACD-2EB36890B7F4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134589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8DD8EAF-7779-A23B-515A-180695301F7D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134589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9521652-E515-CDCE-1218-6EE7DC0676E9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134589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5D7E3D1-9395-D637-310E-D78EA5D61C6B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134589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0BA7684-A2AA-E996-1BC5-C2D76A0BE9A0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13489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0D51489-52E5-A1C6-9ADA-A297166AF122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9BA7B85-233D-06A6-B659-A50884601609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F8311A3-9883-85A6-C75C-BF200EAB4AEA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</p:spTree>
    <p:extLst>
      <p:ext uri="{BB962C8B-B14F-4D97-AF65-F5344CB8AC3E}">
        <p14:creationId xmlns:p14="http://schemas.microsoft.com/office/powerpoint/2010/main" val="12589995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80F0C-A7C1-4ACF-367E-2E384AC44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C7C00B5-1995-ECFF-D3EC-606599418E9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  <a:p>
            <a:r>
              <a:rPr lang="en-US" dirty="0"/>
              <a:t>And last possible 2 in Row 7.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C74EC74-9188-4311-E5CF-AB292ABF6F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4D811B1-66A1-AF65-D714-2CCE3A6177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DEECCF6-3E7A-6E72-246D-7E162E3ECB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716ED72-1C17-C100-4F51-F3D1D4E120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2642FAE-3A4D-22AF-F13A-86F3A2189CD0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34842E-CB3B-6949-4660-739FD1DF5FBB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265807-3805-CA09-83D4-CF3B4B63F1C7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860987-357B-9B10-78E8-0ACE1CC865E5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96A3FF-C794-0303-4E06-4AFC3F057567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DF0251-8897-A5EC-23E2-095372E3C8A7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EB0159-DA49-3F5A-8CD8-65E405D2926A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E82015D-D1F0-09E8-D064-7796551777A5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F19464A-5115-8DD8-F540-B8AA3B677234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F4A99FE-4334-B5F8-444C-5036DF744DDB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A2F3B9E-141B-C647-B537-BAB2532AD7C3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44221F4-B548-2CD6-F9BB-41D51CC5B803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3CFFC0A-E94F-3807-D30D-C9819E7BE9C0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D7F87E3-B56C-D52A-49E6-F4432BE0C7F3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58B51FF-2033-A360-0844-51294A2D088A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9B4A47E-4A26-A08A-F347-86D21E203E03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0EE71B4-CB7D-BFE4-7FFA-B0E722B4DE2E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78B615D-51A7-7E7D-9CB2-4B1A06CBEC61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EF06E1C-0C77-FCB3-F198-E4BD90105E6B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2A24197-5AB5-B963-825C-4EBF0A048031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52BAC0A-AD8D-C546-8E57-4DE8B787DF7B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3FD2A7B-D476-2B9C-AA3F-6FF66D06EDAB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7B8E1E6-912E-B6D8-9749-BECC8C60C369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2607945-47A6-2BC0-B3FB-4478D654073F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D4650C1-ADD7-3A35-9A6E-837AB7DA635A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FBE96A7-91DE-8C22-1E10-0CD1FB7F6975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191333E-B4C6-E56C-F777-2D9553A8899C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8FEB64D-0008-803D-80CE-48F6A98A5A47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DB57D91-2226-F899-84B3-88C91C9487DA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02EF8B2-BA47-F251-6F7A-5B69B05E06F6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947770F-D4B8-AB43-F2D3-4A18C9D13BF0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7023A28-00CA-FD01-518A-71816886E71A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1CB5627-3182-6E0B-0024-D4CB6FA90CE0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763BD81-EF6E-F629-A04E-C309F167F332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600F4AC-BD95-746C-D61A-376F9C3650E0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048F885-8DF6-9389-FE9E-7CB70921004D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C2E0E2D-DA41-C590-598F-7F21638BBBF7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34C5644-D2FE-B319-00F3-E8ABBCDB4350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02B45AB-110C-8508-409D-46F6324A9932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3BB1792-AA97-5F2C-00E6-A73273514528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5234556-287D-9F0E-FB5A-44E8DF1640DC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0FB0D9F-5296-31F9-78B3-83159EDC393C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F87CE5F-6DE8-B232-3CFF-A241BF18AF40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9AC60A3-8495-FE92-AC7E-5FDBB1430F75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9B30936-A6A7-62BE-3A44-531F1AD23A75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0CEE293-69CF-DD05-46A5-9FAF700D1E02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3864A0A-1E42-3DF3-C47A-2440615D6432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8E79FB7-49D0-2AD6-19B5-70AD43F13F4A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72D4651-AF70-059B-1FE4-785A81DB6A84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02A0F50-7A3B-A168-BF30-BB8B758C1C2F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D5C14EA-4F05-A2DE-4835-300620204B43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0ED46D9-E7E9-C9E1-9CB4-EEC83527A0E5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EB8EA8B-67EB-D680-BBF2-9AD26715E0AC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1DCC9F8-343D-71A5-767B-988369BF4B4B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AEF28B7-55DB-9020-C2EF-CB5CD6D9CD34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67375A9-575A-B641-58E4-3A4F6258B128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BCE7A1B-1792-B5FF-15BD-18563627EAE3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5431246-A649-7846-9671-1AC4941EEBFD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3349C48-A41D-B55C-9783-EB09D2D487D8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134589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3445AA1-36B3-0667-05ED-853C040CD787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134589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4772A3D-A8E9-C6C5-6553-DDFCC5EFD720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134589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209A918-ACCC-D152-1149-91421D95435A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134589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3EE325E-930A-BFAE-1869-C0EB5278139E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13489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B710B54-32A0-7748-4111-22ECB622592E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A2B8E79-71DD-2297-5FBE-9FA9354CCE77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1111C46-C57D-8A70-D733-C0396348B3E1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0C263C3-EB86-452B-59D2-A77F58B64478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12064989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A405A-D2FD-598B-7963-9E500835D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A6F84D1-73AD-ED15-F719-423991766D2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last cell in [20 in 3] must be 8 or 9, because all the rest of the digits are taken in the upper left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1D277F1-56B7-A880-8466-BFD6E6D17F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A381C83-89D9-DEDD-6E7C-3931A53488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A3506B3-46C5-EB70-66C3-3F7BB30B41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160506E-ABD7-37EE-5CFE-43DE36DB99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EE7CAD2-CA4C-BF67-47BB-05B1A90CA584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0033E5-E8FC-81A5-0C09-142D57CD522A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E892C0-4365-8203-EF35-C35D7E4EC28A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2DAE89-BF05-4419-F002-504D60E841D5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110B28-983E-8E2E-087C-012C5C73B052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B0FF57-98F3-BDC5-A020-E0EA507B68D0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F27CC0A-21A8-7D94-3F18-0671DD827BD6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89CFC00-4552-33DC-CB36-39373C15A8F7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0F4EF02-E166-41C5-CCA8-F4D15328D3D2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17A5A43-4E4C-53A6-953F-6F96C1AA4091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F286173-55EB-E70B-BCB4-40B1F9181BDD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CE8E999-47E5-0AED-9015-5FD9E0737622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20643C0-50A4-EF2A-3F88-7C7A59E2B9C9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05F450C-664D-8C17-13D8-E07CD481C5D4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A822810-FDCB-93A7-AE6C-AC3A36CDBD4C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85A517C-D3BB-5D56-9CAC-8D262839D561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1CA6D9E-3190-CCA7-63E4-9E64D0792236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5B0298B-FE71-F98D-186C-7221061A66FD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51DA2AB-1846-AD08-9892-FB3E97CB1A7B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C9E7FC7-15F0-EB46-D729-0E203BF093A0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C690395-C814-AB98-A3F1-3DD2D1863044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86B7300-D228-5979-C73E-7D68E5B139DB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D152B2D-56BF-C074-8E4E-78B940987EBF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0132C55-6E16-AF0E-A2E1-62A044FC0179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7751CB5-7D34-BED9-5DF1-D8F307D845D3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10E9DD3-EF3A-6361-BEAF-A4181C9D9698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6D8F3B2-B026-D0B8-5501-D5FCDB3325C2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A48FF0A-19E8-39B4-879B-97C45CF7F41E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00CECF1-DAAE-2E4D-869E-659F0460393D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F66A5D5-58CD-E63C-459A-898C755ED3FC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43F6DE2-B4E0-2685-A45C-1AF9F9740551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4379015-FF9C-5934-945C-59FD9E170DB6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864737C-70E1-A84D-3582-3500FC0CFE1C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B402458-F72E-E7E6-156A-551F28F96704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E7C62FF-4652-44F9-37AE-5BC4A848C5E3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0ED59BB-9AC4-B188-9C87-84D5FF9FA34A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A7E0A83-A3C4-92E2-1369-2CB4EDAE36EC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B829015-9128-95CE-CCC6-26C117B02591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F99FE4A-53E7-1A3C-D634-B45B9DF69F98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6FCB97F-F16B-6826-3855-0D0E96497E68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D987EBD-51E9-4667-A40C-632ED7867A28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3E73E18-5688-7091-5C7E-C2048462FA00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05CE462-494D-232A-A519-55A4B62363AF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1DF8057-C0DB-89E5-58A4-4D1E2C51F77C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F0F6225-0CCE-1C87-2B25-8E13A604AACC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A705738-CABB-0AE7-E09D-87913896AD86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0219564-11E0-652B-5B38-5668A89F2ABF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8C137D4-05CA-BEB7-6ABA-90B1E88A91FA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F98C72F-099E-0361-C9D2-1B1D17FB9759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C13ED2A-314F-B5D9-BBAE-1CEB1FE40B9F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373BEA2-B3A1-4F1D-82BA-7EB388563907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DE449A2-8580-E246-2D65-F420B80E9D04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6CDB4B8-F4F4-9A8C-A346-99B114F99F60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AA297BF-ABC3-C83E-86EE-85D23D82F2D2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FB81679-57FF-0024-8B6E-7A00776FBB8C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A899E3A-A7E9-3715-0821-45257AF99372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CBDC6DE-B9E6-05C9-6BC2-26BB40C21E21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1836156-C034-358C-F0D1-53725AB2CF34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9B978F2-8FD3-84AF-8166-594B647C8F1A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134589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B1D5B87-C40E-8BC9-CC6C-1A4247BFEA23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134589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55DDDA7-4AD9-196C-DDD3-85E6F967F4A8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134589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B1D8F69-844B-348A-8173-8CC0ECFB1D42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134589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38057B7-1842-568A-55BF-D0D833A2732F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13489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78CBD14-595F-0E31-20C7-E678AE04ECE6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FEB12A2-B125-1FCB-4D24-3415646A687A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289562A-C500-57D0-5B30-2107DC95BE3A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3F403C3-7A81-553C-5C4E-28AA0EA710CB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2D10BB4-EAD5-A224-5AD7-252120C8240A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</p:spTree>
    <p:extLst>
      <p:ext uri="{BB962C8B-B14F-4D97-AF65-F5344CB8AC3E}">
        <p14:creationId xmlns:p14="http://schemas.microsoft.com/office/powerpoint/2010/main" val="317178753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175F4-2B4A-F603-3C04-A06E8EA88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A5CDC09-A1B9-FD82-09C9-F623CFDCBF2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BA32CB8-041E-A928-18C1-60CEC1D5F9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D1CC373-C9C0-849A-48FC-299B2ACF13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5C59632-6916-0AB6-2468-F3AB1280CE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90A0367-0DBE-8BCA-BB49-E605C7C1BA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A18A5C6-57EF-BB47-ACA6-0A075A977C00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47B6D2-3FD6-5B71-884A-F8522D986D7C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E4A3BC-A119-F20A-CADE-1743F34B859F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153190-90E1-68CD-274E-E47B19141C8C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E16B95-616D-896F-A7BA-7135C025C1B2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09207D-D5B4-694F-439F-50C01F965CF7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2BB2FF6-CA40-044B-AB12-33D442D89864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8763918-982F-2FF5-E339-B540088DBF85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4B541FD-2968-7B21-0F7C-15C4AF4E724B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B93684B-976C-58FA-F68A-6C1F9F4B4578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22690B6-0203-27F9-22B5-7EB14E8E4009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62EA50-BD50-7E9E-975A-EC32E413C4CE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5B0525F-DDAD-985A-1481-78A9A4AA4E8E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0071407-1AB5-29C8-92D6-65956F315F9E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D7038E8-68F8-F5F5-E4EF-0B950124450A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F86CD11-28E3-FFCB-082E-E4AD06ACBC1F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270D4FA-EEEC-233F-695C-063A3327B73D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786A6DB-19D0-67FC-218C-580962B6F83B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EC2EAC1-8B11-DCBB-F096-FDDB6EB5251A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317D9BD-7283-57F7-0332-A53F4F0DDE54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4A2A1C9-C536-E641-D1A2-89B29004ECF1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DC0401C-2C44-2B44-6404-D624439F38D7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9D7D3E9-A466-64BF-6C29-8A61F2493E5A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4BC7C06-9BB1-7278-7D44-5B9E59839696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BEBDEE1-FD7D-6C30-F24F-CDC973BFDC67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7848968-0DAF-1C53-935E-76DADD59FF1D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3893BD3-4B06-523B-84D1-C216F5709510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6B3F52E-2E43-6939-7016-D8385F6F04F9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FE39E92-3B0F-60C7-D4C0-0696D1BE9E5D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1552253-4C0C-CC91-A15A-9EA52C07198E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0FA7CA5-DE9F-8312-20B6-B30A8E385CC3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18820E6-F86B-2619-E74F-83E6362B6278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3330A7C-341C-F0FE-B983-F1381A2F6B22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1EF89DF-9360-0815-1F5F-35FA2B7EC78D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A43389D-06FD-2D39-082E-5CA3856104CD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6F4EF22-17DB-0323-6FC9-7DE156E27AE5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6E7822B-354A-C9D2-F5E7-3759E2B0659F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465FBF3-3555-BF4D-63CE-4932EB9B3519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FE964A-9E2D-91B4-6B5C-28DD5CF28F1C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90E96FD-A669-C70A-3986-F91940DE08D2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36F9022-FCDB-867F-326C-6C8E29E77036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12BF264-98A4-C72D-DDE2-E1ABE3FF7E53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D7F74BE-F676-1A5E-93CB-4A532F7A1975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B55C2AC-A2B4-13F4-92DF-E6208CE5CF93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2C74DB1-7E27-6B6E-B60E-95B0C8F0F562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AF0DD1A-AE7B-B670-FA48-CBD8A8697848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B3DB288-9651-DF5C-7208-A01FEB8D0194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8BA76F1-7AED-953A-E637-3EB02641D8D1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31FC73B-D9F2-C695-B5C9-A8B37B8B3C2D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01717EC-C7A0-4003-1F4E-9590B31FAADD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9B00018-4F2B-64C5-FB0F-F35968EFF940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3DEDB14-67D4-773E-BFC9-23A787162282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28EAD36-50D8-ED4D-D4C6-59781E47B384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FA3B7AA-EF96-7A11-71EE-570AB1F13D2D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76F76B2-1C58-5006-6CED-D27CEF0EBDEE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E84EB52-20DF-CDED-FA4C-D3B4B39056B6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869A2A9-34FC-B7B9-8206-4336A32D249B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88AE763-F6C1-0E92-B741-09377E2A66F2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D970568-7FDF-FA34-A8E5-221A1C786D5A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134589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ABF1208-6319-21D5-0CD0-F52F3415B6BB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134589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3C5254A-D023-F6CE-0535-0E02928E2767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134589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EB7B59E-8E65-122E-2213-C1B401EA2993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2175082-D638-8D48-A1A6-F9F3B25C4013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F7676BA-0DE3-8E3E-4D1B-FE1561EC629E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CA38EAE-9761-5145-DA4A-C73688978EB9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20697DD-DF53-E6CE-0D93-15BE544A8776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8B37419-C864-D119-B788-9D00F410257F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7B6F16D-2749-B016-9CA0-436E1733A3FE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</p:spTree>
    <p:extLst>
      <p:ext uri="{BB962C8B-B14F-4D97-AF65-F5344CB8AC3E}">
        <p14:creationId xmlns:p14="http://schemas.microsoft.com/office/powerpoint/2010/main" val="3077478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AD404-116D-C37C-E754-1A1ED0E07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4AAE223-58BA-B988-DEBE-D2DDBC8A499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Note the 134/123/32/1234 quartet in Row 3.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AA4D3D7-1375-E9FE-58FA-63CA63B063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5AB7E2D-0472-7089-19B3-7AA7A61310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7CC3879-3E76-B770-A6E4-61AF378FDB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230E160-4577-5D84-4F48-5CA03E5344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C50E4F7-E26B-2993-D126-65B03556DBD8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53F1F3-B819-F576-2108-AD7A80BB9877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11C4B6-2022-65D0-45E9-C3ECB1ACBE13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EFA9EB-FD38-5BB7-E2DB-9148A056AE00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819755-8A44-7A3B-F8F0-D4DDA78EE6CB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81F745-7FE9-BFD6-2A52-324BEA2497DD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59246B1-45AC-B888-C063-DD1FD9F1AAC8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F642BF6-9822-6706-0E97-881F9D119144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A8DFCF6-B575-F3FD-1F9F-F8DF57312E05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DC9D30F-5881-F697-BC7B-4AEB7D5AFC5A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2AEF817-BE24-AFB6-786C-52688B193A75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3E94F3B-D459-9890-8136-63F2F4E0A097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12B1B44-2ED5-3182-52BF-29995423E25C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ECD22F3-7DCE-DBB5-3010-C479AB3ED49A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F9D464-8AA5-5A02-B0D8-E7201508436C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B98E3B6-017B-CD3E-EA30-0256CEDB9C1E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E2A64F8-0045-851E-17AE-2303358A9B0E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7AB2335-F5A5-DC2E-1DD3-2D7A9A085E09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61674C1-BDDE-FCD6-A60D-BDB83441D90F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95806F5-DC5D-29D4-51B2-5CA4169B9983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B68A96F-2732-793A-DECE-EC7529D168BB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6B12F70-FCE0-F3BC-193B-7F123CA17552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BD90E4E-ADCC-A9AD-EC02-DA91D69A378A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B1617F1-6B4F-8447-27DF-C4177AEE6A2E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5876034-239E-FFAF-188E-D8EFD55CEA41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5643CD8-E4B9-0A8B-6B03-38A641B07238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EA7F5F6-0032-2D4F-4D8D-62E8F97CC1FE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7DE55C1-FA1A-4C3C-1D2D-50430963DBBB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06C9AF9-A889-1148-21C9-37256CBEA7A6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1418E8F-2952-2A82-41EB-5496721C62E7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D976705-688C-E1E0-8F6B-CF5C84AA9C1A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9796093-1C58-57EB-038C-BA3F691E0A1D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EFDF9CA-1EAC-200A-2AD0-67805B376D06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4B7FCBB-D3F7-E428-BD30-E09851611070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AC35411-0D4D-2FE6-81F9-E2E1A650EB75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43FE6F2-B567-B3A5-FEA4-0F381CBD75C6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E6541D0-8DAE-0D2F-61DA-FB584B9434B5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F1CC01E-C2E5-67B5-F9D5-438CD7F95E11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63B929-D834-0EC1-1371-766EFC5BC387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C26A581-E1A0-1851-3497-671DFC4C835A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1093F1C-A67C-4046-63AD-06A4B97105F4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CFBEA28-E397-A402-6257-E71D7EE29DAE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825443C-A7B7-F98F-59DF-3AB4E79D274C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DD35578-990D-8284-5BE3-C84892BC4ADF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76CDD2A-6485-2049-31B6-4BD16BD4CB8E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4431B1C-26D0-4F4B-E1CC-E394C6D7A513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7F771C7-B092-A231-F57C-8C949BE39687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0224BF2-F3E6-2322-0F6A-82B926C9A528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0158D78-2C7D-85AA-6D24-00C248EBA16B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60DF921-1F77-7ACA-D9D8-B7A12B2DCEC3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F277B22-1CF2-A260-1031-CA0E421F702D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64E0A1A-2B9C-1760-A665-04DA30044A8E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FB85FC4-5A41-20D1-76FC-3DCB3A9111C2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0EAE5A6-FABB-721A-E3B9-1C87164C7A24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D1F810F-B847-63D2-405D-A67599AE1DC9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0B9511F-3341-F65D-A5B2-9951B52AA951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8E6CBF0-EA6C-590D-9993-D327EB5C05AD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7B30CD6-E12E-897E-F4A0-BA4058DC21FA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7DF7164-3E06-B8A7-243D-BBEDF2B51A86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134589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506FC05-07A4-7CC8-038A-BB9FED6CC80C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134589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809C888-5887-4995-E7C0-79E407CB4893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134589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9C107A4-2350-D01E-99D7-043FFED89B98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AF86048-C22B-7B9B-785E-CEE325553B04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C41E773-4BFB-4A28-A68E-20F4F48A097C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722D33C-F7D1-8254-BE72-B7F267AD23AD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2F913E2-68A6-7B82-CD58-7C98894B52EA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92C281C-8FD9-A6A3-3152-1B6004B7D9CE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14D90DE-9E81-A537-98C5-743FE86CAF63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2971133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B0EC6-53F8-888B-4491-04416AA1C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6DB4526-B2D1-478C-8CE4-BFF57DF0E8A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  <a:p>
            <a:r>
              <a:rPr lang="en-US" dirty="0"/>
              <a:t>Then, finish Row 3.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5C93539-6891-58F4-0A9C-63605F6FCF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02ACDF1-1640-A78B-A38A-4C06D621AF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5CD3159-B913-C01F-288C-896817FF85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283C998-640C-7415-BA9C-E212068F35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6E25BEC-1D41-C247-CCAF-A8D1229D675B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A5345D-A222-CADE-808B-705CCEC212A0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372543-9DCE-0508-5809-2AE5CD890195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D7314A-B9BC-61D3-8818-568CD92E4DF7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D7CDDD-7D3C-B6AA-6EEC-9392AD9C7DFE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2E6A48-1F9B-F040-6986-BEABA902FF60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2ACE8D3-F1BA-F34D-CE79-680301DDD961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74C40C6-C653-AF2A-2EDF-9D5DF1FD9635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1D1A571-3268-F3C7-01DC-91722C847150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ACA06AB-7684-7EBA-BEED-BC540ECC19BB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B3A3808-388F-D2CA-5090-4E4C56658D5A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D1DC6B1-1B3C-9018-8AB6-5915F9CC9602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6BD55F2-D7E2-03B3-3B3D-AB04F50C48F3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6032FB4-8931-79B4-C689-C77C7385D561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7EC70DF-3404-4F77-487E-EB5500828227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1489BCC-9E97-0135-8108-E3368BA56C03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D8DCF33-45A2-798E-F9D1-E6C856AC8148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8B974F6-3427-2E82-9E4C-0278E4B3845F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B44387D-36D4-6DB9-9F5D-B23A46496722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D046F90-7482-3D92-0C8F-5720FB2E4233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251CD8B-9C33-79E2-43A5-8126B09BBF91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A5A2226-04A0-8721-DEB7-09FE78CA229C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695362A-A459-16D0-C878-0CE09A6A4ED2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B6F776E-9332-DEDF-5BBA-915E78F09438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6718DEE-6170-8E11-F12B-06AD812EC9AA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691FA32-CB32-05C9-4638-77C0E5CD007D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AA9536D-61B3-87FF-3E65-597AF009B74E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AAA8D3C-607A-1EE1-E6B4-8D76570394FB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9F95361-707A-EDE8-3116-E156CCA0465D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000B75A-7A55-A46E-4D65-8EA35B9C40CC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0A8AA1E-13D1-342A-D7C3-94BF0E5FAA9C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A25BBEA-AD81-AFAB-B8FC-AACA301DA4EC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FFD2307-316E-DE25-0F9F-B1DC3802D841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B5025F8-BA84-8D0D-0CE7-683D42FD1CD2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918F37A-611E-CD33-891A-DAB2E253DE79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EDF113B-8F29-959A-9B7E-9705A22BF999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0B2A54F-AA5E-B23D-3853-EB111ECE1F9F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E833477-CFE1-CCBC-84AA-9C5EA04E06BD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06DB5C6-352F-C481-225F-2B4028CB0516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A2D8906-6B26-50B4-4AFA-D516F9813E29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0DA8A23-2B20-AF37-90A8-ACB898AC8F8F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9304C98-4D6B-58E5-B7CC-9FA16A0503B6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415FE79-1EE4-72B7-2CB8-AC4CFC76BC79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9D57F51-F7C7-DA97-1D88-D29CE993386D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7BA3DBA-7ED9-F7C8-98B9-84FADBA377FC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B42AD63-5416-3BA6-F5E4-2DCA212493AA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59D36A3-D44A-2A3B-EC5A-CBF916AFBCAD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8941CDC-E1FC-DCB8-A9B3-2B19FDAC62B9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857227F-8007-911E-0C19-83F4000445CB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E008899-5660-131C-61DB-248BCB33F2FF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C4D0994-6FC4-7A74-13F7-838056BBB3A9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3A7C393-4BB2-DDF7-A5CC-0E1281A70F5F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AC143C5-57B4-8FCA-AD5E-F1ACA2EC7E8A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064EF69-0D25-DC6D-BC81-733B0D70E57E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567DAF2-6CD4-951A-182E-B82719718FDE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84E874E-F801-3479-D3C0-FF1745B40E92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B20CF99-2EED-1283-D142-3E928BCFA7BB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4445C7F-8602-7C03-F5BC-C807C5F8DD8D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3C4D668-5114-EBA6-263D-DEB1D2F462BF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13489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2EF215F-4B9D-7637-D4A4-E88869296362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13489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D261A64-844F-E570-D219-291A9D9C9BA8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13489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B4C312F-8C66-82A4-F08A-62DCEB5E71BF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8FEB5FE-4C7A-8697-24DF-79DEDE2AAB43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6E51FDE-EC08-5027-0448-FED0CA9A814F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486F4AB-4AA3-A5D7-6EF0-C72383862F04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EE7D181-A4F4-9860-847C-4364D14184AA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65214C1-F1F7-31F5-BE56-C4B01553FF8C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B679824-CB3D-193E-93E0-DDC5A5F9DE32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215AA63-2166-55E2-7E7D-985ADFFD706F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03B5BF8-8807-4A60-160F-523652D86F44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</p:spTree>
    <p:extLst>
      <p:ext uri="{BB962C8B-B14F-4D97-AF65-F5344CB8AC3E}">
        <p14:creationId xmlns:p14="http://schemas.microsoft.com/office/powerpoint/2010/main" val="156773725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3DA4E-1C86-C041-EC1E-8A4670F12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C80B3D5-41FA-D408-7913-F68BEE1DE74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  (Note 67/76 in upper right block.)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6AB52D5-2787-338B-DD18-E065608E7D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2D1E14D-8F35-9B8A-0C08-6FE9B5D6F2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92EB1F0-E15B-740D-1BB5-7A828B5217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1E721A4-8C29-2039-0CED-E28F1D3106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57C5C4D-BC4A-E6DF-407D-86C549FFABDB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B9D2B2-A394-8259-826B-68DECEFEB335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771A06-53AD-87C7-C43D-ADA036AAA0E2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D08938-AF7A-00DE-A66D-A3F7B636148A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9B2F9F7-143F-32D8-D2E5-DC56908742B6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D6F3C33-1F5E-6B3A-81F1-432FB319A420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536DBD0-2582-DCAA-3295-FBAD709B0497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2B1BBB2-A680-62CD-DED2-5898232FCC47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B1C1DD7-EF9F-6F24-D4F1-8801BBD2182F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990FFF0-2D8C-415A-683A-5C291EE22470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658DCDF-97DF-5FEE-E820-D991CA6861CB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D3B41F3-FFAF-00E3-134C-5B874F614A70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6B18B66-3439-080C-30C5-7129B8CE91E7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39B4A1C-2991-E944-B5A7-39184E62D321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4E3E8DA-818B-68D0-802F-2115F421F5AD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3DF3109-3601-FE77-37F8-697E1B0A1A44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C904D27-E0A3-4C7A-3E5E-8CE3E5BE17DE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C72DE94-0835-C671-40F5-4ACFDCBB645A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C5F3391-DB85-FC5E-D218-69D7F700E748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97EA53A-C0C4-E2E6-A1E5-D7382D323118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2C63EA5-A3B1-2131-4586-1990A1B96942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43E8596-8CB4-0125-A8E7-E452DCFCB568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D285E8B-5F17-50DF-9C2B-007BFFC954B3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9EF39BD-827A-12EB-C408-CF1CEB1BDCCE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51C8A85-7E50-AB7E-7C21-FABFC1E95DCC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F71A106-35AB-6DC2-3759-0E98C1DF9C87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A7CB9F0-83D2-9918-67C6-175D2F4B055E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75B286F-5D54-85B7-E75B-F130F7A8B4E8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C18CE8E-0273-2C25-A3C9-FE3816796472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A8A2508-7A51-A55B-5E2B-F47062090DD2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8545049-A766-487E-5B6F-E0C5ABBCBA68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10DDF5F-76D9-9F68-E9B8-76CC6FD1E0CC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E9619BA-DBB2-02D4-0B91-6718F6B62259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B9F8DDD-05D2-7D8E-65D9-2F5EF645F5DE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316741F-0A2C-280B-D94B-C6DA2E26CEE3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30AA112-C11D-70C8-D01E-9C780107B5AE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559F475-0109-3BE5-3DC8-A7649580BA5E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54051B4-0851-825F-33DB-72C707D3B4A2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0AA8168-91D4-3530-537F-3DB79BD317BA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F27A8C6-CA49-5F97-49DA-F2EECB58315E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538FE05-1B81-2A5B-9490-38695F07FECA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79341FB-26C9-1962-B58C-B2993047312F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FC09EED-7C29-61F6-34E4-501F218527B4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7BD0983-27EB-13FD-1C17-C7FB4FDCD28B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35937B4-E2A9-5D7D-C135-22187C3898A2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D5804D5-78F4-57E6-8B56-FA29C555BB14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26058D4-8835-D849-24E7-19AF23212A70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A296E8F-D356-EBEC-D2F8-45D36989B46A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0836B09-1812-A251-4774-EC40E0933F5E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D9943CA-3DB8-ECFF-77A2-BEE6F30AA6D4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A5063D5-526D-A669-F057-C6652BC4CB92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2EDEEE0-9E44-DDBE-A267-F262252C80CC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F6A88FD-A614-EEA6-E420-A58FD40F343B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BC7E13B-979A-A5CE-7AF3-9C107D9B0558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7B0090E-A32B-B1F5-B564-4F9D497AADD9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DD957D5-9117-A6C6-CC69-4842B2D12963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13489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3F5AE98-B22D-7974-4921-C25E61444559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13489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5CA34D0-F9BD-9D60-CEA2-AF6508F2CF2C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13489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7926F21-8B2E-605C-3D80-933F0B1F174E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D2330AA-3271-B335-A033-4F1165AE5C62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E552E2A-6B5E-F06A-6D61-1626D12843CD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10B3CD3-86B2-B2DC-FA60-6535913A0D78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E73CA26-5A17-7B16-8FCE-DD3ED63B9B64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059BE96-E318-452C-1826-F6D10E35326D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C89EE71-B642-AF91-DB1D-60E6925744DB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B2020D9-9F8F-83EA-BAC9-2862AE6B7EC8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2BB310C-1CE0-4185-7F8D-8413B1A23D07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33F1C3F-B211-6E99-DDD2-96FBB096DC46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075AE1F-AAED-4E04-81B5-A7FFB51C8279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C75EACF-EAFE-7553-56EE-AC68F65A9807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34603105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E9415E-1BA3-7071-71DF-62A912B70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203C9EA-9AE0-598D-6138-0BC15DBDDB7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DDB4027-3CD7-7270-9AE3-3A60D3160B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95DB97B-02DE-7E5E-FD6F-CF65AE453F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9929B71-F235-AF18-8F99-E6E3757C86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8CF9918-7F00-527E-D2DE-13B7ACA8BC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9C47A1F-1E12-91A5-E7E3-5111F0E9FBE0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2F086E-880A-7CC2-E98C-258CE3AFC901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5FA12D-E2E6-B0CB-634A-2611A003E99F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C8281B3-8526-1CAF-AD4A-6E10CF0999AF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8AB1160-A5F2-7DAD-1B01-A83D873DC21B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4081DF5-E6FF-3849-4BF8-86A3E2F79591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B3E7F9E-7F64-9880-3272-1585CDEF7F5E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3BAE196-AAD3-8F0D-8C75-4EB98C233F58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518A485-AB83-6C91-4DB1-6BC4135D75BA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AD51F23-017D-1788-A2E2-90A4381931BF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2258200-C0E2-A068-7F4A-514844AC707D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B08342B-A8AF-7EB2-F26D-21A658109C45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F42F68A-8AD9-3621-DA7B-E8D0AF41915A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784BB2C-FA5D-0CB6-2366-8F6C4FE20DF0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C622B89-E75A-D33C-70C7-1891C770F5EE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B1FD76A-A344-EF35-ECFD-88DC6A3F00C7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DE5368F-9554-D024-4558-4A7AE7027CF9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C28DC03-EA5F-05B5-F303-DBD7715FC996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D50FAF2-0359-B530-9FE9-C9946D7BD632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0A6AA29-A264-2C18-9CC3-183CF4BD05E2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45AE079-F814-E2DB-C8B5-5BD49B47DFF3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F32F123-6EA0-12EF-5BA0-DC5016D65767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9C27484-8FFA-FEFD-E254-0BC0258B5FA9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6144542-D0FB-62C9-5FE6-99C8A0E572C2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D05D7A4-7730-07FE-BA02-5450647F04C1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8CB75B6-04FC-1AD9-FD61-0B8FD6729C56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ED7FD50-A289-63C2-E231-497C17E8A0D3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0BDBD93-8C61-DF40-0149-32B2175E5115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83CBFA2-B62D-9B9A-9131-1AF727C4D50A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CE24FA7-E053-DCED-3AFF-FBD4B016E6A0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C8F8E50-2344-B6B6-0B9C-43BAF0F183E0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173CC2A-D635-D108-D7C1-668E570F165A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CD31C52-8281-401D-DE10-367CE74771EC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384FC93-C1A6-D44F-2ED3-EA5857BF994C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80FADF-74A3-12C7-84DC-0DDC3B116CC7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9F75146-027E-B376-B5C0-246FEC93F434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6205F62-45C5-6C51-8C4C-86C122814174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E19C8BF-2755-1366-3548-D015F962820F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AEF347C-B0A7-325B-0879-BC74F48CE8E0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94452ED-212F-F150-166E-76DF4CA62D1D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8399DC4-B78E-7BCA-AB99-B6C124EBBD40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9EEF639-F3B9-1700-CB94-DF64937A7B18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98F24A4-EF17-5094-3703-B7F817F09D1B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C696511-0019-3D14-9307-B07D1AF1EE0B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D441DCC-E690-1572-DE32-A1570286BCB9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40CC77A-D47A-AB17-261C-6BB10DB92375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6355F20-CF40-81FA-4928-58BFA5C89D36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330800D-7AE1-5284-C270-FFB713B115C8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14EB7FE-17EB-3B0D-D94D-8B7574989C53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75E29AB-6B12-9162-C602-B6862B6E2665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55D4CF0-F871-F46E-523A-BE9C524E7F78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EFCAB62-4F1C-E057-CD8D-9DCBB3D53245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F6D44F3-4E80-7FA0-F5F3-7520219A0918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071453D-3783-64E3-C87D-B58BD263E57D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632704D-D2B3-ED23-9E52-A44EBE08DC71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EE15816-7658-42E2-B970-AABC8E25FA8F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1348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B300EB1-4A2A-FBE1-F271-0382363A7D9D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1970B6B-5B58-D4CD-E9C7-81458F53AE83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ACB6145-2401-76B2-2781-D9885B256DA4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866CBEB-AFAE-25BD-21C0-76151C56AA82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20DAD0D-9707-8CB7-1DBA-564DA7635B5C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AD20D85-CD95-7C88-D833-A03B54F58562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2A2E94A-1B5A-E2B5-4DE2-39E4F591261B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EFFE169-BA7B-A0B0-CCD4-9C97542B805C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8F14F75-EFAD-5444-C5B2-1B00371D6EB1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B187459-D189-ADA3-0D6C-E1429E04FA81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94938F1-CC77-B1F4-746D-BDBD4CA37A0C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C7DEAE0-2B45-4B05-CB33-D52D6BB8EC38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8E784B8-5C5A-0B50-3FFB-E7845517EB65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2AF97B-9CD1-13E3-58A8-A3FD13270C64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00364024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A71B2-E81F-DA8B-1673-9A336F3D2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75D3644-558A-3377-24A4-61BAF05944D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905B5BF-552B-0822-3158-B179E2E111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1209D8C-D7E7-52C4-C662-93A61CB440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332429D-4A4D-F43A-328E-4CB551AEA5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80CA5DE-EA86-9CB5-550C-58DC288E04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0C9138B-5433-AB52-3FAC-FCBDDB567D1F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38FBD6-4092-8054-B3AB-21F65A600AB0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CA76FF-66BC-27FE-CAA1-C3B90F90435D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53438A-4064-8D86-6661-7A81D2013C1A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17B107-7B44-00E9-C10D-F0EC84C367A0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A440F1-D2DA-37E9-0515-93D7C718A413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53A50F7-7905-9D22-7599-DF4C2AC26155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915B6E7-7094-A0CE-014E-B3A107C7C21D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287F40E-74B9-7C99-5F02-6D74D5446806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D579A20-5A19-77AF-A2E2-CD545C77CFFD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1EA4780-38C7-DD4E-9E3C-B094ABF6E8BD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57D0E90-4068-2D4D-D093-FABDA77ED624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D97CFE9-E34B-2BFB-F241-8CBE527D3CA3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C18843A-FF0E-298E-8B4B-BEEB9C0C471C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FE8CA7E-2EC2-D031-BE37-EC1E56193557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D4C9D40-1559-74AD-DE3A-5D7E685FEEA6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28FDC0A-FF77-2CB4-19C6-141CF06B5E12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ED492E4-6F9D-145F-BAED-2784E539AF86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FDF9EA0-D8D4-C0F4-B0D8-5B10ED93AC45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B843BFD-D255-9FF3-24EC-5B3B969980B6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6261FE5-5DFC-3128-4FA1-11C9644F6197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37AA4DF-75E6-4EB8-CE4B-BB000D3C77F6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BF22EED-175D-E8D1-00DC-ED3BBA883DC4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FE58D63-17FC-9028-323F-F07E2F87C821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9C80F0A-C274-A6F4-EBDF-289830E19748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FD2519A-FD3A-B82F-CE6E-53628105EB22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DA5AFAE-8E90-0ED7-F6E8-40EA7D3AECDA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EC3A93F-B4FB-F38E-03E6-B327AC65A245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2E188AB-EC23-64A2-4AB7-AEED5330631A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26C12A7-2E40-379F-134B-646A9A835D30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1C8FFF1-76BA-C28E-3ECB-2AB8FB6444A7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6701ADC-6DDE-1419-F440-19E616C3F491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572FD76-9743-3E9E-CED1-7E230A979ECF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21E6A41-AC7B-A91C-8F28-F82E5967B7F1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E3C2D86-3FB1-0CE5-90B7-151EF4D85A1E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3CD0647-6FB0-A168-78EB-83E81D35FD90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B26DD88-DC0F-35D8-CCA9-7827A328BF42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D1C32F0-AC1A-AB3D-55CA-B4DB5AEDCFC1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259FBA0-040D-3DE8-F7E1-91198805160A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F127804-549D-196A-40DF-64C1B3749197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C7FAEC8-3AD9-9250-C7FA-D9E089E11858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2D58B6D-D346-76BF-3876-B9911A68CB01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9A430E8-BB37-9CB0-C5BB-375921A82ED2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413EE33-22D4-D078-214A-3E53E7253BAD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8AA9D62-E735-0D06-82FB-EC017BD58C7B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F710B88-F85A-A470-4F25-FD6574E3F05E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A8C9AFE-B726-EF66-7E14-53C11A80FDDA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24F2EB4-9154-0DED-1AA2-FCC2BB05C0A4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C1D17BA-F55B-6ECA-EF73-D6AA3C6CD8BD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726F800-23E9-8CB1-B459-8010DA159179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5D92148-1B2D-720C-85BD-8F7CDE9DE1E8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A114B8F-C0DB-9A27-0121-F9CD90549ADC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BA1D03F-3953-EFE3-EB77-2AF2DA45ECF1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B891601-46D7-05D8-0350-CE4DBA190423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AC7AD80-A5F6-CCD7-466C-71486715AD6A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1348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EAC0FF0-39DE-956D-2574-78A0116E7DAE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E5B588A-0D29-86BF-7502-91CDC45E2DC8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094E095-F2D5-F6A9-2651-170D8DB1C6FD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02C9BA9-BF73-1101-1026-CD0B7EBCBE62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848BD4B-9C04-7E0F-3C96-F4BF489F58B5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EC5B4CC-D551-B4E2-4473-E90F9070D0AA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339B487-17F2-C621-3A34-086B484FF3FD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544E2F5-DFFE-A179-DA4E-313781721BC6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2BCE1B3-22CA-8291-D751-892F172C2821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61A7BE6-9E1A-88F1-900E-C1820A47F807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4DB73AB-2E3C-DB1E-D2FF-94E8DD7F0F09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2D16B8B-FAB7-2AE1-C8E9-29F1A84EC964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12F829D-91EF-5AC1-8704-517FB02525D2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4A9873-FEF8-1EC3-FEE6-83B0C29C0554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C6873D-D1CE-B943-92C3-C593C0C97EB8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39247987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6CB1E-C0B1-E8E7-81C4-7CBEC7ADE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8CF4D49-BF30-44A8-AC85-767D2F4F4A4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 (Note last 4 in lower center block.)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B4AA1D5-86F6-F390-68E8-3031E397A6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335F716-58A8-4A99-495B-F8D984E7F9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78EFE7D-DBA8-FED9-5691-0E3CC8BAC7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0989E7F-3D17-516E-8B9E-1013BB653F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7C070FA-062D-EF75-DFFE-48A713205FA2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858CEA-2FF9-38AE-CF78-3772C0913647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856F16-B04B-68A0-A9F0-2566FEF2010F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32CBD0B-9ADE-2204-7F2C-2F96E17221A9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5B0A0BF-E472-EA6D-43A6-A38A2A8D4282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022D74C-156B-FC34-6891-3BF3EB22232B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A6DFE50-01F2-142B-0394-35F902B505A2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77D6584-71E9-9647-BE06-2CA0D7D2AE29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77B4DFB-BEA8-0ED0-8721-41FE878583E4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57260F5-6E83-D329-9ABF-00F46442A8D8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EE8C10E-77F3-100B-B34A-0B20962C547F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F988BC5-C84B-C4CA-06A2-B24673304D3E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FC04683-22F1-202F-327C-5AC29229EDA6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CA5DC00-1549-F497-8D0F-AB17CA31CE7D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A484F02-8696-E279-513F-5A47F3BE1609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5A456A9-72BF-D004-685F-5787AB38F687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B1127EC-266C-D43E-9195-A790E010056C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DA9C06A-0995-42A8-18D4-E0F79B521A08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10FC073-0A95-1CD6-68E7-8291379D0C29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D9AA9FB-F737-FDE7-D632-893B814A1074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A847417-69AC-2280-AF33-CFAC13869593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8581B9D-64B7-8493-2A96-F9FAF7A9BF41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913070A-8E2D-2C8F-715F-A0C93EAF33E9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A174D92-D317-BE6D-3DBD-396BF92EEA70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D35F5DA-C428-D706-28E5-71BAB3663C6B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CE3E603-822E-0F04-1CC8-D50521FD6B82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F22DC06-DD66-3502-E75D-7ACF41794053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698EC17-302D-0FCD-3C8B-12A02D569649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DFC2500-CF2B-7A21-A60A-19C989540307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41C497C-1F45-FD7F-9533-54870D2F71B2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4BACFAB-5CCD-0040-6931-1F9247BFEAA7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13AD4B1-1280-0E80-5DBA-B6F7E96A22BA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6E3FA0D-9DBE-A246-CB14-B8D9998FAB7B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0659DDB-ECA5-79C6-655D-72307DFF9057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3873D73-36A9-5504-2750-AD7D51AAD52A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5BB7ED9-B993-46A0-9E75-899858509640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2F4E776-1C20-9582-42B7-A7CCB8F1B1CF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C9D3135-105C-AF64-8D0A-8D5564B5FE30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B4A98C8-F300-3A4D-96C9-0438AE7E8FB7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D025FF8-1262-9499-2706-E0430923C1E8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5690D55-4C1B-33DC-3032-6F2F4ED78710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725C36F-272F-1C77-27B3-32B624610F15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9F46CD1-67F2-7472-EC91-0FFE8A3AADF1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D7178B9-23F8-10A7-2404-554978DAC030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3A7E1BB-AC6F-0FF7-603A-DAB4690D86D9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B05D1D3-E522-FBAF-F93A-A4ABED34063E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83F87CB-C046-6F29-0666-EB8D28AD82A0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FDD0CDF-9A94-9743-421A-1FDF08F92925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79759B1-A79A-7AB3-06F9-7058E648C56B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6E9A4DB-84D1-1140-DDAA-F4B0BE15A30B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56C85F1-11F8-59B6-1A69-2E082C7E2CA6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2B8D7C5-152B-D8FC-BE0A-45A2656FA7D8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1348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A4DC174-66B3-CADB-5A3A-D5339BA5F677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8CB1344-B010-D726-D088-42129FDB8812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46503B7-0EB1-AD2F-5963-DA4E6A6E3716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0D2292F-6673-0EC4-BB55-60B425845356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92E8F11-DDFE-F76B-2610-1F9F2907FCF9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D086531-1604-667E-24A8-8E8F3FBFB5AB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FB86ED1-7954-7C9A-F5A4-56E9048BFCD9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4A0BAE3-40E9-AD51-F671-4C811B01A62B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C73FEDE-DB62-991F-7A07-633C85B5675D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9D4DFA7-8ECA-60F4-4529-03C52AE2B062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F070352-E061-7DB4-F9AA-AD78AF45D033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C54C41-B1E3-DA5C-8C97-EF3763BD50AC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532292-2762-693F-EF11-60B1B14518DD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4DB9AA-F1BA-873E-01ED-52B890C0E37C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BC9C443-7507-292C-6109-0C11C6625A0E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AD933B0-E0A7-7F48-6BB3-6F6C89C3D5BA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F8408CC-27AE-E8A1-4833-6066F25C5A84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9E66771-8711-C6D8-5D20-FA1BBB927862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28882110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8F9CC-BA1C-F9CA-D74F-58246528B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EFFCF5D-919D-B8DF-A1C3-74CC0FF6D8C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A662B86-EEA7-D44B-1F95-CF486FB94A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8EA9B9A-1A0D-B545-89B6-82C5095F09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987B1C1-2DA7-2777-ACCD-A08A834D5E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FF7C3EC-6DC9-D9A2-ADE4-AF8F4C1E22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7A1B8DC-A275-7336-9DC1-BE5C3827ACA7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25999D-68F7-FFD3-26A0-3D085B0DB895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8B1088-4B5B-D073-77FF-B895081F3205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E90072-E105-9208-0E58-9A47A57C4D08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1CD8641-3F62-B9F4-4C0D-59B0A00136E4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CA4693A-786D-DC74-AA8C-081BF78DE309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510FC0A-849D-0490-F2B4-B35F62D7C7E8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E31BD9-98A6-F72D-1C05-81125FDBF641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1F2E569-8BE4-F7A7-5A54-2A3803B6DDB4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1D8864A-B9B9-C71A-C8AB-2726833D02AB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31E9A00-42DA-2365-2CC1-607AFD180A12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93981BD-E8CA-7972-2963-94E442ED67DA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D31A297-354F-C59C-8724-BF534EFC610A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0C55152-AD00-56CE-495C-9C54F50B7F1E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B35F72E-52A9-A4F1-C0B5-B1D4D2AB1E90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C21189C-A15B-242A-D71E-22728303DFD1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59C1299-EA3A-3632-F948-00F99EE5F73E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0AEEA2E-08AC-7249-2E3C-C468C0402414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AC2F0C8-D6A0-C3E4-2F30-5F19A26B690D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5435381-0A71-E2A3-3A6A-83DE6706D88B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EFAC28B-0DE1-6137-359E-65A92833FE6F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DCDDE88-620C-835B-9CCB-914C0341DE18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D8CC9CC-F182-076B-7544-E3D4CAE174E5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74B8B50-8647-5FA2-FC38-C51C31154628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B5B7A1E-B90E-C735-3F52-9355A09230C0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45FC2A6-9C70-D234-D54A-6358D3F332B3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0FCB6A8-8DC9-4CA4-7FEE-4FDB6953EE6E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DC9DCDD-29B2-49FF-21E9-A89A8C97FD12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9A9F79A-B9C2-0043-CCDA-C7CD091BFF9C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E0B0626-A1BB-D350-3D18-F22E2C2AC834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3C0F167-010D-8824-6CD1-54D8DAC90F9F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BA1D572-F4C9-48C2-233D-9B7DF571BD59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3D98342-9FF2-BB9C-51FB-2824D8D52852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45D2040-3054-03FA-D96B-F74A722CBE55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1E081ED-3E4E-38C4-438E-AADF8E8EF04B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77D7F24-5C10-9CBC-3270-88E11979B897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A6562B3-7103-9C88-03B4-F06D3B4B5822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EA04EB2-E47D-196F-42E6-A230E20502DE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3BC678D-AEC7-92D9-1612-D0E95154295B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6E2E532-63B6-5F9D-A5D1-8517B7A3C404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FB98503-2410-83F3-4095-03BF3EF1CCA6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D0525FB-A7AB-742A-9255-C1AA412F3DE4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0472028-F16F-E162-BBB7-67C29B4F1FBD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16EF5DA-2515-F75F-6699-ABAF0667E029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3C1E340-B65B-F376-BBE6-2120548769E1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9B83E08-1CA4-F7B5-1580-3A43B4BB263A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51C0ADD-F359-49F9-E048-D52494CAEB70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E32F0D1-BDF7-FE93-9ED9-074C859B4062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474036E-CEC0-AC2D-9FAF-93AB66D498A1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4EAD4E0-DBAF-EC5A-3D46-A710591F83D5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0D60F0E-7C38-1C1A-E2D8-312DC4B2A384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274314A-1477-95CB-FF66-965DF34EEE71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1348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303F893-671A-F84B-3CF0-734EF627DCFE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BFBACAC-E2C2-B12A-C496-2614F08193DD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6763169-0417-0CDE-9938-A576A060E63D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BA6C941-BB4F-A8BE-877C-A6B05AA5593C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958DF37-6E46-F57F-FDCE-51ADD769078F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7A78A11-A381-EFCE-4552-E9958F3BA32B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D70056A-1C3E-817E-CDF9-E777EEE75710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2739C47-74E1-2480-45E4-9DE7445EE65E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2B67874-FD0F-D88D-565F-01FC86A4D266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41EA9CD-1A47-DBC9-2D38-E32172A5CDA2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3797A33-37C2-F025-624D-C236FD6A914C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B3746B-8DDD-278A-6114-A01388E6C10E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E42A6C-9E37-D90C-518D-F2385422B342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B3FC28-18C3-D277-1394-E0011BD39829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42875BC-814F-C04C-3CB7-9760A77A586A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E078C26-18D6-7319-1B85-AF290C867423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8FA05B0-354D-77B9-A6AB-39378889C9E0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CE9B712-A927-6E55-A60E-DD0AF7ECCD42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8193655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C2A6B9-AE64-5290-FC21-784630F7C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FE229D2-1B97-FEF5-16BB-80819C5FA42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44F9719-EF39-633A-C4E8-12206400FC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A6A0F97-D6E2-583B-3090-BB630B80A2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EB83D76-5D34-21FB-F2B2-45E268129E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16FB709-D0F2-63AD-C74B-E3DBE5F10F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D146FF4-6267-CD60-7F50-F88B6DC88976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83FC32-6466-6258-E65E-F308B48BF58E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2F061F-6B7F-6B8F-24D8-2E0644B2749A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AE5F71-58D7-382A-3316-6A2AC0EBC4C5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CE1E9F9-7EFB-BC97-B44F-26424F8A521D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E997A98-0144-CA39-BFBC-3E5539FB82EA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40BF082-BC2F-6F1E-F29E-EAC28C9FD3F9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A4FDD82-3D76-DEA0-6135-39539E78871A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41B8314-23D1-202D-3E2A-39E48861627F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22DD809-5516-75DC-F05F-18B8082D9A3F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D5D1BB6-5712-46F6-B1C7-53BF1D4C369F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079BF65-3840-674F-E06B-BE03006ABD84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5F59D68-2E14-842C-EDBC-4516A9E8EB75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D7E0357-3F8E-DD70-DA49-CCD1DFAC17DA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02B2DC9-A28A-12E6-791B-07B6B1852418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512967C-513C-6105-E29E-19664EA19663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2DE1728-4135-F7AF-5995-2DEFA08F6FFE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16495C9-726D-5ADF-0FC9-B77B6F357583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6DD2E5C-3379-3662-5E2B-DD3DA76A4214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920A777-7ED4-0364-1022-97574BAC4BF5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912421D-606E-0A5C-315F-BC3D333EE034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71E7473-4C71-9518-F32D-7C7ADBE31C25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A4C8746-B7D4-1319-6A9F-34B3DAF1E7DF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5BFAB9C-16F8-42B5-2046-9AACB4574D51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F2F5A44-CD2F-0475-1759-BAECBE9BC606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D8C32FA-C789-A82E-B31F-37E7BA6B77FC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162A3F9-D8FE-743A-9FE3-A833272F6C5D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512A15D-B92A-1929-A155-C0C3557EBFD4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3637C70-C5C7-24A3-0B2D-78E9A8839EAE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632B51B-73DF-53CC-D8C4-096A8958D945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7A8771A-75D0-43B9-2554-EBAFD003D605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A9D59E7-E29E-2CB4-B91A-FB3943CF7682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01BAB61-C536-78B1-9BD6-D673DF6F1A8D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5507A99-06A5-CE49-4C23-4BE9111E8C81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3280DD7-331C-69C7-3460-461FF05EE17E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0336EAD-28A3-FFFD-6346-621F5C325B20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436B8EC-E629-70A5-5343-257C4EFD67C7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765311D-FCE5-50F2-EA06-65FB4A1E4BCD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CD9CA4B-ABC0-8C0C-E795-590316EABE19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5204A2C-068F-008B-DA0E-B34195A63FA3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294C5D5-9C07-081E-501F-02065DF7F155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980BD0E-09E7-028C-7481-422AA07040F9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2C4E1CF-881E-467A-8E3C-9DDFBAEA3CB4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A6EFE8A-310F-737A-39B4-3544CE2FFA87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DE5CDC4-BD2E-96A7-2010-EF8FD5ECBDC3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0090FAB-5AF8-C6FF-4043-9B4AF676135E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ABBB60C-C0FF-EEB3-B91A-40F882D71EFA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1348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C10CC2C-8EEC-A927-33EF-2203C550E7EF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0D1912F-AE04-CA12-8B0A-C9433603BD2B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96C33D2-3DA9-2243-6746-DD798003BEEE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E3A14F3-1700-E9CC-8F14-208A74C15878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89D3D24-94F7-0C35-370F-A81DF56A254F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BAC8CF9-677E-C90E-9B65-5C66D231C7E7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E27DE11-E198-F6D7-12A5-4608A8D73FDE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99B8B8E-ECF4-C5D8-C582-E049B1944661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D934997-BDB6-65F8-EC74-8A34C87A560A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C06E201-E1A2-18AD-8109-22EF577E5D73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F2B1167-288A-886C-C497-E3AB77E4D713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BA754A-BBC0-15FB-EEF8-FF1AE041614A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622B00-C606-2D0F-4E2A-6EFF192AD05A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32FA0CC-4753-0F88-2BC8-7AA56DB89EE3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4802095-02C2-5A50-B466-DEBC0946CFD7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E12DC02-2552-6D47-AC71-82FA128F8C98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A0633BC-621A-6E08-A713-5E51570E6F1D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9867C4D-F40E-4FBB-DC3B-D3D851C0CEC4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8B4EF56-8982-7BF4-D53C-F08E66D56E39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857C1AA-6636-D1B1-3003-71E188A3C3E7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7986117-2E47-4EDD-D4F0-42ECA638285A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EDA747D-2CC6-9F1B-E01B-2942127B60E0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BB12DFF-44B9-3516-0E80-D867BCB0E619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83632027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2EDE5-3A11-59B3-A875-A19EF17A4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082F44B-0DCC-572E-E576-F7A95B31513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FC50D54-F82C-E6E2-E648-B823D4B7BF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EE122F9-A13C-D078-4215-4C3C0F36D4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F5B76BE-D4DA-CFF3-F29B-6321893435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79475BC-8A5E-1410-4CA0-911F02929B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94909A4-22A6-9DC5-76EA-505DB93F8691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4B8203-973B-C96B-059D-C68811C57367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B2A3328-8C89-36F5-01B9-36E41ED2AB2E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EA52D50-63D3-1208-56F1-D151958A882C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19EE2C5-AA2A-E818-177D-AEB37FEC4450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38FFC00-9D7F-B853-8345-59892CC6F4D0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840D9DA-1AB3-BBA7-D89D-31747E5CEE6C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81DCB0-B895-2343-2B77-313E5332670D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6006D79-24CB-CBA9-6B1B-9F1965A3CE16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AA0A1DA-8D42-F8CF-7A39-8087AB1D9436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0BE034A-50EA-E5DF-BC04-5BF712CA6978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6EB9EF3-96F9-C340-202A-15686A67E52E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C0184B3-B466-FF26-00BD-03B487281BEA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C1EA2E6-2D9B-F71F-5634-EA1543945611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1A91887-D811-3811-979F-E02B6B4DBBB0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F65662C-6A49-CA22-66F7-D0DEE2A17F71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A5A7947-80FD-C915-8BC0-618401E3CA3D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38DD760-86F9-095E-DD53-95FA9CDDE788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89596CF-B0E8-B48E-5FF1-4A84ACE326C0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EB7D2E5-64DB-6FD7-F551-5CC4B5189A01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0690EF2-8214-366F-2212-A4B641632AE8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19DFBCB-D8D9-3F2B-7B68-3BD9714808E6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A4C9FE6-F817-F0BC-7F06-D4BB555EEFA6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4E06BD6-4ECF-444C-1658-D0E3FF4C1BFB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19AE118-1EFF-E369-FE8D-759FC0445D6E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D6D201B-C9A4-FDD3-76C4-8F110AB62E62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3EA04A1-CA1B-8B14-3FB8-0FD63006A6B7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9656201-8DBC-6B43-0C7B-B5AA3EE833F7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8EEA9BC-8C6B-46FF-9102-CDFB4F57FBAE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5F277E9-E2AE-71AA-9DB8-058B5A96D35E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3A13B88-79D1-73B8-BAC1-6E75E1078ACE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D8A5C6C-C793-5D25-1C62-44B9027E29CD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4309668-4BDA-B2E7-7248-FD5C8FBD1445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68839D8-1B0F-37E0-43E1-8001B2140137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3FCB978-2732-4940-ED84-77304321BE3A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0E0DFEB-C607-77C6-4B7D-EB65482AFE1B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15A61A9-FC84-CEBE-B7B2-EAB13D89D379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782B864-11D3-A56E-0F12-9BDB3A3A40C9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201DC81-97FE-68D7-5A36-569133C60D5C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65D05FC-6914-2CBE-CE86-8E7C12E5B80D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BC0B4D1-6CFB-C777-36BA-5AA6A8C7F915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D8A5FBB-7D02-AC65-C530-68EF4F499FC5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4F2E8DA-04F2-51DC-8763-874F24F1BB0A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06A47F6-2822-B42A-62A2-6242CB45CA09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74FB66C-3064-00F4-5033-0A5A1BAE4D30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3EE5860-DD2F-640D-3DD1-AA7FDD4E8754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1348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C3B21A8-7D52-9D24-6A50-D360F10A53BE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7CF3EC7-B2C8-1EC8-2856-EDC407C76233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C476BED-7CC0-3812-E6F1-FB83B77115BD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9FCE9B5-C01C-8B9F-61F3-24DE748F4EA7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7A36E62-47F9-C442-8121-6155D0318863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029D7CF-4809-95FD-2ED6-EB4105A27B78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FFCED84-71CD-A810-0344-BF49CD39A3A0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F9B2D3F-8032-9BCB-7480-329031EFF511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AA83B7C-A266-8834-025A-63B200C0C0B9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B62404E-F943-FB39-D0F0-C5475BBA1C25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FF76C0F-7BF8-F320-D369-0FD11D517175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CA268D-EF23-46F7-4F7B-EEA3A5634CA2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31D9DE-84EA-699A-A271-DF59BD59CB76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90AAD6-FB6C-0D43-A982-B73B74FB2FF8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4DEA46A-F479-3CDB-D47A-2914408D1807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61872D8-EAA0-0231-8855-2206A2277E27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8A03F49-A2DA-6D69-EA77-74A2D58CF0AA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14060D7B-5949-E38A-FF23-BD37FD34E89B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A4DAE98-6AE9-5870-E1D2-99D9EEF1F66F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AA0F360-C40F-9A81-9D72-BA147613AF19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92B87FF-A520-6D39-0CBC-1AF791F0B9BE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04DBCFD-A515-CE66-7334-49026385A90C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D39012F-90CD-CDD4-3BBD-9BFB0A7AA45A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0D16281-98AC-804E-80F9-DFE70FC2F2F6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42746065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A5BAA-F3CB-DCE8-DC60-C63ACB8D4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FC9791E-09D6-EB32-D507-6F00DD0C935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CFEFA0C-EE82-149B-DCCF-3FA97C5125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F1702E4-8D3C-96C3-C063-9D6F52BD56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7275EB7-41D6-FE28-CC85-F09904349B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AA5F872-5A33-03CA-B099-DC50BFA70B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B6C4160-BABC-0F92-9F9A-83C0EEC6D89C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762FAF-AD3D-18E0-D537-21C795CC4D43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4DAE16-4CFA-FAEA-9B18-813F4AD73442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BC7788-B7A7-C407-0512-848942909162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BC779E5-2E2B-930A-FF53-1F5CDD8300B1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D7015E1-8A29-97DC-E09B-069D0E558C04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11021C2-FF2F-F038-7BB5-64726D1D2611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2D6124F-C39E-4312-5A27-40A1D419F257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A298C98-C279-814E-E5BC-548556FE0A82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2947966-CC94-1202-24E3-B01C54647983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5E4D9B9-3877-0A34-0821-A0EA62953F15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43D1966-4428-4D43-1695-D2E4669F14F1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838F53B-BAE9-33AF-7A55-45F1EC8561F5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BCA6380-8083-990F-37C6-20A9C099E9FA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D755A77-F7CC-8B4F-CA8B-99CBB7E2D369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33751D9-E2E3-1150-4D0C-8B9F26FCA927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2D0E7CC-B93A-5FA0-DF3C-3A7E5ACBE138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02BF109-53E1-8D56-9472-AB0988B432E3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BC6CA9F-E334-DD8D-4704-18C90A12D89E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85048A1-7F35-FEBA-33C4-4E040DB716FC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A0CF7A2-CBC3-D103-FFB6-FB4B3E8E16B6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4A2B3CE-F86D-2010-EAD1-133674C92A37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E0EB86E-9919-D682-7596-C0CE50E4CB72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60884AF-CA7B-B0E7-56E0-397BF847A67F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AD1CE5E-2913-1EB9-C4DC-4D2E7B030F02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EC4A2C0-C175-56CD-89C4-AF0199F71DF1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9F6C96B-7C93-5D9B-0C44-0E85227C4D4A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26E8CEF-05AB-B464-DDFA-BC6E3F298197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56139D6-A881-ED3A-4DE3-B789D7567638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EDCBA65-537C-D0AD-DA08-2929582FCD60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2753F9E-4DCF-B969-25A6-01F4D78535BE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758B9FF-52C6-8C9F-681F-9EDEE7D7A5A0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4B0BE7B-98F2-8F6C-9F58-826FAB0E8511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754A5D3-A615-D667-7456-7E172F0C6AC9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BF0C6A6-B18A-C46C-9A49-2D118E734ADC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874996A-0D6A-6F2D-5DEA-84B0C4054A70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1267A11-A4E6-44DD-3D99-816530322B3E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41F5D59-E158-C696-8B4B-4095E7C281AE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191493B-722E-F2EC-D2EE-244E90D28076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2A25F09-2272-DC73-EA01-CACCEB4CD66B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9CA3BCA-8ED7-E923-E5FA-570E95133CFB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2B1984C-4C69-468C-7B3A-2B2E5F250439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7DB04F1-7DA6-FEBB-4360-B73D999E9D2E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031BC1B-91BA-F34E-FD9C-5B07F3AAF672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F9AD208-EA93-0775-3C0E-EA24AFD02375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B208553-9D0D-7B45-DE60-1D23D19970E0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1348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92BE34D-B99F-8D84-71DC-AFD99F44D0B4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32F8A7E-3494-2329-707A-8EBF163D7844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96B66FD-9873-42CB-86EC-F7B8FDDB18FE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6090F93-ED8D-3BD3-8710-6444F97A88D7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5A04FEE-A2B9-2DA4-AE6E-ECEFF155B56F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C059E37-AFF9-B577-1373-2458A43C81AA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73C5015-6024-6CB8-8227-622948F0AC41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6BF0A5-CE00-0AE3-2163-B62081F5C999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E32D787-D50A-F2FA-BB3C-3E2010BCA8CF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35AE7C5-6237-4C65-F80B-77CF23B16E3F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42D6D9B-3B70-E353-E9A2-07E21C3323B7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29CA09-7A86-8566-BB4D-38B2C4FDFB3E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D461C6-7FE8-265A-2721-F0847360B05D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2ED7DD-81A1-ED16-41C0-E978D44AFFA2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4942552-F1FD-8C66-CF0B-F81782BB3886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F0FDF49-BF64-5140-AA00-5149FEB7B570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922945E-4C4A-CE1B-A3C9-711DD3488F4A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40F0907-2E05-3BF1-118B-08DAB00262C7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7DCEF48-D0C1-7E23-9BDC-D4AF0AF78A2F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392D4B9-5B70-E305-6E0E-7C556BABAD64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CA3BA27-F963-CBD2-37D5-A93FC105D244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67999AF-29F1-2AFB-3904-F63CB4DC3EF6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E6145A8-B3AB-E993-6AD1-A8403C5E1CCD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028868B-7327-5D49-E261-68BEEADFB0B2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47565592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04708-1520-1A4E-DACF-84D850E97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3F85593-54A8-7FFA-A8EA-897895298A7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  <a:p>
            <a:r>
              <a:rPr lang="en-US" dirty="0"/>
              <a:t>And last possible 9 in upper right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47FA829-AE6D-FAD2-F202-B409FFF9D8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BED4B7F-6AC3-3E41-EB08-4AB915EFF7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E416C6D-F748-73C9-219B-1C9D6CC237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A01F5BA-38A2-C98B-D6B3-F937FC7EE3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41BDA2A-6509-8ABD-8E59-317F11E61BD3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2A9A4B-DC2E-F0DC-4682-46EDFFE9CEED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2DF779-948B-7453-0D1C-92A158B0B9D3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61B37F-5354-0638-87EE-C87F77163E78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94EB581-1A16-1A24-3619-E04BD4B4F27B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EA477D8-AD28-48FF-E715-F67FB92094F0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B737915-2B9A-4A49-F117-B30ACD45227A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DC1B6D5-2871-251D-33C9-71A17E1C7C18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4E40B9D-FE94-E896-97D0-9739A7D54D55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4D58368-BEA7-7174-5132-26AA528AFFC7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5F559BF-8220-42E5-7E25-EBE1BE83E39F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175E0B8-4413-2EE4-223D-C6B41E415A08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4A2598A-9E63-C0E0-9F67-FAA81BD843B9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CFDAAB4-CB57-C6F6-2AC8-D9FA72ACDEAA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97EFC24-3828-A931-850F-E3B75323A8E2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B499766-17BE-81AA-D50C-B6BF3F546DF3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FB14776-7E9E-1F21-6CCE-FC25448180AE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76FE343-F22B-8296-91E9-DEF464E1E003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5AD4367-78B8-9D9E-F1A6-47FBFDDD45FA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84E8C8E-0E37-C32C-F3DF-FC61E18656F0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FAA70FF-4DA3-28B1-E40D-3933403607B9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BC9BC0A-6DCC-94AF-FAC3-518F061E67BC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4000B62-24A3-ECDC-248A-16A6B0BFD520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FBF084-BA4A-C8DF-0B8C-35978FA21D31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7856858-E3A2-DEE7-2042-8ED6ADB884D4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4F63812-8FA1-8C64-DEFE-675277B3D9B0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10DF386-B3D3-9516-BE79-5D917AB113E9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66FA529-374E-99DA-8DC9-3BA0847C5A22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29B0287-2299-3FEA-3C8D-1FD970D1B03A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F06514D-1A85-D5DB-4F36-2D0BC31E0D5B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BD9EFCC-E0C3-65BF-9B76-B1A67FEEB4B0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27FF997-D2A4-A2C0-BFE2-E105D02499EC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15C80E0-8DF9-1779-AC4F-1359BB2E4599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AF21CE7-4404-17B0-FCF2-1FD58243F777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5B9510C-5959-7E2E-FE99-0AD9A084B295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1E0E680-2391-1845-85F5-ABB51EB34FDE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30C2C04-BEC3-C0E2-3DF6-7CD48207DE89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8BF3BBF-16D9-26E4-8B5F-A4387F968B4B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CC68D3D-786A-7657-AB4D-11E04AB7E314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C0410F1-D132-E4C3-D1F6-838892F37368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BBE11FE-E28D-EF33-BFE7-33FCCC2DF82B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2A4A3B1-A488-2591-ACC5-A1489237BA3B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A120989-5B1B-E6AB-6C79-D1D702F40F89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822DAEB-6D53-791C-114A-75FC2457ACF6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47666D4-0FD0-C0BF-5525-A8C943332723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1348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721C5B7-A361-49EA-F1D0-4B94398203BD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0DDEEE1-4486-2097-D238-05EBD7FFB7FC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182BD18-1138-8028-609C-90CFB1DB80CD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BACC326-7B45-5807-0560-9C0FE519A238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776623A-F7AF-2CEB-3EFB-FC72C276ED43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F1F07ED-0B48-35C6-D865-4E2EB2D46BCB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15C7816-CDC3-D342-5CD4-4EF025515DEC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47600E0-EE94-1E30-62E9-87A49F3E1789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27F5A82-55D8-9836-85BE-80D61C066118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403D003-A97B-EC5C-31E6-BE462A8F75D9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C9756FC-7DAD-2658-135C-CA747EE0279B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CD14FF-0450-D55F-5F34-58868F70AE8D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838334-2C5C-4BB8-88A0-DD70BFDB2429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F1B65C-424F-BEB1-5247-1DDA9C249404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8CE413A-AB6B-1DE7-B03A-9BAE6E8663D3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05F3AD8-9BDA-4FAC-8182-46FDB9419577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A571213-D284-28DF-19CF-980E8BE08F0A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EFE0697-A741-3933-D04D-244B9CD98FCB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0CA79CE-20C9-523E-245E-7C38AEAF21F3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F6F6C42-AB60-3A48-2282-05A43496DEBA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D51BE7E-2FC5-4F8E-7D1C-3364A6700D7A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B220E16-5AC7-0CAD-2D8E-EB1AA2939DF1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24BEABE-3959-3E1C-4A5D-E8E9D416026C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1AC02AA-0138-EB0A-1EBD-4341E9AFE3F8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E9E9FDD-93C6-50ED-1E39-C7C2F9A69A5F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29131A4-74A7-AB56-60F8-DE43A0334A54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31192953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45B99-D057-BF05-DE20-ECE38EBE4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BE6296-071C-87D3-A9ED-607BF370D53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Last possible 7 in Column 7.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3FC346A-8514-8A77-7BE1-64E4CA1E6F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EEC5988-77A9-D96F-0910-A28190083A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F225FA9-D6F6-EECE-9592-83D7825A9B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BBA3D1D-1682-0FB6-C76C-360FB261BB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41E79EC-55E0-F5BD-1A47-CEE7EC46FF07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40440C-8CD9-7DA1-2753-DF6618A0155B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BCFE45-9121-BB59-19FF-1B7A524DA2DA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753A12-AC00-E38F-D443-857ADE021BEC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DC34B61-5246-2D69-17A8-7A44A3990A79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6A60BDB-67DD-BD09-1A32-4AC2FDAD8DB7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70BDEBF-0573-F1EC-173B-AC461BDB41A9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D75A563-CCCF-F7D3-4543-4F2489B67F6A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553D76C-BDDF-FC8A-1AB9-5F681BF561E9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A815989-E5D1-7FC4-55B8-11455182A96D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FE6E4F5-316C-E3CD-FAE4-4D34A00E8B86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ADF6623-8AC4-CCF1-F2F8-E22A9679CDB0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2D5FCFB-F550-7D9C-C57A-961F66E48D89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67D73FA-7112-05ED-6105-6A6468E1AC58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3DCE7FA-FDC9-2111-DDA5-3601EAA1FB21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524F42D-3519-83F8-E65D-F7FB5AE00558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1F23FD5-A32A-2A51-AEC4-8F4006515140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A18442C-7691-663D-01B8-A6C4BE207B31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379DF87-A67F-E238-C29B-8DFBE61F2EA9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B4524B7-6672-4758-D4C6-2C464D216A6B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C313FD3-7B82-5A7E-8688-FC5206F4971C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1F8129A-3577-10FA-A506-0600F6BA4F5E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F9302E1-CD5F-2416-76F5-37B677E1C124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64B105F-F5AF-0C09-850B-D3D318ADD5B1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7C0E283-C61A-A3F9-9154-9A61D56C9745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4A092C1-8E20-9F31-5AD7-F05F610F9002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438C698-E857-9806-A2E0-749C2475E9C7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8D2DDD1-EA6C-B8FD-D830-A8AFC333F7C5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A9DC912-0B85-D14E-9F27-526895F73C26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B233B08-4F91-83C8-3E0F-420A36D86EAE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CDAF263-EF8A-2A48-1341-7EB4912492C5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C4ACEBB-D071-68DE-09CF-F2314A14C11F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0ECAC95-4743-1DA9-32E2-DBC5DD657019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FED6417-62E7-3422-E829-8B2CB71E8F0B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2AB24D4-296B-F38D-8075-0A1A4332E71A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35D18FF-C920-56E8-51AD-246BB16EC0F4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DF13220-82E1-76C8-0995-42D8F9E60CB6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39246EB-FEB7-44D5-E10A-6211125B3E5E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6CD1DAD-B933-0503-4ADA-98F33FE64B97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D713E7B-8C36-83FC-1F6B-F6518DCF42E1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3F502A5-9467-713E-EFE2-FDA46B6B2FFA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55779BC-FE53-DAB7-FD8E-BCC0E9EF2E48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BCC79AA-5F59-BACA-6FE2-064ECFA134FA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509FA11-69EB-8F6F-60F3-14CDA686DDDD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7732CF1-8EDF-86BA-500C-8262A820F014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1348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ECD7E30-6E3E-A8DC-C8B9-4BA8A40CDEFB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3ECF8E0-FCA0-FA6E-88AD-B8DEE96D434C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D010ED1-8895-9E8C-16E5-EE7F6D5FBC97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CB71200-9557-D85F-EB3C-D43B9FA1E381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CB4FDA6-7A7C-29AE-F10F-7CF2FB888667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1B0F15D-FD5E-928D-EEFF-4D3080051EEA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1E9B8CA-A45B-51A2-C5F9-6E461C5AE3F0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4923565-7698-D350-7A12-9A5BD7A73A66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0A44D37-28A0-3F0F-19E5-5C9A635800A4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C1003F-3E1C-364C-5A8C-4E337CD7B00A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AF3206-712B-5435-D672-9B432E2621D2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54FC7F-CAC9-3486-34CC-F1D3490493C0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3D4F885-C8AA-C419-FBC4-51EAA759FD61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0F2309B-BED5-7EE3-8450-07A4D8D8AAA0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4918541-8739-689C-A59F-5B52A6C883F7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8B509DB-03D3-3FAD-1BC2-13557F532CC0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78198E2-3D45-A1F3-5BBF-53B3FC78E982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12EBFE8-C724-2AF6-B483-6FBEAFBB33F7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978A8DA-5F66-93EC-186F-A0C3459F060E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D4049BB-A7B1-3AAF-877C-89006D12C1C2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8600F05-127C-D437-4E40-718F74221526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375023B-37A2-8F19-FD38-46D5244DFA4C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3571AB-4C6B-938A-67CD-9E32E04028CA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1B0A8A1-E5D1-0EDC-934E-774CCF8101D5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D5985FB-79F8-2315-3613-3166F4400A32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792CD69-313E-1C22-E25E-87DCADBE98A2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38532710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C1007-2D86-42A3-F51F-7840067EC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DED196F-C6F4-E02D-B79C-10769CC6F9B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  <a:p>
            <a:r>
              <a:rPr lang="en-US" dirty="0"/>
              <a:t>Then, finish [18 in 3] by group sum.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E65AE21-24F1-1F1F-A712-EDF5C90265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333908E-E264-7ABD-A9BE-A4D77EE457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A395FAA-3D86-7B42-2D0B-115DA2B178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B4146C0-1C4C-86BD-8AF0-23FF12ECC2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59A7E8F-D59F-8E87-69F6-93DE8F33692F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C4A8F1-B7C1-22BF-1D7B-C4E665DA0C7C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82584AA-ACC5-0901-AEE9-5BF0E4BF4C69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01C22F-DAD3-2FF1-6211-D1C56CBA1741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DE63ABA-C411-0C71-398C-FD9BC91DEE68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53FB0B4-B44A-E58A-86A2-81A3FCF34CE1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EFACDA9-1A18-0F95-281A-21F1DE775348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6375C9E-58AB-1A74-D79D-1DE7A5DAFFF1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46B5E4D-A823-9903-ADE5-0F49A2006F48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4C36E3F-AD34-8ED7-D5E5-01BFCB648DDE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893E9A2-8042-A182-367B-E2D1250B5BB8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42AEE5C-CE24-A327-7112-D43F424219D0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9EEDE84-A714-94AB-4828-9F3D9DEE37D4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9652E52-7F81-C234-8773-049566445C3E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15E8AB0-EC34-D73F-BE94-42E662892B80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4B70614-CD06-5525-F2FF-15529F124D98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A03DE22-B87F-56F9-3D53-A6AD7D5B2F35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6AF0518-0642-16D5-3B02-F06AFA6C3C2B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33056AE-C444-9EE9-EAC6-206F88EEA7B4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FC0D9B0-1360-5E10-9A8C-670B7353A351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0B323BA-0401-AB26-85C5-74A07DB2341B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5159423-A569-DF53-130B-5DCB657F373D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503E99E-EAA2-FF6E-552B-A923A6BA28F7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22326D-CC10-5E22-2077-DC8C7210F420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FE27C45-7D3C-15FB-DA72-A624108279E9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C719566-70AC-BE75-472D-38D6DF135B99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450D47E-0690-818C-8DF9-BA5ED62FC7BC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986C393-191B-76A0-DA8E-94D5CAB8AB8C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2D7078A-A681-DF17-3907-9C74879486BA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257BCEB-9F71-8FF0-5FB5-42ED2EAF0465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9D70834-3DAC-FD72-48E0-5E4DD7C9B83A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2C51155-9737-4692-9856-32F0CEA25F55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9A2A715-3C5D-95B3-9968-E2BDF5FAA431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F443F94-0778-87BD-8CF6-033704F9699A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A467AF1-DAC1-4493-8A4E-F8A77B91E412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53E4017-D4D1-6563-C8B5-8CEE97A962E2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3168A2A-61AC-B000-08E2-DA4A75D3F88E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35E70D8-E1A3-86BF-34D6-2658543AA886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8284732-AC90-08B6-B619-AA4E82346D8B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90F8943-D3F5-EBFC-44B0-13A67F235952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A780A8C-43A6-D6CA-61D1-A10446DAB2D7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1DBECC3-CB27-657C-E7E9-92193E7C428A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8F895B8-3F8D-E761-7EB7-BAD1C6A42A62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1348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2BE03C8-1727-DABC-D7F7-7180DB5CB3AC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EC10C65-FF3C-7596-5710-D5D5AD9D7B24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A07C72D-FCF2-D46D-AED4-4B0F6CFCED22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506581A-9578-CBAC-6E4A-8E4CC6E37B63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85385E7-7C13-C263-5DE3-AA494C0ABA3E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170F16A-934C-43D0-CCF9-3064F088F485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AA0B0B1-0323-65B7-8F27-A36246624B8A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05A5A1C-D7B1-F52B-1423-1C5AB0D42ACD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F7D0BEF-2B50-D001-5062-70C1C1FC366B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9E36D6-77EE-C28F-2729-B4BAE434C6C1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3534CC-E720-9747-F756-23C865C5023A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EA2E16-027C-CC42-D936-CC3522A12069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F37206E-F222-015A-CF80-D57DE98DF367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54B50DE-4729-215B-00A3-F0C36EFAD49F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2CD693E-00E0-3070-DAF9-E951996AA7EB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B79EE94-9114-84A4-658B-3495045B1844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732A069-2A7B-E439-3A94-2DDD9F1948D9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DFCA1D4-869A-142D-1E6F-788C1A9CE536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630D70C-430C-3B4F-1BAE-AD6A84B4C3C7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B81B422-039D-6F62-AA46-CF7F450DD5A0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BCF2E56-1B25-D9DA-26A2-39A8A12CDAFB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DC24B67-F034-5C75-4FB9-080EAEEF29B0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06C30AA-FA86-AA00-D74C-13DE9C24D1C0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20CD8A0-422C-292D-445E-B2DAF0F7E02F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D686934-31C3-7BF5-98DC-9CD00ADAB06C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D80A97C-27F0-A659-2BEB-78697C40E368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32CD272-02CE-055D-1F9A-89CBCD06088A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EEAA111-364A-6519-E349-8381C68DB646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01162223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62080-A8EC-E7C1-7B77-88A485BAB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9BC97EF-AF1A-9F94-5CD8-14BBF80D17D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54BCB48-3F1D-D42C-B9B2-A79E954B09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12C3734-5FC5-4609-80C5-5E1A424032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879D358-8002-3EB3-D25C-306041B3A0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444BA89-923B-99EE-4CBA-F13413ACAB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F0358D7-8445-FDFC-9037-89993F5DCE55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142143-3BA8-9744-0AA5-E7266115160B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FAD4E9-B699-87BE-7815-3025CE8740DB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10439C3-2B4B-E902-E829-DA7CF5944AFE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0A0FF5E-0A7B-2F25-CDB6-A4BF0082898D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FF0E368-9BE3-455C-60B1-55ABECB48E65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60E061C-EA7F-4D70-ED30-9A3A21FB3A10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C35FD0B-9D70-CDDD-BEEF-DDCAF463C41B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CEF82EE-EDA8-6F05-5321-B7F0674D16D4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EBCE1AA-9A14-E764-88A7-BA3D05C73C36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9786DC9-7C68-E0B3-38B7-92521E7B08CD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76C8333-11F9-1B31-F4C2-30F7FD778DC7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4552247-5BAA-0015-AE7F-936AA37E58A2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0E68D69-66AF-7BBE-CD9A-5365FBBE8FB2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32D69EE-7B9D-E68C-497E-A1FA30FA41F2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C269887-2038-29E9-C965-52D0D70A1CF0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C42808B-31F2-6010-BA4D-66A30A939DF1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543504F-6095-FC32-BDFD-96A798539F0C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06E24FC-A9FA-FA76-BBF2-1DD6DB7A9429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634A621-7A3E-BB04-7B20-B4FA37950533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358465F-5EDA-760F-2AF9-A1B475CCEC93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D1E92FB-121B-F1BE-B8B1-887A016E31CB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45CC71-EE39-40C0-6C10-E257E62E5582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BB407B6-E7B3-8C16-26A1-F8A648AE5FB7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ECCD8B6-F9A2-F5AC-C749-234B552175D1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3FF7B0A-6710-3651-4418-08F997B33882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0F49228-9082-10B1-E3E7-A14F05263EBD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53642C3-06F0-9CA2-245C-C40AFAA53B44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41D8C6A-4450-C063-7A51-EB75C53F4697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8CEE708-A899-8DEA-7704-7CF31CC2E481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AFAFDB0-AC9E-24D4-DE5E-55FCCF1AFEF4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F68B37F-62CA-EF4B-1239-4817F797FD70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876F89A-0FC5-3590-4748-CC2724C11C16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AC376DF-B191-5FA8-7736-49ED86C180F8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554E39D-ECB6-BB88-AF97-6F3A85C75D71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8D2AF45-F2E5-0EB8-4118-2641AE96BE70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604CD4B-5E93-14F3-BA71-50BE11E4065D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350479F-4683-075C-8BF4-4FBED0A94857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0FE6846-A065-3373-FBBF-FFF98B55FB29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F256CEF-9EFB-38D9-0D13-5BFAB35859C6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D9893BF-9674-5E84-CBF6-5FA3FBFD3128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C2764C1-0685-A6EE-47EF-FB72CAE552BE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1348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9C2461B-E96B-A39C-1BA1-6A2E283959C8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EFD2759-45D3-B71E-E7A9-790DC487231E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EE62600-7DB6-9D62-0B9F-DC230EFD135D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AF439B2-BDBC-832D-0C10-51CD04824D97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E06A77D-AFE6-7A1F-D049-BB8F4B306C43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FB086EE-C9CA-1134-718D-CD43C16ACA82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0826EEF-139C-0ECF-F337-C0F5C5DB02BB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19BF5ED-38EA-7529-F713-70BB4C65E58B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1BC2680-06D0-BA89-6AC0-BC69C546B59D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D87330-836A-F2BF-B0E4-92DE1B7D3717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0BEECC-FB81-0A28-830C-FA7C62F52B1A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83D03A-F662-4FED-BD39-BC7FD11186F4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CA72BC5-5547-DF91-E320-6C4A26C13AD8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3B01469-2DF5-EBEA-91DE-9DB4721827FC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BC419F4-24CE-C0BA-EB75-FEECDEDAC5F9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207394E0-90FC-56AC-F885-B9D14C2820A0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233B040-4542-2BA3-1B9A-166BAF6B7DB6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671687C-DE8A-A4EF-C957-0B2AD70A5680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64C3A65-E567-AA7B-5E43-0468AD117E89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2EDBA2D-F1CF-01C3-0C37-E00B60EE807D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704EF5F-E2AD-5E4E-1A96-83959783CA8F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8424A48-6FCD-CCE8-BF8B-C5F08F70350A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2EE84DF-9E86-BBB3-94A9-288AC440627F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9E42FF3-72AD-CA25-462A-2159B8565D61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4FCB563-1B89-7BDE-000C-78AC6E5D1F95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1CBA6D5-3A0E-F6EE-D42B-8D8F40E06767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4A7BFAE-0ACB-A52C-FEFC-3CCCBFD4B6AF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4D2322D-0E65-AD71-8DB7-EE9869D71848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240B3FB-5B7A-9204-ABEF-39BEC6F10374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32652785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DB44B-0131-32AC-A4C1-4F9DE8E8A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0719691-8C17-8FDF-E8AB-A3042722AF1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B0C0970-341F-B89B-812E-430AEC5A3B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DCD05ED-0BEB-C8BD-BB09-C612B244DF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56AD234-7BF6-4B19-3C62-140A13FD10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63A758D-23E3-0488-A83E-9EEEF8CAD2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5AA92BC-B55F-6997-444D-60BF0CC5A8CA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DD8AB9-AAEA-5802-F2EC-128B9C422E74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66A71F-B393-9C01-21B7-AA6B9EB5E72C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427C78-28EC-7B2E-2B71-5C691D648EF2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B2CEE8A-3DCB-AE3E-42CB-35381155BE86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EAC5BD5-9494-FD58-46FE-32CC885511CE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1732446-038B-942F-3106-CE007E75A093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670F286-44D8-6CEA-3779-5791D5CF0C26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BB549B8-9F52-3D9F-961F-A743BFB9BCAB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895A7C8-CA1C-3D7C-E504-9CA34C26FC3E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DE78F4D-C2F1-047F-76BB-6CFB47C80D3D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96B999D-90DF-1C60-1FE0-DFFE7DC32B6B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E4A9873-BEB6-CDDA-CDE9-1C7684696136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04CDFA3-5E56-61AD-37F6-A53FA049797C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7EB1F32-3821-AD1D-4C77-BC8FD497A43C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D726A3D-D619-F99D-6119-324CED80832F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C8D5103-D3D1-E7F7-178F-D5340048352F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8887285-4917-CBE8-3605-7F90E7DB6861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A731956-2706-4403-CC8D-3158690B7CBA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35EDCD-1DEF-9CFF-E0F5-9881578A0E0E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98D6C6F-5E7E-7E55-9037-EF706B879D77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DAE7489-B868-0E15-0D96-5CE25BA28748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3194DEC-0D9A-94DD-BB31-9F5B33F96012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CD98BA2-53DA-D13B-C8F8-29D86386E11D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B46C654-47DF-4CDE-4B36-C16B8C73A93A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607978E-FCB0-F857-736E-E0024B0D65A7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B0F1459-8C84-A4F5-8556-8B97CEDD5A60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64E1D9B-CEED-D938-CFFC-1E5D2C17AEE8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5C5F3C7-1BB5-9ED4-A16B-67FA60693EDD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2755E70-4F85-6572-BAC7-DF469F246A91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AA52F24-13B0-0577-AFBF-1183DF21FD57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B78D093-24F6-BD3B-3DF3-0C5F0EC88327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6B7A6D9-E1D9-CA52-BFE9-FEB62F569C93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EB2A79A-011F-39B0-A35F-66BAB814B0A1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DE68667-4E74-442C-8A60-288221E63763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66729D1-B889-119F-8AFC-CEFD8491ECDA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E27AA64-75B0-C5CB-AE18-DFF710ABB3BF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FC99442-C407-B4D0-10AE-33E38861789B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0B5FED5-5B53-3D62-40F1-8ABA48B5CADA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1348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9349609-A6E6-1864-4E86-691C5B28805A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27E646B-85F2-8777-BCC5-0E07B04EDEBA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CA3B728-0F23-7C50-242C-A67EC9792C17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861F69E-CEC8-6F40-FE68-ECA0E40EF973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AFDAE1B-6460-AEBC-4F09-4240E217D170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59C38EC-A8BD-B0D8-814D-050BD7FA651C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9A21440-FDA0-F9B1-1523-E72B3060C575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81427AD-58D0-464E-A1BB-889847DE4713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22E4C55-B630-8C94-DB37-04F4382A812A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AE9198-FD48-33CC-0C51-766BD84BD895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8CA050-08AF-5B29-F362-B5B0F2826086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9C0720-F077-87C8-2EB5-2260C5C9A42A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4926EAD-4DFF-F17E-609A-B971FEC0884D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8E986C4-A5C9-66A2-435D-F8F43ABAF32C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4820E7F-50FB-1135-02FB-AD64DF62592C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43D76EA-E789-B4C4-A4BD-32755B515783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3BDF19-A202-4D25-523C-D828DF5CB68E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4D201DB-00C4-3FE7-F8DA-8212EE9C2159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1FB4175-C7AF-58DF-F427-7B5A786B765E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0D5F1C9-9F18-3657-D8CC-85430B950215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6CBB567-3FB0-2809-A6E2-6BD301AB60D9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9C48B6F-A0D1-0485-631E-0FC1B9C9C083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F402764-5F5B-F753-E2E8-58E338A67B4F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5134D35-5E48-930B-BB37-ED9C6AB70A0E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0BDA3EA-DB2A-7351-C991-3E038E5A3997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24E5C80-14B1-CDCC-3DE8-656ADED8F15C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11B53EE-41B3-8A96-E8DC-5433E118B44B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08D8EC7-3B54-673D-F040-9F9BD18ACFC1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E5245CA-92C5-09CF-25F1-B9C7CE41ADF9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DFA1711-EDDA-B2AA-3693-6AE5180C108F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DB39B57-7378-8E3B-CB2E-EA85246C1597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069D2B4-14B8-E5B0-16B4-8B2361D53CE6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87845846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D1758F-0958-18A4-A075-B2BD17AF1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D25C32E-4157-8D94-F9AD-A15BAD2543B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E4E0AE4-A437-90BB-FBDF-5B2E042D98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69F1E32-A8C7-5BEA-80E0-3BE024719F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EADCE6C-0FFB-739A-EB86-EE1C0B55CC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5B9AFC7-2A80-2F8C-9788-7B61024B50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8325DD6-8222-70CA-3074-F1C5742C1B2E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3A1BB9-FB09-85D7-7ECF-8B9A2192B933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73D95A-315E-C2CA-8102-67707C774E27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38C59BC-584C-413D-E153-67DFEB6292A1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429B268-7F9A-2456-0AA2-D402ADFD12C3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DA99C40-C6CA-D8AD-4346-E5C4BA2054A7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565FFC0-B483-B074-1367-FC3C2242CF2F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E17FAD9-BB5B-3288-CB97-DAF1154F58D5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A98D25A-AB45-9B01-A510-6D1399503714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641AD7E-0259-B654-B8AA-92A6A22378A2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6F6EB71-5C92-FA15-BC2B-068A438219D1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4DEA605-3741-CDC5-315F-DC442F8DA725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B4B6018-1B3B-ED62-4DFE-EEBBF49728F4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DEE356E-CF41-13BA-79BF-14AE4B7EEE59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550AF5B-9913-899E-7869-58BE06420207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E0749B5-A69D-E6FF-BAA0-3AC51064B8AB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1ED4769-EB2A-9F2C-09B3-4E1E61CC6D01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A777764-8C43-4E53-B125-2EDBCE111B81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608D9BD-E53B-3B45-E83B-42D09BE9C3AD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458BB76-FF43-93D0-A029-A2958D508EBC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7C21591-0DB2-F307-6FAA-AFF803BB272E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3F5E5B9-46CB-101D-B0DA-A51206034A39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2B32927-E794-D1CD-6608-F8C952ABD751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CC9C2F1-4290-6541-B5A9-9D6CEA1D48D3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305E2B7-8EB4-F222-2413-1EA7B7D52DA7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698EB17-50F7-18D5-CC49-808A53F22923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D18AFF4-3F49-7129-38D6-3B530937A544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1D545DD-2C15-C0A3-8CBE-6C442EC2BE65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5D0C9EC-D9B1-49FC-51DD-E9956E17B92B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F6095E7-FFA7-28D5-A786-BDF3AE7AEA35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45FD9C3-66AF-5ED1-C899-DB52F6AD1ECC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16C989B-3250-1EF6-E554-0383FD9E06A6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DA1F366-6EBE-7E6E-B1C7-2AFB35427515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7337309-821A-3553-208E-EB0281619CB6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0C0BFD5-BB24-23B9-203D-B2F392684851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3D6B91C-4EB8-7399-5677-5F3BD4CC446E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9E5A73C-E871-43CB-1DB3-9A9FC5A739EE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EC0FCF2-1326-84E3-C9F1-62EAC2F2E635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1348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3E1C8BD-066C-9BBA-C7A6-6CC14E0182BF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12E95B4-D51B-0E5E-BA49-B5AADC9F9598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5BE0FE2-DD8B-CA85-21C1-AE3E64E60EB7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E7FEC8E-8E33-E0DE-599B-0D4BACB55B3C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130B8A8-38E9-E6FD-5C4A-E970BAC88992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447A58C-8878-CC3A-B497-45294CF46642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3761CF3-F763-8608-30B5-A415F4DA1856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30A8B7D-2D68-73C2-9453-8AE13EF2D41D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B7DD780-9BCE-D066-E68E-034384520C5E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B7812F-2399-5674-0816-FB13DC5EA4D7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9E5BCB-B7B3-E42B-600C-5E520E78A3CA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F7A3C04-41BD-3736-6349-05070088840D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9ED5569-D368-8DFC-059F-144947C50779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D638A8F-FFBF-447E-9C4D-8E4691421BDC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0C18298-0C46-1C50-AD62-79F746ECDD7E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A63EE01-7383-3FCC-FEF9-03A0D68F5C32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0183CD6-509F-9547-7168-014B3FAE3CA2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056D514-F72D-E165-4651-9DF14EC432A0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2219249-39A8-515A-DF95-3EEE39EBAE83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F19021B-463A-5B5E-DB5D-A60ABCFA9A66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65301DB-1FB1-738D-1BF0-AD9A0D5C9456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FA0DC2C-68CD-B813-AE71-5CB631304318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0482921-750F-C83D-3FF5-200E47492991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E70CB20-92B3-9E51-D9C1-5314C26C8F19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C74B16B-ED2C-B7B9-DFE4-BC3877DE58C7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9AAF51F-A8C7-5593-212F-49060DAC5334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CCAAF6B-99F7-06C3-A24B-4FF44CE57534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0E86888-4366-6EAC-1017-36769292ED3C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07AB343-A57B-AA52-A995-7F7D6141474D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2087F3A-51D2-874B-C9CA-91585AC4960A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66F0B80-D456-B446-7266-43A519A2E290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796EBE4-2009-3171-CD6A-A3221D5FAD10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CD5F51E-9618-613E-FD84-0870F9B03658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86481224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C58B9-F5F2-C423-F279-3CA60A1DE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4B38478-FB68-724A-CD61-048542914B1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  <a:p>
            <a:r>
              <a:rPr lang="en-US" dirty="0"/>
              <a:t>And last possible 8 in Row 1.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C5D38AF-9166-085D-8EC8-6518FC2418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1A628F4-1634-5404-49A1-21A7E9F46B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60D5448-F063-75C6-6066-237B84D327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D0245F8-F6A9-3906-7C37-CF46D97A7F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F61A139-A868-1667-8A4A-F65F131ECB16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374A53-40E0-AC31-4247-6DE1A566A2E1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AF19AE7-FD10-1CB7-41E3-CFB487591A97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8D2755-9B60-131F-7DA9-C3A3623356C6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15CDB1-B719-09F5-5049-A2F8E26D29E4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28877AA-590A-F172-C440-896B17C2BCFC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BED65A4-D4F4-B6EC-55BC-C5311CBE3165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F4BD605-6C22-FB8D-54CC-E658158681CB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B22C58E-A6CD-85FB-BE13-CC5D721B523E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82BB549-CDE3-E5D4-59A5-59F62C90B3E8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E914F38-AEF7-5D9A-3423-406380A83944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154E5E9-AF55-24E0-FB19-8DA820FD7F53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18A6F97-462E-6B9C-443B-80D904468CB4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7479623-E845-EF72-FD02-62F46AE16880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1EF7A5B-A8C0-FFCF-B878-EA79927C6B87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6CDDAA9-6DF6-D67B-9554-E54C4312EC1A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4AA95FC-7E4E-5EE7-8AA3-C20559ECD96E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317EEB8-A2AC-82D6-BC69-3E5F2FA658D1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F323F9D-2E25-50C9-412A-88BAA67ED178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9DC351C-63B7-48B7-0263-CC045F0CC927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653D703-A877-443F-63C4-F195E5B2BAFC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FD5D718-11D3-8038-EDAA-924EE33F25D6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6BB19AA-DC48-F512-45FD-0F75B584D5F5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72CF488-EFBA-F219-69E7-16A9807F0235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0481896-F213-6516-53B7-734F2E5614EF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E4DC466-12B7-28A4-70C3-71689136DBF3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B1CC055-97FE-ED88-9B5C-AC560AD68EED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B2C5854-36B4-89BF-C88F-21BD590E9BD8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6120BE2-9098-2D75-88EB-770B5893A095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7713FC2-E6C2-3B23-A455-36508DD6A5AA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B50F0FF-D2C2-09C1-8264-25EC77079BBF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81FDCDA-6D4D-5B52-4565-DC209327FDF7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D3CE11F-E1D1-3233-7E72-B5D75C1BCC1D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79E9D2B-4C50-C960-D43F-2D7EFB3781AA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6E611E4-6AFB-BBCA-CE5F-59477E72CB07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D6140D1-AC66-DF07-42F5-5A51B932EC1A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28C6408-8298-53AE-2A9F-FE252F00BFDA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CFC03E8-8B6D-1102-3914-046803FFF290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9F9CC16-F859-B9E1-51B5-A1AA26FC04DA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D28C20B-5967-2C19-97B4-73231E1269BE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3C4F5EC-0CEB-5A0C-69FC-8CE56BBDFF49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64C2243-A384-639E-23E3-DABB8082AB66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F4EC9DE-980B-A57C-BC72-360A9C67DBD6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180FEFD-4FAB-920D-63AD-3F09E17DA290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C52E99B-E81C-233E-2C1C-1C9AB8B4A9A6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06EB302-2504-3893-41CE-908E6ED5B96A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E41145-F272-7CCE-A1F1-C3CDC5FF9D29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D8BCB6-01B1-B842-2052-DD2F251DAFFD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11CFF0-51C9-E8D4-18A3-A4992547EB64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AEC856B-CA95-49E4-3F73-D06ED7B8E261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C480F76-828D-D688-0EBC-AF6ABB060D58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50C12C8-CBA3-1E6B-5D00-87B6EF48A040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E5373F5-B2BE-5E39-0BB4-A9978ADC4184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871D1EA-A6B5-279F-88DA-E3F6BEFD6475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1728BA6-E7C2-12BA-C142-9ECE74EBA7BC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07C20E3-883B-011C-4387-E9A411DFA640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B998F49-7D3C-0852-2B94-F84CD66416D8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323DFC0-D2A4-7CB8-F7B4-2C211C829276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850280-C296-6397-E5BD-EE785DAF943E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4F5C2F0-825B-AAC1-F538-ECB98DF9C472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2E9D69B-9693-CE8A-D9A6-2B400154397B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3839482-2F0C-EEB1-50C0-ABC772AF6703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6BD2DCB-E326-CD5F-75DD-510CAF9E9F3B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2F9D61D-0A07-E025-95A5-3B9CCF525D31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2DEBD9D-D556-9921-13B2-629C4A6E8285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BDD4B2D-36A3-3F75-C530-919C519C2D66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2C4DB97-0889-A411-8330-4CFAF1E7E9B3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BB732FA-3877-1584-5B0C-64666B5F3907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3C5F27B-024A-19C4-9660-44ADFB4D7C0D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192D822-7A34-6B3D-97F9-43CEF114D2C7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0B60123-57B2-48CF-9FF6-F016C45A9914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2B44428-5156-E6AA-F0D3-C67A322BA28B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42928442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23A313-7135-6756-779D-7F27AB089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390B644-26EC-E9B2-0ACF-98DADC95A0D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[20 in 3] -&gt; [11 in 2] must be 47.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AB57537-AEA3-4A4D-E329-D917996BCB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5625D1E-8449-EB15-8AC5-C6203D6739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F466992-DC4B-F534-CECE-83B37809CA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ED0E56A-35F4-5039-3931-03C8515AFF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E8EDA43-041C-AA99-591B-D1CCD29AD081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3868B9-4BD1-2416-9DB5-BD7F20B190DE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4D8976-0C3A-811C-89C9-56BDF03902F1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247F9A-56B8-1C7D-1CE0-F81D2AFD0451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838F2AE-36A8-C0B9-9003-18F524C86B8E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29618A0-5D65-B873-55A2-DA8AA7870D30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010B1E9-9267-B2E3-928D-73A86D998789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6A4E730-E43D-E5CD-2483-46D81ED62BD5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716A27F-B6F1-9879-11DA-EF6083E4F4A7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5355DBE-D800-3081-10BF-5CD55B30E8CA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9F26BD4-15FF-8C9F-7029-C4A1CDB54955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4D6EC26-A7DF-6029-FFAF-E98969F876D8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1BE70F2-5D40-6B65-EB41-21AE406A5BB7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31C8CC1-CC63-DFE1-7A96-1537D346BEEB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6C60C87-69E1-F810-AF6D-AB88EFBF3DAD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74DDB44-A90C-015C-1A92-77E33D77653B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8D0880F-CCB2-6CD7-BC52-3EAE8E4D2EC5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411731C-79FA-13C6-F826-11A49573E137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3F152A9-8753-6DCD-7843-B320B82816C2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D80E19D-BB3A-CAFD-FEE2-60E11EF9FAFC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81020DA-1B42-4981-CA4D-4211F45EA556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CFE82F7-C7A4-CAAD-4F2E-E95E14DA8EBF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4EE238C-5708-D8D8-AF8D-A7E2E847C920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17D3697-C327-A619-1F22-1AC7548588F1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4344473-CBEC-5500-42F0-6F33FFFB8E13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F5E2604-D53A-028E-ED42-24BE9C3A6CCD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5C51E9C-19E5-601F-21EA-8633AD56C599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000A6E0-3A35-E325-3471-D7F8045E8715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3214E44-B518-6AA6-9FC4-97ABF33813A0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294568B-381E-86D4-252C-11AB77D38645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2EE84B5-9059-03DB-DDEB-7ED8DB1FB75E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1A5C014-E3B2-9E3F-4D47-1615E21848E8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8383CAB-2F77-E027-D888-C96057F8F9C5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95E8155-5351-AC27-98D2-BEF3BE76B2A5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571F41D-F6E4-BF39-4A01-D85244616980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D661CC0-D49E-DA42-3385-A23A93F3104E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ED0D380-4F88-EF91-299D-0EC4BBC5C873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2A84437-8DF7-35ED-CB6F-7D2EBAF756BF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91E2A16-3BF8-AB8C-CB7D-9998DDFDA09C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E6BE857-A387-EE60-5314-8841860C53AD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85970BF-9AAE-98CF-6E91-76054AE2C82F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290AF7E-D63A-49BE-F394-708AE0CE8D53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A863E06-E8F2-677D-30DF-132826206F23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D3606E2-8ED0-A969-4DDB-39320123F314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BD70132-514B-9F8A-E89F-748F39C5B9C7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A9E1367-257E-52C4-70DA-860D8D78BDB3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955511-C99C-5EB9-2106-2C8DD7016E02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9234D2-37C7-8CE4-8A5E-CF4CD748EB80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7A14BE-B6F6-6FA6-3B8C-BB97D6FB045D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153DD8D-FE74-489B-4A60-C860EA2CCA6E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3958E02-E5D3-BBC9-B2B3-CBB8CC1477EE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FFB616F-733C-1363-3DB9-63B139AF9596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2081EFD-A4AA-F48B-D9AD-7CACA089210C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E092516-7F60-AAA6-E08C-9C20A9B58F20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798FC11-02D9-E367-DAE6-64C46D0C821D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F559A0C-1212-7533-8A8B-334BB25C17D2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316E98E-41BA-DE68-5C22-6485D2391A86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0906CCF-5AF3-F848-3DCC-D029F4658B67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E265B0B-F3FD-DCF0-F09C-1E22D85895F1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0E02F09-3D99-70C9-CC17-48E13DF71295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4AF3B7F-9734-A270-677D-CC4F2D176378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7AB507B-6ABA-4587-58F5-50989771AFA1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D3B55ED-C1B2-223A-5CB0-0E300795D8A6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6DF58DC-9157-17EE-C62E-7B536A3668C3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8DAB0D8-3325-DAE3-437A-5ACBF90AAC1C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FA8E200-ED88-0F1A-A3AA-A3912E2F7C98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5EBEF86-3995-0C71-1FB3-76C6076AAED7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3C533E6-2E2C-2B5F-FAB5-8BE37A21B9B2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D3CD7A1-D3C6-24EA-4520-1E5A4CDA19B0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2E9A2ED-8D26-15E3-79C6-BD53EE63C9E5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414235C-FA2E-6B85-18F4-961AC2011B5F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BDFA1FD-6FB6-08AB-A5E2-81F01651FC99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18935043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325051-3A52-8897-2453-3D69E5A79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048D41D-1A5C-4168-FDD8-0C8C217CCDF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14F462D-41AC-3DD0-6978-917BE3FACB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3A150EE-45BE-FD14-779E-B771465DCA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2D0AF54-6A03-787D-2C70-BEC12F8CF5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A2AD652-EEFC-2490-7318-F6CEE30EEF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9C2887E-0507-54CA-AE63-5F30EB3B26FE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2A6B53-7A0D-2655-E319-3D69D90B25A3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2B4625B-B3E1-DCD6-EE89-C51A6E821E52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FD6BA6A-D37A-7DF6-1F42-CFD3D37441AC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22D8721-B5A7-B360-55A7-797D73EDBAEF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7DE1BCD-603E-B415-06EB-936F3AFF59D1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DFAE8B7-E45A-8A4F-92D6-9089983252BB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FA240E3-41FF-9CE0-2577-8F80D749E924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A9493AA-C468-0FBF-7BFD-72F452AC550B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CCC0405-E857-F38C-7FD8-F0DB231953C6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F080B4C-A9F0-8AC6-0BDF-3F6A0DA168BA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DCD184C-BA9C-B01D-B721-1EB4DA3ABD95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137534C-7327-FA90-CD5A-D0066EAD7497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DB08728-8970-7971-7879-31A84E183CBB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5ADD193-00B6-0DD1-0ED0-02FAC33C922A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4DD2180-1B55-320D-2231-806175C5BAB2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3B8BAC6-8BB4-3729-8F88-9F196416D46C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18E6CEC-C1E6-F21B-DCEA-9E43A8E51460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008893F-2EAF-D3BF-ACF0-A7F2A6832A3E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FC34849-BE44-733A-5E77-571590B70582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DD8D3DF-8BBF-F9EA-A612-61940DC2F328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48ACA1A-6CB7-FFC1-9A6A-08CDA5262221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AE41355-3A7E-35EE-3782-2DD2DD752CEA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AE1789E-9AA6-05FF-0A1B-A2BE891189FC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4B4252F-DAF5-E237-CEF4-AFC83EDDA579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2DC9C49-81C0-2CFB-43CE-D6E112FFB3E0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9AECB99-4C43-4C34-42D8-A224D32573B6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99BC309-7128-EBB3-1B52-B1806DF50003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82409BC-0B04-D836-4BA6-5313D0CDDD7C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C28B946-135E-CB1D-E8EB-E45537879012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D78F6F9-261D-4A21-BF3C-D6458DB82531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9FA2978-4253-387B-B49A-0AC06C86EE37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F43F9FF-2450-3CA3-2990-8F205EF3271E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2EF689A-507B-4AC1-1CDE-929AB4CCE02C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9FA9A15-6251-D634-4ABE-1664439C4418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A3B7DCB-1396-4FEA-3414-B5AD27B72D87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9A5BD15-939E-AF95-9B9B-2F1C6D9CA42B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0C0C52E-F4FB-0764-5C04-503A5EBE77CA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6A43C3-519D-AA50-113C-780E212CF6F0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07BCE5A-C1CE-7D79-6A4D-C2EC0B00D6D3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7219692-FEBD-B76A-86D3-7DF637E571E1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6FCF32A-A302-3BDC-2183-9ED55424B8AF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077B8C-8050-C3AB-721A-1E86A6EB1CFC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EF2904-1D36-0C1A-BA54-E982C8DB3475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5FC662-EDE1-21D1-3158-4A95F4175246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CE2929E-D927-B808-F490-673B1C8122A3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2B783F9-EA07-0239-1F51-4F113A48BA41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CA25936-E0E8-3DE7-DD78-C1013FD53AE6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FFF9D1D-6ED4-24B6-394E-B37E26C2DD74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D74ECB7-3B4F-74D8-5869-199593078A01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1F67E79-0569-F641-9382-CE77DD7A4571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ECC8A53-083A-B9DD-214A-AEE86A28365B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BF478BC-280B-0054-807D-8AA623AFB599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72F4283-E6D6-B9CD-FC4B-6C980AB1B243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D4797D0-1AA0-DE9F-AED7-0B4B0841B8A5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DFA1A75-2089-8633-9BCF-B197591D16E6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B873087-7F61-771A-B43F-E8A24316A66E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580F605-F7BD-8A0F-CB27-2A6275138C7E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AAF9F8B-9320-B79A-D756-2DBDBBB58C85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F9301F9-6911-9CA3-DDEB-0F85614758E3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2907751-0458-D4A7-46FF-82F9CF85C9C7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7D8DFBC-B33A-2612-E570-A87A12D630B1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0144995-6873-A859-F8D1-2D4095709E8A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1DCBAB9-4356-5F86-26C6-A9CA04860D3F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1D4163A-B61D-8D44-A4F8-974EF00790EA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8CADA04-4A1F-EBCA-9ECC-BA78EA068A55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E8FE072-9DF7-BAF3-3AE9-FFFAF578A042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3083782-4649-6E36-AE2D-CAC220E797F0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A5D531B-8653-6157-100D-D497DFA2BF11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3624AB6-F155-1AF0-085A-650A58E12BA3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AF5356A-71B7-7ED8-E08D-D8B71FCF793F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BDAA4242-1600-0371-1083-12055338CCEC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27697480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5DAFF-8020-FADC-C02A-4DADFAE5D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D4FC48A-D38F-F194-839D-617784B3BE9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9B7DBE9-71FE-C72B-39A4-169D4F42BC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902826F-9910-CF71-16CB-138D54F0F0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1ADC5E7-1692-F701-E66E-227EA90108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ED365E6-83C6-796B-2008-A622E48109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3D596DD-7DFA-6CA9-F8BE-90A76ACACCB2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D07465-893A-2EFC-7BDA-51FB19367774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247A18-4AE9-A109-599F-4694529B673A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5140BFE-782D-95EC-B853-AA9926A3C596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A03E662-D4E6-013B-0AC4-C699DD9AC83E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B822D9A-C265-86AA-DC1F-4A158227CBDA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9FD3E70-250F-B16D-BE30-6CCA34D46DD7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C3DE338-F5EE-6572-9481-920F266F047F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53C596E-4DE0-D1BE-CC0E-E90F838AA775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2B2725A-EAEB-CA3A-7B11-BF27E45BE51B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275F5E1-A846-190E-7768-8C6FF36C1750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EABEDF1-AFA6-B818-1469-A49E6A0E1828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A2B0FF4-8194-7258-4E07-EA3420651B86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15E58BE-2897-187F-357F-D54FD4FF2D46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E60088A-EBA7-C6C6-79BD-42FA53D70165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6209C7F-DAAF-88BC-821D-500EA6D5E640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D4881ED-021C-51A2-E0D4-06887E66F95D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A4DBF4E-3675-3236-C4A5-53BB546AAC13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06B9EAD-02B3-5F9C-1A86-62D96AC09211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E6CEABD-94F5-45A3-BC48-D59727C16C91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F93B1B9-F33C-7126-27D8-64B893DA57AD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8088801-B9EF-5B15-3095-E5C78EECF806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B70FE27-A630-829B-9BAA-3D9F428641BA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7937C18-2E69-6526-D21D-FDE20F23CA5B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2A1C475-E7E4-4859-4B13-FAECB7014D50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8AF7073-7441-81D6-6A78-0A2F7982DE50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D21F2CD-554B-2FCB-F892-4B77C64ECD83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F05924E-BB15-3A6D-C299-FF199EF136EE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222CBA1-E200-C799-742E-17B5CA879F53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3E97138-6F69-58A3-5FAA-2AC3908445B1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8E909A9-5756-CA96-D87E-B97800255249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6F6E25B-3BBF-FCD0-78BD-8176BD9940F6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E2C694E-2FA7-9192-0AFA-A15E737A8207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4153D2B-7A29-806B-A253-CAF11B5450BA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3CCBEB9-1AB3-9DCC-073D-2C28C7EA5534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E370431-F5FA-6A82-3DB8-DAC41F0CFE28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0364CFD-AF02-7B95-1F85-1F3FB4CA3089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8790DBF-26DA-5A78-C960-6FDB89C26D73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4F369C-FABB-3AB2-B13F-D82C56DF6859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DBEFD9-3DA2-ED6E-AD9C-9FD47D6C08C9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4E7FDF-5524-7351-DC8C-E42E974A7EE1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973A6C-642C-0E23-9B08-D3E2199A206C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F31F1FA-6F84-D8BC-DE7D-BC0CCCF835AE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76FF1C4-18FC-30AA-9CD5-EA5F9E896706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1073B4D-0CCB-E46C-7151-E9A88181046D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928D30-4A11-EFEF-1CA1-9DE88525F97A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FF44706-57AC-D79E-9CAB-28557EA9FF90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398C409-2378-789F-D0B6-0C829EC3DC6C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2D326BE-EB37-4B55-D4E6-5997F516D66B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DA549D3-4B9F-4BF8-93C9-E76C7C05CC49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DC3B473-83B1-239A-7BB1-CD6F71AD6D09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E37DD06-EFF3-C702-9F98-28C7F7B27FCA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3B685A6-1D39-E4E6-02CC-F5D9BD071B50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C711299-36D3-72F4-BF49-F8381A5B847E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A303DEE-0AF3-AC1C-A002-225535AE91F2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3C4FE16-2E67-1058-9516-F0FA1F7E49F6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9D2F408-6906-9043-12D4-AC3EF3EC34C5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F909097-EF02-CCA6-AF2F-C869FA214670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B98A479-3DCD-4ECB-0BD2-80D900461DD1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A79D313-A7CE-4AB1-BF4F-83B636C0D946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5F1C86C-5ADD-BB72-D02A-5695ABADBD5B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2A56BAA-3C99-4E27-29A0-3CEFBB9DE5F2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8723266-E274-AD81-D6DF-F971409411E8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588BFBE-DEAE-8D58-1672-BDCEA3C5AD45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67E09DE-E6E8-9C05-E57B-D86172A94EEA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C0AA8B3-6347-35AE-3747-41A1A6EC0EBB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F176EC1-F4D4-E105-A9D4-F59619A7541C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AA17456-41C5-85A4-439C-DA6A99AC465E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EF0E0D6-3087-A854-D7AB-60BED2A8D59D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2E5AF3B7-2762-763F-0228-5E878AFECB59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AC74EB9-AAD4-3D53-6B32-A0B9E8D9B357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F431FA45-B422-FACC-06A7-5321A10CB30B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20579586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1548B-08EC-9290-050B-104D0706A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E5A42B1-C6D4-E2E3-E6F4-FBA2C1379F1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A229AB8-96A8-8E21-2DD5-6161B31A91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9C278DC-CE21-B633-1441-3E909E0729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EDADA4E-4FE5-C95F-60D0-BAC2237DBA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AB3C3F5-24C6-811B-F9D4-9137ED378A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F5FC6E7-BA99-CE17-4799-C370AD42D4D1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EA5673-94E7-92E1-A377-F392193AEF74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9E753D-FF0A-2D27-9AC4-08DB6EA053AC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F4B3204-145D-1485-1B96-92E50E9520BA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728C8B2-15B4-462D-9610-86C44EF35E48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CFEF9C1-2017-51D2-4482-AD57D564FE29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B57F27A-554E-8A14-522C-A56E416B042F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C901119-8246-44AF-9F5D-270F9361E0B0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A136E21-2C7A-6DC9-A072-EB6DC74EF82E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EC910D6-AF45-BA2A-8157-D5A7B5A0925C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A425028-1F44-8AD1-4C69-9376F85BE408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5D7E02C-2C87-DAAC-4A37-8BBFEF95D1A4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BFF087B-FB4A-24AB-8A55-B1AFCB1A2798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3712B7E-61C7-C664-3BE3-10FF3BA387D0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761C0CF-C8C6-D6F9-30F6-F5D6CF3D7FCD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407C4C4-B69C-1BE7-4659-8C75E4E30859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5C6E711-D317-9CD0-4340-5E98C2B4266E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DF1B3A8-A4F8-1C6A-6F79-4395B28A21A5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C54B167-4A6D-E706-D0A2-7093351673DC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7A97847-7D9A-1A5B-B10A-D5559F1818FE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02F677D-E055-E75F-C57E-D0CCE579AFA0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FFA320B-EE9F-469F-F968-2EA828BA1522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7A2286D-A360-7F9F-8D4A-75A452D3723C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F336921-947C-B1B9-64EA-C537386C9FE8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4A18A77-BE23-5ED9-0061-A64AAC277D63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6EBD1EF-3202-2771-CFA5-BE603A110E69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85AE196-751A-2932-660C-01EA5F1816F9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C3387BA-24CE-DD75-0633-CC92AF08A592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F4BF5AA-DC6A-49B6-2CF0-57E09D0C3951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1BAD701-B99E-57FC-97AF-E320D3D24504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1960B92-5367-3AD1-D4CF-068E55AF577A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51A0881-9891-3DEB-D769-6AA9E405CC7C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8C9B9E5-D8EF-6638-DBCC-DE955F52310B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006B8E-1B51-A544-3558-D6602E1D5EBB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E3F365-8A32-F7E4-FA2B-D9D7B62B577B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DA225E-F334-5E18-236C-3E80828F6288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990F4D9-7596-26B7-37F5-69C9D34029F9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8658F95-AAB4-E8E8-11F1-B74BC4E52931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FDA8607-1442-A80E-519F-0B65F17DB736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EB8B4973-5FAA-FCE3-7CEA-0EA3E9B45897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F653049-272C-FA19-71CE-B0175656291B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E7F6B3C-F1FB-C19D-3D35-1601E56F215F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0250821-C2BA-C32B-FA5C-80976AF912E3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CF0F130-DF71-58FF-2785-ECB57112D635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AA1D184-E1B9-A44E-202C-5EB5D00C2D3E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B7AE820-0B73-1BF6-C58E-70CD74DCA301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DF4A56D-AA7F-8D17-0337-2E8EE40449E6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7FA7B1E-4C18-2290-4FCC-0F31ABDA16E3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6579A99-CE74-81B5-CF4F-D4E8459504D2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88486D7-E5DF-40F9-D224-A02EA6A8A4A9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774CFEA-269D-481A-B484-03B80B4C9E63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BD7ADB0-0088-D6D3-71E7-3B0AE3681944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F145BBB-E975-B1D7-FF6B-2B2A2EE558E2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10187FD-D645-F48F-4C9B-E77C577D21C5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E6CD26D-118C-87D0-25E7-491D183546FD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2BBDA08-BB9C-8E62-27EA-3528FB19A851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FC863DB-E1E2-E29A-3D83-BBF796DB4050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D7B81C0-5A3C-EAB3-3E74-E4DAA31FD092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BF97387-FB4A-B0C8-6258-E6D666527CE8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E21F107-0B90-997D-8E19-332EA6C64B74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7760C7D-E7AB-C36C-AE8D-A4C8F3261DCB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7C13F9E-C776-6117-1473-326C3C9A0C74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03E5635-3507-D987-8A8C-6C180EA021C3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36CEB2E-D44C-A6ED-C11D-3BB61032C136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7EC5F71F-9BAE-E478-696D-7C41A6A6C7A5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5FFD25-BAB7-A519-8E05-1A5E0557104F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F9E454B-F92E-36D1-3F3C-AAA9FABEFCF4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FE03B67-07D0-3CF5-AE9F-332B4A70C031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D46C79B-50B9-57E5-2A32-FCBD1330F7E7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72DE004-A181-546A-A87C-26982255CB89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F64597E-692D-0ACD-DC68-04F0AF0B01F0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0AD9368-8A33-BED4-9974-5CF741809F48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25371244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33608-F319-F448-D490-64243BF4D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AA9153A-1E28-28D5-077D-E0B8E434FEA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C95DF1D-2406-DDD3-22AB-5DE2871BA7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E51A229-1E07-3F62-237D-95A7E38DC8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C169488-9762-56F2-16C4-AA134DFF86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3830730-2C7E-4786-92B0-261A032487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F3E695F-FF41-A7A5-0FC3-BBC3116A8534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B51824-C45B-746A-C5E2-0985A650CB9D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02DC177-A3B4-164E-04C6-355B332F8D5B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C55AED-5DF0-C5FC-E282-86E8B0C76DF1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CADBA39-8FA0-41AB-3358-BEFD7AC5EA3E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02F360D-4848-9E81-73E2-3C9B7625623C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844BB15-66BB-DFED-CB59-B65A7D3CADCD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72B4267-7AF0-026B-5F2E-3D0C2527F8B3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32F38E6-7F48-96A4-2178-95708D347E7E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0A88ED0-159C-9340-E6C0-9E43D9FFE0F3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4C3591E-D916-45F8-783B-83F15260BB7A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67A879D-D7EA-7D24-445E-4FA145EDBDEC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16063C7-C555-CAE2-9F63-9941DE0B31D7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D92C471-6E40-A2B7-32A5-B77C6891189D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F36844B-72A2-7499-9959-3A8284D67C32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B6A8A28-338F-833B-7B0B-E15D390AB18C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2DA0D9E-FC82-AC5A-57CF-3504378B83D9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2623E60-7BE2-7879-C8CB-ECAB1CAA04E4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D1329E9-E02B-E308-6888-6BA28F6F5F9A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074CD7E-1D1B-C099-47E8-0214DB699051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772CD03-0856-BA55-D2F5-F9C1EBF087B8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C756CEF-2F25-4A3B-9B38-124B6573C44D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368BA13-75C8-18F8-1234-1D7EA6B6940D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44374A4-3F36-9519-7793-9894374E7A46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4D4F958-E0C6-5378-10E0-A60EAE2D0975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83FA83B-6CD4-775A-6A44-A466E1DA5D54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BF53EC1-096F-BFE3-D813-44D41CD63072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BD24F25-987A-8459-BE54-E4BDA78F84B3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754EF8D-2BB5-7798-7A01-BBC0F34909B1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5E46045-2234-131F-1307-0AA6EA34CD82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3B339D7-1CEB-AEC0-340D-9A0338A334B8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5869A63-C0CF-F272-A85E-7CEC53A5F8FA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28281E-AEA3-E9D5-A254-FE221991C346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740751-6790-CDC5-9868-26FEFECA75AF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ADB61E-B3B5-2EB5-CDE3-9AE4080D4210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895824C-F2E4-0741-1BFC-C4E25869D979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3A4BA09-2906-CC9A-F397-F7051F679AD6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DF9DFFD-B463-2691-926F-075DF3C682CD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27947D39-72B2-2D94-453E-BEF45A724B78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66881C7-F3C4-9635-7FA2-6168A24E4EE5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5CB689C-0CF2-C711-A2E7-D31E40933AC7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CD58008-7CE0-E14B-59DA-AA17212B5E3A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747D74F-21A4-38F5-95D5-8023229A99C8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1E2BE98-778A-4FFD-F724-53186C7D97BC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D487E9E-FD14-8010-250C-1578B1B2694E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CB1C59E-51F2-D88B-D775-E09446BDCEDE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9993698-F931-5F14-FE53-D4A479A0F3C2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0A69F80-1EF3-6C04-D685-F6AC8DC5B2C6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13BEE61-22E0-E3BF-6857-C4AEDB183E04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A9A2521-5030-ACC9-B1CD-CB9BC2FF2E40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0B54A28-C3D1-32D1-C886-89045FDF29FD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B413602-E371-E82E-C4DE-030BABC7FBD9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3839909-3D30-05DD-4175-9030DE2377BF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7A29FFD-3426-7226-0F74-50E43D8DA57F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2FD9DBE-F6D5-427F-DD97-2EF543591FD8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69C170D-BE7D-2FA5-1C0E-8C27AD0984B5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2F6246F-D6FC-B05A-85DE-10E868C80E10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EF82A56-4C5B-5728-BE6F-5B3918C16F09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13FB29B-ECF1-3139-419B-76C279FA8BA5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02345F3-F3AE-8786-F92D-153949579975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3FB94F4-C92D-2474-ED17-37E4F3A776CC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90FC00D-189D-4264-01BF-4EC6FBC7C80D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90B3993-6663-2029-C335-F60B7AE8FA5A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C950B06-369D-A55E-8E8F-A4E9BA0233D2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CA9D9F05-2CA2-5E77-2D87-10361172B0D1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D280F0-1999-F3EE-A67C-F59129F492AE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23C95F7-3857-E501-8FAD-1E069873505C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38827B7-00AF-C375-DA70-8D3CF49E7FE3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02373B4-6DC8-1B07-120D-A94B396CB227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D051A70-5A6F-8E16-4663-370A0D9A683E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C64C858-3AC0-62A1-D8CE-60BBD7183112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3003B32-9CB5-9F65-F84D-FED6879E1AFA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53634190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12067-54F4-16ED-973E-70547E6E7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8B9B889-45A6-44EA-ACDB-C8AE4FB49A6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[29 in 5] -&gt; [6 in 2], which fits in only one way.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F6351C3-2870-B5AF-DF37-46B026B0D3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BA65418-EFAC-34EB-8EFA-733CE68FC8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D34B7A3-5399-3E40-D157-827DAC698C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DDD09F8-010F-C566-B17B-C68E49E099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0161B3D-DBE0-5AEA-A9C3-1945C332D79A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02715A-E6A2-0699-C0C1-5B66763D0509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A8BF84-BA0C-2E59-E96B-A2A6F323B67D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02CCCDC-C6FB-9986-4D8A-6C24354E8AC0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F36DD3F-0E6A-297E-838B-657BD56F5AB4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4ED6392-8B3E-FBD0-406A-B8BD4F29091C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38959CD-8FFA-72DA-D5FB-6D21694FF2EA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AFB3F61-B39F-2184-BD0F-1DE1FDB7CE46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C753685-C10E-F08D-F99A-AB4BBF8CD5E7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590BCFC-4001-1445-6A5D-C303DB99E602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9EAE4EA-A7D6-7A4F-70ED-864770224470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1D72128-CAE6-14EC-2745-A4A7AAA6CB9C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865F0F8-2683-3C2C-F10D-E6482D2DE16D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7E273B1-4E9F-15F0-EDAA-4EE43E1A8CB2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9CAA591-2287-62E1-53B8-9E3CF83216F1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0811486-DDBF-FED5-DBB6-894A58302754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BA185F5-0FE7-2E1E-DF6E-73ED0BF88DD2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A419E13-D8AD-268B-0117-65C21C5D1B48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386E285-DDCF-8212-7018-C9C0CDE66DA9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17C87F8-233A-A64A-A423-E03360B555FB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9C636B7-CB2A-04BA-F2EF-7FD90709324E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C36EE82-C3E1-26E7-B1B7-72F16FFC09C7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33891BA-8C92-A45E-81C8-E039C2CD8C77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570F71D-5CA8-5DDC-6571-8760BA904E15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FC06439-26ED-B29B-75A4-A02C96A34A65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4DB8B21-9C6A-96CB-078D-F32F171A3618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63BE41D-A25B-C6F6-15BD-485F620850B8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A38D2C3-ED89-64A3-0E74-14AA70C64FBA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937E360-44C3-445F-392B-E42DA016D6FD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23625A3-F5A5-1E7B-5B36-02AC79EEA109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6C5F207-ED4A-F42F-197B-14C2A02537E1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7AD042-251F-40B8-F9A0-B0A35C8B9B42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A0342C-5053-1EFD-9466-E16371002F32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15A335-7F8C-69A4-8504-6B525EE8F210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9F53C91-57D7-90EE-F1A1-84D5BFA164D0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C266EB5-8FA3-8DC1-B32E-3BF4A9C91504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48F1DEA-B05B-AC2A-3466-6C5322A0B870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462AE09-8A52-2E87-113B-C49FB06933E6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9AF4F80-F649-11B5-4B0B-D6635FBD6B04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94D9929-EF69-0070-DC53-DD1CC3581394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86AE45F-76D5-3B3C-122B-E3EE20C70D24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7CB3920-BDB2-02EA-6AE1-126E97346661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6643110-AC8D-0F8D-5E59-0E7812B1D707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416979-64D7-8DF1-49EB-773319359456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F581556-0F80-8652-EF0E-A13581D7035B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86F0380-46B7-7EFA-09CF-1F9D4186F1CC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069D337-A415-D47E-09FE-105E911C0143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A0D00CE-DE3D-4DF3-70CF-167A597D06B2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B5CB64B-4AAF-B58E-2D1C-9ACFE05C03DE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42C2785-FF80-77D9-9563-DA91989A9F20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C183188-3D70-9252-FA5D-66D8BDA3F197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2B5077C-10BA-73A9-BAD8-19D0C49905C9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1908876-C779-B431-03FF-8F2B3629604B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10AF630-3984-0127-86D1-D1AD3EEFA265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F02DAC4-ACED-E92F-802A-81CA95B7E160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23BF7D5-0666-1991-6542-A8EFF8C25662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CDA668E-E84B-C649-B51C-454D5461CE12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CEC2DC5-9BA4-B45A-D10F-0048F004EC13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D1112DA-7B21-90A3-4786-583281420FF3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1F32D03-9D59-8174-BCE3-EDF95DB432B4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E47EBFE-D011-5E48-3AD0-CEA60E224AA1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CDFDAAD-665F-5A27-5A40-960CF14E8849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DE233E6-5CA7-8BED-B79A-676203AB4CFF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EBCA8F2-971B-66FA-079D-04762D4ACAB5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8044A40-CC28-4436-C03F-C55BB3B979E4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99CBB3F-124B-C5F6-AEF8-44B073AE4D6D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4F6EF44-904B-8EF3-AA8E-AD48DDF5808F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335F530-EA45-5C1A-92A3-A24A37348253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E61FEEE-F544-4A57-629B-C7FFAEAFD0D3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7601D4B-BB47-7E25-CFD3-F3B83B4B2C14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04713E5-4596-8C79-1263-544606CFD256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D72C4E3-AE2E-243B-646D-E98380F3A545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36EA3FA-413D-3280-FDB3-30C789C57B95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98639650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EFA11-2654-425F-9FEC-4367AC46C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9C7D0A5-8448-C79B-9B2B-1C5D721C778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3F5922E-3537-ED59-F9D0-266DCA747F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B14E6CC-7EAE-706B-BB47-A1CDD37ABC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CB176A0-4B8D-FE09-2084-5BBFEE9616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1EAF18B-B016-BE36-07AE-EADA30536A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6CDE7AD-9F19-6D1B-81E6-78C3791EF76D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85CE47-53D6-BABE-C256-4377780779EA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AFAB23C-D001-11DA-5D82-1AD26B46D760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C66FBFE-4542-C12A-60B3-3017EB80370C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46952FA-2549-08E8-1BBF-A86754248D2B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4BF00DD-F038-9B1F-B168-BC8D17334898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28CDE75-64C1-1612-14BD-889CEC3C14EA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65021FD-5A0F-45FA-3520-70A7A55F169C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D1ECB2D-2767-1BE3-A957-6D3C532DB78C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6C1C5FD-B289-96E6-5144-84764B758B46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83DE203-CFA7-5E94-AF5B-25F12CA590FD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0DEE97B-6EE9-8671-FCCA-8112B301EAB0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138EB6B-11A9-A887-3B43-396FBDFB11CA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C2BEA38-22DB-D762-9D2F-31C0D334F23F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3048D0B-F836-7E53-D361-91939BAC50B7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BB1779F-7C24-4462-96DF-72C471541FAB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7513438-7A2A-822F-BDB6-98F202386ACC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9DF2CB8-8647-4C29-63E8-3E9B8FEDDF8C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354BAFB-A945-4940-D4F4-F0FF7C17BFA9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CF82C0C-4C85-4728-213E-BE8B18E203FF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BD58717-11DD-6198-39EA-E72F8815B8BC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5062EE4-35AF-527F-3692-5A9B157DD2FF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73623FD-0A23-A087-73C7-602D569FE3F3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F20CD03-2502-2090-C05D-23029A9FBE60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6D2CD0E-717D-7FB8-56E3-D8605FA25D1E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488E58D-A7C2-15AC-51B4-D108E7961EAA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72E98A7-65AE-BA9B-3470-A17FEEF2738E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44C1CB9-4D34-58F3-4DFF-555BE70D28B0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15C01A2-EA7D-A80F-A8A0-598E1C15247F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1021D02-8ACA-06E5-BB1C-4D9DEE8C7591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46A33D-F951-14BC-6FCA-B2B63BBC4E11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2B26CC-6D31-93E2-F20E-40667BA0BD59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058D3D-2423-AD40-D662-EF65A4784DB0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67F6583-6786-D17F-DE91-5D2213051DC9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BD09F2A-A96B-0D92-8384-88FE7CCE4224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5D58EA5-2763-5639-2C5A-180097369E49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1EE2677-A483-B6B3-9F44-3135EC2202ED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9F9B98F-3D40-E2F4-F8CA-EA9E224852A9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3B5499D-E0BB-C908-3D1E-7E3A3D9C3C64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D67612A-E66C-9A9C-B5AD-7E1F571E45AF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E26B99B-8CE5-1FFA-FBFC-29325CB9EC44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27E30D9-0486-8E90-E9D1-CE2340977907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EA35048-BA97-6CA7-3466-BCE4A2999994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69487C5-CD11-9F63-0193-DDE5AD18F9E4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3D2654-5200-BE5B-35A9-A6B11BF230E4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F5C9C8B-AB41-0764-C054-1684682CCF61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4702B6E-64C3-E778-335A-F2A5952C762A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1349304-4579-B1C3-0272-0B6A8B3C7817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F2EED1D-3FE5-64CF-5782-F2303540257A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4F621E1-578E-09E8-8BFD-669D55CF6417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B5DED32-CB94-C58A-69FB-C3724AAAE58A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B5491AA-623D-C764-37F6-D7E5E2CC129E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EACF20F-1EED-8262-F6EA-D0672FE4EDEF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F920C6F-FA28-2FA8-BAD9-B3FAF1B9D2C0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13FA006-CEE7-710C-89DA-34651CE90D88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A00B55B-73FD-8F7B-481B-3B4354451A61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0BB2745-9B6A-56C7-6C0B-AD7202911436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F86E551-5388-5D4F-7362-92A8AE8FCED6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3A5989D-2A2B-360E-C45E-AC94761596A1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5EF8EA2-EB6E-7923-8FAB-3E916EACE569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6934F5F-3B04-F448-990F-B0B43C098F05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5666EED-7927-F91B-DB54-85DCACBE9330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C87B2284-8309-A034-4864-442AC40A866C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7625E7D-7ABE-9A50-CA51-DAC154CAAB05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E9ED82F-585B-3FA5-8A9C-55DC281AC73F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967FB48-88B8-BDA7-BD00-20402A68C744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DE5E889-1CDB-2B21-0F55-42A65EAE4882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23DA7BD-BDD9-2F1E-3D5A-6D3022D3552F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6224583-961B-3F0F-536A-518383D96646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C79CA80-C9E8-1F7E-6913-A24F4C14B6A5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504E1EE-5422-53E8-0088-E7FAF6B28314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DE61BA5-EE87-D514-BA9E-4556E0B13122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FB7F4E1-9CEC-F9D1-66F5-3BB69CA77362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61211541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9B069F-1F15-35A0-4461-3CD8E50F2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B35FED9-21D9-1958-6F39-C7F226477D9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4A39079-E6B0-FE80-2154-2ACD5352EB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4B397EA-5A6A-693C-9B15-9A6A17A77A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BB1CE8A-F43E-D656-0A98-262820D394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FD0CE6B-D3FC-B048-5E26-E1B5318D81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8F56AEA-3A33-8E03-0A0E-748EA4C00114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E1F109-40A5-23EA-E2E1-327433C58871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32A4C1-029B-697F-291D-6A3E92631A27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250A7B-6BE5-484E-F1AE-1D7BADB7E2A1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0DF3D04-182D-B17C-0BC6-9163D3408E0C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1D77546-B4F8-5045-D23B-69FD39B35232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9DA02A4-076C-8B1E-C6FE-A2DA78F4DF25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345BFFC-09FC-242D-AFDF-72FF39B17AEE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95BDBF8-CEF2-0786-74B0-F83175476FC1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8FFAF85-F3AE-D710-CB88-F15A245780D9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642EC6-792B-46DF-F0B0-FA2449925114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ACECBD8-1A3C-A363-1546-E5FF9E28F113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30C154D-DDFD-8228-7AED-BA93BF1ED5D7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96DEA7D-1A64-6B89-C0FB-C54AF4DC6893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7BB7A36-64DC-94EF-44B5-9B86E9DC0AA0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DE99F91-5BFA-CD54-1A5A-FBB056077410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B2DD938-8821-2BE2-19B6-41E321509AE5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B72FF7A-489A-880E-C997-B4354C75D4CF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5E6B9FB-581A-A383-9E54-9BAFE447BFE9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16C22CB-337C-A5BD-ECB6-38092D038F5B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D5725AB-DF26-5EF2-77A7-1390409FB4FA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1F62383-E647-8FF0-D20B-64A9496AFCAA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7A81AA6-9EFA-1ACB-A012-5110B0708E49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EFC3251-2206-992B-D8F2-2D1CFEA37F38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333EDA4-E541-76DB-FA9D-F82BCEE1B453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BB20B74-2B59-4276-572C-55908AE615CF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D0E4EC9-6664-DD15-F8D0-A92DB3CFD89E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3A612B-56CE-2A2B-58E7-3FB51DA05473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A7F198-5B3F-D7F2-4C89-8B53163AB269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EA8E6B-9E42-E680-996D-46096F1B58F9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8BB447E-8010-D8EB-2BAB-A6DC287177B1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E9071F2-156F-737E-89E9-2FCA809373D5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60D144E-1458-90DB-55FC-166D88888994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24AC198-6CCE-EF56-982A-02EA38F752B2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4F53C79-14D2-CAEE-5FA7-B9F0C5A30403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FFF31C8-29FA-A3AF-41FC-86E4E111300C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64E144D-761A-CC07-F0C8-441A1480209C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E60B316-D9F7-321C-36C4-B045B73D6C01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DE5C5B8-92DD-948C-57F1-84F027559C73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BBFDBF2-8527-70D4-79D6-6DE43FD731C3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8DCFDFC-DDAF-B681-E7B0-C8151FC29913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34DF9AC-D91A-FE6E-469C-306F19C08AE3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62FDA96-ACED-E611-5092-C233D98565CC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15D8D81-2540-7606-A367-94CA4D534B73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5017346-7841-824B-CFA9-C937161E6AC2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B3038FD-A18E-643C-6D6A-F90AF93200AC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1827A13-B317-35CD-89B7-8E7E71B8780B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080FAFB-FBCC-F701-7775-2EC5FB6CEED0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AD9156C-643E-55B2-3550-18EC492F50EA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7CE4E97-06E3-A144-66C0-40B39CA0472D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C2E59A9-01A5-55B8-1A89-E699139076C4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212D133-33CE-5D72-F22F-1EA5103BF3A2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0AB9CB4-D145-F72B-75BD-25CA3A4D22AE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E296BBC-222B-3A37-4F4A-5E2A37720DBA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3E1BCA5-B1AC-618B-08D6-383E0DD291CE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1416E5D-B578-BB7B-DF06-4A9D591C7982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AFFB7FC-0554-ED03-0FD3-54FE2E2F488C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1624A32-37FA-6071-413A-722286A46E37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C5951A6-A307-3F42-5FE0-369D3E64C5E0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6F4877D-FA53-D892-9C18-6F885850B4AC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878E70E-AFD2-2BE2-AFCC-C042483CEAA5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80A0DB-5E7F-917D-04A6-CB4505657447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CF59B8F-44C4-3B77-3B97-0E6587F9905B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4C0E1B7-1C81-5C32-2046-7768BCD6F8DE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549BF5E-BD3C-4D3F-C82E-1810C8B21BAC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53B84C2-1249-730B-FAB6-638D03A7F74A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78D63AE-56A8-BD46-35AE-0BB986BCE66B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3F6ECA2-B270-9B92-3401-0CF3FDD70E26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9013C1B-BEE0-BE21-2AC2-2922ECCE22B3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5542E80-1F3E-FB36-1565-19ECA1F58DE0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EBC09EB-E0FC-695D-3552-50ACD36ECB9A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7B8599E-C898-BCE7-59B9-0430650EAC56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4A63091-3EE5-6EBB-C18A-E4FDA5B6E7DC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60238947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E4242-B17C-49AF-E8B1-2DDF6A7DA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CCB5312-FCAE-72C6-9FCF-4E6DE580639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F31EFAD-8B19-7772-307C-5416128F79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6E4F92C-EA13-C9F1-B5BF-2E20FE60A8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ECB2855-F049-6BBA-ED16-384DBD5ADE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B5E8D37-2551-27BF-0837-A5D56EB07A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13D7849-E48B-D6B0-F5B3-1A41FE4450C9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654273-1CC5-C5F3-7CF5-537F039C2792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66EE04-5774-098D-C071-A504D4D898FF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05A6D5A-9BD8-2AB0-DC72-89FAC49C0148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881DFE6-4FA1-1C4F-55DF-A026E536B021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28D3A61-F25B-2520-DE2E-226B856C801F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6B00A26-370A-6AB1-07C6-DB81F64656A8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42A44BD-6559-8E5D-ECE7-B4EA21EB6FE5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F513041-D961-CFB4-9CEA-22120A2FBC19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FC84DD4-9F5A-68CF-2CF6-90732BBEC3A9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50ADADE-07A5-BB0C-6D2D-A342BC4503FB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F7EB5C6-6B00-6A20-B099-604F59E35616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F9BA0FC-56E3-EC4A-2039-FD61092184BC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2DFCCE1-9086-9C74-3219-D75C066AC9DC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62D76A5-A1AC-F5BF-1866-3E724CE0DD97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E477786-6B6F-CF17-4868-758BC3B4BDAA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21AA3AB-4EDB-E545-F491-62941B49D1C3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AD677BF-4FFD-DCB1-DC6E-89CDFC71741F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9547D71-2B73-DED2-4B59-C389256E29E3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25F1F76-F145-2580-2216-062CFD5B90DB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048B299-B3FE-AFB2-2B22-0F6737004925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D29077F-56D2-7A79-D6A8-468473560E35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638FA72-3613-4605-02FB-C8E86F02E3D0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77CBDB-A1E9-0351-EB8F-65996C809DCF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0C0399-54EA-A489-5DCD-A0861BF62491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B10DA6-DFD3-8E1F-E50E-3C175F3DE9C4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2FB2ABF-E2FE-853F-F091-8D18D787E6B6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3CF7A94-6095-8096-FDD8-6E537F2D8CE1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5AC5166-9557-AA82-7272-B21831398284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995D26B-FB52-3A09-1B62-131B9B3DB919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A8C4E7E-3029-70EF-074C-7B78040DBB74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C43D410-0BBE-2322-6EAA-7BD34051309F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91A5FEF-B3C7-479D-5FC9-1B9AC1F2DA26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CB56F2C-C692-5C7D-571F-C75AF50817BE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2F6B65F-DB77-08CB-CEBB-89D8F8B4CEDC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6430D7C-03BE-C155-EF76-C180AC039B0F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41A8D61-66E9-2577-DDA5-F46E052E1C52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98E90C1-3D4E-1DF2-DFCB-4995FC4CAF8E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CEE121D-B328-D44C-C058-F5948A878572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4B8DA23-E682-0387-9CE6-29E2A7A90C54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25BCC19-5B35-2AB3-01E1-3E38E2B96799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1382EB2-91B4-6C2A-ECDE-E02E0459B02C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A747875-8BA4-1E76-44E2-DE9DC3E4D004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6D97C18-5F9D-E661-16E1-CA11DC5FED1F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49150D8-E1C3-B2AC-133A-6EB756140EEE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3D8CABC-A962-EDF4-AC43-39319D0E40F9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A40F622-5D86-311B-FED6-AD9C0FD3E1E5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FE7AB8E-055B-0B24-4446-2068E1413CC2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9B24EB0-443C-3305-BDF3-8D0E806CA518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3C79F9E-12EA-6D02-854C-08E9B4E7B495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C803528-568E-9DA8-FF65-9EC9F85DB4B5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BA3AA15-4924-5115-51E7-0D823B8ABC98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2C10868-719C-4D49-2B8F-2A2587CB6D78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29FCC9B-C106-1972-DDF2-ACEAD553AFA3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F5867A93-D643-5F5E-5DF8-8905DBE1EE4A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849693F-C63A-C82A-740B-A215FA8BA671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95123A7-C5FD-1A9C-2C81-BC732D874A36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B692750-685F-A4DB-3CF4-49164FC9C890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6CE9F06-1282-E72D-D2C9-EE70FDEE117F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9414426-25A4-3063-012B-711D05C7C277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812BB7F-A265-FCF7-F028-24C798AF40A0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18D2C94-DA90-5403-2ED4-8D3287FB61F8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B6B535F-666B-D29B-A6AB-1121CE0538D4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0317098-90B8-7B4F-B55D-135F6EFB4759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5A83FCA-EB90-53DA-E96F-16293AC4A86B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6B3CC97-F3D2-7262-4C2F-969AAC9AE737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C8B8D50-659D-2D2B-EDEF-F5E7FE9F958C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2FD1360-1F1E-ED56-BFB3-5CC158814AA5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085B73D-424A-7B87-5476-0C3E4FA5AD48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A9992FB-7F7C-9273-7CE9-2935D9329F85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D369F90-AEB1-B21B-A7BA-6C593727A58D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B2A4641-D96B-1E86-E0B8-3493562CDA04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3CEDF01B-586F-8BEB-1E69-DED7BC8DCBCC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94319764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0BD24-444C-F2BA-A36A-1E145C260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1CEB0B1-D278-9E57-BEA7-528876F69FD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Remaining cells in Row 7 are 3 and 8, which fits in only one way.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A99EA37-B74E-EEC3-D6D6-2720FF6CBD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1B25378-16DE-841F-197A-15A4A3E8CB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AAD2981-899C-25D9-3A06-3C031C3927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A0EE254-3A28-B41C-78BE-D8B96054BC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B04F925-5F3A-2D13-5D5C-01ED3E746E02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F5B4A6-4F4B-B6D3-F314-96E05C20828B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0767E3-9A7C-D12B-9B3C-ABA194AA3C33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A4A4511-A06E-3CAD-339B-C13CA47401E4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6F1D228-DF8F-93D6-388B-D0199D2E6C69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6CBF8F8-2BB1-605B-E231-B278BB2A1750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E458DAF-5F5E-92B7-7A46-13E65916BB52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3770F8F-0FDE-D2DF-F49C-0C0F7720E35C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097F101-D7AB-F3F8-2DCB-1224D4825797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61AA768-6736-1024-AA2D-AC6E67709FB4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985D0A1-8646-106B-1EFC-D531F0F24BD4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C494E4A-D3AC-8A48-8445-76EF229E0098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28C6D18-750A-6F9C-52A4-09B5E4F54B08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E85AA3F-E5A2-83DB-3D3D-2FEDCDBFBD93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2FBD2C7-8FA1-6EE8-03EA-BE45B8C4DF27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3229B06-DF0A-60F7-4F05-07761DA94179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6866B82-4EC2-1430-A73A-AFEB0B6544BA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D793200-0C8B-73E8-389E-07F0F107DC9E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D086372-B167-863F-3B9E-D743D226309F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10DFBB0-0902-56C5-BFD9-FFFACC1DE242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046EDA5-79C1-550C-7CD0-CD867311900D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C051388-6609-3C15-78EA-57271AAF0CE7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802AFD1-3C79-4BF1-034B-D31CFB37CE85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855CC0-22EF-0212-AD05-44008F19FDDD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F6F621-67E7-C021-490C-82B4952ED7A3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C0F689-C5FD-D8E9-2881-BADBF93C30FA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F557569-9B7F-62EE-D3FA-9E7ABF515D92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509F5C4-62DF-2D1B-10A6-592968D24B96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7078C41-2230-396C-D1B8-BD4F143E277E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DD2470D-49B8-E120-F752-77773FEBC6E6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0584476-55D8-211E-0D9E-7D1AE93761A4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6416FFD-0ADD-C663-C0DC-305E78CB7648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242F4C8-3A69-E3BB-0FE6-2072BD9E3E2C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D653431-27E6-25F0-D0C5-BDD68E0C164F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CD2283B-66C3-59AA-640B-AAE4DA5D1A9A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8EAC11B-9408-6253-A519-8DAA6B63F61E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50448F3-1761-A065-0309-3AE8C815AD6E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3D3BA51-4D9F-AEC9-D507-29BB09237BC2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384E2AE-B587-6D11-3042-C15B5B2949B0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23FA5B7-B479-F758-7354-86D74EE2126D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3FAB6A3-4FCF-DE10-9023-65FC9A8ACDAD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6FCFF4F-8E81-A383-74E1-D69D7858CCD6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738812C-73DB-776C-E567-DCF3548B6CCD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CAA3680-EADA-C5E4-3220-5B2BBB5C6E12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1855F6C-68B5-97FD-46AC-9101F4779845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C827575-D497-E5E4-E6F9-2C6681341958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894A96B-3E29-44EF-D2FD-2B8F0A4962C5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D902D4F-FB19-2A7A-FD47-060E405DD880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7A7310C-DA6D-3206-9D0C-37CD52E17170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1FDB89D-3121-BC92-32AC-BA6D34CB7424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A9AF406-A0CE-1091-3556-52A356AA0191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37AB5A3-A9AE-0F3C-642C-CECA73E52EED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394AAC4-22D6-79A5-0DF9-C31A23CC6A1C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12D21B4-8F61-A117-6D0D-F02EDA94AF05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63EDFFF-D448-A079-2950-64941B5AF51D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A72D391-7E97-5E20-828D-FE5859093C0B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AD7C100-0C67-E7BD-6DF4-D4D76BC71A0C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CCC08C6-A547-D13E-A557-C3272EB821B4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A5F2711-6E74-A2B3-E007-EC83A4D91C60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B2746A2-8ED6-9CBC-33EB-4F3E25CDBB9B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BFB4425-FE68-48CC-6861-F308511EC92D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D02D19-EE0A-373B-2C40-DAF87D387B25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9FFA50E-B068-F2B7-CC4B-3FBED8EF0DAE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2097784-84B0-6D1C-941F-949EBD35FBCB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FCD266C-1FE6-910D-0BFD-A363FF4CDCAE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5188E8E-43E7-CDF8-6D55-FB9A2C1EAADB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1F7E72A-392C-9FC3-6144-8325CB4C7121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9DE2B9A-72AD-8199-AE2B-FEF9E7AA3DB7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5E54804-D4E8-7EA5-0F22-704C3F44035C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0C6A0656-A575-4277-65ED-13A1E5C43449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D232955D-E2C2-3556-AD5D-088C4677E438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3A180E4-B93A-F726-0E9D-4A399C6F25AF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8657B7C-1F6A-0B58-F4AF-225B5B904610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B8BB8C5-FD01-F6AB-71E7-EA1E6BC80388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14E52CD-4FAA-1159-10A5-D7FC028C165A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85213846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1FBA0-B493-AEEE-C8B6-83E39ACAB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29DC690-E769-2751-D608-ED15865F698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D433581-0675-3511-2846-D3AAC53CFA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5EC8A9B-45BB-AFAD-5C4A-49F45C128F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651D61F-D7DF-7986-9A8B-F5474779DF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B31F665-32AB-8757-7ED1-3CD078978A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1491089-FC28-5CCB-E27C-9F8663E223E5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348CCD-48B1-AE62-B382-C1F60891DBE7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FA5F302-DE51-1BBA-E879-5F05D4AD7830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C369281-94CD-D3AB-EF57-196710595A57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6AA9B5C-A1A5-9F73-426B-AFCC2998A255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859E9DF-48AC-0448-F46F-59F66795BA71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CB6DE2B-39A1-D3AE-CCE6-BFD96E71EAF4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6CA4FD5-EE7C-5A84-0B2C-BB2353F04AB6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872183D-E499-86FE-225F-CD147816E401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95029C2-98DE-EDFD-0139-EDDFA1ED276E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C8E4A78-A1DE-596B-FEBC-8821D09EE613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BCA6215-A0EF-6C34-4F2C-9D903AB029E9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21F692A-3F03-6FF4-5A36-3983B03893B2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1190404-79C4-2D73-A70E-8BC3776EC8FA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E3B5233-530A-D614-918A-14AA52809B1A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5B8E6F-EC83-EC8D-AC82-65D94E862E10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35FDF0-B889-E50A-A94C-B39756F140D2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CD8079-0C18-F987-62A2-611572869412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AEF80D8-BF47-44B0-80F9-16E97F881DC4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EC21F7F-886C-2887-D04D-F46C09C6CE3A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0C6F828-DFC3-8833-6CA5-84943DB0AD54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58AF39F-6E73-C34F-D2B0-1322F1460D5B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26C9ED0-6366-3A81-9282-73A2961809B4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9FEA210-B8D8-D136-3C59-555B1D2D2B41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238D1D3-5BDE-3AB3-4D62-53318EE1AE15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49203CB-6710-62B4-4319-B520DAE19907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4FE11BA-0AEC-B6D8-D7C2-F0CEFC1AD49C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C3AC20C-B391-2F80-B88A-ABB1260B2BAA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4DFD5AE-00F9-999E-B428-A1622FB12F50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8120AEF-CF72-DEE3-9ECD-993071992A64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B950BD8-A1CA-633D-8193-64A8F5BCA5D6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01C5D8C-848A-0396-B6CF-5A707059ADCF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03CA620-DD3E-5A92-B043-48A8B38DD529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18AD496-074B-99B6-F6D7-F72F422A1C4E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5877391-99CF-98E5-C87C-D8F2E25AA621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E441239-CDF3-B322-0BA2-425DAF13FABC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EB8FC89-2EDA-6D7B-AA21-420578419156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EDC62D1-D767-A4EB-7F90-E602CE7F4240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A9DFCCC-59A6-84F7-D327-67066934F0CA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1BDC3DD-5282-0C37-1E15-A459890E99C3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EF47BDF-D758-724F-2576-A7192C8360F7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111D3C4-3A26-5AB4-9246-C15A7DB53ABA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9D0A0CD-2FD8-F383-869D-EDABA83FF0E7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DAA3D76-D56B-0C89-CD01-7EF189DE58EF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4C88BD8-A4B9-6A17-5EFA-4FFF01C4C287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721F17C-CC79-B5D3-6699-5B47B20ED8BE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70D9A1A-8661-B983-B88F-3FC7F19136D6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65A7007-DA9F-C5F4-9300-A15147D09161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3E3B37E-5DB4-66B5-5D69-7AFFA6C11301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632DE94-9982-1BE5-E025-8727D95DED54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A7E2B17-BF80-A216-A9CC-4C2A34D38BF6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AEF9884-8E59-7023-3794-28872B741BAF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B3B2956-8627-794A-2558-1CC1D283EAFE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69E7641-E2D1-8BFF-79B9-21D8934EDAEF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8554A38-75BD-EFBB-6ECB-0F26D8B23577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48A6E2F-9E6F-4D9B-C9EC-56936FEB2AD1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CCF558C-DB54-FCD6-1B46-1F086958ADB0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BC8DF34-90E1-19DF-1F99-8B75A3499691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99E770F-7AA8-3356-DB72-3D1549769FCE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646F42F-FF25-4E87-B2D8-BD2C2B4B38DA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3C148BE-0A52-3BB0-706E-6D8759B43DE7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7769B05-1FD9-003F-49D0-F87350DC2CD2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E234A2C9-C4CB-DB4B-8473-3E490AF74DFB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483A29D-6469-237A-F141-AF7F9AF0B117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DBF96C30-2BF2-3260-8EB4-0766BC3F8551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541FA68-E4D2-8521-9B44-0F4E7A66AE80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6B2C1BB-4248-3924-4447-B99D296BD69C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3F4225C-E712-7C09-4600-BEC87B6BCA5F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B46B374-03E0-A7A3-6F70-C35344D321AC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AC0FC1E-5469-D15E-C0A0-285588900799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E2AAFED-4B23-29C3-9B72-77DEC25473F4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3CE670F-E34A-4349-3B46-1290AD1C4851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698021F-4B69-A686-3889-410398DF8775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85A24EFE-AFCC-B05F-DD88-92DA0FF7B0CD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D1F7EC01-9A09-C231-FC2B-1CB68821DD37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26316970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76129-0488-F208-1B51-3896FEB25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19B54EC-4B41-0B58-B951-804A808E737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Finish Columns 1–3.  The two remaining digits fit in only one way.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6AAA6EC-12EA-2E56-7633-5B33A0BF6A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5377065-C7C8-BB85-CFE0-7FC0E8B341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D0650C8-9FE5-E4F5-2491-684FFC34D9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4B65C90-90F6-F478-9E34-05C9E916AD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8D688EE-DDA4-4067-C618-57DB4E8DB7B2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C395DC-C757-1BD3-9C92-AB9B9E73827A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86EB4C3-C6A8-A1CE-25E8-94CC5A8C28E1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95F9805-E784-FC5C-D31D-59AEB5AB4E68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79CCF89-6A5C-C06B-95E5-209CEEDDEB97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655C366-A343-777E-6646-26282873396D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0030FDD-3771-A97F-452E-9E9E2C585371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5127EF9-4C2C-5700-8660-61EF7F255798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C6736B3-35F1-F7D0-A84A-B92A496CF0C1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E773CCE-A013-0566-7D52-A53E59ADFFB4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8A9633B-8F60-088D-2264-1A1C82B0B440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8334501-771E-09F0-A2D0-6160CC538AB1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3D042DF-A202-3499-7C54-A91ABF2AB335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7C15D49-BEC2-AA6D-195C-9630F7A9A4AA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974B2CC-7877-D755-5467-3171ABDFBB74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FC6891-574C-2C11-6B68-77A655F9E04A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06F591-FB9A-CAE2-A9D3-1AD3E0BC28E2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9B55A5-37BC-ACDB-21DC-D83B555755A4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B09C7A7-CCE0-65AC-F5AE-F58836FD129A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C7F9B55-EC73-9056-3747-BF7C3A89B4D4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E09B453-9C6C-8D22-DBEE-D40C891E9E18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17C206F8-4F28-0B08-8C98-EB6938867F73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289F089-38A8-9CCB-BF9B-8637BB5C9140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20516E0-3DED-960A-D7AE-2D71DEDE762F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01DF98B-12AA-B8DE-5DE6-DD3E62434D5A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0F1A834-7367-CCFA-F788-D5E60D07F54D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139CE3A-EB9F-3DBC-1C0B-EC3F2B097DF1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9D9F7EF-C534-422C-DEB9-CFFCD6DFFDD4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4DF7C2C-FD07-3DDF-C874-1D969756A21E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1C4946A-7FCE-D82F-108A-BDD948039436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1004707-0333-285B-5E42-6A25B7FA5E37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B9355F6-DBB1-9B36-BCFC-929682237C2B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15132A6-4B5D-DF29-75F4-D4133A1964FE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D5D4EF2-7107-9112-30C6-8BB7E44C8179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B11C2D6-F85D-CE2B-CB02-DBE95789A9C2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E5E8E9C-61D3-5A19-DA4C-65822C694BC5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919E51D-7BFB-813B-7AAA-411E70AE17EE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855CD7E-848C-BFD4-0546-F1F05083E7F8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83566A6-DAE5-D4BC-A1C2-35DD0866D7EC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6365F0B-6C1C-629C-9CD8-D717454AF7D3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1FDFF61-D08C-86BA-9B7C-615A5B020FA8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402F20F-1F3F-BBD0-D9B3-C73290EBC387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8A64CA6-9881-DE80-DF43-2A6AA472EB99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1231F96-F7F4-51E9-97E5-6B00A1B6846D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97DC0C8-7C57-B9D3-FF82-B38EE498ACB8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5420CA5-C773-6870-20CC-89D312B55EA7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E0BD32F-5973-CC80-E3CF-98F538320D1C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7FDE76A-41BF-6C08-E9D8-0A30558ACD70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4295692-AD4D-8C95-D2B5-2872F2387D61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F4E691C-B278-F535-ECAA-DF58336F7CEE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C22E72F-342D-1C6F-4FEA-E4722BF20072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D736785-0C9C-9ED1-3134-23CACDBDA8EE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D53A0B2-98B4-F571-4AA3-D0322AA1AE70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BAE8C66-C806-6E8A-B5DC-D71AAFB8646D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4AEB1E1-D845-4E74-5D13-E10BEE4D9B47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A3BC0BA-2A42-198E-2311-7F98C8203E8B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08B86E6-2C42-CF3E-ED81-6F9CE34E67D4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6B3A415-2009-5BD3-671C-9A09BE4956FA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7EDA0DD-D847-E3DA-4B7B-D916C6E354BB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F912B3D-BC8A-9818-BCB6-515E23C55FFE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45DAE67-0401-61C5-21CC-8ECE892DA043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3EFF71D-04DA-F32E-9E05-370B1AA034AE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401AFD8-4B65-4591-F80F-E038B977D38C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3A53ECF-2D65-74E7-F6B6-A7E6763CECA8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D2AA599-9557-3947-61DE-C0701EAF2221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8B096B9-EC82-82B6-F992-4D987AB78C93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3206174-4ECC-B082-EBFD-DAB9E5003CC0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E92A1E5-5485-2FF0-AF50-77D93B43AF34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16A6421-F53B-AD14-2566-D420911CBC68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2A82069-1C52-86D6-9892-99B80F64F66D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8C1E067-C126-098D-217C-BB7C0E0D10CE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1EC8C4D-3857-AAF0-0B7A-B84C8E2DC0FB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4C4A99C-672E-BC75-0FDF-70D5897B2A6B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9B1A6188-21FA-3BEF-0592-F5FDE60FF94A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F91E49BC-1552-B0D8-9E38-906B0FEC2947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2C9287-EFC4-18D2-62E6-9201220FE922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8D5D940-BF23-EEE8-6E8B-36B0FAABF422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A2E95EC-271E-48D5-FBAC-00E5ABFBE861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8EB4464-6087-C8F4-AE36-AD90EF86DCF7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F53DA79-E3D2-F5BE-0CD4-4B294B095DB8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EA76BAC-EAC9-2862-F69D-3C6AFEC525AB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7809079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9912</TotalTime>
  <Words>4288</Words>
  <Application>Microsoft Macintosh PowerPoint</Application>
  <PresentationFormat>Widescreen</PresentationFormat>
  <Paragraphs>3689</Paragraphs>
  <Slides>63</Slides>
  <Notes>63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6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Jonathan Hardis</dc:creator>
  <cp:lastModifiedBy>Jonathan Hardis</cp:lastModifiedBy>
  <cp:revision>393</cp:revision>
  <cp:lastPrinted>2025-12-02T00:08:17Z</cp:lastPrinted>
  <dcterms:created xsi:type="dcterms:W3CDTF">2024-03-19T02:13:08Z</dcterms:created>
  <dcterms:modified xsi:type="dcterms:W3CDTF">2026-03-19T17:34:18Z</dcterms:modified>
</cp:coreProperties>
</file>