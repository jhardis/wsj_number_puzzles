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2"/>
  </p:notesMasterIdLst>
  <p:sldIdLst>
    <p:sldId id="457" r:id="rId2"/>
    <p:sldId id="533" r:id="rId3"/>
    <p:sldId id="534" r:id="rId4"/>
    <p:sldId id="535" r:id="rId5"/>
    <p:sldId id="536" r:id="rId6"/>
    <p:sldId id="537" r:id="rId7"/>
    <p:sldId id="538" r:id="rId8"/>
    <p:sldId id="549" r:id="rId9"/>
    <p:sldId id="550" r:id="rId10"/>
    <p:sldId id="551" r:id="rId11"/>
    <p:sldId id="552" r:id="rId12"/>
    <p:sldId id="577" r:id="rId13"/>
    <p:sldId id="578" r:id="rId14"/>
    <p:sldId id="579" r:id="rId15"/>
    <p:sldId id="580" r:id="rId16"/>
    <p:sldId id="581" r:id="rId17"/>
    <p:sldId id="582" r:id="rId18"/>
    <p:sldId id="583" r:id="rId19"/>
    <p:sldId id="584" r:id="rId20"/>
    <p:sldId id="585" r:id="rId21"/>
    <p:sldId id="586" r:id="rId22"/>
    <p:sldId id="587" r:id="rId23"/>
    <p:sldId id="588" r:id="rId24"/>
    <p:sldId id="589" r:id="rId25"/>
    <p:sldId id="590" r:id="rId26"/>
    <p:sldId id="591" r:id="rId27"/>
    <p:sldId id="592" r:id="rId28"/>
    <p:sldId id="593" r:id="rId29"/>
    <p:sldId id="594" r:id="rId30"/>
    <p:sldId id="595" r:id="rId31"/>
    <p:sldId id="596" r:id="rId32"/>
    <p:sldId id="597" r:id="rId33"/>
    <p:sldId id="598" r:id="rId34"/>
    <p:sldId id="599" r:id="rId35"/>
    <p:sldId id="600" r:id="rId36"/>
    <p:sldId id="601" r:id="rId37"/>
    <p:sldId id="602" r:id="rId38"/>
    <p:sldId id="603" r:id="rId39"/>
    <p:sldId id="604" r:id="rId40"/>
    <p:sldId id="605" r:id="rId41"/>
    <p:sldId id="606" r:id="rId42"/>
    <p:sldId id="607" r:id="rId43"/>
    <p:sldId id="608" r:id="rId44"/>
    <p:sldId id="609" r:id="rId45"/>
    <p:sldId id="610" r:id="rId46"/>
    <p:sldId id="611" r:id="rId47"/>
    <p:sldId id="612" r:id="rId48"/>
    <p:sldId id="613" r:id="rId49"/>
    <p:sldId id="614" r:id="rId50"/>
    <p:sldId id="615" r:id="rId51"/>
    <p:sldId id="616" r:id="rId52"/>
    <p:sldId id="617" r:id="rId53"/>
    <p:sldId id="618" r:id="rId54"/>
    <p:sldId id="619" r:id="rId55"/>
    <p:sldId id="620" r:id="rId56"/>
    <p:sldId id="621" r:id="rId57"/>
    <p:sldId id="622" r:id="rId58"/>
    <p:sldId id="623" r:id="rId59"/>
    <p:sldId id="624" r:id="rId60"/>
    <p:sldId id="625"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708"/>
    <p:restoredTop sz="94670"/>
  </p:normalViewPr>
  <p:slideViewPr>
    <p:cSldViewPr snapToGrid="0">
      <p:cViewPr varScale="1">
        <p:scale>
          <a:sx n="113" d="100"/>
          <a:sy n="113" d="100"/>
        </p:scale>
        <p:origin x="153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CCFB1C-7F6E-CC48-8B12-2D5A9AE1C913}" type="datetimeFigureOut">
              <a:rPr lang="en-US" smtClean="0"/>
              <a:t>6/11/26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E9560A-78B4-504A-9396-2AE516B1349B}" type="slidenum">
              <a:rPr lang="en-US" smtClean="0"/>
              <a:t>‹#›</a:t>
            </a:fld>
            <a:endParaRPr lang="en-US"/>
          </a:p>
        </p:txBody>
      </p:sp>
    </p:spTree>
    <p:extLst>
      <p:ext uri="{BB962C8B-B14F-4D97-AF65-F5344CB8AC3E}">
        <p14:creationId xmlns:p14="http://schemas.microsoft.com/office/powerpoint/2010/main" val="3059927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4D157-A7E6-0CD3-8266-DE0939AE4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6FDA5-ABD9-E89C-43FB-F19D8441B2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E2E9E-AD91-B134-310C-59487A42F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F40DBF-0F4C-781C-F266-8D63105C1D0C}"/>
              </a:ext>
            </a:extLst>
          </p:cNvPr>
          <p:cNvSpPr>
            <a:spLocks noGrp="1"/>
          </p:cNvSpPr>
          <p:nvPr>
            <p:ph type="sldNum" sz="quarter" idx="5"/>
          </p:nvPr>
        </p:nvSpPr>
        <p:spPr/>
        <p:txBody>
          <a:bodyPr/>
          <a:lstStyle/>
          <a:p>
            <a:fld id="{C0E9560A-78B4-504A-9396-2AE516B1349B}" type="slidenum">
              <a:rPr lang="en-US" smtClean="0"/>
              <a:t>1</a:t>
            </a:fld>
            <a:endParaRPr lang="en-US"/>
          </a:p>
        </p:txBody>
      </p:sp>
    </p:spTree>
    <p:extLst>
      <p:ext uri="{BB962C8B-B14F-4D97-AF65-F5344CB8AC3E}">
        <p14:creationId xmlns:p14="http://schemas.microsoft.com/office/powerpoint/2010/main" val="1795578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BA5FB-D9D0-C3E5-C19C-47BA02C877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30104C-CCD4-5348-3EB6-C17083942A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5D94CF-5F91-0C17-C586-C5B74C1CDC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C99039-0311-79A5-E84A-11D6B64AFC85}"/>
              </a:ext>
            </a:extLst>
          </p:cNvPr>
          <p:cNvSpPr>
            <a:spLocks noGrp="1"/>
          </p:cNvSpPr>
          <p:nvPr>
            <p:ph type="sldNum" sz="quarter" idx="5"/>
          </p:nvPr>
        </p:nvSpPr>
        <p:spPr/>
        <p:txBody>
          <a:bodyPr/>
          <a:lstStyle/>
          <a:p>
            <a:fld id="{C0E9560A-78B4-504A-9396-2AE516B1349B}" type="slidenum">
              <a:rPr lang="en-US" smtClean="0"/>
              <a:t>2</a:t>
            </a:fld>
            <a:endParaRPr lang="en-US"/>
          </a:p>
        </p:txBody>
      </p:sp>
    </p:spTree>
    <p:extLst>
      <p:ext uri="{BB962C8B-B14F-4D97-AF65-F5344CB8AC3E}">
        <p14:creationId xmlns:p14="http://schemas.microsoft.com/office/powerpoint/2010/main" val="4168593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F3373-795F-14BD-D1EF-A748B02BC4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F41FF6-7D89-0A52-A40A-CBC3172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28C7E3-282C-516D-083D-E593214E59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E3C3B1-7496-C275-41FD-38A5E4348C7D}"/>
              </a:ext>
            </a:extLst>
          </p:cNvPr>
          <p:cNvSpPr>
            <a:spLocks noGrp="1"/>
          </p:cNvSpPr>
          <p:nvPr>
            <p:ph type="sldNum" sz="quarter" idx="5"/>
          </p:nvPr>
        </p:nvSpPr>
        <p:spPr/>
        <p:txBody>
          <a:bodyPr/>
          <a:lstStyle/>
          <a:p>
            <a:fld id="{C0E9560A-78B4-504A-9396-2AE516B1349B}" type="slidenum">
              <a:rPr lang="en-US" smtClean="0"/>
              <a:t>3</a:t>
            </a:fld>
            <a:endParaRPr lang="en-US"/>
          </a:p>
        </p:txBody>
      </p:sp>
    </p:spTree>
    <p:extLst>
      <p:ext uri="{BB962C8B-B14F-4D97-AF65-F5344CB8AC3E}">
        <p14:creationId xmlns:p14="http://schemas.microsoft.com/office/powerpoint/2010/main" val="28465403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2212A-2832-84C6-E4A5-80A995E8A2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4A729C-03E0-754C-603E-F0D47C8FFD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7BCE81-F4EA-707F-446F-0A9CA544B6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24B2C2-3DF8-0776-9F0D-3CCE697A01B3}"/>
              </a:ext>
            </a:extLst>
          </p:cNvPr>
          <p:cNvSpPr>
            <a:spLocks noGrp="1"/>
          </p:cNvSpPr>
          <p:nvPr>
            <p:ph type="sldNum" sz="quarter" idx="5"/>
          </p:nvPr>
        </p:nvSpPr>
        <p:spPr/>
        <p:txBody>
          <a:bodyPr/>
          <a:lstStyle/>
          <a:p>
            <a:fld id="{C0E9560A-78B4-504A-9396-2AE516B1349B}" type="slidenum">
              <a:rPr lang="en-US" smtClean="0"/>
              <a:t>4</a:t>
            </a:fld>
            <a:endParaRPr lang="en-US"/>
          </a:p>
        </p:txBody>
      </p:sp>
    </p:spTree>
    <p:extLst>
      <p:ext uri="{BB962C8B-B14F-4D97-AF65-F5344CB8AC3E}">
        <p14:creationId xmlns:p14="http://schemas.microsoft.com/office/powerpoint/2010/main" val="19304324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71273-BCFD-4170-234F-EF1AC8AD9B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F312BE-6467-080D-7223-C1CA1D0F1B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2A3301-AE34-E226-ABF5-B6E0BE12BE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25C7A6-B9A8-D78D-71EB-2D1FBEBEB00E}"/>
              </a:ext>
            </a:extLst>
          </p:cNvPr>
          <p:cNvSpPr>
            <a:spLocks noGrp="1"/>
          </p:cNvSpPr>
          <p:nvPr>
            <p:ph type="sldNum" sz="quarter" idx="5"/>
          </p:nvPr>
        </p:nvSpPr>
        <p:spPr/>
        <p:txBody>
          <a:bodyPr/>
          <a:lstStyle/>
          <a:p>
            <a:fld id="{C0E9560A-78B4-504A-9396-2AE516B1349B}" type="slidenum">
              <a:rPr lang="en-US" smtClean="0"/>
              <a:t>5</a:t>
            </a:fld>
            <a:endParaRPr lang="en-US"/>
          </a:p>
        </p:txBody>
      </p:sp>
    </p:spTree>
    <p:extLst>
      <p:ext uri="{BB962C8B-B14F-4D97-AF65-F5344CB8AC3E}">
        <p14:creationId xmlns:p14="http://schemas.microsoft.com/office/powerpoint/2010/main" val="20068102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D6757-5E51-4079-418D-C92654DA6E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D8B242-E639-487E-0C13-AF9DEA3302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4FC956-9CE9-769C-3E35-EAB75D220E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22D187-4A8E-4FE8-9AEC-86BAD3AD68EE}"/>
              </a:ext>
            </a:extLst>
          </p:cNvPr>
          <p:cNvSpPr>
            <a:spLocks noGrp="1"/>
          </p:cNvSpPr>
          <p:nvPr>
            <p:ph type="sldNum" sz="quarter" idx="5"/>
          </p:nvPr>
        </p:nvSpPr>
        <p:spPr/>
        <p:txBody>
          <a:bodyPr/>
          <a:lstStyle/>
          <a:p>
            <a:fld id="{C0E9560A-78B4-504A-9396-2AE516B1349B}" type="slidenum">
              <a:rPr lang="en-US" smtClean="0"/>
              <a:t>6</a:t>
            </a:fld>
            <a:endParaRPr lang="en-US"/>
          </a:p>
        </p:txBody>
      </p:sp>
    </p:spTree>
    <p:extLst>
      <p:ext uri="{BB962C8B-B14F-4D97-AF65-F5344CB8AC3E}">
        <p14:creationId xmlns:p14="http://schemas.microsoft.com/office/powerpoint/2010/main" val="40103958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DB7EF-4E46-D3D5-88EB-443DB5F610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141872-4924-E499-8944-9E71F2D192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FBFB5D-0EE7-4377-2F1C-717A6D0233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CFF303-CBCD-7EB1-C587-F52A68F4A4F0}"/>
              </a:ext>
            </a:extLst>
          </p:cNvPr>
          <p:cNvSpPr>
            <a:spLocks noGrp="1"/>
          </p:cNvSpPr>
          <p:nvPr>
            <p:ph type="sldNum" sz="quarter" idx="5"/>
          </p:nvPr>
        </p:nvSpPr>
        <p:spPr/>
        <p:txBody>
          <a:bodyPr/>
          <a:lstStyle/>
          <a:p>
            <a:fld id="{C0E9560A-78B4-504A-9396-2AE516B1349B}" type="slidenum">
              <a:rPr lang="en-US" smtClean="0"/>
              <a:t>7</a:t>
            </a:fld>
            <a:endParaRPr lang="en-US"/>
          </a:p>
        </p:txBody>
      </p:sp>
    </p:spTree>
    <p:extLst>
      <p:ext uri="{BB962C8B-B14F-4D97-AF65-F5344CB8AC3E}">
        <p14:creationId xmlns:p14="http://schemas.microsoft.com/office/powerpoint/2010/main" val="8870418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122D4-F0B2-D353-5529-1BA404F6B8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08A825-04D0-A1AD-916F-189573BDC6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48B80F-BD09-4E4F-44C9-5C01D7B955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8C924C-5DB7-5FA7-0E31-55C980C45030}"/>
              </a:ext>
            </a:extLst>
          </p:cNvPr>
          <p:cNvSpPr>
            <a:spLocks noGrp="1"/>
          </p:cNvSpPr>
          <p:nvPr>
            <p:ph type="sldNum" sz="quarter" idx="5"/>
          </p:nvPr>
        </p:nvSpPr>
        <p:spPr/>
        <p:txBody>
          <a:bodyPr/>
          <a:lstStyle/>
          <a:p>
            <a:fld id="{C0E9560A-78B4-504A-9396-2AE516B1349B}" type="slidenum">
              <a:rPr lang="en-US" smtClean="0"/>
              <a:t>8</a:t>
            </a:fld>
            <a:endParaRPr lang="en-US"/>
          </a:p>
        </p:txBody>
      </p:sp>
    </p:spTree>
    <p:extLst>
      <p:ext uri="{BB962C8B-B14F-4D97-AF65-F5344CB8AC3E}">
        <p14:creationId xmlns:p14="http://schemas.microsoft.com/office/powerpoint/2010/main" val="7721784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2F831-AEF8-3E60-2D0A-7D136E31A5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71BEA4-3705-8AED-2DD2-5EA5ED46AD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B0E60F-B318-A143-C77D-8109E04244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107D6D-930F-D3BC-1108-A092B14DE028}"/>
              </a:ext>
            </a:extLst>
          </p:cNvPr>
          <p:cNvSpPr>
            <a:spLocks noGrp="1"/>
          </p:cNvSpPr>
          <p:nvPr>
            <p:ph type="sldNum" sz="quarter" idx="5"/>
          </p:nvPr>
        </p:nvSpPr>
        <p:spPr/>
        <p:txBody>
          <a:bodyPr/>
          <a:lstStyle/>
          <a:p>
            <a:fld id="{C0E9560A-78B4-504A-9396-2AE516B1349B}" type="slidenum">
              <a:rPr lang="en-US" smtClean="0"/>
              <a:t>9</a:t>
            </a:fld>
            <a:endParaRPr lang="en-US"/>
          </a:p>
        </p:txBody>
      </p:sp>
    </p:spTree>
    <p:extLst>
      <p:ext uri="{BB962C8B-B14F-4D97-AF65-F5344CB8AC3E}">
        <p14:creationId xmlns:p14="http://schemas.microsoft.com/office/powerpoint/2010/main" val="42385503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05FA1-B7A8-EB93-3714-A8E72AF140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170E9-ED37-3659-9C1C-16C1BBC768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587A6A-6ED6-6686-E23A-840AF68DC6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8BFE0C-28C0-D04A-F83D-CCBFAD89C67E}"/>
              </a:ext>
            </a:extLst>
          </p:cNvPr>
          <p:cNvSpPr>
            <a:spLocks noGrp="1"/>
          </p:cNvSpPr>
          <p:nvPr>
            <p:ph type="sldNum" sz="quarter" idx="5"/>
          </p:nvPr>
        </p:nvSpPr>
        <p:spPr/>
        <p:txBody>
          <a:bodyPr/>
          <a:lstStyle/>
          <a:p>
            <a:fld id="{C0E9560A-78B4-504A-9396-2AE516B1349B}" type="slidenum">
              <a:rPr lang="en-US" smtClean="0"/>
              <a:t>10</a:t>
            </a:fld>
            <a:endParaRPr lang="en-US"/>
          </a:p>
        </p:txBody>
      </p:sp>
    </p:spTree>
    <p:extLst>
      <p:ext uri="{BB962C8B-B14F-4D97-AF65-F5344CB8AC3E}">
        <p14:creationId xmlns:p14="http://schemas.microsoft.com/office/powerpoint/2010/main" val="2865361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50748-4035-110D-771B-D198C2617C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E0C5B3-3F14-E938-87A7-39E0DFF3AF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01AE92-2F41-E863-4278-A8B9AF3F68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BA4B52-60F1-DA75-5950-ECEEB1838037}"/>
              </a:ext>
            </a:extLst>
          </p:cNvPr>
          <p:cNvSpPr>
            <a:spLocks noGrp="1"/>
          </p:cNvSpPr>
          <p:nvPr>
            <p:ph type="sldNum" sz="quarter" idx="5"/>
          </p:nvPr>
        </p:nvSpPr>
        <p:spPr/>
        <p:txBody>
          <a:bodyPr/>
          <a:lstStyle/>
          <a:p>
            <a:fld id="{C0E9560A-78B4-504A-9396-2AE516B1349B}" type="slidenum">
              <a:rPr lang="en-US" smtClean="0"/>
              <a:t>11</a:t>
            </a:fld>
            <a:endParaRPr lang="en-US"/>
          </a:p>
        </p:txBody>
      </p:sp>
    </p:spTree>
    <p:extLst>
      <p:ext uri="{BB962C8B-B14F-4D97-AF65-F5344CB8AC3E}">
        <p14:creationId xmlns:p14="http://schemas.microsoft.com/office/powerpoint/2010/main" val="13210253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3031A-7CB8-EBAC-37D6-7C5C05A5C0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110247-665B-FA9D-0229-8B142BD888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509453-DCF5-6DE3-D38E-B7FC48D1A7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15E794-37B7-9926-3123-4F63AD61215B}"/>
              </a:ext>
            </a:extLst>
          </p:cNvPr>
          <p:cNvSpPr>
            <a:spLocks noGrp="1"/>
          </p:cNvSpPr>
          <p:nvPr>
            <p:ph type="sldNum" sz="quarter" idx="5"/>
          </p:nvPr>
        </p:nvSpPr>
        <p:spPr/>
        <p:txBody>
          <a:bodyPr/>
          <a:lstStyle/>
          <a:p>
            <a:fld id="{C0E9560A-78B4-504A-9396-2AE516B1349B}" type="slidenum">
              <a:rPr lang="en-US" smtClean="0"/>
              <a:t>12</a:t>
            </a:fld>
            <a:endParaRPr lang="en-US"/>
          </a:p>
        </p:txBody>
      </p:sp>
    </p:spTree>
    <p:extLst>
      <p:ext uri="{BB962C8B-B14F-4D97-AF65-F5344CB8AC3E}">
        <p14:creationId xmlns:p14="http://schemas.microsoft.com/office/powerpoint/2010/main" val="12157390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98C68-C6E7-4CCE-517D-03C63A07F7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3AB5C3-D5C4-6D0B-BFF9-FFADB1DD00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0FA049-057A-97AB-B0E4-E3B207A58A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359D33-8218-CA07-7376-24CA558A11CB}"/>
              </a:ext>
            </a:extLst>
          </p:cNvPr>
          <p:cNvSpPr>
            <a:spLocks noGrp="1"/>
          </p:cNvSpPr>
          <p:nvPr>
            <p:ph type="sldNum" sz="quarter" idx="5"/>
          </p:nvPr>
        </p:nvSpPr>
        <p:spPr/>
        <p:txBody>
          <a:bodyPr/>
          <a:lstStyle/>
          <a:p>
            <a:fld id="{C0E9560A-78B4-504A-9396-2AE516B1349B}" type="slidenum">
              <a:rPr lang="en-US" smtClean="0"/>
              <a:t>13</a:t>
            </a:fld>
            <a:endParaRPr lang="en-US"/>
          </a:p>
        </p:txBody>
      </p:sp>
    </p:spTree>
    <p:extLst>
      <p:ext uri="{BB962C8B-B14F-4D97-AF65-F5344CB8AC3E}">
        <p14:creationId xmlns:p14="http://schemas.microsoft.com/office/powerpoint/2010/main" val="16394965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74434-F3C3-1845-8C6B-672CBD8658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052BD3-F1D9-822E-AED1-6454DC1B5A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525414-A279-3A87-9886-157761A1E5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0A4D49-F89F-28E9-DE50-57F49C4760E3}"/>
              </a:ext>
            </a:extLst>
          </p:cNvPr>
          <p:cNvSpPr>
            <a:spLocks noGrp="1"/>
          </p:cNvSpPr>
          <p:nvPr>
            <p:ph type="sldNum" sz="quarter" idx="5"/>
          </p:nvPr>
        </p:nvSpPr>
        <p:spPr/>
        <p:txBody>
          <a:bodyPr/>
          <a:lstStyle/>
          <a:p>
            <a:fld id="{C0E9560A-78B4-504A-9396-2AE516B1349B}" type="slidenum">
              <a:rPr lang="en-US" smtClean="0"/>
              <a:t>14</a:t>
            </a:fld>
            <a:endParaRPr lang="en-US"/>
          </a:p>
        </p:txBody>
      </p:sp>
    </p:spTree>
    <p:extLst>
      <p:ext uri="{BB962C8B-B14F-4D97-AF65-F5344CB8AC3E}">
        <p14:creationId xmlns:p14="http://schemas.microsoft.com/office/powerpoint/2010/main" val="24057103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17D53-5144-B59B-C61A-3350675EC9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754E14-0194-9226-BD42-E6151C2854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EDA46F-1CE9-4A3C-66F1-44460398F0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4F39B0-8586-DDA3-94E4-353E20E97315}"/>
              </a:ext>
            </a:extLst>
          </p:cNvPr>
          <p:cNvSpPr>
            <a:spLocks noGrp="1"/>
          </p:cNvSpPr>
          <p:nvPr>
            <p:ph type="sldNum" sz="quarter" idx="5"/>
          </p:nvPr>
        </p:nvSpPr>
        <p:spPr/>
        <p:txBody>
          <a:bodyPr/>
          <a:lstStyle/>
          <a:p>
            <a:fld id="{C0E9560A-78B4-504A-9396-2AE516B1349B}" type="slidenum">
              <a:rPr lang="en-US" smtClean="0"/>
              <a:t>15</a:t>
            </a:fld>
            <a:endParaRPr lang="en-US"/>
          </a:p>
        </p:txBody>
      </p:sp>
    </p:spTree>
    <p:extLst>
      <p:ext uri="{BB962C8B-B14F-4D97-AF65-F5344CB8AC3E}">
        <p14:creationId xmlns:p14="http://schemas.microsoft.com/office/powerpoint/2010/main" val="20608355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279B9-ABF0-2D94-8D00-9B14E5893F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E11A3-9862-C2C7-DC73-71C06E7F30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E7DEEE-DC15-DD9D-8BD8-8DC26563DB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F06869-A939-0C7E-6521-9E7E47174F72}"/>
              </a:ext>
            </a:extLst>
          </p:cNvPr>
          <p:cNvSpPr>
            <a:spLocks noGrp="1"/>
          </p:cNvSpPr>
          <p:nvPr>
            <p:ph type="sldNum" sz="quarter" idx="5"/>
          </p:nvPr>
        </p:nvSpPr>
        <p:spPr/>
        <p:txBody>
          <a:bodyPr/>
          <a:lstStyle/>
          <a:p>
            <a:fld id="{C0E9560A-78B4-504A-9396-2AE516B1349B}" type="slidenum">
              <a:rPr lang="en-US" smtClean="0"/>
              <a:t>16</a:t>
            </a:fld>
            <a:endParaRPr lang="en-US"/>
          </a:p>
        </p:txBody>
      </p:sp>
    </p:spTree>
    <p:extLst>
      <p:ext uri="{BB962C8B-B14F-4D97-AF65-F5344CB8AC3E}">
        <p14:creationId xmlns:p14="http://schemas.microsoft.com/office/powerpoint/2010/main" val="37304560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CEE29-6037-BB0E-1A51-89C6790F68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914E0-F01D-71CE-076B-ABEA1967DE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8859A2-DF32-1A3C-10F4-F8912E1F7D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47FE36-E789-C559-C4B3-32E56B8FC293}"/>
              </a:ext>
            </a:extLst>
          </p:cNvPr>
          <p:cNvSpPr>
            <a:spLocks noGrp="1"/>
          </p:cNvSpPr>
          <p:nvPr>
            <p:ph type="sldNum" sz="quarter" idx="5"/>
          </p:nvPr>
        </p:nvSpPr>
        <p:spPr/>
        <p:txBody>
          <a:bodyPr/>
          <a:lstStyle/>
          <a:p>
            <a:fld id="{C0E9560A-78B4-504A-9396-2AE516B1349B}" type="slidenum">
              <a:rPr lang="en-US" smtClean="0"/>
              <a:t>17</a:t>
            </a:fld>
            <a:endParaRPr lang="en-US"/>
          </a:p>
        </p:txBody>
      </p:sp>
    </p:spTree>
    <p:extLst>
      <p:ext uri="{BB962C8B-B14F-4D97-AF65-F5344CB8AC3E}">
        <p14:creationId xmlns:p14="http://schemas.microsoft.com/office/powerpoint/2010/main" val="36432867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A1555-72B7-D0AF-17EC-7D52BDE7A5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963F83-4533-A0CF-4C0A-BE7C0A8240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A7F2BA-C2F5-4FED-C640-953797425C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4D2717-0A9C-E72E-A7AA-8C6F64C476DB}"/>
              </a:ext>
            </a:extLst>
          </p:cNvPr>
          <p:cNvSpPr>
            <a:spLocks noGrp="1"/>
          </p:cNvSpPr>
          <p:nvPr>
            <p:ph type="sldNum" sz="quarter" idx="5"/>
          </p:nvPr>
        </p:nvSpPr>
        <p:spPr/>
        <p:txBody>
          <a:bodyPr/>
          <a:lstStyle/>
          <a:p>
            <a:fld id="{C0E9560A-78B4-504A-9396-2AE516B1349B}" type="slidenum">
              <a:rPr lang="en-US" smtClean="0"/>
              <a:t>18</a:t>
            </a:fld>
            <a:endParaRPr lang="en-US"/>
          </a:p>
        </p:txBody>
      </p:sp>
    </p:spTree>
    <p:extLst>
      <p:ext uri="{BB962C8B-B14F-4D97-AF65-F5344CB8AC3E}">
        <p14:creationId xmlns:p14="http://schemas.microsoft.com/office/powerpoint/2010/main" val="17370674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86034-CE29-9816-7FD7-752D450850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AE1484-8E81-FA70-ECE1-A5FF041D73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47EF80-DDD1-772B-4533-01C12EE920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9E48E3-FE2D-D9A2-60B3-ACDA7BAD7DB1}"/>
              </a:ext>
            </a:extLst>
          </p:cNvPr>
          <p:cNvSpPr>
            <a:spLocks noGrp="1"/>
          </p:cNvSpPr>
          <p:nvPr>
            <p:ph type="sldNum" sz="quarter" idx="5"/>
          </p:nvPr>
        </p:nvSpPr>
        <p:spPr/>
        <p:txBody>
          <a:bodyPr/>
          <a:lstStyle/>
          <a:p>
            <a:fld id="{C0E9560A-78B4-504A-9396-2AE516B1349B}" type="slidenum">
              <a:rPr lang="en-US" smtClean="0"/>
              <a:t>19</a:t>
            </a:fld>
            <a:endParaRPr lang="en-US"/>
          </a:p>
        </p:txBody>
      </p:sp>
    </p:spTree>
    <p:extLst>
      <p:ext uri="{BB962C8B-B14F-4D97-AF65-F5344CB8AC3E}">
        <p14:creationId xmlns:p14="http://schemas.microsoft.com/office/powerpoint/2010/main" val="26008985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6180C-BED1-B54A-EBBF-86447FBD39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9917E5-E9CB-2E41-7EB2-B3B007FBA8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5EB243-DFCE-C217-B9E1-2A1E4B037A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301691-7923-D34D-1EDA-3B7B21A085EA}"/>
              </a:ext>
            </a:extLst>
          </p:cNvPr>
          <p:cNvSpPr>
            <a:spLocks noGrp="1"/>
          </p:cNvSpPr>
          <p:nvPr>
            <p:ph type="sldNum" sz="quarter" idx="5"/>
          </p:nvPr>
        </p:nvSpPr>
        <p:spPr/>
        <p:txBody>
          <a:bodyPr/>
          <a:lstStyle/>
          <a:p>
            <a:fld id="{C0E9560A-78B4-504A-9396-2AE516B1349B}" type="slidenum">
              <a:rPr lang="en-US" smtClean="0"/>
              <a:t>20</a:t>
            </a:fld>
            <a:endParaRPr lang="en-US"/>
          </a:p>
        </p:txBody>
      </p:sp>
    </p:spTree>
    <p:extLst>
      <p:ext uri="{BB962C8B-B14F-4D97-AF65-F5344CB8AC3E}">
        <p14:creationId xmlns:p14="http://schemas.microsoft.com/office/powerpoint/2010/main" val="10798728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AF99E-2052-1EA6-D9BD-C7C031AAC8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05C0B8-624E-A450-5093-CA93B19D80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0CA41D-BE22-F3E5-DED1-D9568D7682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21CE2A-7D5A-5F99-518B-1CF877A66D10}"/>
              </a:ext>
            </a:extLst>
          </p:cNvPr>
          <p:cNvSpPr>
            <a:spLocks noGrp="1"/>
          </p:cNvSpPr>
          <p:nvPr>
            <p:ph type="sldNum" sz="quarter" idx="5"/>
          </p:nvPr>
        </p:nvSpPr>
        <p:spPr/>
        <p:txBody>
          <a:bodyPr/>
          <a:lstStyle/>
          <a:p>
            <a:fld id="{C0E9560A-78B4-504A-9396-2AE516B1349B}" type="slidenum">
              <a:rPr lang="en-US" smtClean="0"/>
              <a:t>21</a:t>
            </a:fld>
            <a:endParaRPr lang="en-US"/>
          </a:p>
        </p:txBody>
      </p:sp>
    </p:spTree>
    <p:extLst>
      <p:ext uri="{BB962C8B-B14F-4D97-AF65-F5344CB8AC3E}">
        <p14:creationId xmlns:p14="http://schemas.microsoft.com/office/powerpoint/2010/main" val="19953414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586CE-9C57-20EC-3B8A-6C44D64B68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A4285-91E6-3197-88E2-F32794C66E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94339F-B704-0C41-E8C4-F05B303D5D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A4FD00-D051-B1E8-5052-A0626DD6D409}"/>
              </a:ext>
            </a:extLst>
          </p:cNvPr>
          <p:cNvSpPr>
            <a:spLocks noGrp="1"/>
          </p:cNvSpPr>
          <p:nvPr>
            <p:ph type="sldNum" sz="quarter" idx="5"/>
          </p:nvPr>
        </p:nvSpPr>
        <p:spPr/>
        <p:txBody>
          <a:bodyPr/>
          <a:lstStyle/>
          <a:p>
            <a:fld id="{C0E9560A-78B4-504A-9396-2AE516B1349B}" type="slidenum">
              <a:rPr lang="en-US" smtClean="0"/>
              <a:t>22</a:t>
            </a:fld>
            <a:endParaRPr lang="en-US"/>
          </a:p>
        </p:txBody>
      </p:sp>
    </p:spTree>
    <p:extLst>
      <p:ext uri="{BB962C8B-B14F-4D97-AF65-F5344CB8AC3E}">
        <p14:creationId xmlns:p14="http://schemas.microsoft.com/office/powerpoint/2010/main" val="30085157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7AE6B-4C49-99F8-F2BE-0759E8A5CD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4112EB-FED6-3DEF-DCBE-476D54E571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D33675-58FB-11F0-A994-9C0C9D36B6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CB9557-B180-7D82-1589-544409AD3D6A}"/>
              </a:ext>
            </a:extLst>
          </p:cNvPr>
          <p:cNvSpPr>
            <a:spLocks noGrp="1"/>
          </p:cNvSpPr>
          <p:nvPr>
            <p:ph type="sldNum" sz="quarter" idx="5"/>
          </p:nvPr>
        </p:nvSpPr>
        <p:spPr/>
        <p:txBody>
          <a:bodyPr/>
          <a:lstStyle/>
          <a:p>
            <a:fld id="{C0E9560A-78B4-504A-9396-2AE516B1349B}" type="slidenum">
              <a:rPr lang="en-US" smtClean="0"/>
              <a:t>23</a:t>
            </a:fld>
            <a:endParaRPr lang="en-US"/>
          </a:p>
        </p:txBody>
      </p:sp>
    </p:spTree>
    <p:extLst>
      <p:ext uri="{BB962C8B-B14F-4D97-AF65-F5344CB8AC3E}">
        <p14:creationId xmlns:p14="http://schemas.microsoft.com/office/powerpoint/2010/main" val="22920084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F8621-7949-1F93-C5DC-0B6BCA8F8B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EAAE15-D0AB-68F2-A8E0-03AD9DED53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FD594C-2CAB-602C-0075-5DB5F581BB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45A134-7705-1742-694A-07E65C93619B}"/>
              </a:ext>
            </a:extLst>
          </p:cNvPr>
          <p:cNvSpPr>
            <a:spLocks noGrp="1"/>
          </p:cNvSpPr>
          <p:nvPr>
            <p:ph type="sldNum" sz="quarter" idx="5"/>
          </p:nvPr>
        </p:nvSpPr>
        <p:spPr/>
        <p:txBody>
          <a:bodyPr/>
          <a:lstStyle/>
          <a:p>
            <a:fld id="{C0E9560A-78B4-504A-9396-2AE516B1349B}" type="slidenum">
              <a:rPr lang="en-US" smtClean="0"/>
              <a:t>24</a:t>
            </a:fld>
            <a:endParaRPr lang="en-US"/>
          </a:p>
        </p:txBody>
      </p:sp>
    </p:spTree>
    <p:extLst>
      <p:ext uri="{BB962C8B-B14F-4D97-AF65-F5344CB8AC3E}">
        <p14:creationId xmlns:p14="http://schemas.microsoft.com/office/powerpoint/2010/main" val="10755108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6BBEF-62F5-6B78-8D6D-A4D0EF10F1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DA1CCC-BF95-623E-5EBA-D484691505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CD7358-164D-40CE-9321-518F4371B1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82B5D1-4E50-352D-F3B8-415638A89F2D}"/>
              </a:ext>
            </a:extLst>
          </p:cNvPr>
          <p:cNvSpPr>
            <a:spLocks noGrp="1"/>
          </p:cNvSpPr>
          <p:nvPr>
            <p:ph type="sldNum" sz="quarter" idx="5"/>
          </p:nvPr>
        </p:nvSpPr>
        <p:spPr/>
        <p:txBody>
          <a:bodyPr/>
          <a:lstStyle/>
          <a:p>
            <a:fld id="{C0E9560A-78B4-504A-9396-2AE516B1349B}" type="slidenum">
              <a:rPr lang="en-US" smtClean="0"/>
              <a:t>25</a:t>
            </a:fld>
            <a:endParaRPr lang="en-US"/>
          </a:p>
        </p:txBody>
      </p:sp>
    </p:spTree>
    <p:extLst>
      <p:ext uri="{BB962C8B-B14F-4D97-AF65-F5344CB8AC3E}">
        <p14:creationId xmlns:p14="http://schemas.microsoft.com/office/powerpoint/2010/main" val="20139260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FE508-EF66-BBEE-D3D0-5F7A0D7896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2F2832-7E78-FF24-D182-01BAD210C9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E16DD7-5103-DEB9-DD3D-9FBC8F8DCA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0374FA-7665-D0FB-6CAE-B692CDC48F00}"/>
              </a:ext>
            </a:extLst>
          </p:cNvPr>
          <p:cNvSpPr>
            <a:spLocks noGrp="1"/>
          </p:cNvSpPr>
          <p:nvPr>
            <p:ph type="sldNum" sz="quarter" idx="5"/>
          </p:nvPr>
        </p:nvSpPr>
        <p:spPr/>
        <p:txBody>
          <a:bodyPr/>
          <a:lstStyle/>
          <a:p>
            <a:fld id="{C0E9560A-78B4-504A-9396-2AE516B1349B}" type="slidenum">
              <a:rPr lang="en-US" smtClean="0"/>
              <a:t>26</a:t>
            </a:fld>
            <a:endParaRPr lang="en-US"/>
          </a:p>
        </p:txBody>
      </p:sp>
    </p:spTree>
    <p:extLst>
      <p:ext uri="{BB962C8B-B14F-4D97-AF65-F5344CB8AC3E}">
        <p14:creationId xmlns:p14="http://schemas.microsoft.com/office/powerpoint/2010/main" val="3071919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0A6FC-4E4A-C7B6-0300-55082E8B9D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FC42C7-504A-23F1-90A3-3EB02694F0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72DCFA-F6D2-9B49-750E-5E27C6DBF6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745C57-AC6B-707B-DA76-1A99228A1875}"/>
              </a:ext>
            </a:extLst>
          </p:cNvPr>
          <p:cNvSpPr>
            <a:spLocks noGrp="1"/>
          </p:cNvSpPr>
          <p:nvPr>
            <p:ph type="sldNum" sz="quarter" idx="5"/>
          </p:nvPr>
        </p:nvSpPr>
        <p:spPr/>
        <p:txBody>
          <a:bodyPr/>
          <a:lstStyle/>
          <a:p>
            <a:fld id="{C0E9560A-78B4-504A-9396-2AE516B1349B}" type="slidenum">
              <a:rPr lang="en-US" smtClean="0"/>
              <a:t>27</a:t>
            </a:fld>
            <a:endParaRPr lang="en-US"/>
          </a:p>
        </p:txBody>
      </p:sp>
    </p:spTree>
    <p:extLst>
      <p:ext uri="{BB962C8B-B14F-4D97-AF65-F5344CB8AC3E}">
        <p14:creationId xmlns:p14="http://schemas.microsoft.com/office/powerpoint/2010/main" val="31667838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86EA4-2807-CF03-8138-FFBC34CD5A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D0B5E0-ADA9-AB7F-ACEE-A0A0C5BC8D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EA69D5-7B36-467A-6D27-0F15ACA37A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7B2563-9C17-C459-27E7-5D964A253312}"/>
              </a:ext>
            </a:extLst>
          </p:cNvPr>
          <p:cNvSpPr>
            <a:spLocks noGrp="1"/>
          </p:cNvSpPr>
          <p:nvPr>
            <p:ph type="sldNum" sz="quarter" idx="5"/>
          </p:nvPr>
        </p:nvSpPr>
        <p:spPr/>
        <p:txBody>
          <a:bodyPr/>
          <a:lstStyle/>
          <a:p>
            <a:fld id="{C0E9560A-78B4-504A-9396-2AE516B1349B}" type="slidenum">
              <a:rPr lang="en-US" smtClean="0"/>
              <a:t>28</a:t>
            </a:fld>
            <a:endParaRPr lang="en-US"/>
          </a:p>
        </p:txBody>
      </p:sp>
    </p:spTree>
    <p:extLst>
      <p:ext uri="{BB962C8B-B14F-4D97-AF65-F5344CB8AC3E}">
        <p14:creationId xmlns:p14="http://schemas.microsoft.com/office/powerpoint/2010/main" val="41334498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1F79F-E719-DCD3-926F-12B39AC10C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DEE757-E0D3-75E7-CFE9-D13659F531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181DF3-6957-4AD1-9D1C-D267F29D01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BA2217-37B8-C504-0C8E-744A93C4850A}"/>
              </a:ext>
            </a:extLst>
          </p:cNvPr>
          <p:cNvSpPr>
            <a:spLocks noGrp="1"/>
          </p:cNvSpPr>
          <p:nvPr>
            <p:ph type="sldNum" sz="quarter" idx="5"/>
          </p:nvPr>
        </p:nvSpPr>
        <p:spPr/>
        <p:txBody>
          <a:bodyPr/>
          <a:lstStyle/>
          <a:p>
            <a:fld id="{C0E9560A-78B4-504A-9396-2AE516B1349B}" type="slidenum">
              <a:rPr lang="en-US" smtClean="0"/>
              <a:t>29</a:t>
            </a:fld>
            <a:endParaRPr lang="en-US"/>
          </a:p>
        </p:txBody>
      </p:sp>
    </p:spTree>
    <p:extLst>
      <p:ext uri="{BB962C8B-B14F-4D97-AF65-F5344CB8AC3E}">
        <p14:creationId xmlns:p14="http://schemas.microsoft.com/office/powerpoint/2010/main" val="15323723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9720B-0BCF-A85D-5F36-E6B25AE9CF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485A44-1B77-088D-6D61-F91D93ACC5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72D597-17AC-8375-B065-D963463B76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238C4B-FD43-DF1A-E147-1D1DB440BB34}"/>
              </a:ext>
            </a:extLst>
          </p:cNvPr>
          <p:cNvSpPr>
            <a:spLocks noGrp="1"/>
          </p:cNvSpPr>
          <p:nvPr>
            <p:ph type="sldNum" sz="quarter" idx="5"/>
          </p:nvPr>
        </p:nvSpPr>
        <p:spPr/>
        <p:txBody>
          <a:bodyPr/>
          <a:lstStyle/>
          <a:p>
            <a:fld id="{C0E9560A-78B4-504A-9396-2AE516B1349B}" type="slidenum">
              <a:rPr lang="en-US" smtClean="0"/>
              <a:t>30</a:t>
            </a:fld>
            <a:endParaRPr lang="en-US"/>
          </a:p>
        </p:txBody>
      </p:sp>
    </p:spTree>
    <p:extLst>
      <p:ext uri="{BB962C8B-B14F-4D97-AF65-F5344CB8AC3E}">
        <p14:creationId xmlns:p14="http://schemas.microsoft.com/office/powerpoint/2010/main" val="41211081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8ABA3-46B1-A39A-9730-B5126DA942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A4E99E-4393-EADD-144E-545D04F379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1B1EAC-A084-6DD0-8A6B-049A6E98E8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FD9EFB-A5CD-753D-934C-B46BB6610E05}"/>
              </a:ext>
            </a:extLst>
          </p:cNvPr>
          <p:cNvSpPr>
            <a:spLocks noGrp="1"/>
          </p:cNvSpPr>
          <p:nvPr>
            <p:ph type="sldNum" sz="quarter" idx="5"/>
          </p:nvPr>
        </p:nvSpPr>
        <p:spPr/>
        <p:txBody>
          <a:bodyPr/>
          <a:lstStyle/>
          <a:p>
            <a:fld id="{C0E9560A-78B4-504A-9396-2AE516B1349B}" type="slidenum">
              <a:rPr lang="en-US" smtClean="0"/>
              <a:t>31</a:t>
            </a:fld>
            <a:endParaRPr lang="en-US"/>
          </a:p>
        </p:txBody>
      </p:sp>
    </p:spTree>
    <p:extLst>
      <p:ext uri="{BB962C8B-B14F-4D97-AF65-F5344CB8AC3E}">
        <p14:creationId xmlns:p14="http://schemas.microsoft.com/office/powerpoint/2010/main" val="23489778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F577F-6F91-4D69-6324-3A081420CF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D80ED5-42AA-7A1E-A73C-431FE3B0DB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0FF996-CE27-A2C7-6C04-DE171A74D6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6815D7-1EF2-E356-04E8-9DEF3DF8EBD6}"/>
              </a:ext>
            </a:extLst>
          </p:cNvPr>
          <p:cNvSpPr>
            <a:spLocks noGrp="1"/>
          </p:cNvSpPr>
          <p:nvPr>
            <p:ph type="sldNum" sz="quarter" idx="5"/>
          </p:nvPr>
        </p:nvSpPr>
        <p:spPr/>
        <p:txBody>
          <a:bodyPr/>
          <a:lstStyle/>
          <a:p>
            <a:fld id="{C0E9560A-78B4-504A-9396-2AE516B1349B}" type="slidenum">
              <a:rPr lang="en-US" smtClean="0"/>
              <a:t>32</a:t>
            </a:fld>
            <a:endParaRPr lang="en-US"/>
          </a:p>
        </p:txBody>
      </p:sp>
    </p:spTree>
    <p:extLst>
      <p:ext uri="{BB962C8B-B14F-4D97-AF65-F5344CB8AC3E}">
        <p14:creationId xmlns:p14="http://schemas.microsoft.com/office/powerpoint/2010/main" val="16821275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8C47D-06FE-2679-48B0-055E12568B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832803-DB93-05A7-0066-4CFE8E8DA6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8177FA-96B4-FCCD-2B1B-45F2F40B70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4291DE-0E61-3543-C61A-4654CAFD0F28}"/>
              </a:ext>
            </a:extLst>
          </p:cNvPr>
          <p:cNvSpPr>
            <a:spLocks noGrp="1"/>
          </p:cNvSpPr>
          <p:nvPr>
            <p:ph type="sldNum" sz="quarter" idx="5"/>
          </p:nvPr>
        </p:nvSpPr>
        <p:spPr/>
        <p:txBody>
          <a:bodyPr/>
          <a:lstStyle/>
          <a:p>
            <a:fld id="{C0E9560A-78B4-504A-9396-2AE516B1349B}" type="slidenum">
              <a:rPr lang="en-US" smtClean="0"/>
              <a:t>33</a:t>
            </a:fld>
            <a:endParaRPr lang="en-US"/>
          </a:p>
        </p:txBody>
      </p:sp>
    </p:spTree>
    <p:extLst>
      <p:ext uri="{BB962C8B-B14F-4D97-AF65-F5344CB8AC3E}">
        <p14:creationId xmlns:p14="http://schemas.microsoft.com/office/powerpoint/2010/main" val="34686961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14F55-E534-B112-2581-9530581D8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123A7D-DB84-1608-88CE-6D2476FFB8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5B91D1-3DB7-A563-0766-ABB2F86A7B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698C6C-B0D4-0F3C-B649-0FFE4F329A97}"/>
              </a:ext>
            </a:extLst>
          </p:cNvPr>
          <p:cNvSpPr>
            <a:spLocks noGrp="1"/>
          </p:cNvSpPr>
          <p:nvPr>
            <p:ph type="sldNum" sz="quarter" idx="5"/>
          </p:nvPr>
        </p:nvSpPr>
        <p:spPr/>
        <p:txBody>
          <a:bodyPr/>
          <a:lstStyle/>
          <a:p>
            <a:fld id="{C0E9560A-78B4-504A-9396-2AE516B1349B}" type="slidenum">
              <a:rPr lang="en-US" smtClean="0"/>
              <a:t>34</a:t>
            </a:fld>
            <a:endParaRPr lang="en-US"/>
          </a:p>
        </p:txBody>
      </p:sp>
    </p:spTree>
    <p:extLst>
      <p:ext uri="{BB962C8B-B14F-4D97-AF65-F5344CB8AC3E}">
        <p14:creationId xmlns:p14="http://schemas.microsoft.com/office/powerpoint/2010/main" val="20229104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D992A-A22C-7491-F3F1-890C11E11B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B378AF-23F9-D206-9435-1C9F590CD6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2669AE-696F-E8F7-486E-D9D52CE870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8A6238-C91C-380D-ECB2-F8236291294C}"/>
              </a:ext>
            </a:extLst>
          </p:cNvPr>
          <p:cNvSpPr>
            <a:spLocks noGrp="1"/>
          </p:cNvSpPr>
          <p:nvPr>
            <p:ph type="sldNum" sz="quarter" idx="5"/>
          </p:nvPr>
        </p:nvSpPr>
        <p:spPr/>
        <p:txBody>
          <a:bodyPr/>
          <a:lstStyle/>
          <a:p>
            <a:fld id="{C0E9560A-78B4-504A-9396-2AE516B1349B}" type="slidenum">
              <a:rPr lang="en-US" smtClean="0"/>
              <a:t>35</a:t>
            </a:fld>
            <a:endParaRPr lang="en-US"/>
          </a:p>
        </p:txBody>
      </p:sp>
    </p:spTree>
    <p:extLst>
      <p:ext uri="{BB962C8B-B14F-4D97-AF65-F5344CB8AC3E}">
        <p14:creationId xmlns:p14="http://schemas.microsoft.com/office/powerpoint/2010/main" val="40808464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54DD4-1234-E3BE-69F9-9126875D23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CB5DDE-E088-5FAC-2846-1EA6597AA8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722390-E488-7633-7C58-7FE3B6FAC5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6CD98F-AC8E-1F4A-7702-BC9150EAF834}"/>
              </a:ext>
            </a:extLst>
          </p:cNvPr>
          <p:cNvSpPr>
            <a:spLocks noGrp="1"/>
          </p:cNvSpPr>
          <p:nvPr>
            <p:ph type="sldNum" sz="quarter" idx="5"/>
          </p:nvPr>
        </p:nvSpPr>
        <p:spPr/>
        <p:txBody>
          <a:bodyPr/>
          <a:lstStyle/>
          <a:p>
            <a:fld id="{C0E9560A-78B4-504A-9396-2AE516B1349B}" type="slidenum">
              <a:rPr lang="en-US" smtClean="0"/>
              <a:t>36</a:t>
            </a:fld>
            <a:endParaRPr lang="en-US"/>
          </a:p>
        </p:txBody>
      </p:sp>
    </p:spTree>
    <p:extLst>
      <p:ext uri="{BB962C8B-B14F-4D97-AF65-F5344CB8AC3E}">
        <p14:creationId xmlns:p14="http://schemas.microsoft.com/office/powerpoint/2010/main" val="18437266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3DCE3-9018-D873-EB10-774D4662F7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7FE5C5-3C38-F6D9-0425-4BF5FBBA21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730C43-F8B4-8556-AC2E-0FFF8C2BB7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69C5BC-6E3A-5C07-F8AE-46CAA947540D}"/>
              </a:ext>
            </a:extLst>
          </p:cNvPr>
          <p:cNvSpPr>
            <a:spLocks noGrp="1"/>
          </p:cNvSpPr>
          <p:nvPr>
            <p:ph type="sldNum" sz="quarter" idx="5"/>
          </p:nvPr>
        </p:nvSpPr>
        <p:spPr/>
        <p:txBody>
          <a:bodyPr/>
          <a:lstStyle/>
          <a:p>
            <a:fld id="{C0E9560A-78B4-504A-9396-2AE516B1349B}" type="slidenum">
              <a:rPr lang="en-US" smtClean="0"/>
              <a:t>37</a:t>
            </a:fld>
            <a:endParaRPr lang="en-US"/>
          </a:p>
        </p:txBody>
      </p:sp>
    </p:spTree>
    <p:extLst>
      <p:ext uri="{BB962C8B-B14F-4D97-AF65-F5344CB8AC3E}">
        <p14:creationId xmlns:p14="http://schemas.microsoft.com/office/powerpoint/2010/main" val="77157181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D94BA-CF7D-3F1E-5FC5-D78C3355E9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52D33-E7B8-DE5C-E35F-635D1AFC01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33278F-17D5-0035-C350-46E09D506F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B004A8-40AB-0951-9B12-9A134B3A414F}"/>
              </a:ext>
            </a:extLst>
          </p:cNvPr>
          <p:cNvSpPr>
            <a:spLocks noGrp="1"/>
          </p:cNvSpPr>
          <p:nvPr>
            <p:ph type="sldNum" sz="quarter" idx="5"/>
          </p:nvPr>
        </p:nvSpPr>
        <p:spPr/>
        <p:txBody>
          <a:bodyPr/>
          <a:lstStyle/>
          <a:p>
            <a:fld id="{C0E9560A-78B4-504A-9396-2AE516B1349B}" type="slidenum">
              <a:rPr lang="en-US" smtClean="0"/>
              <a:t>38</a:t>
            </a:fld>
            <a:endParaRPr lang="en-US"/>
          </a:p>
        </p:txBody>
      </p:sp>
    </p:spTree>
    <p:extLst>
      <p:ext uri="{BB962C8B-B14F-4D97-AF65-F5344CB8AC3E}">
        <p14:creationId xmlns:p14="http://schemas.microsoft.com/office/powerpoint/2010/main" val="14041746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DFE7A-45FD-E10B-5699-866FC89F76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4A21C6-DA78-EDC0-8204-68029BB284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933B79-F32B-6EB7-9238-DFBF696484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AB87C4-3A14-EDD0-BF3F-50D945C34C3A}"/>
              </a:ext>
            </a:extLst>
          </p:cNvPr>
          <p:cNvSpPr>
            <a:spLocks noGrp="1"/>
          </p:cNvSpPr>
          <p:nvPr>
            <p:ph type="sldNum" sz="quarter" idx="5"/>
          </p:nvPr>
        </p:nvSpPr>
        <p:spPr/>
        <p:txBody>
          <a:bodyPr/>
          <a:lstStyle/>
          <a:p>
            <a:fld id="{C0E9560A-78B4-504A-9396-2AE516B1349B}" type="slidenum">
              <a:rPr lang="en-US" smtClean="0"/>
              <a:t>39</a:t>
            </a:fld>
            <a:endParaRPr lang="en-US"/>
          </a:p>
        </p:txBody>
      </p:sp>
    </p:spTree>
    <p:extLst>
      <p:ext uri="{BB962C8B-B14F-4D97-AF65-F5344CB8AC3E}">
        <p14:creationId xmlns:p14="http://schemas.microsoft.com/office/powerpoint/2010/main" val="47808109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7801A-B524-5276-EB24-2FEADB2623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6C716-B609-F28E-7A28-B1904CFC67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4EB3FE-FD06-A2AE-0B33-0A8382325D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CF566F-931F-CD32-23FB-AAFB4022F837}"/>
              </a:ext>
            </a:extLst>
          </p:cNvPr>
          <p:cNvSpPr>
            <a:spLocks noGrp="1"/>
          </p:cNvSpPr>
          <p:nvPr>
            <p:ph type="sldNum" sz="quarter" idx="5"/>
          </p:nvPr>
        </p:nvSpPr>
        <p:spPr/>
        <p:txBody>
          <a:bodyPr/>
          <a:lstStyle/>
          <a:p>
            <a:fld id="{C0E9560A-78B4-504A-9396-2AE516B1349B}" type="slidenum">
              <a:rPr lang="en-US" smtClean="0"/>
              <a:t>40</a:t>
            </a:fld>
            <a:endParaRPr lang="en-US"/>
          </a:p>
        </p:txBody>
      </p:sp>
    </p:spTree>
    <p:extLst>
      <p:ext uri="{BB962C8B-B14F-4D97-AF65-F5344CB8AC3E}">
        <p14:creationId xmlns:p14="http://schemas.microsoft.com/office/powerpoint/2010/main" val="277294493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2688B-618F-B5D1-EC6E-92F9F16645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BA0301-B91C-33E8-0A42-941D28B96B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F5F550-E3E2-4861-73C5-B2A0B2F218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1CB16D-32B7-3A1C-E2D4-27607FEABE71}"/>
              </a:ext>
            </a:extLst>
          </p:cNvPr>
          <p:cNvSpPr>
            <a:spLocks noGrp="1"/>
          </p:cNvSpPr>
          <p:nvPr>
            <p:ph type="sldNum" sz="quarter" idx="5"/>
          </p:nvPr>
        </p:nvSpPr>
        <p:spPr/>
        <p:txBody>
          <a:bodyPr/>
          <a:lstStyle/>
          <a:p>
            <a:fld id="{C0E9560A-78B4-504A-9396-2AE516B1349B}" type="slidenum">
              <a:rPr lang="en-US" smtClean="0"/>
              <a:t>41</a:t>
            </a:fld>
            <a:endParaRPr lang="en-US"/>
          </a:p>
        </p:txBody>
      </p:sp>
    </p:spTree>
    <p:extLst>
      <p:ext uri="{BB962C8B-B14F-4D97-AF65-F5344CB8AC3E}">
        <p14:creationId xmlns:p14="http://schemas.microsoft.com/office/powerpoint/2010/main" val="154778835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0E3F3-DD1F-5C04-1E47-FEFEED373B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574953-671D-DE6F-A895-0CB646B0ED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393EB2-26F1-7A32-D33D-60F2EC533B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A885B2-21A8-1FE2-01F2-2038A287F103}"/>
              </a:ext>
            </a:extLst>
          </p:cNvPr>
          <p:cNvSpPr>
            <a:spLocks noGrp="1"/>
          </p:cNvSpPr>
          <p:nvPr>
            <p:ph type="sldNum" sz="quarter" idx="5"/>
          </p:nvPr>
        </p:nvSpPr>
        <p:spPr/>
        <p:txBody>
          <a:bodyPr/>
          <a:lstStyle/>
          <a:p>
            <a:fld id="{C0E9560A-78B4-504A-9396-2AE516B1349B}" type="slidenum">
              <a:rPr lang="en-US" smtClean="0"/>
              <a:t>42</a:t>
            </a:fld>
            <a:endParaRPr lang="en-US"/>
          </a:p>
        </p:txBody>
      </p:sp>
    </p:spTree>
    <p:extLst>
      <p:ext uri="{BB962C8B-B14F-4D97-AF65-F5344CB8AC3E}">
        <p14:creationId xmlns:p14="http://schemas.microsoft.com/office/powerpoint/2010/main" val="17054679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100A1-CB8D-AA61-93AE-840E4A2F53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68587-B7E1-3ECB-19EA-D39D824A0E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F699AB-A053-0C57-7898-CF7D3AEE77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9741BD-4A32-F950-56FC-396DB8021BE3}"/>
              </a:ext>
            </a:extLst>
          </p:cNvPr>
          <p:cNvSpPr>
            <a:spLocks noGrp="1"/>
          </p:cNvSpPr>
          <p:nvPr>
            <p:ph type="sldNum" sz="quarter" idx="5"/>
          </p:nvPr>
        </p:nvSpPr>
        <p:spPr/>
        <p:txBody>
          <a:bodyPr/>
          <a:lstStyle/>
          <a:p>
            <a:fld id="{C0E9560A-78B4-504A-9396-2AE516B1349B}" type="slidenum">
              <a:rPr lang="en-US" smtClean="0"/>
              <a:t>43</a:t>
            </a:fld>
            <a:endParaRPr lang="en-US"/>
          </a:p>
        </p:txBody>
      </p:sp>
    </p:spTree>
    <p:extLst>
      <p:ext uri="{BB962C8B-B14F-4D97-AF65-F5344CB8AC3E}">
        <p14:creationId xmlns:p14="http://schemas.microsoft.com/office/powerpoint/2010/main" val="2869038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3AB47-F9B6-7C32-C9B4-5A8943D6EC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7FB72F-2437-1B61-480E-07A8615B18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34E126-530A-4876-6D36-8B2260A9ED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3AAF46-7A4E-1354-1DA6-B342CAE46F2D}"/>
              </a:ext>
            </a:extLst>
          </p:cNvPr>
          <p:cNvSpPr>
            <a:spLocks noGrp="1"/>
          </p:cNvSpPr>
          <p:nvPr>
            <p:ph type="sldNum" sz="quarter" idx="5"/>
          </p:nvPr>
        </p:nvSpPr>
        <p:spPr/>
        <p:txBody>
          <a:bodyPr/>
          <a:lstStyle/>
          <a:p>
            <a:fld id="{C0E9560A-78B4-504A-9396-2AE516B1349B}" type="slidenum">
              <a:rPr lang="en-US" smtClean="0"/>
              <a:t>44</a:t>
            </a:fld>
            <a:endParaRPr lang="en-US"/>
          </a:p>
        </p:txBody>
      </p:sp>
    </p:spTree>
    <p:extLst>
      <p:ext uri="{BB962C8B-B14F-4D97-AF65-F5344CB8AC3E}">
        <p14:creationId xmlns:p14="http://schemas.microsoft.com/office/powerpoint/2010/main" val="156741398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D62E8-AA30-AAEB-5DAB-E8566422B9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A8B1CD-CD6C-1000-0D68-E8683A9C68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D1EC56-7EA5-4E08-CEA9-0F3B66088C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BC22A8-E375-005C-42C1-FFF355B8004D}"/>
              </a:ext>
            </a:extLst>
          </p:cNvPr>
          <p:cNvSpPr>
            <a:spLocks noGrp="1"/>
          </p:cNvSpPr>
          <p:nvPr>
            <p:ph type="sldNum" sz="quarter" idx="5"/>
          </p:nvPr>
        </p:nvSpPr>
        <p:spPr/>
        <p:txBody>
          <a:bodyPr/>
          <a:lstStyle/>
          <a:p>
            <a:fld id="{C0E9560A-78B4-504A-9396-2AE516B1349B}" type="slidenum">
              <a:rPr lang="en-US" smtClean="0"/>
              <a:t>45</a:t>
            </a:fld>
            <a:endParaRPr lang="en-US"/>
          </a:p>
        </p:txBody>
      </p:sp>
    </p:spTree>
    <p:extLst>
      <p:ext uri="{BB962C8B-B14F-4D97-AF65-F5344CB8AC3E}">
        <p14:creationId xmlns:p14="http://schemas.microsoft.com/office/powerpoint/2010/main" val="25675079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B4B26-217B-4B8B-FAF4-86766950ED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E42398-E24F-A49C-4B3C-413F50AF44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6EEFB6-A3B8-87A5-6185-C331E47E68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D0C6AB-E2BC-CFDA-846D-1067C96B7F71}"/>
              </a:ext>
            </a:extLst>
          </p:cNvPr>
          <p:cNvSpPr>
            <a:spLocks noGrp="1"/>
          </p:cNvSpPr>
          <p:nvPr>
            <p:ph type="sldNum" sz="quarter" idx="5"/>
          </p:nvPr>
        </p:nvSpPr>
        <p:spPr/>
        <p:txBody>
          <a:bodyPr/>
          <a:lstStyle/>
          <a:p>
            <a:fld id="{C0E9560A-78B4-504A-9396-2AE516B1349B}" type="slidenum">
              <a:rPr lang="en-US" smtClean="0"/>
              <a:t>46</a:t>
            </a:fld>
            <a:endParaRPr lang="en-US"/>
          </a:p>
        </p:txBody>
      </p:sp>
    </p:spTree>
    <p:extLst>
      <p:ext uri="{BB962C8B-B14F-4D97-AF65-F5344CB8AC3E}">
        <p14:creationId xmlns:p14="http://schemas.microsoft.com/office/powerpoint/2010/main" val="86108582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9050B-1805-92FB-A81F-CF127FA81A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3ED43F-C7A7-385A-BA01-2869B6A003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854680-EC05-D115-BDD0-A9B6EC61CA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ED59B4-36AD-0398-19C6-77E69DE95C71}"/>
              </a:ext>
            </a:extLst>
          </p:cNvPr>
          <p:cNvSpPr>
            <a:spLocks noGrp="1"/>
          </p:cNvSpPr>
          <p:nvPr>
            <p:ph type="sldNum" sz="quarter" idx="5"/>
          </p:nvPr>
        </p:nvSpPr>
        <p:spPr/>
        <p:txBody>
          <a:bodyPr/>
          <a:lstStyle/>
          <a:p>
            <a:fld id="{C0E9560A-78B4-504A-9396-2AE516B1349B}" type="slidenum">
              <a:rPr lang="en-US" smtClean="0"/>
              <a:t>47</a:t>
            </a:fld>
            <a:endParaRPr lang="en-US"/>
          </a:p>
        </p:txBody>
      </p:sp>
    </p:spTree>
    <p:extLst>
      <p:ext uri="{BB962C8B-B14F-4D97-AF65-F5344CB8AC3E}">
        <p14:creationId xmlns:p14="http://schemas.microsoft.com/office/powerpoint/2010/main" val="76338356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BC019-903E-0D50-3553-7AA1D7C582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1B63DD-7161-7BD5-76DA-7A5175F8D2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B7A28D-94DC-F926-E583-5A8833A0B2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95B405-989E-4EA3-ABB5-9F49F629ED21}"/>
              </a:ext>
            </a:extLst>
          </p:cNvPr>
          <p:cNvSpPr>
            <a:spLocks noGrp="1"/>
          </p:cNvSpPr>
          <p:nvPr>
            <p:ph type="sldNum" sz="quarter" idx="5"/>
          </p:nvPr>
        </p:nvSpPr>
        <p:spPr/>
        <p:txBody>
          <a:bodyPr/>
          <a:lstStyle/>
          <a:p>
            <a:fld id="{C0E9560A-78B4-504A-9396-2AE516B1349B}" type="slidenum">
              <a:rPr lang="en-US" smtClean="0"/>
              <a:t>48</a:t>
            </a:fld>
            <a:endParaRPr lang="en-US"/>
          </a:p>
        </p:txBody>
      </p:sp>
    </p:spTree>
    <p:extLst>
      <p:ext uri="{BB962C8B-B14F-4D97-AF65-F5344CB8AC3E}">
        <p14:creationId xmlns:p14="http://schemas.microsoft.com/office/powerpoint/2010/main" val="331557462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27D01-ABE3-E6FC-7234-C5A44B74DC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8F5D50-342B-6ECF-F88C-49FF073013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EDD7EE-684C-92B5-7164-5618FD7986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F51989-EA9E-7D78-A45F-5B6F7F464F91}"/>
              </a:ext>
            </a:extLst>
          </p:cNvPr>
          <p:cNvSpPr>
            <a:spLocks noGrp="1"/>
          </p:cNvSpPr>
          <p:nvPr>
            <p:ph type="sldNum" sz="quarter" idx="5"/>
          </p:nvPr>
        </p:nvSpPr>
        <p:spPr/>
        <p:txBody>
          <a:bodyPr/>
          <a:lstStyle/>
          <a:p>
            <a:fld id="{C0E9560A-78B4-504A-9396-2AE516B1349B}" type="slidenum">
              <a:rPr lang="en-US" smtClean="0"/>
              <a:t>49</a:t>
            </a:fld>
            <a:endParaRPr lang="en-US"/>
          </a:p>
        </p:txBody>
      </p:sp>
    </p:spTree>
    <p:extLst>
      <p:ext uri="{BB962C8B-B14F-4D97-AF65-F5344CB8AC3E}">
        <p14:creationId xmlns:p14="http://schemas.microsoft.com/office/powerpoint/2010/main" val="56907070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79E87-26CD-A7AB-2F12-1BEC346E64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43D065-F9B3-5ADC-2A30-C1BAF50719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4021BF-964B-0BD3-A2DA-B141FD5E7A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418919-591E-22B3-5A8B-D59F63A38048}"/>
              </a:ext>
            </a:extLst>
          </p:cNvPr>
          <p:cNvSpPr>
            <a:spLocks noGrp="1"/>
          </p:cNvSpPr>
          <p:nvPr>
            <p:ph type="sldNum" sz="quarter" idx="5"/>
          </p:nvPr>
        </p:nvSpPr>
        <p:spPr/>
        <p:txBody>
          <a:bodyPr/>
          <a:lstStyle/>
          <a:p>
            <a:fld id="{C0E9560A-78B4-504A-9396-2AE516B1349B}" type="slidenum">
              <a:rPr lang="en-US" smtClean="0"/>
              <a:t>50</a:t>
            </a:fld>
            <a:endParaRPr lang="en-US"/>
          </a:p>
        </p:txBody>
      </p:sp>
    </p:spTree>
    <p:extLst>
      <p:ext uri="{BB962C8B-B14F-4D97-AF65-F5344CB8AC3E}">
        <p14:creationId xmlns:p14="http://schemas.microsoft.com/office/powerpoint/2010/main" val="420552485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E681E-599B-E70F-AAA3-857534914E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DF1D59-BE49-3FF1-1530-A0CD4374F8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43EC75-99CE-5FBD-7297-60142FB132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FBAA3D-1A4A-5B70-6558-76BCBFD8E6B0}"/>
              </a:ext>
            </a:extLst>
          </p:cNvPr>
          <p:cNvSpPr>
            <a:spLocks noGrp="1"/>
          </p:cNvSpPr>
          <p:nvPr>
            <p:ph type="sldNum" sz="quarter" idx="5"/>
          </p:nvPr>
        </p:nvSpPr>
        <p:spPr/>
        <p:txBody>
          <a:bodyPr/>
          <a:lstStyle/>
          <a:p>
            <a:fld id="{C0E9560A-78B4-504A-9396-2AE516B1349B}" type="slidenum">
              <a:rPr lang="en-US" smtClean="0"/>
              <a:t>51</a:t>
            </a:fld>
            <a:endParaRPr lang="en-US"/>
          </a:p>
        </p:txBody>
      </p:sp>
    </p:spTree>
    <p:extLst>
      <p:ext uri="{BB962C8B-B14F-4D97-AF65-F5344CB8AC3E}">
        <p14:creationId xmlns:p14="http://schemas.microsoft.com/office/powerpoint/2010/main" val="265154562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1CAD0-1B82-A03C-747C-24A38004A2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F604DA-5B55-7AA5-A2B5-43C02BF1D1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A6C713-A54C-D5B0-AA6B-0C8D99BA3F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805CF5-04FE-03AD-CE5C-97E225C3A6C6}"/>
              </a:ext>
            </a:extLst>
          </p:cNvPr>
          <p:cNvSpPr>
            <a:spLocks noGrp="1"/>
          </p:cNvSpPr>
          <p:nvPr>
            <p:ph type="sldNum" sz="quarter" idx="5"/>
          </p:nvPr>
        </p:nvSpPr>
        <p:spPr/>
        <p:txBody>
          <a:bodyPr/>
          <a:lstStyle/>
          <a:p>
            <a:fld id="{C0E9560A-78B4-504A-9396-2AE516B1349B}" type="slidenum">
              <a:rPr lang="en-US" smtClean="0"/>
              <a:t>52</a:t>
            </a:fld>
            <a:endParaRPr lang="en-US"/>
          </a:p>
        </p:txBody>
      </p:sp>
    </p:spTree>
    <p:extLst>
      <p:ext uri="{BB962C8B-B14F-4D97-AF65-F5344CB8AC3E}">
        <p14:creationId xmlns:p14="http://schemas.microsoft.com/office/powerpoint/2010/main" val="99802667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6A88B-05C3-6D56-19F9-917F71473F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958144-5939-60FA-D0E8-F4489846CF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63EAED-D556-0655-2478-EFC07FAB8A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B5A3AB-2BC7-249E-13BE-9FB09B746460}"/>
              </a:ext>
            </a:extLst>
          </p:cNvPr>
          <p:cNvSpPr>
            <a:spLocks noGrp="1"/>
          </p:cNvSpPr>
          <p:nvPr>
            <p:ph type="sldNum" sz="quarter" idx="5"/>
          </p:nvPr>
        </p:nvSpPr>
        <p:spPr/>
        <p:txBody>
          <a:bodyPr/>
          <a:lstStyle/>
          <a:p>
            <a:fld id="{C0E9560A-78B4-504A-9396-2AE516B1349B}" type="slidenum">
              <a:rPr lang="en-US" smtClean="0"/>
              <a:t>53</a:t>
            </a:fld>
            <a:endParaRPr lang="en-US"/>
          </a:p>
        </p:txBody>
      </p:sp>
    </p:spTree>
    <p:extLst>
      <p:ext uri="{BB962C8B-B14F-4D97-AF65-F5344CB8AC3E}">
        <p14:creationId xmlns:p14="http://schemas.microsoft.com/office/powerpoint/2010/main" val="367380708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9F750-9132-EAFB-A263-4FB5F7A92E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EF20A4-CC3A-BFD3-6E5A-1CF0378BAE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1B91E9-A69D-A07C-6245-04B6DF823C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24BF8F-C082-3C5A-8A1E-5A6F1F33FFD7}"/>
              </a:ext>
            </a:extLst>
          </p:cNvPr>
          <p:cNvSpPr>
            <a:spLocks noGrp="1"/>
          </p:cNvSpPr>
          <p:nvPr>
            <p:ph type="sldNum" sz="quarter" idx="5"/>
          </p:nvPr>
        </p:nvSpPr>
        <p:spPr/>
        <p:txBody>
          <a:bodyPr/>
          <a:lstStyle/>
          <a:p>
            <a:fld id="{C0E9560A-78B4-504A-9396-2AE516B1349B}" type="slidenum">
              <a:rPr lang="en-US" smtClean="0"/>
              <a:t>54</a:t>
            </a:fld>
            <a:endParaRPr lang="en-US"/>
          </a:p>
        </p:txBody>
      </p:sp>
    </p:spTree>
    <p:extLst>
      <p:ext uri="{BB962C8B-B14F-4D97-AF65-F5344CB8AC3E}">
        <p14:creationId xmlns:p14="http://schemas.microsoft.com/office/powerpoint/2010/main" val="135662742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06A4E-632C-ED64-FB60-E691563139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9F5520-69B7-F1D4-EBC4-CA79BD3C5E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2E9DE7-1120-DE41-F527-C7AEC3B979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65A41F-2F1A-B0F3-3A98-B82FF8B1AEE2}"/>
              </a:ext>
            </a:extLst>
          </p:cNvPr>
          <p:cNvSpPr>
            <a:spLocks noGrp="1"/>
          </p:cNvSpPr>
          <p:nvPr>
            <p:ph type="sldNum" sz="quarter" idx="5"/>
          </p:nvPr>
        </p:nvSpPr>
        <p:spPr/>
        <p:txBody>
          <a:bodyPr/>
          <a:lstStyle/>
          <a:p>
            <a:fld id="{C0E9560A-78B4-504A-9396-2AE516B1349B}" type="slidenum">
              <a:rPr lang="en-US" smtClean="0"/>
              <a:t>55</a:t>
            </a:fld>
            <a:endParaRPr lang="en-US"/>
          </a:p>
        </p:txBody>
      </p:sp>
    </p:spTree>
    <p:extLst>
      <p:ext uri="{BB962C8B-B14F-4D97-AF65-F5344CB8AC3E}">
        <p14:creationId xmlns:p14="http://schemas.microsoft.com/office/powerpoint/2010/main" val="129066898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EDDA6-1926-0BFA-4EF2-9C7F310226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AFA639-3A53-9903-2A67-D0569C9375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3C0D43-C243-B286-0187-CCE42DD365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9F009D-CEBF-BFD0-B178-6D78B3F132A0}"/>
              </a:ext>
            </a:extLst>
          </p:cNvPr>
          <p:cNvSpPr>
            <a:spLocks noGrp="1"/>
          </p:cNvSpPr>
          <p:nvPr>
            <p:ph type="sldNum" sz="quarter" idx="5"/>
          </p:nvPr>
        </p:nvSpPr>
        <p:spPr/>
        <p:txBody>
          <a:bodyPr/>
          <a:lstStyle/>
          <a:p>
            <a:fld id="{C0E9560A-78B4-504A-9396-2AE516B1349B}" type="slidenum">
              <a:rPr lang="en-US" smtClean="0"/>
              <a:t>56</a:t>
            </a:fld>
            <a:endParaRPr lang="en-US"/>
          </a:p>
        </p:txBody>
      </p:sp>
    </p:spTree>
    <p:extLst>
      <p:ext uri="{BB962C8B-B14F-4D97-AF65-F5344CB8AC3E}">
        <p14:creationId xmlns:p14="http://schemas.microsoft.com/office/powerpoint/2010/main" val="62652851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CA1A1-C55B-5D00-8948-F46753C241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D2790B-1823-E164-2106-B0E518C8EE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FB11F4-A9D8-14C7-0F24-2318CAED4B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20FDE7-EB0B-7C2F-9813-1C3149E3F802}"/>
              </a:ext>
            </a:extLst>
          </p:cNvPr>
          <p:cNvSpPr>
            <a:spLocks noGrp="1"/>
          </p:cNvSpPr>
          <p:nvPr>
            <p:ph type="sldNum" sz="quarter" idx="5"/>
          </p:nvPr>
        </p:nvSpPr>
        <p:spPr/>
        <p:txBody>
          <a:bodyPr/>
          <a:lstStyle/>
          <a:p>
            <a:fld id="{C0E9560A-78B4-504A-9396-2AE516B1349B}" type="slidenum">
              <a:rPr lang="en-US" smtClean="0"/>
              <a:t>57</a:t>
            </a:fld>
            <a:endParaRPr lang="en-US"/>
          </a:p>
        </p:txBody>
      </p:sp>
    </p:spTree>
    <p:extLst>
      <p:ext uri="{BB962C8B-B14F-4D97-AF65-F5344CB8AC3E}">
        <p14:creationId xmlns:p14="http://schemas.microsoft.com/office/powerpoint/2010/main" val="408796035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A6BCD-62FC-2EEF-0E4D-B9E380F295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6B7398-22B3-7C96-3975-4813402381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4EDF08-766D-F816-9FAD-00205BF418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3E548B-F13E-1EB6-9800-64E8B77BC4CC}"/>
              </a:ext>
            </a:extLst>
          </p:cNvPr>
          <p:cNvSpPr>
            <a:spLocks noGrp="1"/>
          </p:cNvSpPr>
          <p:nvPr>
            <p:ph type="sldNum" sz="quarter" idx="5"/>
          </p:nvPr>
        </p:nvSpPr>
        <p:spPr/>
        <p:txBody>
          <a:bodyPr/>
          <a:lstStyle/>
          <a:p>
            <a:fld id="{C0E9560A-78B4-504A-9396-2AE516B1349B}" type="slidenum">
              <a:rPr lang="en-US" smtClean="0"/>
              <a:t>58</a:t>
            </a:fld>
            <a:endParaRPr lang="en-US"/>
          </a:p>
        </p:txBody>
      </p:sp>
    </p:spTree>
    <p:extLst>
      <p:ext uri="{BB962C8B-B14F-4D97-AF65-F5344CB8AC3E}">
        <p14:creationId xmlns:p14="http://schemas.microsoft.com/office/powerpoint/2010/main" val="29772076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F1D6D-BF19-B92F-E917-CB2DB9E5EB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FD3FE2-B620-6EB1-60F1-FEDD09E241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1080FC-67FC-6F9A-8613-8262365B73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45C30F-0D8C-F041-EB6E-2AF77ACD6D53}"/>
              </a:ext>
            </a:extLst>
          </p:cNvPr>
          <p:cNvSpPr>
            <a:spLocks noGrp="1"/>
          </p:cNvSpPr>
          <p:nvPr>
            <p:ph type="sldNum" sz="quarter" idx="5"/>
          </p:nvPr>
        </p:nvSpPr>
        <p:spPr/>
        <p:txBody>
          <a:bodyPr/>
          <a:lstStyle/>
          <a:p>
            <a:fld id="{C0E9560A-78B4-504A-9396-2AE516B1349B}" type="slidenum">
              <a:rPr lang="en-US" smtClean="0"/>
              <a:t>59</a:t>
            </a:fld>
            <a:endParaRPr lang="en-US"/>
          </a:p>
        </p:txBody>
      </p:sp>
    </p:spTree>
    <p:extLst>
      <p:ext uri="{BB962C8B-B14F-4D97-AF65-F5344CB8AC3E}">
        <p14:creationId xmlns:p14="http://schemas.microsoft.com/office/powerpoint/2010/main" val="162488313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03616-E016-14C6-B778-0D44338123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8500E6-B792-C730-6BC7-EE51E84909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99908-EA41-9CFA-B727-613A4C02B9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11A2E5-95E3-F5D2-D349-BC6A72DDC2AC}"/>
              </a:ext>
            </a:extLst>
          </p:cNvPr>
          <p:cNvSpPr>
            <a:spLocks noGrp="1"/>
          </p:cNvSpPr>
          <p:nvPr>
            <p:ph type="sldNum" sz="quarter" idx="5"/>
          </p:nvPr>
        </p:nvSpPr>
        <p:spPr/>
        <p:txBody>
          <a:bodyPr/>
          <a:lstStyle/>
          <a:p>
            <a:fld id="{C0E9560A-78B4-504A-9396-2AE516B1349B}" type="slidenum">
              <a:rPr lang="en-US" smtClean="0"/>
              <a:t>60</a:t>
            </a:fld>
            <a:endParaRPr lang="en-US"/>
          </a:p>
        </p:txBody>
      </p:sp>
    </p:spTree>
    <p:extLst>
      <p:ext uri="{BB962C8B-B14F-4D97-AF65-F5344CB8AC3E}">
        <p14:creationId xmlns:p14="http://schemas.microsoft.com/office/powerpoint/2010/main" val="36140062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842373-9770-5691-A166-A42EBA17C718}"/>
              </a:ext>
            </a:extLst>
          </p:cNvPr>
          <p:cNvPicPr>
            <a:picLocks noChangeAspect="1"/>
          </p:cNvPicPr>
          <p:nvPr userDrawn="1"/>
        </p:nvPicPr>
        <p:blipFill>
          <a:blip r:embed="rId2"/>
          <a:stretch>
            <a:fillRect/>
          </a:stretch>
        </p:blipFill>
        <p:spPr>
          <a:xfrm>
            <a:off x="3164561" y="235005"/>
            <a:ext cx="4543224" cy="5062999"/>
          </a:xfrm>
          <a:prstGeom prst="rect">
            <a:avLst/>
          </a:prstGeom>
        </p:spPr>
      </p:pic>
      <p:sp>
        <p:nvSpPr>
          <p:cNvPr id="8" name="Content Placeholder 2">
            <a:extLst>
              <a:ext uri="{FF2B5EF4-FFF2-40B4-BE49-F238E27FC236}">
                <a16:creationId xmlns:a16="http://schemas.microsoft.com/office/drawing/2014/main" id="{F9BDA2A3-0B56-A4BC-FB3E-5478898E2B5F}"/>
              </a:ext>
            </a:extLst>
          </p:cNvPr>
          <p:cNvSpPr>
            <a:spLocks noGrp="1"/>
          </p:cNvSpPr>
          <p:nvPr>
            <p:ph sz="half" idx="1"/>
          </p:nvPr>
        </p:nvSpPr>
        <p:spPr>
          <a:xfrm>
            <a:off x="1371600" y="5486400"/>
            <a:ext cx="9445752" cy="1143000"/>
          </a:xfrm>
        </p:spPr>
        <p:txBody>
          <a:bodyPr/>
          <a:lstStyle>
            <a:lvl1pPr marL="0" indent="0">
              <a:buNone/>
              <a:defRPr sz="2000">
                <a:latin typeface="Arial" panose="020B0604020202020204" pitchFamily="34" charset="0"/>
                <a:cs typeface="Arial" panose="020B0604020202020204" pitchFamily="34" charset="0"/>
              </a:defRPr>
            </a:lvl1pPr>
          </a:lstStyle>
          <a:p>
            <a:pPr lvl="0"/>
            <a:r>
              <a:rPr lang="en-US" dirty="0"/>
              <a:t>Click to edit Master text styles</a:t>
            </a:r>
          </a:p>
        </p:txBody>
      </p:sp>
    </p:spTree>
    <p:extLst>
      <p:ext uri="{BB962C8B-B14F-4D97-AF65-F5344CB8AC3E}">
        <p14:creationId xmlns:p14="http://schemas.microsoft.com/office/powerpoint/2010/main" val="3834513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94743-B086-9A1D-3BE2-DD15285A74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CEFC70-38F9-BD71-579C-1F4DEDA47A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F92569-D687-F730-54A4-431B655508E3}"/>
              </a:ext>
            </a:extLst>
          </p:cNvPr>
          <p:cNvSpPr>
            <a:spLocks noGrp="1"/>
          </p:cNvSpPr>
          <p:nvPr>
            <p:ph type="dt" sz="half" idx="10"/>
          </p:nvPr>
        </p:nvSpPr>
        <p:spPr/>
        <p:txBody>
          <a:bodyPr/>
          <a:lstStyle/>
          <a:p>
            <a:fld id="{069363D2-3164-4145-A578-C91A7CE0BB59}" type="datetimeFigureOut">
              <a:rPr lang="en-US" smtClean="0"/>
              <a:t>6/11/26</a:t>
            </a:fld>
            <a:endParaRPr lang="en-US"/>
          </a:p>
        </p:txBody>
      </p:sp>
      <p:sp>
        <p:nvSpPr>
          <p:cNvPr id="5" name="Footer Placeholder 4">
            <a:extLst>
              <a:ext uri="{FF2B5EF4-FFF2-40B4-BE49-F238E27FC236}">
                <a16:creationId xmlns:a16="http://schemas.microsoft.com/office/drawing/2014/main" id="{8B703A70-2667-EDB6-55AA-33F2B75DF9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08A86A-DF98-B80A-F92A-0243739D268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752018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0CD2-26EC-3693-3584-A1A3B203F1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FE58AA-4CD0-A17C-27E6-209C794D91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697F3-ACE3-F75F-B6DB-E2EDCB101DDB}"/>
              </a:ext>
            </a:extLst>
          </p:cNvPr>
          <p:cNvSpPr>
            <a:spLocks noGrp="1"/>
          </p:cNvSpPr>
          <p:nvPr>
            <p:ph type="dt" sz="half" idx="10"/>
          </p:nvPr>
        </p:nvSpPr>
        <p:spPr/>
        <p:txBody>
          <a:bodyPr/>
          <a:lstStyle/>
          <a:p>
            <a:fld id="{069363D2-3164-4145-A578-C91A7CE0BB59}" type="datetimeFigureOut">
              <a:rPr lang="en-US" smtClean="0"/>
              <a:t>6/11/26</a:t>
            </a:fld>
            <a:endParaRPr lang="en-US"/>
          </a:p>
        </p:txBody>
      </p:sp>
      <p:sp>
        <p:nvSpPr>
          <p:cNvPr id="5" name="Footer Placeholder 4">
            <a:extLst>
              <a:ext uri="{FF2B5EF4-FFF2-40B4-BE49-F238E27FC236}">
                <a16:creationId xmlns:a16="http://schemas.microsoft.com/office/drawing/2014/main" id="{E877B070-E19C-7C7A-25CB-AF7C97F4AB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37F193-7B3D-9447-B9FC-64FB2E720B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609500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894EB-0995-8BC4-1C13-B926701ED8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E455E3-AE09-9D5C-4866-DBCAEF2977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09359-F2A6-099E-D457-FB4976E8B617}"/>
              </a:ext>
            </a:extLst>
          </p:cNvPr>
          <p:cNvSpPr>
            <a:spLocks noGrp="1"/>
          </p:cNvSpPr>
          <p:nvPr>
            <p:ph type="dt" sz="half" idx="10"/>
          </p:nvPr>
        </p:nvSpPr>
        <p:spPr/>
        <p:txBody>
          <a:bodyPr/>
          <a:lstStyle/>
          <a:p>
            <a:fld id="{069363D2-3164-4145-A578-C91A7CE0BB59}" type="datetimeFigureOut">
              <a:rPr lang="en-US" smtClean="0"/>
              <a:t>6/11/26</a:t>
            </a:fld>
            <a:endParaRPr lang="en-US"/>
          </a:p>
        </p:txBody>
      </p:sp>
      <p:sp>
        <p:nvSpPr>
          <p:cNvPr id="5" name="Footer Placeholder 4">
            <a:extLst>
              <a:ext uri="{FF2B5EF4-FFF2-40B4-BE49-F238E27FC236}">
                <a16:creationId xmlns:a16="http://schemas.microsoft.com/office/drawing/2014/main" id="{E868D10E-33CC-A61E-F850-633C403F3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52A36-99CB-F55C-ACC1-D46F4EBF2A8E}"/>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265860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0032E-D76D-01DC-ACC3-A5F6F34C0B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181452-1F3E-95FB-1DCF-20830E009B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B7308B-161F-AA81-3B91-25A7195D6A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584CB4-2FAA-C87B-0278-FD1F16105A6B}"/>
              </a:ext>
            </a:extLst>
          </p:cNvPr>
          <p:cNvSpPr>
            <a:spLocks noGrp="1"/>
          </p:cNvSpPr>
          <p:nvPr>
            <p:ph type="dt" sz="half" idx="10"/>
          </p:nvPr>
        </p:nvSpPr>
        <p:spPr/>
        <p:txBody>
          <a:bodyPr/>
          <a:lstStyle/>
          <a:p>
            <a:fld id="{069363D2-3164-4145-A578-C91A7CE0BB59}" type="datetimeFigureOut">
              <a:rPr lang="en-US" smtClean="0"/>
              <a:t>6/11/26</a:t>
            </a:fld>
            <a:endParaRPr lang="en-US"/>
          </a:p>
        </p:txBody>
      </p:sp>
      <p:sp>
        <p:nvSpPr>
          <p:cNvPr id="6" name="Footer Placeholder 5">
            <a:extLst>
              <a:ext uri="{FF2B5EF4-FFF2-40B4-BE49-F238E27FC236}">
                <a16:creationId xmlns:a16="http://schemas.microsoft.com/office/drawing/2014/main" id="{E9EB3548-58B7-CC82-7526-F47EECC63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725728-77DE-9067-C037-0F4A37C618F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338673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220DA-D412-1E6E-D212-C26FE2AE10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6D9DE2-8BC9-5CD3-98A2-2F07C05E3F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52FD07-250B-0FD6-7698-EFBA488CF8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AE512E-5E7E-6D45-2D58-1B044598D7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5F8E62-62B7-FF78-DD11-69774DDB6C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E82641-31B3-87F3-FC9C-760F5B5EFBC3}"/>
              </a:ext>
            </a:extLst>
          </p:cNvPr>
          <p:cNvSpPr>
            <a:spLocks noGrp="1"/>
          </p:cNvSpPr>
          <p:nvPr>
            <p:ph type="dt" sz="half" idx="10"/>
          </p:nvPr>
        </p:nvSpPr>
        <p:spPr/>
        <p:txBody>
          <a:bodyPr/>
          <a:lstStyle/>
          <a:p>
            <a:fld id="{069363D2-3164-4145-A578-C91A7CE0BB59}" type="datetimeFigureOut">
              <a:rPr lang="en-US" smtClean="0"/>
              <a:t>6/11/26</a:t>
            </a:fld>
            <a:endParaRPr lang="en-US"/>
          </a:p>
        </p:txBody>
      </p:sp>
      <p:sp>
        <p:nvSpPr>
          <p:cNvPr id="8" name="Footer Placeholder 7">
            <a:extLst>
              <a:ext uri="{FF2B5EF4-FFF2-40B4-BE49-F238E27FC236}">
                <a16:creationId xmlns:a16="http://schemas.microsoft.com/office/drawing/2014/main" id="{175D0B37-C72D-AB40-FC50-0F2BA55DA8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C0F554-9EE5-C216-0F66-7B3B4944571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9153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6625-DF37-5199-8B5F-0AD4D7EB81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CC992C-BF00-880C-96C0-7042C394ED33}"/>
              </a:ext>
            </a:extLst>
          </p:cNvPr>
          <p:cNvSpPr>
            <a:spLocks noGrp="1"/>
          </p:cNvSpPr>
          <p:nvPr>
            <p:ph type="dt" sz="half" idx="10"/>
          </p:nvPr>
        </p:nvSpPr>
        <p:spPr/>
        <p:txBody>
          <a:bodyPr/>
          <a:lstStyle/>
          <a:p>
            <a:fld id="{069363D2-3164-4145-A578-C91A7CE0BB59}" type="datetimeFigureOut">
              <a:rPr lang="en-US" smtClean="0"/>
              <a:t>6/11/26</a:t>
            </a:fld>
            <a:endParaRPr lang="en-US"/>
          </a:p>
        </p:txBody>
      </p:sp>
      <p:sp>
        <p:nvSpPr>
          <p:cNvPr id="4" name="Footer Placeholder 3">
            <a:extLst>
              <a:ext uri="{FF2B5EF4-FFF2-40B4-BE49-F238E27FC236}">
                <a16:creationId xmlns:a16="http://schemas.microsoft.com/office/drawing/2014/main" id="{AA390746-6A20-2222-138F-BDCA2EDA12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7D388B-382C-CD6D-1A3B-DE8DF017D387}"/>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259337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3BC02C-7483-7A7A-5354-1616AA5D5C28}"/>
              </a:ext>
            </a:extLst>
          </p:cNvPr>
          <p:cNvSpPr>
            <a:spLocks noGrp="1"/>
          </p:cNvSpPr>
          <p:nvPr>
            <p:ph type="dt" sz="half" idx="10"/>
          </p:nvPr>
        </p:nvSpPr>
        <p:spPr/>
        <p:txBody>
          <a:bodyPr/>
          <a:lstStyle/>
          <a:p>
            <a:fld id="{069363D2-3164-4145-A578-C91A7CE0BB59}" type="datetimeFigureOut">
              <a:rPr lang="en-US" smtClean="0"/>
              <a:t>6/11/26</a:t>
            </a:fld>
            <a:endParaRPr lang="en-US"/>
          </a:p>
        </p:txBody>
      </p:sp>
      <p:sp>
        <p:nvSpPr>
          <p:cNvPr id="3" name="Footer Placeholder 2">
            <a:extLst>
              <a:ext uri="{FF2B5EF4-FFF2-40B4-BE49-F238E27FC236}">
                <a16:creationId xmlns:a16="http://schemas.microsoft.com/office/drawing/2014/main" id="{660BC8C8-CDC3-97B6-5888-93197E1549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C0EB0F-BDCE-E810-451C-168B2B13A2B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132363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63DE7-75FC-0404-38C4-4C8BA62E7B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96F1FB-D688-5CBE-3F6B-2779251017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1E1062-A0F8-7378-6259-452596C601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FF6140-8766-DC48-76B8-3CCA9AE814CA}"/>
              </a:ext>
            </a:extLst>
          </p:cNvPr>
          <p:cNvSpPr>
            <a:spLocks noGrp="1"/>
          </p:cNvSpPr>
          <p:nvPr>
            <p:ph type="dt" sz="half" idx="10"/>
          </p:nvPr>
        </p:nvSpPr>
        <p:spPr/>
        <p:txBody>
          <a:bodyPr/>
          <a:lstStyle/>
          <a:p>
            <a:fld id="{069363D2-3164-4145-A578-C91A7CE0BB59}" type="datetimeFigureOut">
              <a:rPr lang="en-US" smtClean="0"/>
              <a:t>6/11/26</a:t>
            </a:fld>
            <a:endParaRPr lang="en-US"/>
          </a:p>
        </p:txBody>
      </p:sp>
      <p:sp>
        <p:nvSpPr>
          <p:cNvPr id="6" name="Footer Placeholder 5">
            <a:extLst>
              <a:ext uri="{FF2B5EF4-FFF2-40B4-BE49-F238E27FC236}">
                <a16:creationId xmlns:a16="http://schemas.microsoft.com/office/drawing/2014/main" id="{A75EF2E7-A2CA-3672-1E8B-91BB705640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F05B17-1A06-FFD4-9DA2-DD17D363CE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043403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234A-C922-2D66-252C-D286F8F886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83645-2F0A-288D-3E4A-4B2A0F3993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3567A8-683E-46D7-65F7-FE65B0279F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FF03D4-5799-29C2-B960-ACB1D94C369A}"/>
              </a:ext>
            </a:extLst>
          </p:cNvPr>
          <p:cNvSpPr>
            <a:spLocks noGrp="1"/>
          </p:cNvSpPr>
          <p:nvPr>
            <p:ph type="dt" sz="half" idx="10"/>
          </p:nvPr>
        </p:nvSpPr>
        <p:spPr/>
        <p:txBody>
          <a:bodyPr/>
          <a:lstStyle/>
          <a:p>
            <a:fld id="{069363D2-3164-4145-A578-C91A7CE0BB59}" type="datetimeFigureOut">
              <a:rPr lang="en-US" smtClean="0"/>
              <a:t>6/11/26</a:t>
            </a:fld>
            <a:endParaRPr lang="en-US"/>
          </a:p>
        </p:txBody>
      </p:sp>
      <p:sp>
        <p:nvSpPr>
          <p:cNvPr id="6" name="Footer Placeholder 5">
            <a:extLst>
              <a:ext uri="{FF2B5EF4-FFF2-40B4-BE49-F238E27FC236}">
                <a16:creationId xmlns:a16="http://schemas.microsoft.com/office/drawing/2014/main" id="{4F4B8BCD-EAE3-2871-51C7-771B7DF075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5741F1-D331-2192-5F65-9DB5585C4DCB}"/>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705609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831E0-2506-463B-6A1D-2E997B58E2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C2888F-D6C9-FAC2-0EB3-EF63307BB1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D9D78B-309E-CCD2-C0DA-8B2E3D16B11A}"/>
              </a:ext>
            </a:extLst>
          </p:cNvPr>
          <p:cNvSpPr>
            <a:spLocks noGrp="1"/>
          </p:cNvSpPr>
          <p:nvPr>
            <p:ph type="dt" sz="half" idx="10"/>
          </p:nvPr>
        </p:nvSpPr>
        <p:spPr/>
        <p:txBody>
          <a:bodyPr/>
          <a:lstStyle/>
          <a:p>
            <a:fld id="{069363D2-3164-4145-A578-C91A7CE0BB59}" type="datetimeFigureOut">
              <a:rPr lang="en-US" smtClean="0"/>
              <a:t>6/11/26</a:t>
            </a:fld>
            <a:endParaRPr lang="en-US"/>
          </a:p>
        </p:txBody>
      </p:sp>
      <p:sp>
        <p:nvSpPr>
          <p:cNvPr id="5" name="Footer Placeholder 4">
            <a:extLst>
              <a:ext uri="{FF2B5EF4-FFF2-40B4-BE49-F238E27FC236}">
                <a16:creationId xmlns:a16="http://schemas.microsoft.com/office/drawing/2014/main" id="{49318859-EB6C-DBE7-E231-BD638FBF7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DCCD95-C583-5245-72DF-6AD690D353E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75067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69EFD7-1358-426B-0140-A202A2D530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6D7B90-D96C-BD6E-65E7-55E7D91F25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7CB66A-8728-B88E-C058-E9DC9E0E00A0}"/>
              </a:ext>
            </a:extLst>
          </p:cNvPr>
          <p:cNvSpPr>
            <a:spLocks noGrp="1"/>
          </p:cNvSpPr>
          <p:nvPr>
            <p:ph type="dt" sz="half" idx="10"/>
          </p:nvPr>
        </p:nvSpPr>
        <p:spPr/>
        <p:txBody>
          <a:bodyPr/>
          <a:lstStyle/>
          <a:p>
            <a:fld id="{069363D2-3164-4145-A578-C91A7CE0BB59}" type="datetimeFigureOut">
              <a:rPr lang="en-US" smtClean="0"/>
              <a:t>6/11/26</a:t>
            </a:fld>
            <a:endParaRPr lang="en-US"/>
          </a:p>
        </p:txBody>
      </p:sp>
      <p:sp>
        <p:nvSpPr>
          <p:cNvPr id="5" name="Footer Placeholder 4">
            <a:extLst>
              <a:ext uri="{FF2B5EF4-FFF2-40B4-BE49-F238E27FC236}">
                <a16:creationId xmlns:a16="http://schemas.microsoft.com/office/drawing/2014/main" id="{864AFAF8-3C65-F3B5-B108-F27717ECDD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21642F-5721-9D1C-3D1D-6C1ABCC72C9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507743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6A456F-C771-8F4B-C98D-9BDEE57818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D23516-7E50-1256-7BC0-68CAD2D90D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011502-CDE0-E081-1B9D-874EEBF9B1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9363D2-3164-4145-A578-C91A7CE0BB59}" type="datetimeFigureOut">
              <a:rPr lang="en-US" smtClean="0"/>
              <a:t>6/11/26</a:t>
            </a:fld>
            <a:endParaRPr lang="en-US"/>
          </a:p>
        </p:txBody>
      </p:sp>
      <p:sp>
        <p:nvSpPr>
          <p:cNvPr id="5" name="Footer Placeholder 4">
            <a:extLst>
              <a:ext uri="{FF2B5EF4-FFF2-40B4-BE49-F238E27FC236}">
                <a16:creationId xmlns:a16="http://schemas.microsoft.com/office/drawing/2014/main" id="{9473C5F3-3A43-75DF-E382-0F9630A01C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C1DBE2-D540-2BBE-7791-BE410B8C51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F62E73-FB30-9C4C-8DFF-19E2C751B483}" type="slidenum">
              <a:rPr lang="en-US" smtClean="0"/>
              <a:t>‹#›</a:t>
            </a:fld>
            <a:endParaRPr lang="en-US"/>
          </a:p>
        </p:txBody>
      </p:sp>
    </p:spTree>
    <p:extLst>
      <p:ext uri="{BB962C8B-B14F-4D97-AF65-F5344CB8AC3E}">
        <p14:creationId xmlns:p14="http://schemas.microsoft.com/office/powerpoint/2010/main" val="1299515533"/>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D0A50-E4B8-B9C3-5177-C6AFBE291E5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EABAD0-26FF-2429-AA3C-799A8664316C}"/>
              </a:ext>
            </a:extLst>
          </p:cNvPr>
          <p:cNvSpPr>
            <a:spLocks noGrp="1"/>
          </p:cNvSpPr>
          <p:nvPr>
            <p:ph sz="half" idx="1"/>
          </p:nvPr>
        </p:nvSpPr>
        <p:spPr/>
        <p:txBody>
          <a:bodyPr/>
          <a:lstStyle/>
          <a:p>
            <a:r>
              <a:rPr lang="en-US" dirty="0"/>
              <a:t>Start.</a:t>
            </a:r>
          </a:p>
        </p:txBody>
      </p:sp>
      <p:pic>
        <p:nvPicPr>
          <p:cNvPr id="4" name="Picture 3" descr="A grid of sudoku puzzle&#10;&#10;Description automatically generated">
            <a:extLst>
              <a:ext uri="{FF2B5EF4-FFF2-40B4-BE49-F238E27FC236}">
                <a16:creationId xmlns:a16="http://schemas.microsoft.com/office/drawing/2014/main" id="{F6091D9C-BB94-C92F-54B6-41DFBD939B5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00F2C2C-B17C-CAE0-2A94-0B0164D60A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B6A1E27-B0EF-0D2E-77F3-45C5486A13F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6A3FFB8-54B3-D7CD-B299-A02362981388}"/>
              </a:ext>
            </a:extLst>
          </p:cNvPr>
          <p:cNvPicPr>
            <a:picLocks noChangeAspect="1"/>
          </p:cNvPicPr>
          <p:nvPr/>
        </p:nvPicPr>
        <p:blipFill>
          <a:blip r:embed="rId6"/>
          <a:stretch>
            <a:fillRect/>
          </a:stretch>
        </p:blipFill>
        <p:spPr>
          <a:xfrm>
            <a:off x="4584700" y="2311400"/>
            <a:ext cx="0" cy="0"/>
          </a:xfrm>
          <a:prstGeom prst="rect">
            <a:avLst/>
          </a:prstGeom>
        </p:spPr>
      </p:pic>
    </p:spTree>
    <p:extLst>
      <p:ext uri="{BB962C8B-B14F-4D97-AF65-F5344CB8AC3E}">
        <p14:creationId xmlns:p14="http://schemas.microsoft.com/office/powerpoint/2010/main" val="3913136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764FF-14BE-9675-394D-C98EDDAFF9F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59B0A9-5B11-F8DC-8E63-7A908349C683}"/>
              </a:ext>
            </a:extLst>
          </p:cNvPr>
          <p:cNvSpPr>
            <a:spLocks noGrp="1"/>
          </p:cNvSpPr>
          <p:nvPr>
            <p:ph sz="half" idx="1"/>
          </p:nvPr>
        </p:nvSpPr>
        <p:spPr/>
        <p:txBody>
          <a:bodyPr/>
          <a:lstStyle/>
          <a:p>
            <a:r>
              <a:rPr lang="en-US" dirty="0"/>
              <a:t>“One digit is double the other” is limited to 123468.</a:t>
            </a:r>
          </a:p>
        </p:txBody>
      </p:sp>
      <p:pic>
        <p:nvPicPr>
          <p:cNvPr id="4" name="Picture 3" descr="A grid of sudoku puzzle&#10;&#10;Description automatically generated">
            <a:extLst>
              <a:ext uri="{FF2B5EF4-FFF2-40B4-BE49-F238E27FC236}">
                <a16:creationId xmlns:a16="http://schemas.microsoft.com/office/drawing/2014/main" id="{E1314C56-090E-0788-44FE-B4F75A0BF17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ADAE7EF-BE43-CA12-FA63-E91B02EC8EA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9E8A5F7-FD7B-A26A-7AC4-80C44359152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7887B54-A1CB-661A-4755-3B60C6EB76B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3527941-3786-F61A-62FF-3F5C77BA30AB}"/>
              </a:ext>
            </a:extLst>
          </p:cNvPr>
          <p:cNvSpPr txBox="1"/>
          <p:nvPr/>
        </p:nvSpPr>
        <p:spPr>
          <a:xfrm>
            <a:off x="3672198" y="1402877"/>
            <a:ext cx="570089" cy="230832"/>
          </a:xfrm>
          <a:prstGeom prst="rect">
            <a:avLst/>
          </a:prstGeom>
          <a:noFill/>
        </p:spPr>
        <p:txBody>
          <a:bodyPr wrap="square" rtlCol="0">
            <a:spAutoFit/>
          </a:bodyPr>
          <a:lstStyle/>
          <a:p>
            <a:pPr algn="ctr"/>
            <a:r>
              <a:rPr lang="en-US" sz="900" dirty="0"/>
              <a:t>123468</a:t>
            </a:r>
          </a:p>
        </p:txBody>
      </p:sp>
      <p:sp>
        <p:nvSpPr>
          <p:cNvPr id="8" name="TextBox 7">
            <a:extLst>
              <a:ext uri="{FF2B5EF4-FFF2-40B4-BE49-F238E27FC236}">
                <a16:creationId xmlns:a16="http://schemas.microsoft.com/office/drawing/2014/main" id="{F71FD7ED-D5F1-FE7E-7EFB-EB77B84D24AB}"/>
              </a:ext>
            </a:extLst>
          </p:cNvPr>
          <p:cNvSpPr txBox="1"/>
          <p:nvPr/>
        </p:nvSpPr>
        <p:spPr>
          <a:xfrm>
            <a:off x="3106778" y="1402877"/>
            <a:ext cx="570089" cy="230832"/>
          </a:xfrm>
          <a:prstGeom prst="rect">
            <a:avLst/>
          </a:prstGeom>
          <a:noFill/>
        </p:spPr>
        <p:txBody>
          <a:bodyPr wrap="square" rtlCol="0">
            <a:spAutoFit/>
          </a:bodyPr>
          <a:lstStyle/>
          <a:p>
            <a:pPr algn="ctr"/>
            <a:r>
              <a:rPr lang="en-US" sz="900" dirty="0"/>
              <a:t>123468</a:t>
            </a:r>
          </a:p>
        </p:txBody>
      </p:sp>
      <p:sp>
        <p:nvSpPr>
          <p:cNvPr id="9" name="TextBox 8">
            <a:extLst>
              <a:ext uri="{FF2B5EF4-FFF2-40B4-BE49-F238E27FC236}">
                <a16:creationId xmlns:a16="http://schemas.microsoft.com/office/drawing/2014/main" id="{5D341179-17A4-02B6-B8E0-AA965FA31B67}"/>
              </a:ext>
            </a:extLst>
          </p:cNvPr>
          <p:cNvSpPr txBox="1"/>
          <p:nvPr/>
        </p:nvSpPr>
        <p:spPr>
          <a:xfrm>
            <a:off x="3609134" y="1903821"/>
            <a:ext cx="570089" cy="230832"/>
          </a:xfrm>
          <a:prstGeom prst="rect">
            <a:avLst/>
          </a:prstGeom>
          <a:noFill/>
        </p:spPr>
        <p:txBody>
          <a:bodyPr wrap="square" rtlCol="0">
            <a:spAutoFit/>
          </a:bodyPr>
          <a:lstStyle/>
          <a:p>
            <a:pPr algn="ctr"/>
            <a:r>
              <a:rPr lang="en-US" sz="900" dirty="0"/>
              <a:t>123468</a:t>
            </a:r>
          </a:p>
        </p:txBody>
      </p:sp>
      <p:sp>
        <p:nvSpPr>
          <p:cNvPr id="10" name="TextBox 9">
            <a:extLst>
              <a:ext uri="{FF2B5EF4-FFF2-40B4-BE49-F238E27FC236}">
                <a16:creationId xmlns:a16="http://schemas.microsoft.com/office/drawing/2014/main" id="{C08C644D-3272-2B8D-FC33-57DBD31C55B5}"/>
              </a:ext>
            </a:extLst>
          </p:cNvPr>
          <p:cNvSpPr txBox="1"/>
          <p:nvPr/>
        </p:nvSpPr>
        <p:spPr>
          <a:xfrm>
            <a:off x="4174554" y="1903821"/>
            <a:ext cx="570089" cy="230832"/>
          </a:xfrm>
          <a:prstGeom prst="rect">
            <a:avLst/>
          </a:prstGeom>
          <a:noFill/>
        </p:spPr>
        <p:txBody>
          <a:bodyPr wrap="square" rtlCol="0">
            <a:spAutoFit/>
          </a:bodyPr>
          <a:lstStyle/>
          <a:p>
            <a:pPr algn="ctr"/>
            <a:r>
              <a:rPr lang="en-US" sz="900" dirty="0"/>
              <a:t>123468</a:t>
            </a:r>
          </a:p>
        </p:txBody>
      </p:sp>
      <p:sp>
        <p:nvSpPr>
          <p:cNvPr id="11" name="TextBox 10">
            <a:extLst>
              <a:ext uri="{FF2B5EF4-FFF2-40B4-BE49-F238E27FC236}">
                <a16:creationId xmlns:a16="http://schemas.microsoft.com/office/drawing/2014/main" id="{8194ABCA-E986-70E8-2557-D6A6E67B5EAF}"/>
              </a:ext>
            </a:extLst>
          </p:cNvPr>
          <p:cNvSpPr txBox="1"/>
          <p:nvPr/>
        </p:nvSpPr>
        <p:spPr>
          <a:xfrm>
            <a:off x="4111490" y="2404765"/>
            <a:ext cx="570089" cy="230832"/>
          </a:xfrm>
          <a:prstGeom prst="rect">
            <a:avLst/>
          </a:prstGeom>
          <a:noFill/>
        </p:spPr>
        <p:txBody>
          <a:bodyPr wrap="square" rtlCol="0">
            <a:spAutoFit/>
          </a:bodyPr>
          <a:lstStyle/>
          <a:p>
            <a:pPr algn="ctr"/>
            <a:r>
              <a:rPr lang="en-US" sz="900" dirty="0"/>
              <a:t>123468</a:t>
            </a:r>
          </a:p>
        </p:txBody>
      </p:sp>
      <p:sp>
        <p:nvSpPr>
          <p:cNvPr id="12" name="TextBox 11">
            <a:extLst>
              <a:ext uri="{FF2B5EF4-FFF2-40B4-BE49-F238E27FC236}">
                <a16:creationId xmlns:a16="http://schemas.microsoft.com/office/drawing/2014/main" id="{A143A646-06F2-27E0-DDC1-3596EE59495B}"/>
              </a:ext>
            </a:extLst>
          </p:cNvPr>
          <p:cNvSpPr txBox="1"/>
          <p:nvPr/>
        </p:nvSpPr>
        <p:spPr>
          <a:xfrm>
            <a:off x="4676910" y="2404765"/>
            <a:ext cx="570089" cy="230832"/>
          </a:xfrm>
          <a:prstGeom prst="rect">
            <a:avLst/>
          </a:prstGeom>
          <a:noFill/>
        </p:spPr>
        <p:txBody>
          <a:bodyPr wrap="square" rtlCol="0">
            <a:spAutoFit/>
          </a:bodyPr>
          <a:lstStyle/>
          <a:p>
            <a:pPr algn="ctr"/>
            <a:r>
              <a:rPr lang="en-US" sz="900" dirty="0"/>
              <a:t>123468</a:t>
            </a:r>
          </a:p>
        </p:txBody>
      </p:sp>
      <p:sp>
        <p:nvSpPr>
          <p:cNvPr id="13" name="TextBox 12">
            <a:extLst>
              <a:ext uri="{FF2B5EF4-FFF2-40B4-BE49-F238E27FC236}">
                <a16:creationId xmlns:a16="http://schemas.microsoft.com/office/drawing/2014/main" id="{2048D0C5-3129-A143-3B49-9E7747F518ED}"/>
              </a:ext>
            </a:extLst>
          </p:cNvPr>
          <p:cNvSpPr txBox="1"/>
          <p:nvPr/>
        </p:nvSpPr>
        <p:spPr>
          <a:xfrm>
            <a:off x="4613846" y="2905709"/>
            <a:ext cx="570089" cy="230832"/>
          </a:xfrm>
          <a:prstGeom prst="rect">
            <a:avLst/>
          </a:prstGeom>
          <a:noFill/>
        </p:spPr>
        <p:txBody>
          <a:bodyPr wrap="square" rtlCol="0">
            <a:spAutoFit/>
          </a:bodyPr>
          <a:lstStyle/>
          <a:p>
            <a:pPr algn="ctr"/>
            <a:r>
              <a:rPr lang="en-US" sz="900" dirty="0"/>
              <a:t>123468</a:t>
            </a:r>
          </a:p>
        </p:txBody>
      </p:sp>
      <p:sp>
        <p:nvSpPr>
          <p:cNvPr id="14" name="TextBox 13">
            <a:extLst>
              <a:ext uri="{FF2B5EF4-FFF2-40B4-BE49-F238E27FC236}">
                <a16:creationId xmlns:a16="http://schemas.microsoft.com/office/drawing/2014/main" id="{3D9ED26E-BF44-AFF1-A9B2-58C1853AC93A}"/>
              </a:ext>
            </a:extLst>
          </p:cNvPr>
          <p:cNvSpPr txBox="1"/>
          <p:nvPr/>
        </p:nvSpPr>
        <p:spPr>
          <a:xfrm>
            <a:off x="5179266" y="2905709"/>
            <a:ext cx="570089" cy="230832"/>
          </a:xfrm>
          <a:prstGeom prst="rect">
            <a:avLst/>
          </a:prstGeom>
          <a:noFill/>
        </p:spPr>
        <p:txBody>
          <a:bodyPr wrap="square" rtlCol="0">
            <a:spAutoFit/>
          </a:bodyPr>
          <a:lstStyle/>
          <a:p>
            <a:pPr algn="ctr"/>
            <a:r>
              <a:rPr lang="en-US" sz="900" dirty="0"/>
              <a:t>123468</a:t>
            </a:r>
          </a:p>
        </p:txBody>
      </p:sp>
      <p:sp>
        <p:nvSpPr>
          <p:cNvPr id="15" name="TextBox 14">
            <a:extLst>
              <a:ext uri="{FF2B5EF4-FFF2-40B4-BE49-F238E27FC236}">
                <a16:creationId xmlns:a16="http://schemas.microsoft.com/office/drawing/2014/main" id="{08509FDF-7856-282E-8F23-A24F41CBDBD9}"/>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123468</a:t>
            </a:r>
          </a:p>
        </p:txBody>
      </p:sp>
      <p:sp>
        <p:nvSpPr>
          <p:cNvPr id="16" name="TextBox 15">
            <a:extLst>
              <a:ext uri="{FF2B5EF4-FFF2-40B4-BE49-F238E27FC236}">
                <a16:creationId xmlns:a16="http://schemas.microsoft.com/office/drawing/2014/main" id="{F94EFEC9-730A-0FEE-4E21-06C39176A02B}"/>
              </a:ext>
            </a:extLst>
          </p:cNvPr>
          <p:cNvSpPr txBox="1"/>
          <p:nvPr/>
        </p:nvSpPr>
        <p:spPr>
          <a:xfrm>
            <a:off x="4111490" y="3907597"/>
            <a:ext cx="570089" cy="230832"/>
          </a:xfrm>
          <a:prstGeom prst="rect">
            <a:avLst/>
          </a:prstGeom>
          <a:noFill/>
        </p:spPr>
        <p:txBody>
          <a:bodyPr wrap="square" rtlCol="0">
            <a:spAutoFit/>
          </a:bodyPr>
          <a:lstStyle/>
          <a:p>
            <a:pPr algn="ctr"/>
            <a:r>
              <a:rPr lang="en-US" sz="900" dirty="0"/>
              <a:t>123468</a:t>
            </a:r>
          </a:p>
        </p:txBody>
      </p:sp>
      <p:sp>
        <p:nvSpPr>
          <p:cNvPr id="17" name="TextBox 16">
            <a:extLst>
              <a:ext uri="{FF2B5EF4-FFF2-40B4-BE49-F238E27FC236}">
                <a16:creationId xmlns:a16="http://schemas.microsoft.com/office/drawing/2014/main" id="{A87CA231-68CF-7B25-6623-9129330AF03E}"/>
              </a:ext>
            </a:extLst>
          </p:cNvPr>
          <p:cNvSpPr txBox="1"/>
          <p:nvPr/>
        </p:nvSpPr>
        <p:spPr>
          <a:xfrm>
            <a:off x="4676910" y="3907597"/>
            <a:ext cx="570089" cy="230832"/>
          </a:xfrm>
          <a:prstGeom prst="rect">
            <a:avLst/>
          </a:prstGeom>
          <a:noFill/>
        </p:spPr>
        <p:txBody>
          <a:bodyPr wrap="square" rtlCol="0">
            <a:spAutoFit/>
          </a:bodyPr>
          <a:lstStyle/>
          <a:p>
            <a:pPr algn="ctr"/>
            <a:r>
              <a:rPr lang="en-US" sz="900" dirty="0"/>
              <a:t>123468</a:t>
            </a:r>
          </a:p>
        </p:txBody>
      </p:sp>
      <p:sp>
        <p:nvSpPr>
          <p:cNvPr id="18" name="TextBox 17">
            <a:extLst>
              <a:ext uri="{FF2B5EF4-FFF2-40B4-BE49-F238E27FC236}">
                <a16:creationId xmlns:a16="http://schemas.microsoft.com/office/drawing/2014/main" id="{F65CD806-7A1C-11DC-5BDB-586CD674B8EC}"/>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123468</a:t>
            </a:r>
          </a:p>
        </p:txBody>
      </p:sp>
    </p:spTree>
    <p:extLst>
      <p:ext uri="{BB962C8B-B14F-4D97-AF65-F5344CB8AC3E}">
        <p14:creationId xmlns:p14="http://schemas.microsoft.com/office/powerpoint/2010/main" val="3264434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5112D-FFB2-79A2-833F-883B69FBCE7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B04CDAB-BA53-5EEB-690E-A7DEBB660CD6}"/>
              </a:ext>
            </a:extLst>
          </p:cNvPr>
          <p:cNvSpPr>
            <a:spLocks noGrp="1"/>
          </p:cNvSpPr>
          <p:nvPr>
            <p:ph sz="half" idx="1"/>
          </p:nvPr>
        </p:nvSpPr>
        <p:spPr/>
        <p:txBody>
          <a:bodyPr/>
          <a:lstStyle/>
          <a:p>
            <a:r>
              <a:rPr lang="en-US" dirty="0"/>
              <a:t>In the upper left block, a sequence of three “one digit is double the other” must be monotonically increasing or decreasing, else a digit would duplicate. The only sequence of four such cells is 1248, which could occur in either order.</a:t>
            </a:r>
          </a:p>
        </p:txBody>
      </p:sp>
      <p:pic>
        <p:nvPicPr>
          <p:cNvPr id="4" name="Picture 3" descr="A grid of sudoku puzzle&#10;&#10;Description automatically generated">
            <a:extLst>
              <a:ext uri="{FF2B5EF4-FFF2-40B4-BE49-F238E27FC236}">
                <a16:creationId xmlns:a16="http://schemas.microsoft.com/office/drawing/2014/main" id="{A7ABE0B2-92CE-5721-B978-EB7B41149A8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89B8203-BB8A-4607-B926-0BA38213942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71F9D67-C7B9-4FD7-C08D-7243FCD9845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CD3F39D-3865-AB5F-6431-221141BE8C3F}"/>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8CDAA522-119F-9D34-3751-834BAE8052FC}"/>
              </a:ext>
            </a:extLst>
          </p:cNvPr>
          <p:cNvSpPr txBox="1"/>
          <p:nvPr/>
        </p:nvSpPr>
        <p:spPr>
          <a:xfrm>
            <a:off x="4111490" y="2404765"/>
            <a:ext cx="570089" cy="230832"/>
          </a:xfrm>
          <a:prstGeom prst="rect">
            <a:avLst/>
          </a:prstGeom>
          <a:noFill/>
        </p:spPr>
        <p:txBody>
          <a:bodyPr wrap="square" rtlCol="0">
            <a:spAutoFit/>
          </a:bodyPr>
          <a:lstStyle/>
          <a:p>
            <a:pPr algn="ctr"/>
            <a:r>
              <a:rPr lang="en-US" sz="900" dirty="0"/>
              <a:t>123468</a:t>
            </a:r>
          </a:p>
        </p:txBody>
      </p:sp>
      <p:sp>
        <p:nvSpPr>
          <p:cNvPr id="12" name="TextBox 11">
            <a:extLst>
              <a:ext uri="{FF2B5EF4-FFF2-40B4-BE49-F238E27FC236}">
                <a16:creationId xmlns:a16="http://schemas.microsoft.com/office/drawing/2014/main" id="{DEE599B9-D75F-52FE-8118-370AAD31F868}"/>
              </a:ext>
            </a:extLst>
          </p:cNvPr>
          <p:cNvSpPr txBox="1"/>
          <p:nvPr/>
        </p:nvSpPr>
        <p:spPr>
          <a:xfrm>
            <a:off x="4676910" y="2404765"/>
            <a:ext cx="570089" cy="230832"/>
          </a:xfrm>
          <a:prstGeom prst="rect">
            <a:avLst/>
          </a:prstGeom>
          <a:noFill/>
        </p:spPr>
        <p:txBody>
          <a:bodyPr wrap="square" rtlCol="0">
            <a:spAutoFit/>
          </a:bodyPr>
          <a:lstStyle/>
          <a:p>
            <a:pPr algn="ctr"/>
            <a:r>
              <a:rPr lang="en-US" sz="900" dirty="0"/>
              <a:t>123468</a:t>
            </a:r>
          </a:p>
        </p:txBody>
      </p:sp>
      <p:sp>
        <p:nvSpPr>
          <p:cNvPr id="13" name="TextBox 12">
            <a:extLst>
              <a:ext uri="{FF2B5EF4-FFF2-40B4-BE49-F238E27FC236}">
                <a16:creationId xmlns:a16="http://schemas.microsoft.com/office/drawing/2014/main" id="{F347AF2D-056B-D72C-0675-C188FE888E5B}"/>
              </a:ext>
            </a:extLst>
          </p:cNvPr>
          <p:cNvSpPr txBox="1"/>
          <p:nvPr/>
        </p:nvSpPr>
        <p:spPr>
          <a:xfrm>
            <a:off x="4613846" y="2905709"/>
            <a:ext cx="570089" cy="230832"/>
          </a:xfrm>
          <a:prstGeom prst="rect">
            <a:avLst/>
          </a:prstGeom>
          <a:noFill/>
        </p:spPr>
        <p:txBody>
          <a:bodyPr wrap="square" rtlCol="0">
            <a:spAutoFit/>
          </a:bodyPr>
          <a:lstStyle/>
          <a:p>
            <a:pPr algn="ctr"/>
            <a:r>
              <a:rPr lang="en-US" sz="900" dirty="0"/>
              <a:t>123468</a:t>
            </a:r>
          </a:p>
        </p:txBody>
      </p:sp>
      <p:sp>
        <p:nvSpPr>
          <p:cNvPr id="14" name="TextBox 13">
            <a:extLst>
              <a:ext uri="{FF2B5EF4-FFF2-40B4-BE49-F238E27FC236}">
                <a16:creationId xmlns:a16="http://schemas.microsoft.com/office/drawing/2014/main" id="{0DD428B8-0759-4D3F-5FD4-C0ED87FF687C}"/>
              </a:ext>
            </a:extLst>
          </p:cNvPr>
          <p:cNvSpPr txBox="1"/>
          <p:nvPr/>
        </p:nvSpPr>
        <p:spPr>
          <a:xfrm>
            <a:off x="5179266" y="2905709"/>
            <a:ext cx="570089" cy="230832"/>
          </a:xfrm>
          <a:prstGeom prst="rect">
            <a:avLst/>
          </a:prstGeom>
          <a:noFill/>
        </p:spPr>
        <p:txBody>
          <a:bodyPr wrap="square" rtlCol="0">
            <a:spAutoFit/>
          </a:bodyPr>
          <a:lstStyle/>
          <a:p>
            <a:pPr algn="ctr"/>
            <a:r>
              <a:rPr lang="en-US" sz="900" dirty="0"/>
              <a:t>123468</a:t>
            </a:r>
          </a:p>
        </p:txBody>
      </p:sp>
      <p:sp>
        <p:nvSpPr>
          <p:cNvPr id="15" name="TextBox 14">
            <a:extLst>
              <a:ext uri="{FF2B5EF4-FFF2-40B4-BE49-F238E27FC236}">
                <a16:creationId xmlns:a16="http://schemas.microsoft.com/office/drawing/2014/main" id="{B3873D67-74B4-A5F1-220C-EDB212C1A223}"/>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123468</a:t>
            </a:r>
          </a:p>
        </p:txBody>
      </p:sp>
      <p:sp>
        <p:nvSpPr>
          <p:cNvPr id="16" name="TextBox 15">
            <a:extLst>
              <a:ext uri="{FF2B5EF4-FFF2-40B4-BE49-F238E27FC236}">
                <a16:creationId xmlns:a16="http://schemas.microsoft.com/office/drawing/2014/main" id="{9A74237C-0CEE-0723-DCA6-8FE2ACD24EF9}"/>
              </a:ext>
            </a:extLst>
          </p:cNvPr>
          <p:cNvSpPr txBox="1"/>
          <p:nvPr/>
        </p:nvSpPr>
        <p:spPr>
          <a:xfrm>
            <a:off x="4111490" y="3907597"/>
            <a:ext cx="570089" cy="230832"/>
          </a:xfrm>
          <a:prstGeom prst="rect">
            <a:avLst/>
          </a:prstGeom>
          <a:noFill/>
        </p:spPr>
        <p:txBody>
          <a:bodyPr wrap="square" rtlCol="0">
            <a:spAutoFit/>
          </a:bodyPr>
          <a:lstStyle/>
          <a:p>
            <a:pPr algn="ctr"/>
            <a:r>
              <a:rPr lang="en-US" sz="900" dirty="0"/>
              <a:t>123468</a:t>
            </a:r>
          </a:p>
        </p:txBody>
      </p:sp>
      <p:sp>
        <p:nvSpPr>
          <p:cNvPr id="17" name="TextBox 16">
            <a:extLst>
              <a:ext uri="{FF2B5EF4-FFF2-40B4-BE49-F238E27FC236}">
                <a16:creationId xmlns:a16="http://schemas.microsoft.com/office/drawing/2014/main" id="{8331360E-2EB0-328C-0096-98CB4D3F8219}"/>
              </a:ext>
            </a:extLst>
          </p:cNvPr>
          <p:cNvSpPr txBox="1"/>
          <p:nvPr/>
        </p:nvSpPr>
        <p:spPr>
          <a:xfrm>
            <a:off x="4676910" y="3907597"/>
            <a:ext cx="570089" cy="230832"/>
          </a:xfrm>
          <a:prstGeom prst="rect">
            <a:avLst/>
          </a:prstGeom>
          <a:noFill/>
        </p:spPr>
        <p:txBody>
          <a:bodyPr wrap="square" rtlCol="0">
            <a:spAutoFit/>
          </a:bodyPr>
          <a:lstStyle/>
          <a:p>
            <a:pPr algn="ctr"/>
            <a:r>
              <a:rPr lang="en-US" sz="900" dirty="0"/>
              <a:t>123468</a:t>
            </a:r>
          </a:p>
        </p:txBody>
      </p:sp>
      <p:sp>
        <p:nvSpPr>
          <p:cNvPr id="18" name="TextBox 17">
            <a:extLst>
              <a:ext uri="{FF2B5EF4-FFF2-40B4-BE49-F238E27FC236}">
                <a16:creationId xmlns:a16="http://schemas.microsoft.com/office/drawing/2014/main" id="{9A90B48A-2C39-52C9-E511-12E0026CBB43}"/>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123468</a:t>
            </a:r>
          </a:p>
        </p:txBody>
      </p:sp>
      <p:sp>
        <p:nvSpPr>
          <p:cNvPr id="19" name="TextBox 18">
            <a:extLst>
              <a:ext uri="{FF2B5EF4-FFF2-40B4-BE49-F238E27FC236}">
                <a16:creationId xmlns:a16="http://schemas.microsoft.com/office/drawing/2014/main" id="{ECFB5919-EA70-73ED-B484-AC5DF8627352}"/>
              </a:ext>
            </a:extLst>
          </p:cNvPr>
          <p:cNvSpPr txBox="1"/>
          <p:nvPr/>
        </p:nvSpPr>
        <p:spPr>
          <a:xfrm>
            <a:off x="3640666" y="1402877"/>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55072C37-A2BD-B958-E1F6-7942CCAC4838}"/>
              </a:ext>
            </a:extLst>
          </p:cNvPr>
          <p:cNvSpPr txBox="1"/>
          <p:nvPr/>
        </p:nvSpPr>
        <p:spPr>
          <a:xfrm>
            <a:off x="3138310" y="1402877"/>
            <a:ext cx="570089" cy="230832"/>
          </a:xfrm>
          <a:prstGeom prst="rect">
            <a:avLst/>
          </a:prstGeom>
          <a:noFill/>
        </p:spPr>
        <p:txBody>
          <a:bodyPr wrap="square" rtlCol="0">
            <a:spAutoFit/>
          </a:bodyPr>
          <a:lstStyle/>
          <a:p>
            <a:pPr algn="ctr"/>
            <a:r>
              <a:rPr lang="en-US" sz="900" dirty="0"/>
              <a:t>18</a:t>
            </a:r>
          </a:p>
        </p:txBody>
      </p:sp>
      <p:sp>
        <p:nvSpPr>
          <p:cNvPr id="21" name="TextBox 20">
            <a:extLst>
              <a:ext uri="{FF2B5EF4-FFF2-40B4-BE49-F238E27FC236}">
                <a16:creationId xmlns:a16="http://schemas.microsoft.com/office/drawing/2014/main" id="{6DE70D0A-5B4D-4E32-F78A-C9EAD32693E3}"/>
              </a:ext>
            </a:extLst>
          </p:cNvPr>
          <p:cNvSpPr txBox="1"/>
          <p:nvPr/>
        </p:nvSpPr>
        <p:spPr>
          <a:xfrm>
            <a:off x="3640666" y="1903821"/>
            <a:ext cx="570089" cy="230832"/>
          </a:xfrm>
          <a:prstGeom prst="rect">
            <a:avLst/>
          </a:prstGeom>
          <a:noFill/>
        </p:spPr>
        <p:txBody>
          <a:bodyPr wrap="square" rtlCol="0">
            <a:spAutoFit/>
          </a:bodyPr>
          <a:lstStyle/>
          <a:p>
            <a:pPr algn="ctr"/>
            <a:r>
              <a:rPr lang="en-US" sz="900" dirty="0"/>
              <a:t>42</a:t>
            </a:r>
          </a:p>
        </p:txBody>
      </p:sp>
      <p:sp>
        <p:nvSpPr>
          <p:cNvPr id="22" name="TextBox 21">
            <a:extLst>
              <a:ext uri="{FF2B5EF4-FFF2-40B4-BE49-F238E27FC236}">
                <a16:creationId xmlns:a16="http://schemas.microsoft.com/office/drawing/2014/main" id="{29C4CCF4-B534-4B68-45A9-2B6CF05C4491}"/>
              </a:ext>
            </a:extLst>
          </p:cNvPr>
          <p:cNvSpPr txBox="1"/>
          <p:nvPr/>
        </p:nvSpPr>
        <p:spPr>
          <a:xfrm>
            <a:off x="4143022" y="1903821"/>
            <a:ext cx="570089" cy="230832"/>
          </a:xfrm>
          <a:prstGeom prst="rect">
            <a:avLst/>
          </a:prstGeom>
          <a:noFill/>
        </p:spPr>
        <p:txBody>
          <a:bodyPr wrap="square" rtlCol="0">
            <a:spAutoFit/>
          </a:bodyPr>
          <a:lstStyle/>
          <a:p>
            <a:pPr algn="ctr"/>
            <a:r>
              <a:rPr lang="en-US" sz="900" dirty="0"/>
              <a:t>81</a:t>
            </a:r>
          </a:p>
        </p:txBody>
      </p:sp>
    </p:spTree>
    <p:extLst>
      <p:ext uri="{BB962C8B-B14F-4D97-AF65-F5344CB8AC3E}">
        <p14:creationId xmlns:p14="http://schemas.microsoft.com/office/powerpoint/2010/main" val="141803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00A44-22A7-7D26-D005-785AAAC8D0B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9CE47C-8535-2918-AF87-DF889A9CE2B6}"/>
              </a:ext>
            </a:extLst>
          </p:cNvPr>
          <p:cNvSpPr>
            <a:spLocks noGrp="1"/>
          </p:cNvSpPr>
          <p:nvPr>
            <p:ph sz="half" idx="1"/>
          </p:nvPr>
        </p:nvSpPr>
        <p:spPr/>
        <p:txBody>
          <a:bodyPr/>
          <a:lstStyle/>
          <a:p>
            <a:r>
              <a:rPr lang="en-US" dirty="0"/>
              <a:t>Continue.</a:t>
            </a:r>
          </a:p>
        </p:txBody>
      </p:sp>
      <p:pic>
        <p:nvPicPr>
          <p:cNvPr id="4" name="Picture 3" descr="A grid of sudoku puzzle&#10;&#10;Description automatically generated">
            <a:extLst>
              <a:ext uri="{FF2B5EF4-FFF2-40B4-BE49-F238E27FC236}">
                <a16:creationId xmlns:a16="http://schemas.microsoft.com/office/drawing/2014/main" id="{A52F8489-4421-8353-B8CD-01C8DCAD613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8633F92-D6EF-A33B-EE65-9CE028FC58C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1070F88-3B23-35F4-5A09-37A72EFA212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39E1B4E-F600-4C68-25D0-1E2A9B2A671C}"/>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2C729D99-F803-3DFA-D0DE-3A6B0BCCF33E}"/>
              </a:ext>
            </a:extLst>
          </p:cNvPr>
          <p:cNvSpPr txBox="1"/>
          <p:nvPr/>
        </p:nvSpPr>
        <p:spPr>
          <a:xfrm>
            <a:off x="4676910" y="2404765"/>
            <a:ext cx="570089" cy="230832"/>
          </a:xfrm>
          <a:prstGeom prst="rect">
            <a:avLst/>
          </a:prstGeom>
          <a:noFill/>
        </p:spPr>
        <p:txBody>
          <a:bodyPr wrap="square" rtlCol="0">
            <a:spAutoFit/>
          </a:bodyPr>
          <a:lstStyle/>
          <a:p>
            <a:pPr algn="ctr"/>
            <a:r>
              <a:rPr lang="en-US" sz="900" dirty="0"/>
              <a:t>123468</a:t>
            </a:r>
          </a:p>
        </p:txBody>
      </p:sp>
      <p:sp>
        <p:nvSpPr>
          <p:cNvPr id="13" name="TextBox 12">
            <a:extLst>
              <a:ext uri="{FF2B5EF4-FFF2-40B4-BE49-F238E27FC236}">
                <a16:creationId xmlns:a16="http://schemas.microsoft.com/office/drawing/2014/main" id="{F948A1B3-3459-666E-52D1-BACC76B1DBA4}"/>
              </a:ext>
            </a:extLst>
          </p:cNvPr>
          <p:cNvSpPr txBox="1"/>
          <p:nvPr/>
        </p:nvSpPr>
        <p:spPr>
          <a:xfrm>
            <a:off x="4613846" y="2905709"/>
            <a:ext cx="570089" cy="230832"/>
          </a:xfrm>
          <a:prstGeom prst="rect">
            <a:avLst/>
          </a:prstGeom>
          <a:noFill/>
        </p:spPr>
        <p:txBody>
          <a:bodyPr wrap="square" rtlCol="0">
            <a:spAutoFit/>
          </a:bodyPr>
          <a:lstStyle/>
          <a:p>
            <a:pPr algn="ctr"/>
            <a:r>
              <a:rPr lang="en-US" sz="900" dirty="0"/>
              <a:t>123468</a:t>
            </a:r>
          </a:p>
        </p:txBody>
      </p:sp>
      <p:sp>
        <p:nvSpPr>
          <p:cNvPr id="14" name="TextBox 13">
            <a:extLst>
              <a:ext uri="{FF2B5EF4-FFF2-40B4-BE49-F238E27FC236}">
                <a16:creationId xmlns:a16="http://schemas.microsoft.com/office/drawing/2014/main" id="{1053A016-3C8B-B1A8-2E87-45B232A9756F}"/>
              </a:ext>
            </a:extLst>
          </p:cNvPr>
          <p:cNvSpPr txBox="1"/>
          <p:nvPr/>
        </p:nvSpPr>
        <p:spPr>
          <a:xfrm>
            <a:off x="5179266" y="2905709"/>
            <a:ext cx="570089" cy="230832"/>
          </a:xfrm>
          <a:prstGeom prst="rect">
            <a:avLst/>
          </a:prstGeom>
          <a:noFill/>
        </p:spPr>
        <p:txBody>
          <a:bodyPr wrap="square" rtlCol="0">
            <a:spAutoFit/>
          </a:bodyPr>
          <a:lstStyle/>
          <a:p>
            <a:pPr algn="ctr"/>
            <a:r>
              <a:rPr lang="en-US" sz="900" dirty="0"/>
              <a:t>123468</a:t>
            </a:r>
          </a:p>
        </p:txBody>
      </p:sp>
      <p:sp>
        <p:nvSpPr>
          <p:cNvPr id="15" name="TextBox 14">
            <a:extLst>
              <a:ext uri="{FF2B5EF4-FFF2-40B4-BE49-F238E27FC236}">
                <a16:creationId xmlns:a16="http://schemas.microsoft.com/office/drawing/2014/main" id="{0341E653-3109-988A-B9FE-B2AA020CD4C6}"/>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123468</a:t>
            </a:r>
          </a:p>
        </p:txBody>
      </p:sp>
      <p:sp>
        <p:nvSpPr>
          <p:cNvPr id="16" name="TextBox 15">
            <a:extLst>
              <a:ext uri="{FF2B5EF4-FFF2-40B4-BE49-F238E27FC236}">
                <a16:creationId xmlns:a16="http://schemas.microsoft.com/office/drawing/2014/main" id="{A6DDD532-30CB-F23E-356A-2063A8933389}"/>
              </a:ext>
            </a:extLst>
          </p:cNvPr>
          <p:cNvSpPr txBox="1"/>
          <p:nvPr/>
        </p:nvSpPr>
        <p:spPr>
          <a:xfrm>
            <a:off x="4111490" y="3907597"/>
            <a:ext cx="570089" cy="230832"/>
          </a:xfrm>
          <a:prstGeom prst="rect">
            <a:avLst/>
          </a:prstGeom>
          <a:noFill/>
        </p:spPr>
        <p:txBody>
          <a:bodyPr wrap="square" rtlCol="0">
            <a:spAutoFit/>
          </a:bodyPr>
          <a:lstStyle/>
          <a:p>
            <a:pPr algn="ctr"/>
            <a:r>
              <a:rPr lang="en-US" sz="900" dirty="0"/>
              <a:t>123468</a:t>
            </a:r>
          </a:p>
        </p:txBody>
      </p:sp>
      <p:sp>
        <p:nvSpPr>
          <p:cNvPr id="17" name="TextBox 16">
            <a:extLst>
              <a:ext uri="{FF2B5EF4-FFF2-40B4-BE49-F238E27FC236}">
                <a16:creationId xmlns:a16="http://schemas.microsoft.com/office/drawing/2014/main" id="{2FC81C58-48F2-9A66-1649-501F20FB4AE0}"/>
              </a:ext>
            </a:extLst>
          </p:cNvPr>
          <p:cNvSpPr txBox="1"/>
          <p:nvPr/>
        </p:nvSpPr>
        <p:spPr>
          <a:xfrm>
            <a:off x="4676910" y="3907597"/>
            <a:ext cx="570089" cy="230832"/>
          </a:xfrm>
          <a:prstGeom prst="rect">
            <a:avLst/>
          </a:prstGeom>
          <a:noFill/>
        </p:spPr>
        <p:txBody>
          <a:bodyPr wrap="square" rtlCol="0">
            <a:spAutoFit/>
          </a:bodyPr>
          <a:lstStyle/>
          <a:p>
            <a:pPr algn="ctr"/>
            <a:r>
              <a:rPr lang="en-US" sz="900" dirty="0"/>
              <a:t>123468</a:t>
            </a:r>
          </a:p>
        </p:txBody>
      </p:sp>
      <p:sp>
        <p:nvSpPr>
          <p:cNvPr id="18" name="TextBox 17">
            <a:extLst>
              <a:ext uri="{FF2B5EF4-FFF2-40B4-BE49-F238E27FC236}">
                <a16:creationId xmlns:a16="http://schemas.microsoft.com/office/drawing/2014/main" id="{98A405F0-8FE1-877E-1BF2-40C6B0CCD42E}"/>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123468</a:t>
            </a:r>
          </a:p>
        </p:txBody>
      </p:sp>
      <p:sp>
        <p:nvSpPr>
          <p:cNvPr id="19" name="TextBox 18">
            <a:extLst>
              <a:ext uri="{FF2B5EF4-FFF2-40B4-BE49-F238E27FC236}">
                <a16:creationId xmlns:a16="http://schemas.microsoft.com/office/drawing/2014/main" id="{A83C2F97-70AD-5410-DC25-7099317D96C4}"/>
              </a:ext>
            </a:extLst>
          </p:cNvPr>
          <p:cNvSpPr txBox="1"/>
          <p:nvPr/>
        </p:nvSpPr>
        <p:spPr>
          <a:xfrm>
            <a:off x="3640666" y="1402877"/>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4DF2C4CB-DB94-ED3D-5752-8D00B21C68E2}"/>
              </a:ext>
            </a:extLst>
          </p:cNvPr>
          <p:cNvSpPr txBox="1"/>
          <p:nvPr/>
        </p:nvSpPr>
        <p:spPr>
          <a:xfrm>
            <a:off x="3138310" y="1402877"/>
            <a:ext cx="570089" cy="230832"/>
          </a:xfrm>
          <a:prstGeom prst="rect">
            <a:avLst/>
          </a:prstGeom>
          <a:noFill/>
        </p:spPr>
        <p:txBody>
          <a:bodyPr wrap="square" rtlCol="0">
            <a:spAutoFit/>
          </a:bodyPr>
          <a:lstStyle/>
          <a:p>
            <a:pPr algn="ctr"/>
            <a:r>
              <a:rPr lang="en-US" sz="900" dirty="0"/>
              <a:t>18</a:t>
            </a:r>
          </a:p>
        </p:txBody>
      </p:sp>
      <p:sp>
        <p:nvSpPr>
          <p:cNvPr id="21" name="TextBox 20">
            <a:extLst>
              <a:ext uri="{FF2B5EF4-FFF2-40B4-BE49-F238E27FC236}">
                <a16:creationId xmlns:a16="http://schemas.microsoft.com/office/drawing/2014/main" id="{D1A1C04D-74B4-47F4-3CC6-2C6AA996B5A8}"/>
              </a:ext>
            </a:extLst>
          </p:cNvPr>
          <p:cNvSpPr txBox="1"/>
          <p:nvPr/>
        </p:nvSpPr>
        <p:spPr>
          <a:xfrm>
            <a:off x="3640666" y="1903821"/>
            <a:ext cx="570089" cy="230832"/>
          </a:xfrm>
          <a:prstGeom prst="rect">
            <a:avLst/>
          </a:prstGeom>
          <a:noFill/>
        </p:spPr>
        <p:txBody>
          <a:bodyPr wrap="square" rtlCol="0">
            <a:spAutoFit/>
          </a:bodyPr>
          <a:lstStyle/>
          <a:p>
            <a:pPr algn="ctr"/>
            <a:r>
              <a:rPr lang="en-US" sz="900" dirty="0"/>
              <a:t>42</a:t>
            </a:r>
          </a:p>
        </p:txBody>
      </p:sp>
      <p:sp>
        <p:nvSpPr>
          <p:cNvPr id="22" name="TextBox 21">
            <a:extLst>
              <a:ext uri="{FF2B5EF4-FFF2-40B4-BE49-F238E27FC236}">
                <a16:creationId xmlns:a16="http://schemas.microsoft.com/office/drawing/2014/main" id="{B5CD4500-36B3-3BB0-B7F1-66D61B684D13}"/>
              </a:ext>
            </a:extLst>
          </p:cNvPr>
          <p:cNvSpPr txBox="1"/>
          <p:nvPr/>
        </p:nvSpPr>
        <p:spPr>
          <a:xfrm>
            <a:off x="4143022" y="1903821"/>
            <a:ext cx="570089" cy="230832"/>
          </a:xfrm>
          <a:prstGeom prst="rect">
            <a:avLst/>
          </a:prstGeom>
          <a:noFill/>
        </p:spPr>
        <p:txBody>
          <a:bodyPr wrap="square" rtlCol="0">
            <a:spAutoFit/>
          </a:bodyPr>
          <a:lstStyle/>
          <a:p>
            <a:pPr algn="ctr"/>
            <a:r>
              <a:rPr lang="en-US" sz="900" dirty="0"/>
              <a:t>81</a:t>
            </a:r>
          </a:p>
        </p:txBody>
      </p:sp>
      <p:sp>
        <p:nvSpPr>
          <p:cNvPr id="3" name="TextBox 2">
            <a:extLst>
              <a:ext uri="{FF2B5EF4-FFF2-40B4-BE49-F238E27FC236}">
                <a16:creationId xmlns:a16="http://schemas.microsoft.com/office/drawing/2014/main" id="{71E155F2-991A-E8C7-4A3B-1C0F35E7B7A2}"/>
              </a:ext>
            </a:extLst>
          </p:cNvPr>
          <p:cNvSpPr txBox="1"/>
          <p:nvPr/>
        </p:nvSpPr>
        <p:spPr>
          <a:xfrm>
            <a:off x="4143022" y="2404765"/>
            <a:ext cx="570089" cy="230832"/>
          </a:xfrm>
          <a:prstGeom prst="rect">
            <a:avLst/>
          </a:prstGeom>
          <a:noFill/>
        </p:spPr>
        <p:txBody>
          <a:bodyPr wrap="square" rtlCol="0">
            <a:spAutoFit/>
          </a:bodyPr>
          <a:lstStyle/>
          <a:p>
            <a:pPr algn="ctr"/>
            <a:r>
              <a:rPr lang="en-US" sz="900" dirty="0"/>
              <a:t>42</a:t>
            </a:r>
          </a:p>
        </p:txBody>
      </p:sp>
    </p:spTree>
    <p:extLst>
      <p:ext uri="{BB962C8B-B14F-4D97-AF65-F5344CB8AC3E}">
        <p14:creationId xmlns:p14="http://schemas.microsoft.com/office/powerpoint/2010/main" val="3159943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C742F-BFA7-4E3F-6B37-C1418060C1E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AA9EBC3-4261-0744-CEF9-5E14ABDFCEC2}"/>
              </a:ext>
            </a:extLst>
          </p:cNvPr>
          <p:cNvSpPr>
            <a:spLocks noGrp="1"/>
          </p:cNvSpPr>
          <p:nvPr>
            <p:ph sz="half" idx="1"/>
          </p:nvPr>
        </p:nvSpPr>
        <p:spPr/>
        <p:txBody>
          <a:bodyPr/>
          <a:lstStyle/>
          <a:p>
            <a:r>
              <a:rPr lang="en-US" dirty="0"/>
              <a:t>In the center block, that there’s a sequence of three doublings, without repeats, eliminates the possibility of 36.</a:t>
            </a:r>
          </a:p>
        </p:txBody>
      </p:sp>
      <p:pic>
        <p:nvPicPr>
          <p:cNvPr id="4" name="Picture 3" descr="A grid of sudoku puzzle&#10;&#10;Description automatically generated">
            <a:extLst>
              <a:ext uri="{FF2B5EF4-FFF2-40B4-BE49-F238E27FC236}">
                <a16:creationId xmlns:a16="http://schemas.microsoft.com/office/drawing/2014/main" id="{3D127609-6E40-9BA6-8F62-D0BDD9A1C08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2C8BED5-14C5-FCA6-DB86-02E8DE99CE7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0FFE57D-F4EC-F46E-B59D-967A9D5B18C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BD704B0-4D07-DF71-49EB-5F971980306B}"/>
              </a:ext>
            </a:extLst>
          </p:cNvPr>
          <p:cNvPicPr>
            <a:picLocks noChangeAspect="1"/>
          </p:cNvPicPr>
          <p:nvPr/>
        </p:nvPicPr>
        <p:blipFill>
          <a:blip r:embed="rId6"/>
          <a:stretch>
            <a:fillRect/>
          </a:stretch>
        </p:blipFill>
        <p:spPr>
          <a:xfrm>
            <a:off x="4584700" y="2311400"/>
            <a:ext cx="0" cy="0"/>
          </a:xfrm>
          <a:prstGeom prst="rect">
            <a:avLst/>
          </a:prstGeom>
        </p:spPr>
      </p:pic>
      <p:sp>
        <p:nvSpPr>
          <p:cNvPr id="15" name="TextBox 14">
            <a:extLst>
              <a:ext uri="{FF2B5EF4-FFF2-40B4-BE49-F238E27FC236}">
                <a16:creationId xmlns:a16="http://schemas.microsoft.com/office/drawing/2014/main" id="{E1EB97D5-4D58-2398-C73A-4F347E97F7AE}"/>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123468</a:t>
            </a:r>
          </a:p>
        </p:txBody>
      </p:sp>
      <p:sp>
        <p:nvSpPr>
          <p:cNvPr id="16" name="TextBox 15">
            <a:extLst>
              <a:ext uri="{FF2B5EF4-FFF2-40B4-BE49-F238E27FC236}">
                <a16:creationId xmlns:a16="http://schemas.microsoft.com/office/drawing/2014/main" id="{6F74CEB6-DF50-E54B-99BA-FA39F30D0D5C}"/>
              </a:ext>
            </a:extLst>
          </p:cNvPr>
          <p:cNvSpPr txBox="1"/>
          <p:nvPr/>
        </p:nvSpPr>
        <p:spPr>
          <a:xfrm>
            <a:off x="4111490" y="3907597"/>
            <a:ext cx="570089" cy="230832"/>
          </a:xfrm>
          <a:prstGeom prst="rect">
            <a:avLst/>
          </a:prstGeom>
          <a:noFill/>
        </p:spPr>
        <p:txBody>
          <a:bodyPr wrap="square" rtlCol="0">
            <a:spAutoFit/>
          </a:bodyPr>
          <a:lstStyle/>
          <a:p>
            <a:pPr algn="ctr"/>
            <a:r>
              <a:rPr lang="en-US" sz="900" dirty="0"/>
              <a:t>123468</a:t>
            </a:r>
          </a:p>
        </p:txBody>
      </p:sp>
      <p:sp>
        <p:nvSpPr>
          <p:cNvPr id="17" name="TextBox 16">
            <a:extLst>
              <a:ext uri="{FF2B5EF4-FFF2-40B4-BE49-F238E27FC236}">
                <a16:creationId xmlns:a16="http://schemas.microsoft.com/office/drawing/2014/main" id="{94DEAB4E-4E47-A814-5E82-7CD06FFA22EE}"/>
              </a:ext>
            </a:extLst>
          </p:cNvPr>
          <p:cNvSpPr txBox="1"/>
          <p:nvPr/>
        </p:nvSpPr>
        <p:spPr>
          <a:xfrm>
            <a:off x="4676910" y="3907597"/>
            <a:ext cx="570089" cy="230832"/>
          </a:xfrm>
          <a:prstGeom prst="rect">
            <a:avLst/>
          </a:prstGeom>
          <a:noFill/>
        </p:spPr>
        <p:txBody>
          <a:bodyPr wrap="square" rtlCol="0">
            <a:spAutoFit/>
          </a:bodyPr>
          <a:lstStyle/>
          <a:p>
            <a:pPr algn="ctr"/>
            <a:r>
              <a:rPr lang="en-US" sz="900" dirty="0"/>
              <a:t>123468</a:t>
            </a:r>
          </a:p>
        </p:txBody>
      </p:sp>
      <p:sp>
        <p:nvSpPr>
          <p:cNvPr id="18" name="TextBox 17">
            <a:extLst>
              <a:ext uri="{FF2B5EF4-FFF2-40B4-BE49-F238E27FC236}">
                <a16:creationId xmlns:a16="http://schemas.microsoft.com/office/drawing/2014/main" id="{6AB60166-F49D-2A46-7983-9468E42CA9B2}"/>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123468</a:t>
            </a:r>
          </a:p>
        </p:txBody>
      </p:sp>
      <p:sp>
        <p:nvSpPr>
          <p:cNvPr id="19" name="TextBox 18">
            <a:extLst>
              <a:ext uri="{FF2B5EF4-FFF2-40B4-BE49-F238E27FC236}">
                <a16:creationId xmlns:a16="http://schemas.microsoft.com/office/drawing/2014/main" id="{B734961A-53A1-71F0-A061-2CE46238C70F}"/>
              </a:ext>
            </a:extLst>
          </p:cNvPr>
          <p:cNvSpPr txBox="1"/>
          <p:nvPr/>
        </p:nvSpPr>
        <p:spPr>
          <a:xfrm>
            <a:off x="3640666" y="1402877"/>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C8731086-03D7-F51C-4F04-4D0E11745BE5}"/>
              </a:ext>
            </a:extLst>
          </p:cNvPr>
          <p:cNvSpPr txBox="1"/>
          <p:nvPr/>
        </p:nvSpPr>
        <p:spPr>
          <a:xfrm>
            <a:off x="3138310" y="1402877"/>
            <a:ext cx="570089" cy="230832"/>
          </a:xfrm>
          <a:prstGeom prst="rect">
            <a:avLst/>
          </a:prstGeom>
          <a:noFill/>
        </p:spPr>
        <p:txBody>
          <a:bodyPr wrap="square" rtlCol="0">
            <a:spAutoFit/>
          </a:bodyPr>
          <a:lstStyle/>
          <a:p>
            <a:pPr algn="ctr"/>
            <a:r>
              <a:rPr lang="en-US" sz="900" dirty="0"/>
              <a:t>18</a:t>
            </a:r>
          </a:p>
        </p:txBody>
      </p:sp>
      <p:sp>
        <p:nvSpPr>
          <p:cNvPr id="21" name="TextBox 20">
            <a:extLst>
              <a:ext uri="{FF2B5EF4-FFF2-40B4-BE49-F238E27FC236}">
                <a16:creationId xmlns:a16="http://schemas.microsoft.com/office/drawing/2014/main" id="{01EDEBD6-C9BE-32B1-351B-B68A44D475B6}"/>
              </a:ext>
            </a:extLst>
          </p:cNvPr>
          <p:cNvSpPr txBox="1"/>
          <p:nvPr/>
        </p:nvSpPr>
        <p:spPr>
          <a:xfrm>
            <a:off x="3640666" y="1903821"/>
            <a:ext cx="570089" cy="230832"/>
          </a:xfrm>
          <a:prstGeom prst="rect">
            <a:avLst/>
          </a:prstGeom>
          <a:noFill/>
        </p:spPr>
        <p:txBody>
          <a:bodyPr wrap="square" rtlCol="0">
            <a:spAutoFit/>
          </a:bodyPr>
          <a:lstStyle/>
          <a:p>
            <a:pPr algn="ctr"/>
            <a:r>
              <a:rPr lang="en-US" sz="900" dirty="0"/>
              <a:t>42</a:t>
            </a:r>
          </a:p>
        </p:txBody>
      </p:sp>
      <p:sp>
        <p:nvSpPr>
          <p:cNvPr id="22" name="TextBox 21">
            <a:extLst>
              <a:ext uri="{FF2B5EF4-FFF2-40B4-BE49-F238E27FC236}">
                <a16:creationId xmlns:a16="http://schemas.microsoft.com/office/drawing/2014/main" id="{3FC1861D-B2EF-6231-74E7-D7E448A9CD7D}"/>
              </a:ext>
            </a:extLst>
          </p:cNvPr>
          <p:cNvSpPr txBox="1"/>
          <p:nvPr/>
        </p:nvSpPr>
        <p:spPr>
          <a:xfrm>
            <a:off x="4143022" y="1903821"/>
            <a:ext cx="570089" cy="230832"/>
          </a:xfrm>
          <a:prstGeom prst="rect">
            <a:avLst/>
          </a:prstGeom>
          <a:noFill/>
        </p:spPr>
        <p:txBody>
          <a:bodyPr wrap="square" rtlCol="0">
            <a:spAutoFit/>
          </a:bodyPr>
          <a:lstStyle/>
          <a:p>
            <a:pPr algn="ctr"/>
            <a:r>
              <a:rPr lang="en-US" sz="900" dirty="0"/>
              <a:t>81</a:t>
            </a:r>
          </a:p>
        </p:txBody>
      </p:sp>
      <p:sp>
        <p:nvSpPr>
          <p:cNvPr id="3" name="TextBox 2">
            <a:extLst>
              <a:ext uri="{FF2B5EF4-FFF2-40B4-BE49-F238E27FC236}">
                <a16:creationId xmlns:a16="http://schemas.microsoft.com/office/drawing/2014/main" id="{14B82060-0223-BE3E-552F-CBF80659CA0D}"/>
              </a:ext>
            </a:extLst>
          </p:cNvPr>
          <p:cNvSpPr txBox="1"/>
          <p:nvPr/>
        </p:nvSpPr>
        <p:spPr>
          <a:xfrm>
            <a:off x="4143022" y="2404765"/>
            <a:ext cx="570089" cy="230832"/>
          </a:xfrm>
          <a:prstGeom prst="rect">
            <a:avLst/>
          </a:prstGeom>
          <a:noFill/>
        </p:spPr>
        <p:txBody>
          <a:bodyPr wrap="square" rtlCol="0">
            <a:spAutoFit/>
          </a:bodyPr>
          <a:lstStyle/>
          <a:p>
            <a:pPr algn="ctr"/>
            <a:r>
              <a:rPr lang="en-US" sz="900" dirty="0"/>
              <a:t>42</a:t>
            </a:r>
          </a:p>
        </p:txBody>
      </p:sp>
      <p:sp>
        <p:nvSpPr>
          <p:cNvPr id="8" name="TextBox 7">
            <a:extLst>
              <a:ext uri="{FF2B5EF4-FFF2-40B4-BE49-F238E27FC236}">
                <a16:creationId xmlns:a16="http://schemas.microsoft.com/office/drawing/2014/main" id="{E0CD0815-3DB0-4D3C-EFF8-D1A40CABA0FD}"/>
              </a:ext>
            </a:extLst>
          </p:cNvPr>
          <p:cNvSpPr txBox="1"/>
          <p:nvPr/>
        </p:nvSpPr>
        <p:spPr>
          <a:xfrm>
            <a:off x="4645378" y="2404765"/>
            <a:ext cx="570089" cy="230832"/>
          </a:xfrm>
          <a:prstGeom prst="rect">
            <a:avLst/>
          </a:prstGeom>
          <a:noFill/>
        </p:spPr>
        <p:txBody>
          <a:bodyPr wrap="square" rtlCol="0">
            <a:spAutoFit/>
          </a:bodyPr>
          <a:lstStyle/>
          <a:p>
            <a:pPr algn="ctr"/>
            <a:r>
              <a:rPr lang="en-US" sz="900" dirty="0"/>
              <a:t>1248</a:t>
            </a:r>
          </a:p>
        </p:txBody>
      </p:sp>
      <p:sp>
        <p:nvSpPr>
          <p:cNvPr id="9" name="TextBox 8">
            <a:extLst>
              <a:ext uri="{FF2B5EF4-FFF2-40B4-BE49-F238E27FC236}">
                <a16:creationId xmlns:a16="http://schemas.microsoft.com/office/drawing/2014/main" id="{F7241B39-8C8F-A724-4794-F4F2E402B319}"/>
              </a:ext>
            </a:extLst>
          </p:cNvPr>
          <p:cNvSpPr txBox="1"/>
          <p:nvPr/>
        </p:nvSpPr>
        <p:spPr>
          <a:xfrm>
            <a:off x="4645378" y="2905709"/>
            <a:ext cx="570089" cy="230832"/>
          </a:xfrm>
          <a:prstGeom prst="rect">
            <a:avLst/>
          </a:prstGeom>
          <a:noFill/>
        </p:spPr>
        <p:txBody>
          <a:bodyPr wrap="square" rtlCol="0">
            <a:spAutoFit/>
          </a:bodyPr>
          <a:lstStyle/>
          <a:p>
            <a:pPr algn="ctr"/>
            <a:r>
              <a:rPr lang="en-US" sz="900" dirty="0"/>
              <a:t>1248</a:t>
            </a:r>
          </a:p>
        </p:txBody>
      </p:sp>
      <p:sp>
        <p:nvSpPr>
          <p:cNvPr id="10" name="TextBox 9">
            <a:extLst>
              <a:ext uri="{FF2B5EF4-FFF2-40B4-BE49-F238E27FC236}">
                <a16:creationId xmlns:a16="http://schemas.microsoft.com/office/drawing/2014/main" id="{3B1F39D3-A735-EA09-336C-D22669393CBF}"/>
              </a:ext>
            </a:extLst>
          </p:cNvPr>
          <p:cNvSpPr txBox="1"/>
          <p:nvPr/>
        </p:nvSpPr>
        <p:spPr>
          <a:xfrm>
            <a:off x="5147734" y="2905709"/>
            <a:ext cx="570089" cy="230832"/>
          </a:xfrm>
          <a:prstGeom prst="rect">
            <a:avLst/>
          </a:prstGeom>
          <a:noFill/>
        </p:spPr>
        <p:txBody>
          <a:bodyPr wrap="square" rtlCol="0">
            <a:spAutoFit/>
          </a:bodyPr>
          <a:lstStyle/>
          <a:p>
            <a:pPr algn="ctr"/>
            <a:r>
              <a:rPr lang="en-US" sz="900" dirty="0"/>
              <a:t>1248</a:t>
            </a:r>
          </a:p>
        </p:txBody>
      </p:sp>
    </p:spTree>
    <p:extLst>
      <p:ext uri="{BB962C8B-B14F-4D97-AF65-F5344CB8AC3E}">
        <p14:creationId xmlns:p14="http://schemas.microsoft.com/office/powerpoint/2010/main" val="3233807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F7D17-06A6-8C8C-374C-E72CE453551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25C981-10C7-1484-F2A0-5AEA8EE0F8F7}"/>
              </a:ext>
            </a:extLst>
          </p:cNvPr>
          <p:cNvSpPr>
            <a:spLocks noGrp="1"/>
          </p:cNvSpPr>
          <p:nvPr>
            <p:ph sz="half" idx="1"/>
          </p:nvPr>
        </p:nvSpPr>
        <p:spPr/>
        <p:txBody>
          <a:bodyPr/>
          <a:lstStyle/>
          <a:p>
            <a:r>
              <a:rPr lang="en-US" dirty="0"/>
              <a:t>That sequence of three doublings must include 2 and 4, one of which must be in the center cell.</a:t>
            </a:r>
          </a:p>
        </p:txBody>
      </p:sp>
      <p:pic>
        <p:nvPicPr>
          <p:cNvPr id="4" name="Picture 3" descr="A grid of sudoku puzzle&#10;&#10;Description automatically generated">
            <a:extLst>
              <a:ext uri="{FF2B5EF4-FFF2-40B4-BE49-F238E27FC236}">
                <a16:creationId xmlns:a16="http://schemas.microsoft.com/office/drawing/2014/main" id="{A47847DE-6D8E-A5E2-F781-55C31AA4266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E2024AC-FEE5-6658-F029-3392483C9E5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FD70065-8CE2-79CD-96BD-56D8929EBB4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73D5D1E-3614-5F21-1E7B-B1F6C5F79A5F}"/>
              </a:ext>
            </a:extLst>
          </p:cNvPr>
          <p:cNvPicPr>
            <a:picLocks noChangeAspect="1"/>
          </p:cNvPicPr>
          <p:nvPr/>
        </p:nvPicPr>
        <p:blipFill>
          <a:blip r:embed="rId6"/>
          <a:stretch>
            <a:fillRect/>
          </a:stretch>
        </p:blipFill>
        <p:spPr>
          <a:xfrm>
            <a:off x="4584700" y="2311400"/>
            <a:ext cx="0" cy="0"/>
          </a:xfrm>
          <a:prstGeom prst="rect">
            <a:avLst/>
          </a:prstGeom>
        </p:spPr>
      </p:pic>
      <p:sp>
        <p:nvSpPr>
          <p:cNvPr id="15" name="TextBox 14">
            <a:extLst>
              <a:ext uri="{FF2B5EF4-FFF2-40B4-BE49-F238E27FC236}">
                <a16:creationId xmlns:a16="http://schemas.microsoft.com/office/drawing/2014/main" id="{70AF40F5-299F-FFD9-7269-CBECE7E6CBBA}"/>
              </a:ext>
            </a:extLst>
          </p:cNvPr>
          <p:cNvSpPr txBox="1"/>
          <p:nvPr/>
        </p:nvSpPr>
        <p:spPr>
          <a:xfrm>
            <a:off x="4645378" y="3406653"/>
            <a:ext cx="570089" cy="230832"/>
          </a:xfrm>
          <a:prstGeom prst="rect">
            <a:avLst/>
          </a:prstGeom>
          <a:noFill/>
        </p:spPr>
        <p:txBody>
          <a:bodyPr wrap="square" rtlCol="0">
            <a:spAutoFit/>
          </a:bodyPr>
          <a:lstStyle/>
          <a:p>
            <a:pPr algn="ctr"/>
            <a:r>
              <a:rPr lang="en-US" sz="900" dirty="0"/>
              <a:t>1368</a:t>
            </a:r>
          </a:p>
        </p:txBody>
      </p:sp>
      <p:sp>
        <p:nvSpPr>
          <p:cNvPr id="16" name="TextBox 15">
            <a:extLst>
              <a:ext uri="{FF2B5EF4-FFF2-40B4-BE49-F238E27FC236}">
                <a16:creationId xmlns:a16="http://schemas.microsoft.com/office/drawing/2014/main" id="{2113C248-FA93-FF70-9EEA-C45132352D76}"/>
              </a:ext>
            </a:extLst>
          </p:cNvPr>
          <p:cNvSpPr txBox="1"/>
          <p:nvPr/>
        </p:nvSpPr>
        <p:spPr>
          <a:xfrm>
            <a:off x="4111490" y="3907597"/>
            <a:ext cx="570089" cy="230832"/>
          </a:xfrm>
          <a:prstGeom prst="rect">
            <a:avLst/>
          </a:prstGeom>
          <a:noFill/>
        </p:spPr>
        <p:txBody>
          <a:bodyPr wrap="square" rtlCol="0">
            <a:spAutoFit/>
          </a:bodyPr>
          <a:lstStyle/>
          <a:p>
            <a:pPr algn="ctr"/>
            <a:r>
              <a:rPr lang="en-US" sz="900" dirty="0"/>
              <a:t>123468</a:t>
            </a:r>
          </a:p>
        </p:txBody>
      </p:sp>
      <p:sp>
        <p:nvSpPr>
          <p:cNvPr id="17" name="TextBox 16">
            <a:extLst>
              <a:ext uri="{FF2B5EF4-FFF2-40B4-BE49-F238E27FC236}">
                <a16:creationId xmlns:a16="http://schemas.microsoft.com/office/drawing/2014/main" id="{0BAB83BF-036E-309B-6C09-FB01FD722B67}"/>
              </a:ext>
            </a:extLst>
          </p:cNvPr>
          <p:cNvSpPr txBox="1"/>
          <p:nvPr/>
        </p:nvSpPr>
        <p:spPr>
          <a:xfrm>
            <a:off x="4676910" y="3907597"/>
            <a:ext cx="570089" cy="230832"/>
          </a:xfrm>
          <a:prstGeom prst="rect">
            <a:avLst/>
          </a:prstGeom>
          <a:noFill/>
        </p:spPr>
        <p:txBody>
          <a:bodyPr wrap="square" rtlCol="0">
            <a:spAutoFit/>
          </a:bodyPr>
          <a:lstStyle/>
          <a:p>
            <a:pPr algn="ctr"/>
            <a:r>
              <a:rPr lang="en-US" sz="900" dirty="0"/>
              <a:t>123468</a:t>
            </a:r>
          </a:p>
        </p:txBody>
      </p:sp>
      <p:sp>
        <p:nvSpPr>
          <p:cNvPr id="18" name="TextBox 17">
            <a:extLst>
              <a:ext uri="{FF2B5EF4-FFF2-40B4-BE49-F238E27FC236}">
                <a16:creationId xmlns:a16="http://schemas.microsoft.com/office/drawing/2014/main" id="{9A9A16AE-4824-E196-4DC2-2F0D3377FDCA}"/>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123468</a:t>
            </a:r>
          </a:p>
        </p:txBody>
      </p:sp>
      <p:sp>
        <p:nvSpPr>
          <p:cNvPr id="19" name="TextBox 18">
            <a:extLst>
              <a:ext uri="{FF2B5EF4-FFF2-40B4-BE49-F238E27FC236}">
                <a16:creationId xmlns:a16="http://schemas.microsoft.com/office/drawing/2014/main" id="{6476D8F8-9061-39FF-FB2E-6DA1541464D4}"/>
              </a:ext>
            </a:extLst>
          </p:cNvPr>
          <p:cNvSpPr txBox="1"/>
          <p:nvPr/>
        </p:nvSpPr>
        <p:spPr>
          <a:xfrm>
            <a:off x="3640666" y="1402877"/>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2A48A5A3-6D30-38B8-3E7E-17E30DC01BEC}"/>
              </a:ext>
            </a:extLst>
          </p:cNvPr>
          <p:cNvSpPr txBox="1"/>
          <p:nvPr/>
        </p:nvSpPr>
        <p:spPr>
          <a:xfrm>
            <a:off x="3138310" y="1402877"/>
            <a:ext cx="570089" cy="230832"/>
          </a:xfrm>
          <a:prstGeom prst="rect">
            <a:avLst/>
          </a:prstGeom>
          <a:noFill/>
        </p:spPr>
        <p:txBody>
          <a:bodyPr wrap="square" rtlCol="0">
            <a:spAutoFit/>
          </a:bodyPr>
          <a:lstStyle/>
          <a:p>
            <a:pPr algn="ctr"/>
            <a:r>
              <a:rPr lang="en-US" sz="900" dirty="0"/>
              <a:t>18</a:t>
            </a:r>
          </a:p>
        </p:txBody>
      </p:sp>
      <p:sp>
        <p:nvSpPr>
          <p:cNvPr id="21" name="TextBox 20">
            <a:extLst>
              <a:ext uri="{FF2B5EF4-FFF2-40B4-BE49-F238E27FC236}">
                <a16:creationId xmlns:a16="http://schemas.microsoft.com/office/drawing/2014/main" id="{06A28EE8-0935-EA66-F82B-6DE74CD62E14}"/>
              </a:ext>
            </a:extLst>
          </p:cNvPr>
          <p:cNvSpPr txBox="1"/>
          <p:nvPr/>
        </p:nvSpPr>
        <p:spPr>
          <a:xfrm>
            <a:off x="3640666" y="1903821"/>
            <a:ext cx="570089" cy="230832"/>
          </a:xfrm>
          <a:prstGeom prst="rect">
            <a:avLst/>
          </a:prstGeom>
          <a:noFill/>
        </p:spPr>
        <p:txBody>
          <a:bodyPr wrap="square" rtlCol="0">
            <a:spAutoFit/>
          </a:bodyPr>
          <a:lstStyle/>
          <a:p>
            <a:pPr algn="ctr"/>
            <a:r>
              <a:rPr lang="en-US" sz="900" dirty="0"/>
              <a:t>42</a:t>
            </a:r>
          </a:p>
        </p:txBody>
      </p:sp>
      <p:sp>
        <p:nvSpPr>
          <p:cNvPr id="22" name="TextBox 21">
            <a:extLst>
              <a:ext uri="{FF2B5EF4-FFF2-40B4-BE49-F238E27FC236}">
                <a16:creationId xmlns:a16="http://schemas.microsoft.com/office/drawing/2014/main" id="{D038FCB0-BAFF-5B28-E27D-AF5D0929294F}"/>
              </a:ext>
            </a:extLst>
          </p:cNvPr>
          <p:cNvSpPr txBox="1"/>
          <p:nvPr/>
        </p:nvSpPr>
        <p:spPr>
          <a:xfrm>
            <a:off x="4143022" y="1903821"/>
            <a:ext cx="570089" cy="230832"/>
          </a:xfrm>
          <a:prstGeom prst="rect">
            <a:avLst/>
          </a:prstGeom>
          <a:noFill/>
        </p:spPr>
        <p:txBody>
          <a:bodyPr wrap="square" rtlCol="0">
            <a:spAutoFit/>
          </a:bodyPr>
          <a:lstStyle/>
          <a:p>
            <a:pPr algn="ctr"/>
            <a:r>
              <a:rPr lang="en-US" sz="900" dirty="0"/>
              <a:t>81</a:t>
            </a:r>
          </a:p>
        </p:txBody>
      </p:sp>
      <p:sp>
        <p:nvSpPr>
          <p:cNvPr id="3" name="TextBox 2">
            <a:extLst>
              <a:ext uri="{FF2B5EF4-FFF2-40B4-BE49-F238E27FC236}">
                <a16:creationId xmlns:a16="http://schemas.microsoft.com/office/drawing/2014/main" id="{EAA45A7F-5900-D878-0CC7-805E1AF29E15}"/>
              </a:ext>
            </a:extLst>
          </p:cNvPr>
          <p:cNvSpPr txBox="1"/>
          <p:nvPr/>
        </p:nvSpPr>
        <p:spPr>
          <a:xfrm>
            <a:off x="4143022" y="2404765"/>
            <a:ext cx="570089" cy="230832"/>
          </a:xfrm>
          <a:prstGeom prst="rect">
            <a:avLst/>
          </a:prstGeom>
          <a:noFill/>
        </p:spPr>
        <p:txBody>
          <a:bodyPr wrap="square" rtlCol="0">
            <a:spAutoFit/>
          </a:bodyPr>
          <a:lstStyle/>
          <a:p>
            <a:pPr algn="ctr"/>
            <a:r>
              <a:rPr lang="en-US" sz="900" dirty="0"/>
              <a:t>42</a:t>
            </a:r>
          </a:p>
        </p:txBody>
      </p:sp>
      <p:sp>
        <p:nvSpPr>
          <p:cNvPr id="8" name="TextBox 7">
            <a:extLst>
              <a:ext uri="{FF2B5EF4-FFF2-40B4-BE49-F238E27FC236}">
                <a16:creationId xmlns:a16="http://schemas.microsoft.com/office/drawing/2014/main" id="{B80EB870-2FE4-2362-0776-7C42FCC5FD62}"/>
              </a:ext>
            </a:extLst>
          </p:cNvPr>
          <p:cNvSpPr txBox="1"/>
          <p:nvPr/>
        </p:nvSpPr>
        <p:spPr>
          <a:xfrm>
            <a:off x="4645378" y="2404765"/>
            <a:ext cx="570089" cy="230832"/>
          </a:xfrm>
          <a:prstGeom prst="rect">
            <a:avLst/>
          </a:prstGeom>
          <a:noFill/>
        </p:spPr>
        <p:txBody>
          <a:bodyPr wrap="square" rtlCol="0">
            <a:spAutoFit/>
          </a:bodyPr>
          <a:lstStyle/>
          <a:p>
            <a:pPr algn="ctr"/>
            <a:r>
              <a:rPr lang="en-US" sz="900" dirty="0"/>
              <a:t>1248</a:t>
            </a:r>
          </a:p>
        </p:txBody>
      </p:sp>
      <p:sp>
        <p:nvSpPr>
          <p:cNvPr id="9" name="TextBox 8">
            <a:extLst>
              <a:ext uri="{FF2B5EF4-FFF2-40B4-BE49-F238E27FC236}">
                <a16:creationId xmlns:a16="http://schemas.microsoft.com/office/drawing/2014/main" id="{964204F3-A436-C2C0-68AA-8EBB752E969D}"/>
              </a:ext>
            </a:extLst>
          </p:cNvPr>
          <p:cNvSpPr txBox="1"/>
          <p:nvPr/>
        </p:nvSpPr>
        <p:spPr>
          <a:xfrm>
            <a:off x="4645378" y="2905709"/>
            <a:ext cx="570089" cy="230832"/>
          </a:xfrm>
          <a:prstGeom prst="rect">
            <a:avLst/>
          </a:prstGeom>
          <a:noFill/>
        </p:spPr>
        <p:txBody>
          <a:bodyPr wrap="square" rtlCol="0">
            <a:spAutoFit/>
          </a:bodyPr>
          <a:lstStyle/>
          <a:p>
            <a:pPr algn="ctr"/>
            <a:r>
              <a:rPr lang="en-US" sz="900" dirty="0"/>
              <a:t>42</a:t>
            </a:r>
          </a:p>
        </p:txBody>
      </p:sp>
      <p:sp>
        <p:nvSpPr>
          <p:cNvPr id="10" name="TextBox 9">
            <a:extLst>
              <a:ext uri="{FF2B5EF4-FFF2-40B4-BE49-F238E27FC236}">
                <a16:creationId xmlns:a16="http://schemas.microsoft.com/office/drawing/2014/main" id="{437D171C-C72C-8B89-3A43-CC1D9D91327E}"/>
              </a:ext>
            </a:extLst>
          </p:cNvPr>
          <p:cNvSpPr txBox="1"/>
          <p:nvPr/>
        </p:nvSpPr>
        <p:spPr>
          <a:xfrm>
            <a:off x="5147734" y="2905709"/>
            <a:ext cx="570089" cy="230832"/>
          </a:xfrm>
          <a:prstGeom prst="rect">
            <a:avLst/>
          </a:prstGeom>
          <a:noFill/>
        </p:spPr>
        <p:txBody>
          <a:bodyPr wrap="square" rtlCol="0">
            <a:spAutoFit/>
          </a:bodyPr>
          <a:lstStyle/>
          <a:p>
            <a:pPr algn="ctr"/>
            <a:r>
              <a:rPr lang="en-US" sz="900" dirty="0"/>
              <a:t>1248</a:t>
            </a:r>
          </a:p>
        </p:txBody>
      </p:sp>
    </p:spTree>
    <p:extLst>
      <p:ext uri="{BB962C8B-B14F-4D97-AF65-F5344CB8AC3E}">
        <p14:creationId xmlns:p14="http://schemas.microsoft.com/office/powerpoint/2010/main" val="1669113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DA20F-95C1-7501-E212-3793F3A6EB0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770971B-DB43-2A41-B36B-65ECC5A7867D}"/>
              </a:ext>
            </a:extLst>
          </p:cNvPr>
          <p:cNvSpPr>
            <a:spLocks noGrp="1"/>
          </p:cNvSpPr>
          <p:nvPr>
            <p:ph sz="half" idx="1"/>
          </p:nvPr>
        </p:nvSpPr>
        <p:spPr/>
        <p:txBody>
          <a:bodyPr/>
          <a:lstStyle/>
          <a:p>
            <a:r>
              <a:rPr lang="en-US" dirty="0"/>
              <a:t>Continue.</a:t>
            </a:r>
          </a:p>
        </p:txBody>
      </p:sp>
      <p:pic>
        <p:nvPicPr>
          <p:cNvPr id="4" name="Picture 3" descr="A grid of sudoku puzzle&#10;&#10;Description automatically generated">
            <a:extLst>
              <a:ext uri="{FF2B5EF4-FFF2-40B4-BE49-F238E27FC236}">
                <a16:creationId xmlns:a16="http://schemas.microsoft.com/office/drawing/2014/main" id="{51E25701-E35C-134B-B760-EC59D2369F9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726E8B5-2077-170B-8674-ED8E04B7017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D08F58F-815D-40C9-D2EE-C081B9256CC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20BCFDF-6961-EB67-3076-42E4AB068927}"/>
              </a:ext>
            </a:extLst>
          </p:cNvPr>
          <p:cNvPicPr>
            <a:picLocks noChangeAspect="1"/>
          </p:cNvPicPr>
          <p:nvPr/>
        </p:nvPicPr>
        <p:blipFill>
          <a:blip r:embed="rId6"/>
          <a:stretch>
            <a:fillRect/>
          </a:stretch>
        </p:blipFill>
        <p:spPr>
          <a:xfrm>
            <a:off x="4584700" y="2311400"/>
            <a:ext cx="0" cy="0"/>
          </a:xfrm>
          <a:prstGeom prst="rect">
            <a:avLst/>
          </a:prstGeom>
        </p:spPr>
      </p:pic>
      <p:sp>
        <p:nvSpPr>
          <p:cNvPr id="15" name="TextBox 14">
            <a:extLst>
              <a:ext uri="{FF2B5EF4-FFF2-40B4-BE49-F238E27FC236}">
                <a16:creationId xmlns:a16="http://schemas.microsoft.com/office/drawing/2014/main" id="{2199066E-2D6B-4256-932F-1665CA8DF826}"/>
              </a:ext>
            </a:extLst>
          </p:cNvPr>
          <p:cNvSpPr txBox="1"/>
          <p:nvPr/>
        </p:nvSpPr>
        <p:spPr>
          <a:xfrm>
            <a:off x="4645378" y="3406653"/>
            <a:ext cx="570089" cy="230832"/>
          </a:xfrm>
          <a:prstGeom prst="rect">
            <a:avLst/>
          </a:prstGeom>
          <a:noFill/>
        </p:spPr>
        <p:txBody>
          <a:bodyPr wrap="square" rtlCol="0">
            <a:spAutoFit/>
          </a:bodyPr>
          <a:lstStyle/>
          <a:p>
            <a:pPr algn="ctr"/>
            <a:r>
              <a:rPr lang="en-US" sz="900" dirty="0"/>
              <a:t>1368</a:t>
            </a:r>
          </a:p>
        </p:txBody>
      </p:sp>
      <p:sp>
        <p:nvSpPr>
          <p:cNvPr id="16" name="TextBox 15">
            <a:extLst>
              <a:ext uri="{FF2B5EF4-FFF2-40B4-BE49-F238E27FC236}">
                <a16:creationId xmlns:a16="http://schemas.microsoft.com/office/drawing/2014/main" id="{F6DBE086-6944-7B13-DAF6-62D80175C62C}"/>
              </a:ext>
            </a:extLst>
          </p:cNvPr>
          <p:cNvSpPr txBox="1"/>
          <p:nvPr/>
        </p:nvSpPr>
        <p:spPr>
          <a:xfrm>
            <a:off x="4111490" y="3907597"/>
            <a:ext cx="570089" cy="230832"/>
          </a:xfrm>
          <a:prstGeom prst="rect">
            <a:avLst/>
          </a:prstGeom>
          <a:noFill/>
        </p:spPr>
        <p:txBody>
          <a:bodyPr wrap="square" rtlCol="0">
            <a:spAutoFit/>
          </a:bodyPr>
          <a:lstStyle/>
          <a:p>
            <a:pPr algn="ctr"/>
            <a:r>
              <a:rPr lang="en-US" sz="900" dirty="0"/>
              <a:t>123468</a:t>
            </a:r>
          </a:p>
        </p:txBody>
      </p:sp>
      <p:sp>
        <p:nvSpPr>
          <p:cNvPr id="18" name="TextBox 17">
            <a:extLst>
              <a:ext uri="{FF2B5EF4-FFF2-40B4-BE49-F238E27FC236}">
                <a16:creationId xmlns:a16="http://schemas.microsoft.com/office/drawing/2014/main" id="{05FC81A7-10FB-DDED-6944-4FCB9B23122A}"/>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123468</a:t>
            </a:r>
          </a:p>
        </p:txBody>
      </p:sp>
      <p:sp>
        <p:nvSpPr>
          <p:cNvPr id="19" name="TextBox 18">
            <a:extLst>
              <a:ext uri="{FF2B5EF4-FFF2-40B4-BE49-F238E27FC236}">
                <a16:creationId xmlns:a16="http://schemas.microsoft.com/office/drawing/2014/main" id="{133B3769-420E-451D-F2CF-0BD3653CF8FA}"/>
              </a:ext>
            </a:extLst>
          </p:cNvPr>
          <p:cNvSpPr txBox="1"/>
          <p:nvPr/>
        </p:nvSpPr>
        <p:spPr>
          <a:xfrm>
            <a:off x="3640666" y="1402877"/>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0AC95165-4602-B541-8536-3F474238D064}"/>
              </a:ext>
            </a:extLst>
          </p:cNvPr>
          <p:cNvSpPr txBox="1"/>
          <p:nvPr/>
        </p:nvSpPr>
        <p:spPr>
          <a:xfrm>
            <a:off x="3138310" y="1402877"/>
            <a:ext cx="570089" cy="230832"/>
          </a:xfrm>
          <a:prstGeom prst="rect">
            <a:avLst/>
          </a:prstGeom>
          <a:noFill/>
        </p:spPr>
        <p:txBody>
          <a:bodyPr wrap="square" rtlCol="0">
            <a:spAutoFit/>
          </a:bodyPr>
          <a:lstStyle/>
          <a:p>
            <a:pPr algn="ctr"/>
            <a:r>
              <a:rPr lang="en-US" sz="900" dirty="0"/>
              <a:t>18</a:t>
            </a:r>
          </a:p>
        </p:txBody>
      </p:sp>
      <p:sp>
        <p:nvSpPr>
          <p:cNvPr id="21" name="TextBox 20">
            <a:extLst>
              <a:ext uri="{FF2B5EF4-FFF2-40B4-BE49-F238E27FC236}">
                <a16:creationId xmlns:a16="http://schemas.microsoft.com/office/drawing/2014/main" id="{E9C8CAF9-2F65-4324-E927-9904979DCDA5}"/>
              </a:ext>
            </a:extLst>
          </p:cNvPr>
          <p:cNvSpPr txBox="1"/>
          <p:nvPr/>
        </p:nvSpPr>
        <p:spPr>
          <a:xfrm>
            <a:off x="3640666" y="1903821"/>
            <a:ext cx="570089" cy="230832"/>
          </a:xfrm>
          <a:prstGeom prst="rect">
            <a:avLst/>
          </a:prstGeom>
          <a:noFill/>
        </p:spPr>
        <p:txBody>
          <a:bodyPr wrap="square" rtlCol="0">
            <a:spAutoFit/>
          </a:bodyPr>
          <a:lstStyle/>
          <a:p>
            <a:pPr algn="ctr"/>
            <a:r>
              <a:rPr lang="en-US" sz="900" dirty="0"/>
              <a:t>42</a:t>
            </a:r>
          </a:p>
        </p:txBody>
      </p:sp>
      <p:sp>
        <p:nvSpPr>
          <p:cNvPr id="22" name="TextBox 21">
            <a:extLst>
              <a:ext uri="{FF2B5EF4-FFF2-40B4-BE49-F238E27FC236}">
                <a16:creationId xmlns:a16="http://schemas.microsoft.com/office/drawing/2014/main" id="{BC5139ED-4CAE-563F-E921-1D85FF3F65E6}"/>
              </a:ext>
            </a:extLst>
          </p:cNvPr>
          <p:cNvSpPr txBox="1"/>
          <p:nvPr/>
        </p:nvSpPr>
        <p:spPr>
          <a:xfrm>
            <a:off x="4143022" y="1903821"/>
            <a:ext cx="570089" cy="230832"/>
          </a:xfrm>
          <a:prstGeom prst="rect">
            <a:avLst/>
          </a:prstGeom>
          <a:noFill/>
        </p:spPr>
        <p:txBody>
          <a:bodyPr wrap="square" rtlCol="0">
            <a:spAutoFit/>
          </a:bodyPr>
          <a:lstStyle/>
          <a:p>
            <a:pPr algn="ctr"/>
            <a:r>
              <a:rPr lang="en-US" sz="900" dirty="0"/>
              <a:t>81</a:t>
            </a:r>
          </a:p>
        </p:txBody>
      </p:sp>
      <p:sp>
        <p:nvSpPr>
          <p:cNvPr id="3" name="TextBox 2">
            <a:extLst>
              <a:ext uri="{FF2B5EF4-FFF2-40B4-BE49-F238E27FC236}">
                <a16:creationId xmlns:a16="http://schemas.microsoft.com/office/drawing/2014/main" id="{19F0E843-CE23-E823-B4E1-E7C0B0CB5CF8}"/>
              </a:ext>
            </a:extLst>
          </p:cNvPr>
          <p:cNvSpPr txBox="1"/>
          <p:nvPr/>
        </p:nvSpPr>
        <p:spPr>
          <a:xfrm>
            <a:off x="4143022" y="2404765"/>
            <a:ext cx="570089" cy="230832"/>
          </a:xfrm>
          <a:prstGeom prst="rect">
            <a:avLst/>
          </a:prstGeom>
          <a:noFill/>
        </p:spPr>
        <p:txBody>
          <a:bodyPr wrap="square" rtlCol="0">
            <a:spAutoFit/>
          </a:bodyPr>
          <a:lstStyle/>
          <a:p>
            <a:pPr algn="ctr"/>
            <a:r>
              <a:rPr lang="en-US" sz="900" dirty="0"/>
              <a:t>42</a:t>
            </a:r>
          </a:p>
        </p:txBody>
      </p:sp>
      <p:sp>
        <p:nvSpPr>
          <p:cNvPr id="8" name="TextBox 7">
            <a:extLst>
              <a:ext uri="{FF2B5EF4-FFF2-40B4-BE49-F238E27FC236}">
                <a16:creationId xmlns:a16="http://schemas.microsoft.com/office/drawing/2014/main" id="{7B847BD2-9A76-9804-2BAE-B3A07FB7C136}"/>
              </a:ext>
            </a:extLst>
          </p:cNvPr>
          <p:cNvSpPr txBox="1"/>
          <p:nvPr/>
        </p:nvSpPr>
        <p:spPr>
          <a:xfrm>
            <a:off x="4645378" y="2404765"/>
            <a:ext cx="570089" cy="230832"/>
          </a:xfrm>
          <a:prstGeom prst="rect">
            <a:avLst/>
          </a:prstGeom>
          <a:noFill/>
        </p:spPr>
        <p:txBody>
          <a:bodyPr wrap="square" rtlCol="0">
            <a:spAutoFit/>
          </a:bodyPr>
          <a:lstStyle/>
          <a:p>
            <a:pPr algn="ctr"/>
            <a:r>
              <a:rPr lang="en-US" sz="900" dirty="0"/>
              <a:t>1248</a:t>
            </a:r>
          </a:p>
        </p:txBody>
      </p:sp>
      <p:sp>
        <p:nvSpPr>
          <p:cNvPr id="9" name="TextBox 8">
            <a:extLst>
              <a:ext uri="{FF2B5EF4-FFF2-40B4-BE49-F238E27FC236}">
                <a16:creationId xmlns:a16="http://schemas.microsoft.com/office/drawing/2014/main" id="{433AD65C-BCF4-E543-E519-BF81876AC1FD}"/>
              </a:ext>
            </a:extLst>
          </p:cNvPr>
          <p:cNvSpPr txBox="1"/>
          <p:nvPr/>
        </p:nvSpPr>
        <p:spPr>
          <a:xfrm>
            <a:off x="4645378" y="2905709"/>
            <a:ext cx="570089" cy="230832"/>
          </a:xfrm>
          <a:prstGeom prst="rect">
            <a:avLst/>
          </a:prstGeom>
          <a:noFill/>
        </p:spPr>
        <p:txBody>
          <a:bodyPr wrap="square" rtlCol="0">
            <a:spAutoFit/>
          </a:bodyPr>
          <a:lstStyle/>
          <a:p>
            <a:pPr algn="ctr"/>
            <a:r>
              <a:rPr lang="en-US" sz="900" dirty="0"/>
              <a:t>42</a:t>
            </a:r>
          </a:p>
        </p:txBody>
      </p:sp>
      <p:sp>
        <p:nvSpPr>
          <p:cNvPr id="10" name="TextBox 9">
            <a:extLst>
              <a:ext uri="{FF2B5EF4-FFF2-40B4-BE49-F238E27FC236}">
                <a16:creationId xmlns:a16="http://schemas.microsoft.com/office/drawing/2014/main" id="{881D0A92-6DCF-1348-BD00-C3DC2A70F623}"/>
              </a:ext>
            </a:extLst>
          </p:cNvPr>
          <p:cNvSpPr txBox="1"/>
          <p:nvPr/>
        </p:nvSpPr>
        <p:spPr>
          <a:xfrm>
            <a:off x="5147734" y="2905709"/>
            <a:ext cx="570089" cy="230832"/>
          </a:xfrm>
          <a:prstGeom prst="rect">
            <a:avLst/>
          </a:prstGeom>
          <a:noFill/>
        </p:spPr>
        <p:txBody>
          <a:bodyPr wrap="square" rtlCol="0">
            <a:spAutoFit/>
          </a:bodyPr>
          <a:lstStyle/>
          <a:p>
            <a:pPr algn="ctr"/>
            <a:r>
              <a:rPr lang="en-US" sz="900" dirty="0"/>
              <a:t>1248</a:t>
            </a:r>
          </a:p>
        </p:txBody>
      </p:sp>
      <p:sp>
        <p:nvSpPr>
          <p:cNvPr id="11" name="TextBox 10">
            <a:extLst>
              <a:ext uri="{FF2B5EF4-FFF2-40B4-BE49-F238E27FC236}">
                <a16:creationId xmlns:a16="http://schemas.microsoft.com/office/drawing/2014/main" id="{9E1E2AEB-EEE5-6C43-F5E6-C80B09CAB528}"/>
              </a:ext>
            </a:extLst>
          </p:cNvPr>
          <p:cNvSpPr txBox="1"/>
          <p:nvPr/>
        </p:nvSpPr>
        <p:spPr>
          <a:xfrm>
            <a:off x="4645378" y="3907597"/>
            <a:ext cx="570089" cy="230832"/>
          </a:xfrm>
          <a:prstGeom prst="rect">
            <a:avLst/>
          </a:prstGeom>
          <a:noFill/>
        </p:spPr>
        <p:txBody>
          <a:bodyPr wrap="square" rtlCol="0">
            <a:spAutoFit/>
          </a:bodyPr>
          <a:lstStyle/>
          <a:p>
            <a:pPr algn="ctr"/>
            <a:r>
              <a:rPr lang="en-US" sz="900" dirty="0"/>
              <a:t>2634</a:t>
            </a:r>
          </a:p>
        </p:txBody>
      </p:sp>
    </p:spTree>
    <p:extLst>
      <p:ext uri="{BB962C8B-B14F-4D97-AF65-F5344CB8AC3E}">
        <p14:creationId xmlns:p14="http://schemas.microsoft.com/office/powerpoint/2010/main" val="1033345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9580C-7BB6-6C3D-B615-0D7F8F1545C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157F294-763B-0DC8-DC13-8CCB7D82E9DC}"/>
              </a:ext>
            </a:extLst>
          </p:cNvPr>
          <p:cNvSpPr>
            <a:spLocks noGrp="1"/>
          </p:cNvSpPr>
          <p:nvPr>
            <p:ph sz="half" idx="1"/>
          </p:nvPr>
        </p:nvSpPr>
        <p:spPr/>
        <p:txBody>
          <a:bodyPr>
            <a:normAutofit fontScale="92500" lnSpcReduction="20000"/>
          </a:bodyPr>
          <a:lstStyle/>
          <a:p>
            <a:r>
              <a:rPr lang="en-US" dirty="0"/>
              <a:t>Within a block (or column or row), the consecutive digits on white dots must be completely consecutive since digits can’t repeat (going backwards would create duplicate digits within the block (etc.)). In the top left block, there is a run of three consecutive cells. They also can’t be 3 or 9 because these have no available adjacent digits.</a:t>
            </a:r>
          </a:p>
        </p:txBody>
      </p:sp>
      <p:pic>
        <p:nvPicPr>
          <p:cNvPr id="4" name="Picture 3" descr="A grid of sudoku puzzle&#10;&#10;Description automatically generated">
            <a:extLst>
              <a:ext uri="{FF2B5EF4-FFF2-40B4-BE49-F238E27FC236}">
                <a16:creationId xmlns:a16="http://schemas.microsoft.com/office/drawing/2014/main" id="{05A0D942-4AF2-7D1A-DE58-AD689809246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8076D61-EDFD-F944-4F37-CCBA7AED8C8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1BB4A28-CD75-C67B-B5D9-F7B0E3F9E1E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70FA748-0A46-F39C-02CA-D7B0A16CF9EC}"/>
              </a:ext>
            </a:extLst>
          </p:cNvPr>
          <p:cNvPicPr>
            <a:picLocks noChangeAspect="1"/>
          </p:cNvPicPr>
          <p:nvPr/>
        </p:nvPicPr>
        <p:blipFill>
          <a:blip r:embed="rId6"/>
          <a:stretch>
            <a:fillRect/>
          </a:stretch>
        </p:blipFill>
        <p:spPr>
          <a:xfrm>
            <a:off x="4584700" y="2311400"/>
            <a:ext cx="0" cy="0"/>
          </a:xfrm>
          <a:prstGeom prst="rect">
            <a:avLst/>
          </a:prstGeom>
        </p:spPr>
      </p:pic>
      <p:sp>
        <p:nvSpPr>
          <p:cNvPr id="15" name="TextBox 14">
            <a:extLst>
              <a:ext uri="{FF2B5EF4-FFF2-40B4-BE49-F238E27FC236}">
                <a16:creationId xmlns:a16="http://schemas.microsoft.com/office/drawing/2014/main" id="{FC4A3158-6C07-6BCF-6BF4-747A4955D43D}"/>
              </a:ext>
            </a:extLst>
          </p:cNvPr>
          <p:cNvSpPr txBox="1"/>
          <p:nvPr/>
        </p:nvSpPr>
        <p:spPr>
          <a:xfrm>
            <a:off x="4645378" y="3406653"/>
            <a:ext cx="570089" cy="230832"/>
          </a:xfrm>
          <a:prstGeom prst="rect">
            <a:avLst/>
          </a:prstGeom>
          <a:noFill/>
        </p:spPr>
        <p:txBody>
          <a:bodyPr wrap="square" rtlCol="0">
            <a:spAutoFit/>
          </a:bodyPr>
          <a:lstStyle/>
          <a:p>
            <a:pPr algn="ctr"/>
            <a:r>
              <a:rPr lang="en-US" sz="900" dirty="0"/>
              <a:t>1368</a:t>
            </a:r>
          </a:p>
        </p:txBody>
      </p:sp>
      <p:sp>
        <p:nvSpPr>
          <p:cNvPr id="16" name="TextBox 15">
            <a:extLst>
              <a:ext uri="{FF2B5EF4-FFF2-40B4-BE49-F238E27FC236}">
                <a16:creationId xmlns:a16="http://schemas.microsoft.com/office/drawing/2014/main" id="{0A806669-4B11-431B-5504-B9C5F8009A03}"/>
              </a:ext>
            </a:extLst>
          </p:cNvPr>
          <p:cNvSpPr txBox="1"/>
          <p:nvPr/>
        </p:nvSpPr>
        <p:spPr>
          <a:xfrm>
            <a:off x="4111490" y="3907597"/>
            <a:ext cx="570089" cy="230832"/>
          </a:xfrm>
          <a:prstGeom prst="rect">
            <a:avLst/>
          </a:prstGeom>
          <a:noFill/>
        </p:spPr>
        <p:txBody>
          <a:bodyPr wrap="square" rtlCol="0">
            <a:spAutoFit/>
          </a:bodyPr>
          <a:lstStyle/>
          <a:p>
            <a:pPr algn="ctr"/>
            <a:r>
              <a:rPr lang="en-US" sz="900" dirty="0"/>
              <a:t>123468</a:t>
            </a:r>
          </a:p>
        </p:txBody>
      </p:sp>
      <p:sp>
        <p:nvSpPr>
          <p:cNvPr id="18" name="TextBox 17">
            <a:extLst>
              <a:ext uri="{FF2B5EF4-FFF2-40B4-BE49-F238E27FC236}">
                <a16:creationId xmlns:a16="http://schemas.microsoft.com/office/drawing/2014/main" id="{7E03ABD4-7CBA-61B7-493D-11256F122807}"/>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123468</a:t>
            </a:r>
          </a:p>
        </p:txBody>
      </p:sp>
      <p:sp>
        <p:nvSpPr>
          <p:cNvPr id="19" name="TextBox 18">
            <a:extLst>
              <a:ext uri="{FF2B5EF4-FFF2-40B4-BE49-F238E27FC236}">
                <a16:creationId xmlns:a16="http://schemas.microsoft.com/office/drawing/2014/main" id="{91F07927-55DA-121A-90D4-7D7EC2CC839F}"/>
              </a:ext>
            </a:extLst>
          </p:cNvPr>
          <p:cNvSpPr txBox="1"/>
          <p:nvPr/>
        </p:nvSpPr>
        <p:spPr>
          <a:xfrm>
            <a:off x="3640666" y="1402877"/>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55A4DE54-E646-3FDA-E1F1-D4ED9861D52A}"/>
              </a:ext>
            </a:extLst>
          </p:cNvPr>
          <p:cNvSpPr txBox="1"/>
          <p:nvPr/>
        </p:nvSpPr>
        <p:spPr>
          <a:xfrm>
            <a:off x="3138310" y="1402877"/>
            <a:ext cx="570089" cy="230832"/>
          </a:xfrm>
          <a:prstGeom prst="rect">
            <a:avLst/>
          </a:prstGeom>
          <a:noFill/>
        </p:spPr>
        <p:txBody>
          <a:bodyPr wrap="square" rtlCol="0">
            <a:spAutoFit/>
          </a:bodyPr>
          <a:lstStyle/>
          <a:p>
            <a:pPr algn="ctr"/>
            <a:r>
              <a:rPr lang="en-US" sz="900" dirty="0"/>
              <a:t>18</a:t>
            </a:r>
          </a:p>
        </p:txBody>
      </p:sp>
      <p:sp>
        <p:nvSpPr>
          <p:cNvPr id="21" name="TextBox 20">
            <a:extLst>
              <a:ext uri="{FF2B5EF4-FFF2-40B4-BE49-F238E27FC236}">
                <a16:creationId xmlns:a16="http://schemas.microsoft.com/office/drawing/2014/main" id="{7BCFE6DB-9883-C671-4018-769EDBB05D99}"/>
              </a:ext>
            </a:extLst>
          </p:cNvPr>
          <p:cNvSpPr txBox="1"/>
          <p:nvPr/>
        </p:nvSpPr>
        <p:spPr>
          <a:xfrm>
            <a:off x="3640666" y="1903821"/>
            <a:ext cx="570089" cy="230832"/>
          </a:xfrm>
          <a:prstGeom prst="rect">
            <a:avLst/>
          </a:prstGeom>
          <a:noFill/>
        </p:spPr>
        <p:txBody>
          <a:bodyPr wrap="square" rtlCol="0">
            <a:spAutoFit/>
          </a:bodyPr>
          <a:lstStyle/>
          <a:p>
            <a:pPr algn="ctr"/>
            <a:r>
              <a:rPr lang="en-US" sz="900" dirty="0"/>
              <a:t>42</a:t>
            </a:r>
          </a:p>
        </p:txBody>
      </p:sp>
      <p:sp>
        <p:nvSpPr>
          <p:cNvPr id="22" name="TextBox 21">
            <a:extLst>
              <a:ext uri="{FF2B5EF4-FFF2-40B4-BE49-F238E27FC236}">
                <a16:creationId xmlns:a16="http://schemas.microsoft.com/office/drawing/2014/main" id="{0D48F70C-A9FD-71EC-277A-F3C397237185}"/>
              </a:ext>
            </a:extLst>
          </p:cNvPr>
          <p:cNvSpPr txBox="1"/>
          <p:nvPr/>
        </p:nvSpPr>
        <p:spPr>
          <a:xfrm>
            <a:off x="4143022" y="1903821"/>
            <a:ext cx="570089" cy="230832"/>
          </a:xfrm>
          <a:prstGeom prst="rect">
            <a:avLst/>
          </a:prstGeom>
          <a:noFill/>
        </p:spPr>
        <p:txBody>
          <a:bodyPr wrap="square" rtlCol="0">
            <a:spAutoFit/>
          </a:bodyPr>
          <a:lstStyle/>
          <a:p>
            <a:pPr algn="ctr"/>
            <a:r>
              <a:rPr lang="en-US" sz="900" dirty="0"/>
              <a:t>81</a:t>
            </a:r>
          </a:p>
        </p:txBody>
      </p:sp>
      <p:sp>
        <p:nvSpPr>
          <p:cNvPr id="3" name="TextBox 2">
            <a:extLst>
              <a:ext uri="{FF2B5EF4-FFF2-40B4-BE49-F238E27FC236}">
                <a16:creationId xmlns:a16="http://schemas.microsoft.com/office/drawing/2014/main" id="{725B1C09-7DA8-4CDB-3CE8-F05C64ADD5E7}"/>
              </a:ext>
            </a:extLst>
          </p:cNvPr>
          <p:cNvSpPr txBox="1"/>
          <p:nvPr/>
        </p:nvSpPr>
        <p:spPr>
          <a:xfrm>
            <a:off x="4143022" y="2404765"/>
            <a:ext cx="570089" cy="230832"/>
          </a:xfrm>
          <a:prstGeom prst="rect">
            <a:avLst/>
          </a:prstGeom>
          <a:noFill/>
        </p:spPr>
        <p:txBody>
          <a:bodyPr wrap="square" rtlCol="0">
            <a:spAutoFit/>
          </a:bodyPr>
          <a:lstStyle/>
          <a:p>
            <a:pPr algn="ctr"/>
            <a:r>
              <a:rPr lang="en-US" sz="900" dirty="0"/>
              <a:t>42</a:t>
            </a:r>
          </a:p>
        </p:txBody>
      </p:sp>
      <p:sp>
        <p:nvSpPr>
          <p:cNvPr id="8" name="TextBox 7">
            <a:extLst>
              <a:ext uri="{FF2B5EF4-FFF2-40B4-BE49-F238E27FC236}">
                <a16:creationId xmlns:a16="http://schemas.microsoft.com/office/drawing/2014/main" id="{A6A2B0C1-B57A-F056-ED7F-150D47C79DE0}"/>
              </a:ext>
            </a:extLst>
          </p:cNvPr>
          <p:cNvSpPr txBox="1"/>
          <p:nvPr/>
        </p:nvSpPr>
        <p:spPr>
          <a:xfrm>
            <a:off x="4645378" y="2404765"/>
            <a:ext cx="570089" cy="230832"/>
          </a:xfrm>
          <a:prstGeom prst="rect">
            <a:avLst/>
          </a:prstGeom>
          <a:noFill/>
        </p:spPr>
        <p:txBody>
          <a:bodyPr wrap="square" rtlCol="0">
            <a:spAutoFit/>
          </a:bodyPr>
          <a:lstStyle/>
          <a:p>
            <a:pPr algn="ctr"/>
            <a:r>
              <a:rPr lang="en-US" sz="900" dirty="0"/>
              <a:t>1248</a:t>
            </a:r>
          </a:p>
        </p:txBody>
      </p:sp>
      <p:sp>
        <p:nvSpPr>
          <p:cNvPr id="9" name="TextBox 8">
            <a:extLst>
              <a:ext uri="{FF2B5EF4-FFF2-40B4-BE49-F238E27FC236}">
                <a16:creationId xmlns:a16="http://schemas.microsoft.com/office/drawing/2014/main" id="{03234B36-E525-B5E1-FC53-D5E7B3CA3CA7}"/>
              </a:ext>
            </a:extLst>
          </p:cNvPr>
          <p:cNvSpPr txBox="1"/>
          <p:nvPr/>
        </p:nvSpPr>
        <p:spPr>
          <a:xfrm>
            <a:off x="4645378" y="2905709"/>
            <a:ext cx="570089" cy="230832"/>
          </a:xfrm>
          <a:prstGeom prst="rect">
            <a:avLst/>
          </a:prstGeom>
          <a:noFill/>
        </p:spPr>
        <p:txBody>
          <a:bodyPr wrap="square" rtlCol="0">
            <a:spAutoFit/>
          </a:bodyPr>
          <a:lstStyle/>
          <a:p>
            <a:pPr algn="ctr"/>
            <a:r>
              <a:rPr lang="en-US" sz="900" dirty="0"/>
              <a:t>42</a:t>
            </a:r>
          </a:p>
        </p:txBody>
      </p:sp>
      <p:sp>
        <p:nvSpPr>
          <p:cNvPr id="10" name="TextBox 9">
            <a:extLst>
              <a:ext uri="{FF2B5EF4-FFF2-40B4-BE49-F238E27FC236}">
                <a16:creationId xmlns:a16="http://schemas.microsoft.com/office/drawing/2014/main" id="{025AEBF2-62A3-72E2-C9D5-DBC56EEE7D46}"/>
              </a:ext>
            </a:extLst>
          </p:cNvPr>
          <p:cNvSpPr txBox="1"/>
          <p:nvPr/>
        </p:nvSpPr>
        <p:spPr>
          <a:xfrm>
            <a:off x="5147734" y="2905709"/>
            <a:ext cx="570089" cy="230832"/>
          </a:xfrm>
          <a:prstGeom prst="rect">
            <a:avLst/>
          </a:prstGeom>
          <a:noFill/>
        </p:spPr>
        <p:txBody>
          <a:bodyPr wrap="square" rtlCol="0">
            <a:spAutoFit/>
          </a:bodyPr>
          <a:lstStyle/>
          <a:p>
            <a:pPr algn="ctr"/>
            <a:r>
              <a:rPr lang="en-US" sz="900" dirty="0"/>
              <a:t>1248</a:t>
            </a:r>
          </a:p>
        </p:txBody>
      </p:sp>
      <p:sp>
        <p:nvSpPr>
          <p:cNvPr id="11" name="TextBox 10">
            <a:extLst>
              <a:ext uri="{FF2B5EF4-FFF2-40B4-BE49-F238E27FC236}">
                <a16:creationId xmlns:a16="http://schemas.microsoft.com/office/drawing/2014/main" id="{0FA25E39-BE4A-7049-C040-553F80126308}"/>
              </a:ext>
            </a:extLst>
          </p:cNvPr>
          <p:cNvSpPr txBox="1"/>
          <p:nvPr/>
        </p:nvSpPr>
        <p:spPr>
          <a:xfrm>
            <a:off x="4645378" y="3907597"/>
            <a:ext cx="570089" cy="230832"/>
          </a:xfrm>
          <a:prstGeom prst="rect">
            <a:avLst/>
          </a:prstGeom>
          <a:noFill/>
        </p:spPr>
        <p:txBody>
          <a:bodyPr wrap="square" rtlCol="0">
            <a:spAutoFit/>
          </a:bodyPr>
          <a:lstStyle/>
          <a:p>
            <a:pPr algn="ctr"/>
            <a:r>
              <a:rPr lang="en-US" sz="900" dirty="0"/>
              <a:t>2634</a:t>
            </a:r>
          </a:p>
        </p:txBody>
      </p:sp>
      <p:sp>
        <p:nvSpPr>
          <p:cNvPr id="12" name="TextBox 11">
            <a:extLst>
              <a:ext uri="{FF2B5EF4-FFF2-40B4-BE49-F238E27FC236}">
                <a16:creationId xmlns:a16="http://schemas.microsoft.com/office/drawing/2014/main" id="{209993A0-15E2-4D76-4FB5-4BE001B4B54A}"/>
              </a:ext>
            </a:extLst>
          </p:cNvPr>
          <p:cNvSpPr txBox="1"/>
          <p:nvPr/>
        </p:nvSpPr>
        <p:spPr>
          <a:xfrm>
            <a:off x="3640666" y="901933"/>
            <a:ext cx="570089" cy="230832"/>
          </a:xfrm>
          <a:prstGeom prst="rect">
            <a:avLst/>
          </a:prstGeom>
          <a:noFill/>
        </p:spPr>
        <p:txBody>
          <a:bodyPr wrap="square" rtlCol="0">
            <a:spAutoFit/>
          </a:bodyPr>
          <a:lstStyle/>
          <a:p>
            <a:pPr algn="ctr"/>
            <a:r>
              <a:rPr lang="en-US" sz="900" dirty="0"/>
              <a:t>567</a:t>
            </a:r>
          </a:p>
        </p:txBody>
      </p:sp>
      <p:sp>
        <p:nvSpPr>
          <p:cNvPr id="13" name="TextBox 12">
            <a:extLst>
              <a:ext uri="{FF2B5EF4-FFF2-40B4-BE49-F238E27FC236}">
                <a16:creationId xmlns:a16="http://schemas.microsoft.com/office/drawing/2014/main" id="{180C5D11-66AD-B683-8B5E-7B405E88C411}"/>
              </a:ext>
            </a:extLst>
          </p:cNvPr>
          <p:cNvSpPr txBox="1"/>
          <p:nvPr/>
        </p:nvSpPr>
        <p:spPr>
          <a:xfrm>
            <a:off x="4143022" y="901933"/>
            <a:ext cx="570089" cy="230832"/>
          </a:xfrm>
          <a:prstGeom prst="rect">
            <a:avLst/>
          </a:prstGeom>
          <a:noFill/>
        </p:spPr>
        <p:txBody>
          <a:bodyPr wrap="square" rtlCol="0">
            <a:spAutoFit/>
          </a:bodyPr>
          <a:lstStyle/>
          <a:p>
            <a:pPr algn="ctr"/>
            <a:r>
              <a:rPr lang="en-US" sz="900" dirty="0"/>
              <a:t>567</a:t>
            </a:r>
          </a:p>
        </p:txBody>
      </p:sp>
      <p:sp>
        <p:nvSpPr>
          <p:cNvPr id="14" name="TextBox 13">
            <a:extLst>
              <a:ext uri="{FF2B5EF4-FFF2-40B4-BE49-F238E27FC236}">
                <a16:creationId xmlns:a16="http://schemas.microsoft.com/office/drawing/2014/main" id="{7E6EB506-2927-67DD-371A-A9750DAA18CD}"/>
              </a:ext>
            </a:extLst>
          </p:cNvPr>
          <p:cNvSpPr txBox="1"/>
          <p:nvPr/>
        </p:nvSpPr>
        <p:spPr>
          <a:xfrm>
            <a:off x="4143022" y="1402877"/>
            <a:ext cx="570089" cy="230832"/>
          </a:xfrm>
          <a:prstGeom prst="rect">
            <a:avLst/>
          </a:prstGeom>
          <a:noFill/>
        </p:spPr>
        <p:txBody>
          <a:bodyPr wrap="square" rtlCol="0">
            <a:spAutoFit/>
          </a:bodyPr>
          <a:lstStyle/>
          <a:p>
            <a:pPr algn="ctr"/>
            <a:r>
              <a:rPr lang="en-US" sz="900" dirty="0"/>
              <a:t>567</a:t>
            </a:r>
          </a:p>
        </p:txBody>
      </p:sp>
    </p:spTree>
    <p:extLst>
      <p:ext uri="{BB962C8B-B14F-4D97-AF65-F5344CB8AC3E}">
        <p14:creationId xmlns:p14="http://schemas.microsoft.com/office/powerpoint/2010/main" val="1081823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C4A7E-1D3A-1943-AE89-279B7ADC238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64DF74-72FA-59EE-EA56-B1F90F2AD43C}"/>
              </a:ext>
            </a:extLst>
          </p:cNvPr>
          <p:cNvSpPr>
            <a:spLocks noGrp="1"/>
          </p:cNvSpPr>
          <p:nvPr>
            <p:ph sz="half" idx="1"/>
          </p:nvPr>
        </p:nvSpPr>
        <p:spPr/>
        <p:txBody>
          <a:bodyPr>
            <a:normAutofit/>
          </a:bodyPr>
          <a:lstStyle/>
          <a:p>
            <a:r>
              <a:rPr lang="en-US" dirty="0"/>
              <a:t>Indeed, the sequence must be 567, in either order, with 6 in the middle.</a:t>
            </a:r>
          </a:p>
        </p:txBody>
      </p:sp>
      <p:pic>
        <p:nvPicPr>
          <p:cNvPr id="4" name="Picture 3" descr="A grid of sudoku puzzle&#10;&#10;Description automatically generated">
            <a:extLst>
              <a:ext uri="{FF2B5EF4-FFF2-40B4-BE49-F238E27FC236}">
                <a16:creationId xmlns:a16="http://schemas.microsoft.com/office/drawing/2014/main" id="{DC2BB18A-F993-1420-D051-D00205FD8F6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409744C-67DE-8F75-56B6-7DAD82C8964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32CF306-F5DB-1B2D-6F50-7A792388EB7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D07008B-C4E1-DEC4-963C-B288E4AF1250}"/>
              </a:ext>
            </a:extLst>
          </p:cNvPr>
          <p:cNvPicPr>
            <a:picLocks noChangeAspect="1"/>
          </p:cNvPicPr>
          <p:nvPr/>
        </p:nvPicPr>
        <p:blipFill>
          <a:blip r:embed="rId6"/>
          <a:stretch>
            <a:fillRect/>
          </a:stretch>
        </p:blipFill>
        <p:spPr>
          <a:xfrm>
            <a:off x="4584700" y="2311400"/>
            <a:ext cx="0" cy="0"/>
          </a:xfrm>
          <a:prstGeom prst="rect">
            <a:avLst/>
          </a:prstGeom>
        </p:spPr>
      </p:pic>
      <p:sp>
        <p:nvSpPr>
          <p:cNvPr id="15" name="TextBox 14">
            <a:extLst>
              <a:ext uri="{FF2B5EF4-FFF2-40B4-BE49-F238E27FC236}">
                <a16:creationId xmlns:a16="http://schemas.microsoft.com/office/drawing/2014/main" id="{4C05033F-D95A-4212-BE9A-D41C1D5B72A7}"/>
              </a:ext>
            </a:extLst>
          </p:cNvPr>
          <p:cNvSpPr txBox="1"/>
          <p:nvPr/>
        </p:nvSpPr>
        <p:spPr>
          <a:xfrm>
            <a:off x="4645378" y="3406653"/>
            <a:ext cx="570089" cy="230832"/>
          </a:xfrm>
          <a:prstGeom prst="rect">
            <a:avLst/>
          </a:prstGeom>
          <a:noFill/>
        </p:spPr>
        <p:txBody>
          <a:bodyPr wrap="square" rtlCol="0">
            <a:spAutoFit/>
          </a:bodyPr>
          <a:lstStyle/>
          <a:p>
            <a:pPr algn="ctr"/>
            <a:r>
              <a:rPr lang="en-US" sz="900" dirty="0"/>
              <a:t>1368</a:t>
            </a:r>
          </a:p>
        </p:txBody>
      </p:sp>
      <p:sp>
        <p:nvSpPr>
          <p:cNvPr id="16" name="TextBox 15">
            <a:extLst>
              <a:ext uri="{FF2B5EF4-FFF2-40B4-BE49-F238E27FC236}">
                <a16:creationId xmlns:a16="http://schemas.microsoft.com/office/drawing/2014/main" id="{589C1957-F8D2-7FA5-BB86-8F9EED983813}"/>
              </a:ext>
            </a:extLst>
          </p:cNvPr>
          <p:cNvSpPr txBox="1"/>
          <p:nvPr/>
        </p:nvSpPr>
        <p:spPr>
          <a:xfrm>
            <a:off x="4111490" y="3907597"/>
            <a:ext cx="570089" cy="230832"/>
          </a:xfrm>
          <a:prstGeom prst="rect">
            <a:avLst/>
          </a:prstGeom>
          <a:noFill/>
        </p:spPr>
        <p:txBody>
          <a:bodyPr wrap="square" rtlCol="0">
            <a:spAutoFit/>
          </a:bodyPr>
          <a:lstStyle/>
          <a:p>
            <a:pPr algn="ctr"/>
            <a:r>
              <a:rPr lang="en-US" sz="900" dirty="0"/>
              <a:t>123468</a:t>
            </a:r>
          </a:p>
        </p:txBody>
      </p:sp>
      <p:sp>
        <p:nvSpPr>
          <p:cNvPr id="18" name="TextBox 17">
            <a:extLst>
              <a:ext uri="{FF2B5EF4-FFF2-40B4-BE49-F238E27FC236}">
                <a16:creationId xmlns:a16="http://schemas.microsoft.com/office/drawing/2014/main" id="{8A0597E4-FB3D-8E3F-E388-493331CE32C0}"/>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123468</a:t>
            </a:r>
          </a:p>
        </p:txBody>
      </p:sp>
      <p:sp>
        <p:nvSpPr>
          <p:cNvPr id="19" name="TextBox 18">
            <a:extLst>
              <a:ext uri="{FF2B5EF4-FFF2-40B4-BE49-F238E27FC236}">
                <a16:creationId xmlns:a16="http://schemas.microsoft.com/office/drawing/2014/main" id="{BFA14081-F5DE-28B2-7989-05BC13D6FFE4}"/>
              </a:ext>
            </a:extLst>
          </p:cNvPr>
          <p:cNvSpPr txBox="1"/>
          <p:nvPr/>
        </p:nvSpPr>
        <p:spPr>
          <a:xfrm>
            <a:off x="3640666" y="1402877"/>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C9C001B3-5778-0CA4-DC08-ACF100B22EBB}"/>
              </a:ext>
            </a:extLst>
          </p:cNvPr>
          <p:cNvSpPr txBox="1"/>
          <p:nvPr/>
        </p:nvSpPr>
        <p:spPr>
          <a:xfrm>
            <a:off x="3138310" y="1402877"/>
            <a:ext cx="570089" cy="230832"/>
          </a:xfrm>
          <a:prstGeom prst="rect">
            <a:avLst/>
          </a:prstGeom>
          <a:noFill/>
        </p:spPr>
        <p:txBody>
          <a:bodyPr wrap="square" rtlCol="0">
            <a:spAutoFit/>
          </a:bodyPr>
          <a:lstStyle/>
          <a:p>
            <a:pPr algn="ctr"/>
            <a:r>
              <a:rPr lang="en-US" sz="900" dirty="0"/>
              <a:t>18</a:t>
            </a:r>
          </a:p>
        </p:txBody>
      </p:sp>
      <p:sp>
        <p:nvSpPr>
          <p:cNvPr id="21" name="TextBox 20">
            <a:extLst>
              <a:ext uri="{FF2B5EF4-FFF2-40B4-BE49-F238E27FC236}">
                <a16:creationId xmlns:a16="http://schemas.microsoft.com/office/drawing/2014/main" id="{4BA35688-147C-22FB-2796-B65B824F3AC5}"/>
              </a:ext>
            </a:extLst>
          </p:cNvPr>
          <p:cNvSpPr txBox="1"/>
          <p:nvPr/>
        </p:nvSpPr>
        <p:spPr>
          <a:xfrm>
            <a:off x="3640666" y="1903821"/>
            <a:ext cx="570089" cy="230832"/>
          </a:xfrm>
          <a:prstGeom prst="rect">
            <a:avLst/>
          </a:prstGeom>
          <a:noFill/>
        </p:spPr>
        <p:txBody>
          <a:bodyPr wrap="square" rtlCol="0">
            <a:spAutoFit/>
          </a:bodyPr>
          <a:lstStyle/>
          <a:p>
            <a:pPr algn="ctr"/>
            <a:r>
              <a:rPr lang="en-US" sz="900" dirty="0"/>
              <a:t>42</a:t>
            </a:r>
          </a:p>
        </p:txBody>
      </p:sp>
      <p:sp>
        <p:nvSpPr>
          <p:cNvPr id="22" name="TextBox 21">
            <a:extLst>
              <a:ext uri="{FF2B5EF4-FFF2-40B4-BE49-F238E27FC236}">
                <a16:creationId xmlns:a16="http://schemas.microsoft.com/office/drawing/2014/main" id="{6129D20D-D265-8B4F-AC3A-057E9EEFEB54}"/>
              </a:ext>
            </a:extLst>
          </p:cNvPr>
          <p:cNvSpPr txBox="1"/>
          <p:nvPr/>
        </p:nvSpPr>
        <p:spPr>
          <a:xfrm>
            <a:off x="4143022" y="1903821"/>
            <a:ext cx="570089" cy="230832"/>
          </a:xfrm>
          <a:prstGeom prst="rect">
            <a:avLst/>
          </a:prstGeom>
          <a:noFill/>
        </p:spPr>
        <p:txBody>
          <a:bodyPr wrap="square" rtlCol="0">
            <a:spAutoFit/>
          </a:bodyPr>
          <a:lstStyle/>
          <a:p>
            <a:pPr algn="ctr"/>
            <a:r>
              <a:rPr lang="en-US" sz="900" dirty="0"/>
              <a:t>81</a:t>
            </a:r>
          </a:p>
        </p:txBody>
      </p:sp>
      <p:sp>
        <p:nvSpPr>
          <p:cNvPr id="3" name="TextBox 2">
            <a:extLst>
              <a:ext uri="{FF2B5EF4-FFF2-40B4-BE49-F238E27FC236}">
                <a16:creationId xmlns:a16="http://schemas.microsoft.com/office/drawing/2014/main" id="{8F883191-9962-2E5E-DA79-C120F6956B4C}"/>
              </a:ext>
            </a:extLst>
          </p:cNvPr>
          <p:cNvSpPr txBox="1"/>
          <p:nvPr/>
        </p:nvSpPr>
        <p:spPr>
          <a:xfrm>
            <a:off x="4143022" y="2404765"/>
            <a:ext cx="570089" cy="230832"/>
          </a:xfrm>
          <a:prstGeom prst="rect">
            <a:avLst/>
          </a:prstGeom>
          <a:noFill/>
        </p:spPr>
        <p:txBody>
          <a:bodyPr wrap="square" rtlCol="0">
            <a:spAutoFit/>
          </a:bodyPr>
          <a:lstStyle/>
          <a:p>
            <a:pPr algn="ctr"/>
            <a:r>
              <a:rPr lang="en-US" sz="900" dirty="0"/>
              <a:t>42</a:t>
            </a:r>
          </a:p>
        </p:txBody>
      </p:sp>
      <p:sp>
        <p:nvSpPr>
          <p:cNvPr id="8" name="TextBox 7">
            <a:extLst>
              <a:ext uri="{FF2B5EF4-FFF2-40B4-BE49-F238E27FC236}">
                <a16:creationId xmlns:a16="http://schemas.microsoft.com/office/drawing/2014/main" id="{6FDE6519-7046-12B7-2A85-0A5C1AE96E48}"/>
              </a:ext>
            </a:extLst>
          </p:cNvPr>
          <p:cNvSpPr txBox="1"/>
          <p:nvPr/>
        </p:nvSpPr>
        <p:spPr>
          <a:xfrm>
            <a:off x="4645378" y="2404765"/>
            <a:ext cx="570089" cy="230832"/>
          </a:xfrm>
          <a:prstGeom prst="rect">
            <a:avLst/>
          </a:prstGeom>
          <a:noFill/>
        </p:spPr>
        <p:txBody>
          <a:bodyPr wrap="square" rtlCol="0">
            <a:spAutoFit/>
          </a:bodyPr>
          <a:lstStyle/>
          <a:p>
            <a:pPr algn="ctr"/>
            <a:r>
              <a:rPr lang="en-US" sz="900" dirty="0"/>
              <a:t>1248</a:t>
            </a:r>
          </a:p>
        </p:txBody>
      </p:sp>
      <p:sp>
        <p:nvSpPr>
          <p:cNvPr id="9" name="TextBox 8">
            <a:extLst>
              <a:ext uri="{FF2B5EF4-FFF2-40B4-BE49-F238E27FC236}">
                <a16:creationId xmlns:a16="http://schemas.microsoft.com/office/drawing/2014/main" id="{0B02AC61-22FF-9A2B-C709-A423D50EFA2B}"/>
              </a:ext>
            </a:extLst>
          </p:cNvPr>
          <p:cNvSpPr txBox="1"/>
          <p:nvPr/>
        </p:nvSpPr>
        <p:spPr>
          <a:xfrm>
            <a:off x="4645378" y="2905709"/>
            <a:ext cx="570089" cy="230832"/>
          </a:xfrm>
          <a:prstGeom prst="rect">
            <a:avLst/>
          </a:prstGeom>
          <a:noFill/>
        </p:spPr>
        <p:txBody>
          <a:bodyPr wrap="square" rtlCol="0">
            <a:spAutoFit/>
          </a:bodyPr>
          <a:lstStyle/>
          <a:p>
            <a:pPr algn="ctr"/>
            <a:r>
              <a:rPr lang="en-US" sz="900" dirty="0"/>
              <a:t>42</a:t>
            </a:r>
          </a:p>
        </p:txBody>
      </p:sp>
      <p:sp>
        <p:nvSpPr>
          <p:cNvPr id="10" name="TextBox 9">
            <a:extLst>
              <a:ext uri="{FF2B5EF4-FFF2-40B4-BE49-F238E27FC236}">
                <a16:creationId xmlns:a16="http://schemas.microsoft.com/office/drawing/2014/main" id="{7AFF5D45-83A1-20F5-CCFE-025A2771F7AD}"/>
              </a:ext>
            </a:extLst>
          </p:cNvPr>
          <p:cNvSpPr txBox="1"/>
          <p:nvPr/>
        </p:nvSpPr>
        <p:spPr>
          <a:xfrm>
            <a:off x="5147734" y="2905709"/>
            <a:ext cx="570089" cy="230832"/>
          </a:xfrm>
          <a:prstGeom prst="rect">
            <a:avLst/>
          </a:prstGeom>
          <a:noFill/>
        </p:spPr>
        <p:txBody>
          <a:bodyPr wrap="square" rtlCol="0">
            <a:spAutoFit/>
          </a:bodyPr>
          <a:lstStyle/>
          <a:p>
            <a:pPr algn="ctr"/>
            <a:r>
              <a:rPr lang="en-US" sz="900" dirty="0"/>
              <a:t>1248</a:t>
            </a:r>
          </a:p>
        </p:txBody>
      </p:sp>
      <p:sp>
        <p:nvSpPr>
          <p:cNvPr id="11" name="TextBox 10">
            <a:extLst>
              <a:ext uri="{FF2B5EF4-FFF2-40B4-BE49-F238E27FC236}">
                <a16:creationId xmlns:a16="http://schemas.microsoft.com/office/drawing/2014/main" id="{068AFB3F-470D-F392-DCCD-AAD65D02C3FC}"/>
              </a:ext>
            </a:extLst>
          </p:cNvPr>
          <p:cNvSpPr txBox="1"/>
          <p:nvPr/>
        </p:nvSpPr>
        <p:spPr>
          <a:xfrm>
            <a:off x="4645378" y="3907597"/>
            <a:ext cx="570089" cy="230832"/>
          </a:xfrm>
          <a:prstGeom prst="rect">
            <a:avLst/>
          </a:prstGeom>
          <a:noFill/>
        </p:spPr>
        <p:txBody>
          <a:bodyPr wrap="square" rtlCol="0">
            <a:spAutoFit/>
          </a:bodyPr>
          <a:lstStyle/>
          <a:p>
            <a:pPr algn="ctr"/>
            <a:r>
              <a:rPr lang="en-US" sz="900" dirty="0"/>
              <a:t>2634</a:t>
            </a:r>
          </a:p>
        </p:txBody>
      </p:sp>
      <p:sp>
        <p:nvSpPr>
          <p:cNvPr id="12" name="TextBox 11">
            <a:extLst>
              <a:ext uri="{FF2B5EF4-FFF2-40B4-BE49-F238E27FC236}">
                <a16:creationId xmlns:a16="http://schemas.microsoft.com/office/drawing/2014/main" id="{0B370F75-9082-CA02-0D47-042C923E19D2}"/>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D489DE6E-0EF2-CA08-C0EF-5429DF60A492}"/>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81F1DA04-9522-B6F9-936A-79D8517B03BC}"/>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4149096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A40F8-293A-7DEF-1DA8-042A02B83D6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81D5E19-A5A9-5528-BCD0-CC2B8D824B39}"/>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91B41486-524D-FE7C-A0B6-59A1A570429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308B56C-AD61-9F89-36AD-0D233A231B7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DFB8EDF-B89F-ED9D-1839-7D903E5DA73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3984DC9-D626-8A7F-F5F7-89108F150804}"/>
              </a:ext>
            </a:extLst>
          </p:cNvPr>
          <p:cNvPicPr>
            <a:picLocks noChangeAspect="1"/>
          </p:cNvPicPr>
          <p:nvPr/>
        </p:nvPicPr>
        <p:blipFill>
          <a:blip r:embed="rId6"/>
          <a:stretch>
            <a:fillRect/>
          </a:stretch>
        </p:blipFill>
        <p:spPr>
          <a:xfrm>
            <a:off x="4584700" y="2311400"/>
            <a:ext cx="0" cy="0"/>
          </a:xfrm>
          <a:prstGeom prst="rect">
            <a:avLst/>
          </a:prstGeom>
        </p:spPr>
      </p:pic>
      <p:sp>
        <p:nvSpPr>
          <p:cNvPr id="15" name="TextBox 14">
            <a:extLst>
              <a:ext uri="{FF2B5EF4-FFF2-40B4-BE49-F238E27FC236}">
                <a16:creationId xmlns:a16="http://schemas.microsoft.com/office/drawing/2014/main" id="{E2A0F057-184E-7278-F12C-3245A981FC1E}"/>
              </a:ext>
            </a:extLst>
          </p:cNvPr>
          <p:cNvSpPr txBox="1"/>
          <p:nvPr/>
        </p:nvSpPr>
        <p:spPr>
          <a:xfrm>
            <a:off x="4645378" y="3406653"/>
            <a:ext cx="570089" cy="230832"/>
          </a:xfrm>
          <a:prstGeom prst="rect">
            <a:avLst/>
          </a:prstGeom>
          <a:noFill/>
        </p:spPr>
        <p:txBody>
          <a:bodyPr wrap="square" rtlCol="0">
            <a:spAutoFit/>
          </a:bodyPr>
          <a:lstStyle/>
          <a:p>
            <a:pPr algn="ctr"/>
            <a:r>
              <a:rPr lang="en-US" sz="900" dirty="0"/>
              <a:t>1368</a:t>
            </a:r>
          </a:p>
        </p:txBody>
      </p:sp>
      <p:sp>
        <p:nvSpPr>
          <p:cNvPr id="18" name="TextBox 17">
            <a:extLst>
              <a:ext uri="{FF2B5EF4-FFF2-40B4-BE49-F238E27FC236}">
                <a16:creationId xmlns:a16="http://schemas.microsoft.com/office/drawing/2014/main" id="{7CE36946-F452-E585-3171-FD40305824F4}"/>
              </a:ext>
            </a:extLst>
          </p:cNvPr>
          <p:cNvSpPr txBox="1"/>
          <p:nvPr/>
        </p:nvSpPr>
        <p:spPr>
          <a:xfrm>
            <a:off x="4143022" y="4408541"/>
            <a:ext cx="570089" cy="230832"/>
          </a:xfrm>
          <a:prstGeom prst="rect">
            <a:avLst/>
          </a:prstGeom>
          <a:noFill/>
        </p:spPr>
        <p:txBody>
          <a:bodyPr wrap="square" rtlCol="0">
            <a:spAutoFit/>
          </a:bodyPr>
          <a:lstStyle/>
          <a:p>
            <a:pPr algn="ctr"/>
            <a:r>
              <a:rPr lang="en-US" sz="900" dirty="0"/>
              <a:t>1248</a:t>
            </a:r>
          </a:p>
        </p:txBody>
      </p:sp>
      <p:sp>
        <p:nvSpPr>
          <p:cNvPr id="19" name="TextBox 18">
            <a:extLst>
              <a:ext uri="{FF2B5EF4-FFF2-40B4-BE49-F238E27FC236}">
                <a16:creationId xmlns:a16="http://schemas.microsoft.com/office/drawing/2014/main" id="{3F8DB3C8-45BF-B32C-91EB-2BD449272B4D}"/>
              </a:ext>
            </a:extLst>
          </p:cNvPr>
          <p:cNvSpPr txBox="1"/>
          <p:nvPr/>
        </p:nvSpPr>
        <p:spPr>
          <a:xfrm>
            <a:off x="3640666" y="1402877"/>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FB4798B0-7026-7BCE-5E64-812A8AA61C02}"/>
              </a:ext>
            </a:extLst>
          </p:cNvPr>
          <p:cNvSpPr txBox="1"/>
          <p:nvPr/>
        </p:nvSpPr>
        <p:spPr>
          <a:xfrm>
            <a:off x="3138310" y="1402877"/>
            <a:ext cx="570089" cy="230832"/>
          </a:xfrm>
          <a:prstGeom prst="rect">
            <a:avLst/>
          </a:prstGeom>
          <a:noFill/>
        </p:spPr>
        <p:txBody>
          <a:bodyPr wrap="square" rtlCol="0">
            <a:spAutoFit/>
          </a:bodyPr>
          <a:lstStyle/>
          <a:p>
            <a:pPr algn="ctr"/>
            <a:r>
              <a:rPr lang="en-US" sz="900" dirty="0"/>
              <a:t>18</a:t>
            </a:r>
          </a:p>
        </p:txBody>
      </p:sp>
      <p:sp>
        <p:nvSpPr>
          <p:cNvPr id="21" name="TextBox 20">
            <a:extLst>
              <a:ext uri="{FF2B5EF4-FFF2-40B4-BE49-F238E27FC236}">
                <a16:creationId xmlns:a16="http://schemas.microsoft.com/office/drawing/2014/main" id="{E141CCBC-1048-1C8D-03E3-DED48E07AF2A}"/>
              </a:ext>
            </a:extLst>
          </p:cNvPr>
          <p:cNvSpPr txBox="1"/>
          <p:nvPr/>
        </p:nvSpPr>
        <p:spPr>
          <a:xfrm>
            <a:off x="3640666" y="1903821"/>
            <a:ext cx="570089" cy="230832"/>
          </a:xfrm>
          <a:prstGeom prst="rect">
            <a:avLst/>
          </a:prstGeom>
          <a:noFill/>
        </p:spPr>
        <p:txBody>
          <a:bodyPr wrap="square" rtlCol="0">
            <a:spAutoFit/>
          </a:bodyPr>
          <a:lstStyle/>
          <a:p>
            <a:pPr algn="ctr"/>
            <a:r>
              <a:rPr lang="en-US" sz="900" dirty="0"/>
              <a:t>42</a:t>
            </a:r>
          </a:p>
        </p:txBody>
      </p:sp>
      <p:sp>
        <p:nvSpPr>
          <p:cNvPr id="22" name="TextBox 21">
            <a:extLst>
              <a:ext uri="{FF2B5EF4-FFF2-40B4-BE49-F238E27FC236}">
                <a16:creationId xmlns:a16="http://schemas.microsoft.com/office/drawing/2014/main" id="{CB0A00CE-0196-312D-3FAD-BD2FBFD51AF7}"/>
              </a:ext>
            </a:extLst>
          </p:cNvPr>
          <p:cNvSpPr txBox="1"/>
          <p:nvPr/>
        </p:nvSpPr>
        <p:spPr>
          <a:xfrm>
            <a:off x="4143022" y="1903821"/>
            <a:ext cx="570089" cy="230832"/>
          </a:xfrm>
          <a:prstGeom prst="rect">
            <a:avLst/>
          </a:prstGeom>
          <a:noFill/>
        </p:spPr>
        <p:txBody>
          <a:bodyPr wrap="square" rtlCol="0">
            <a:spAutoFit/>
          </a:bodyPr>
          <a:lstStyle/>
          <a:p>
            <a:pPr algn="ctr"/>
            <a:r>
              <a:rPr lang="en-US" sz="900" dirty="0"/>
              <a:t>81</a:t>
            </a:r>
          </a:p>
        </p:txBody>
      </p:sp>
      <p:sp>
        <p:nvSpPr>
          <p:cNvPr id="3" name="TextBox 2">
            <a:extLst>
              <a:ext uri="{FF2B5EF4-FFF2-40B4-BE49-F238E27FC236}">
                <a16:creationId xmlns:a16="http://schemas.microsoft.com/office/drawing/2014/main" id="{4CE73512-7ABC-5F66-E728-9C555E79AFBD}"/>
              </a:ext>
            </a:extLst>
          </p:cNvPr>
          <p:cNvSpPr txBox="1"/>
          <p:nvPr/>
        </p:nvSpPr>
        <p:spPr>
          <a:xfrm>
            <a:off x="4143022" y="2404765"/>
            <a:ext cx="570089" cy="230832"/>
          </a:xfrm>
          <a:prstGeom prst="rect">
            <a:avLst/>
          </a:prstGeom>
          <a:noFill/>
        </p:spPr>
        <p:txBody>
          <a:bodyPr wrap="square" rtlCol="0">
            <a:spAutoFit/>
          </a:bodyPr>
          <a:lstStyle/>
          <a:p>
            <a:pPr algn="ctr"/>
            <a:r>
              <a:rPr lang="en-US" sz="900" dirty="0"/>
              <a:t>42</a:t>
            </a:r>
          </a:p>
        </p:txBody>
      </p:sp>
      <p:sp>
        <p:nvSpPr>
          <p:cNvPr id="8" name="TextBox 7">
            <a:extLst>
              <a:ext uri="{FF2B5EF4-FFF2-40B4-BE49-F238E27FC236}">
                <a16:creationId xmlns:a16="http://schemas.microsoft.com/office/drawing/2014/main" id="{17CDE0DD-E7E6-B370-D485-61FDD1DBED0A}"/>
              </a:ext>
            </a:extLst>
          </p:cNvPr>
          <p:cNvSpPr txBox="1"/>
          <p:nvPr/>
        </p:nvSpPr>
        <p:spPr>
          <a:xfrm>
            <a:off x="4645378" y="2404765"/>
            <a:ext cx="570089" cy="230832"/>
          </a:xfrm>
          <a:prstGeom prst="rect">
            <a:avLst/>
          </a:prstGeom>
          <a:noFill/>
        </p:spPr>
        <p:txBody>
          <a:bodyPr wrap="square" rtlCol="0">
            <a:spAutoFit/>
          </a:bodyPr>
          <a:lstStyle/>
          <a:p>
            <a:pPr algn="ctr"/>
            <a:r>
              <a:rPr lang="en-US" sz="900" dirty="0"/>
              <a:t>1248</a:t>
            </a:r>
          </a:p>
        </p:txBody>
      </p:sp>
      <p:sp>
        <p:nvSpPr>
          <p:cNvPr id="9" name="TextBox 8">
            <a:extLst>
              <a:ext uri="{FF2B5EF4-FFF2-40B4-BE49-F238E27FC236}">
                <a16:creationId xmlns:a16="http://schemas.microsoft.com/office/drawing/2014/main" id="{9C9DB736-B540-28C2-8C2D-C0983492A903}"/>
              </a:ext>
            </a:extLst>
          </p:cNvPr>
          <p:cNvSpPr txBox="1"/>
          <p:nvPr/>
        </p:nvSpPr>
        <p:spPr>
          <a:xfrm>
            <a:off x="4645378" y="2905709"/>
            <a:ext cx="570089" cy="230832"/>
          </a:xfrm>
          <a:prstGeom prst="rect">
            <a:avLst/>
          </a:prstGeom>
          <a:noFill/>
        </p:spPr>
        <p:txBody>
          <a:bodyPr wrap="square" rtlCol="0">
            <a:spAutoFit/>
          </a:bodyPr>
          <a:lstStyle/>
          <a:p>
            <a:pPr algn="ctr"/>
            <a:r>
              <a:rPr lang="en-US" sz="900" dirty="0"/>
              <a:t>42</a:t>
            </a:r>
          </a:p>
        </p:txBody>
      </p:sp>
      <p:sp>
        <p:nvSpPr>
          <p:cNvPr id="10" name="TextBox 9">
            <a:extLst>
              <a:ext uri="{FF2B5EF4-FFF2-40B4-BE49-F238E27FC236}">
                <a16:creationId xmlns:a16="http://schemas.microsoft.com/office/drawing/2014/main" id="{C7313C11-16A5-1ED9-6C3D-3082A53D7430}"/>
              </a:ext>
            </a:extLst>
          </p:cNvPr>
          <p:cNvSpPr txBox="1"/>
          <p:nvPr/>
        </p:nvSpPr>
        <p:spPr>
          <a:xfrm>
            <a:off x="5147734" y="2905709"/>
            <a:ext cx="570089" cy="230832"/>
          </a:xfrm>
          <a:prstGeom prst="rect">
            <a:avLst/>
          </a:prstGeom>
          <a:noFill/>
        </p:spPr>
        <p:txBody>
          <a:bodyPr wrap="square" rtlCol="0">
            <a:spAutoFit/>
          </a:bodyPr>
          <a:lstStyle/>
          <a:p>
            <a:pPr algn="ctr"/>
            <a:r>
              <a:rPr lang="en-US" sz="900" dirty="0"/>
              <a:t>1248</a:t>
            </a:r>
          </a:p>
        </p:txBody>
      </p:sp>
      <p:sp>
        <p:nvSpPr>
          <p:cNvPr id="11" name="TextBox 10">
            <a:extLst>
              <a:ext uri="{FF2B5EF4-FFF2-40B4-BE49-F238E27FC236}">
                <a16:creationId xmlns:a16="http://schemas.microsoft.com/office/drawing/2014/main" id="{E9BBE6D2-14B4-B73C-BE63-06E5080A7587}"/>
              </a:ext>
            </a:extLst>
          </p:cNvPr>
          <p:cNvSpPr txBox="1"/>
          <p:nvPr/>
        </p:nvSpPr>
        <p:spPr>
          <a:xfrm>
            <a:off x="4645378" y="3907597"/>
            <a:ext cx="570089" cy="230832"/>
          </a:xfrm>
          <a:prstGeom prst="rect">
            <a:avLst/>
          </a:prstGeom>
          <a:noFill/>
        </p:spPr>
        <p:txBody>
          <a:bodyPr wrap="square" rtlCol="0">
            <a:spAutoFit/>
          </a:bodyPr>
          <a:lstStyle/>
          <a:p>
            <a:pPr algn="ctr"/>
            <a:r>
              <a:rPr lang="en-US" sz="900" dirty="0"/>
              <a:t>2634</a:t>
            </a:r>
          </a:p>
        </p:txBody>
      </p:sp>
      <p:sp>
        <p:nvSpPr>
          <p:cNvPr id="12" name="TextBox 11">
            <a:extLst>
              <a:ext uri="{FF2B5EF4-FFF2-40B4-BE49-F238E27FC236}">
                <a16:creationId xmlns:a16="http://schemas.microsoft.com/office/drawing/2014/main" id="{31F8B42D-7FF3-CAA3-5A31-CFE23B0890B6}"/>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595573E7-BEE3-2321-06D6-02EF7A96718C}"/>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1F7E6916-00D5-5A80-36D3-322345E9CADB}"/>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0F3D332B-B1A5-7E2B-05E2-E6C9471B7731}"/>
              </a:ext>
            </a:extLst>
          </p:cNvPr>
          <p:cNvSpPr txBox="1"/>
          <p:nvPr/>
        </p:nvSpPr>
        <p:spPr>
          <a:xfrm>
            <a:off x="4143022" y="3907597"/>
            <a:ext cx="570089" cy="230832"/>
          </a:xfrm>
          <a:prstGeom prst="rect">
            <a:avLst/>
          </a:prstGeom>
          <a:noFill/>
        </p:spPr>
        <p:txBody>
          <a:bodyPr wrap="square" rtlCol="0">
            <a:spAutoFit/>
          </a:bodyPr>
          <a:lstStyle/>
          <a:p>
            <a:pPr algn="ctr"/>
            <a:r>
              <a:rPr lang="en-US" sz="900" dirty="0"/>
              <a:t>1248</a:t>
            </a:r>
          </a:p>
        </p:txBody>
      </p:sp>
    </p:spTree>
    <p:extLst>
      <p:ext uri="{BB962C8B-B14F-4D97-AF65-F5344CB8AC3E}">
        <p14:creationId xmlns:p14="http://schemas.microsoft.com/office/powerpoint/2010/main" val="704414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F9368-9339-88F7-4E37-CA2D58A96A2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7F3388A-60CD-79CE-FFF8-82B520BC0A2B}"/>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586610C5-0BFE-CE8E-3509-448881E8E02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1DF8DF9-58B6-4BAD-99F5-EF6F1C26A7F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76F7620-A4C5-46C5-9874-E009EF38E17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DDC06AD-1FE4-998E-B685-BF5102011959}"/>
              </a:ext>
            </a:extLst>
          </p:cNvPr>
          <p:cNvPicPr>
            <a:picLocks noChangeAspect="1"/>
          </p:cNvPicPr>
          <p:nvPr/>
        </p:nvPicPr>
        <p:blipFill>
          <a:blip r:embed="rId6"/>
          <a:stretch>
            <a:fillRect/>
          </a:stretch>
        </p:blipFill>
        <p:spPr>
          <a:xfrm>
            <a:off x="4584700" y="2311400"/>
            <a:ext cx="0" cy="0"/>
          </a:xfrm>
          <a:prstGeom prst="rect">
            <a:avLst/>
          </a:prstGeom>
        </p:spPr>
      </p:pic>
      <p:sp>
        <p:nvSpPr>
          <p:cNvPr id="15" name="TextBox 14">
            <a:extLst>
              <a:ext uri="{FF2B5EF4-FFF2-40B4-BE49-F238E27FC236}">
                <a16:creationId xmlns:a16="http://schemas.microsoft.com/office/drawing/2014/main" id="{E0D8EAFE-2D78-D722-78E8-1BB2A7C0ED06}"/>
              </a:ext>
            </a:extLst>
          </p:cNvPr>
          <p:cNvSpPr txBox="1"/>
          <p:nvPr/>
        </p:nvSpPr>
        <p:spPr>
          <a:xfrm>
            <a:off x="4645378" y="3406653"/>
            <a:ext cx="570089" cy="230832"/>
          </a:xfrm>
          <a:prstGeom prst="rect">
            <a:avLst/>
          </a:prstGeom>
          <a:noFill/>
        </p:spPr>
        <p:txBody>
          <a:bodyPr wrap="square" rtlCol="0">
            <a:spAutoFit/>
          </a:bodyPr>
          <a:lstStyle/>
          <a:p>
            <a:pPr algn="ctr"/>
            <a:r>
              <a:rPr lang="en-US" sz="900" dirty="0"/>
              <a:t>18</a:t>
            </a:r>
          </a:p>
        </p:txBody>
      </p:sp>
      <p:sp>
        <p:nvSpPr>
          <p:cNvPr id="18" name="TextBox 17">
            <a:extLst>
              <a:ext uri="{FF2B5EF4-FFF2-40B4-BE49-F238E27FC236}">
                <a16:creationId xmlns:a16="http://schemas.microsoft.com/office/drawing/2014/main" id="{237BDA5F-9DD6-7A06-005A-DC37A0F84987}"/>
              </a:ext>
            </a:extLst>
          </p:cNvPr>
          <p:cNvSpPr txBox="1"/>
          <p:nvPr/>
        </p:nvSpPr>
        <p:spPr>
          <a:xfrm>
            <a:off x="4143022" y="4408541"/>
            <a:ext cx="570089" cy="230832"/>
          </a:xfrm>
          <a:prstGeom prst="rect">
            <a:avLst/>
          </a:prstGeom>
          <a:noFill/>
        </p:spPr>
        <p:txBody>
          <a:bodyPr wrap="square" rtlCol="0">
            <a:spAutoFit/>
          </a:bodyPr>
          <a:lstStyle/>
          <a:p>
            <a:pPr algn="ctr"/>
            <a:r>
              <a:rPr lang="en-US" sz="900" dirty="0"/>
              <a:t>1248</a:t>
            </a:r>
          </a:p>
        </p:txBody>
      </p:sp>
      <p:sp>
        <p:nvSpPr>
          <p:cNvPr id="19" name="TextBox 18">
            <a:extLst>
              <a:ext uri="{FF2B5EF4-FFF2-40B4-BE49-F238E27FC236}">
                <a16:creationId xmlns:a16="http://schemas.microsoft.com/office/drawing/2014/main" id="{C8C0074D-78C1-CC30-3372-783D9583E7AC}"/>
              </a:ext>
            </a:extLst>
          </p:cNvPr>
          <p:cNvSpPr txBox="1"/>
          <p:nvPr/>
        </p:nvSpPr>
        <p:spPr>
          <a:xfrm>
            <a:off x="3640666" y="1402877"/>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D26EB514-7E1E-E1EC-8744-4F7C63B02D66}"/>
              </a:ext>
            </a:extLst>
          </p:cNvPr>
          <p:cNvSpPr txBox="1"/>
          <p:nvPr/>
        </p:nvSpPr>
        <p:spPr>
          <a:xfrm>
            <a:off x="3138310" y="1402877"/>
            <a:ext cx="570089" cy="230832"/>
          </a:xfrm>
          <a:prstGeom prst="rect">
            <a:avLst/>
          </a:prstGeom>
          <a:noFill/>
        </p:spPr>
        <p:txBody>
          <a:bodyPr wrap="square" rtlCol="0">
            <a:spAutoFit/>
          </a:bodyPr>
          <a:lstStyle/>
          <a:p>
            <a:pPr algn="ctr"/>
            <a:r>
              <a:rPr lang="en-US" sz="900" dirty="0"/>
              <a:t>18</a:t>
            </a:r>
          </a:p>
        </p:txBody>
      </p:sp>
      <p:sp>
        <p:nvSpPr>
          <p:cNvPr id="21" name="TextBox 20">
            <a:extLst>
              <a:ext uri="{FF2B5EF4-FFF2-40B4-BE49-F238E27FC236}">
                <a16:creationId xmlns:a16="http://schemas.microsoft.com/office/drawing/2014/main" id="{6792A894-338D-C21D-78C2-0FF7E176FD3F}"/>
              </a:ext>
            </a:extLst>
          </p:cNvPr>
          <p:cNvSpPr txBox="1"/>
          <p:nvPr/>
        </p:nvSpPr>
        <p:spPr>
          <a:xfrm>
            <a:off x="3640666" y="1903821"/>
            <a:ext cx="570089" cy="230832"/>
          </a:xfrm>
          <a:prstGeom prst="rect">
            <a:avLst/>
          </a:prstGeom>
          <a:noFill/>
        </p:spPr>
        <p:txBody>
          <a:bodyPr wrap="square" rtlCol="0">
            <a:spAutoFit/>
          </a:bodyPr>
          <a:lstStyle/>
          <a:p>
            <a:pPr algn="ctr"/>
            <a:r>
              <a:rPr lang="en-US" sz="900" dirty="0"/>
              <a:t>42</a:t>
            </a:r>
          </a:p>
        </p:txBody>
      </p:sp>
      <p:sp>
        <p:nvSpPr>
          <p:cNvPr id="22" name="TextBox 21">
            <a:extLst>
              <a:ext uri="{FF2B5EF4-FFF2-40B4-BE49-F238E27FC236}">
                <a16:creationId xmlns:a16="http://schemas.microsoft.com/office/drawing/2014/main" id="{D2D5EC2F-412E-D9B8-C179-CBC7D92AB5D2}"/>
              </a:ext>
            </a:extLst>
          </p:cNvPr>
          <p:cNvSpPr txBox="1"/>
          <p:nvPr/>
        </p:nvSpPr>
        <p:spPr>
          <a:xfrm>
            <a:off x="4143022" y="1903821"/>
            <a:ext cx="570089" cy="230832"/>
          </a:xfrm>
          <a:prstGeom prst="rect">
            <a:avLst/>
          </a:prstGeom>
          <a:noFill/>
        </p:spPr>
        <p:txBody>
          <a:bodyPr wrap="square" rtlCol="0">
            <a:spAutoFit/>
          </a:bodyPr>
          <a:lstStyle/>
          <a:p>
            <a:pPr algn="ctr"/>
            <a:r>
              <a:rPr lang="en-US" sz="900" dirty="0"/>
              <a:t>81</a:t>
            </a:r>
          </a:p>
        </p:txBody>
      </p:sp>
      <p:sp>
        <p:nvSpPr>
          <p:cNvPr id="3" name="TextBox 2">
            <a:extLst>
              <a:ext uri="{FF2B5EF4-FFF2-40B4-BE49-F238E27FC236}">
                <a16:creationId xmlns:a16="http://schemas.microsoft.com/office/drawing/2014/main" id="{3D5E3E0F-832D-F48A-C9A8-4E7CD07B4173}"/>
              </a:ext>
            </a:extLst>
          </p:cNvPr>
          <p:cNvSpPr txBox="1"/>
          <p:nvPr/>
        </p:nvSpPr>
        <p:spPr>
          <a:xfrm>
            <a:off x="4143022" y="2404765"/>
            <a:ext cx="570089" cy="230832"/>
          </a:xfrm>
          <a:prstGeom prst="rect">
            <a:avLst/>
          </a:prstGeom>
          <a:noFill/>
        </p:spPr>
        <p:txBody>
          <a:bodyPr wrap="square" rtlCol="0">
            <a:spAutoFit/>
          </a:bodyPr>
          <a:lstStyle/>
          <a:p>
            <a:pPr algn="ctr"/>
            <a:r>
              <a:rPr lang="en-US" sz="900" dirty="0"/>
              <a:t>42</a:t>
            </a:r>
          </a:p>
        </p:txBody>
      </p:sp>
      <p:sp>
        <p:nvSpPr>
          <p:cNvPr id="8" name="TextBox 7">
            <a:extLst>
              <a:ext uri="{FF2B5EF4-FFF2-40B4-BE49-F238E27FC236}">
                <a16:creationId xmlns:a16="http://schemas.microsoft.com/office/drawing/2014/main" id="{DAD27CD2-C065-3AD9-54A5-5F3F804B7A9D}"/>
              </a:ext>
            </a:extLst>
          </p:cNvPr>
          <p:cNvSpPr txBox="1"/>
          <p:nvPr/>
        </p:nvSpPr>
        <p:spPr>
          <a:xfrm>
            <a:off x="4645378" y="2404765"/>
            <a:ext cx="570089" cy="230832"/>
          </a:xfrm>
          <a:prstGeom prst="rect">
            <a:avLst/>
          </a:prstGeom>
          <a:noFill/>
        </p:spPr>
        <p:txBody>
          <a:bodyPr wrap="square" rtlCol="0">
            <a:spAutoFit/>
          </a:bodyPr>
          <a:lstStyle/>
          <a:p>
            <a:pPr algn="ctr"/>
            <a:r>
              <a:rPr lang="en-US" sz="900" dirty="0"/>
              <a:t>1248</a:t>
            </a:r>
          </a:p>
        </p:txBody>
      </p:sp>
      <p:sp>
        <p:nvSpPr>
          <p:cNvPr id="9" name="TextBox 8">
            <a:extLst>
              <a:ext uri="{FF2B5EF4-FFF2-40B4-BE49-F238E27FC236}">
                <a16:creationId xmlns:a16="http://schemas.microsoft.com/office/drawing/2014/main" id="{A07053E2-9B52-8CC3-F897-3018F8A2C715}"/>
              </a:ext>
            </a:extLst>
          </p:cNvPr>
          <p:cNvSpPr txBox="1"/>
          <p:nvPr/>
        </p:nvSpPr>
        <p:spPr>
          <a:xfrm>
            <a:off x="4645378" y="2905709"/>
            <a:ext cx="570089" cy="230832"/>
          </a:xfrm>
          <a:prstGeom prst="rect">
            <a:avLst/>
          </a:prstGeom>
          <a:noFill/>
        </p:spPr>
        <p:txBody>
          <a:bodyPr wrap="square" rtlCol="0">
            <a:spAutoFit/>
          </a:bodyPr>
          <a:lstStyle/>
          <a:p>
            <a:pPr algn="ctr"/>
            <a:r>
              <a:rPr lang="en-US" sz="900" dirty="0"/>
              <a:t>42</a:t>
            </a:r>
          </a:p>
        </p:txBody>
      </p:sp>
      <p:sp>
        <p:nvSpPr>
          <p:cNvPr id="10" name="TextBox 9">
            <a:extLst>
              <a:ext uri="{FF2B5EF4-FFF2-40B4-BE49-F238E27FC236}">
                <a16:creationId xmlns:a16="http://schemas.microsoft.com/office/drawing/2014/main" id="{65B940E5-8305-324D-0F2C-5B68047E777A}"/>
              </a:ext>
            </a:extLst>
          </p:cNvPr>
          <p:cNvSpPr txBox="1"/>
          <p:nvPr/>
        </p:nvSpPr>
        <p:spPr>
          <a:xfrm>
            <a:off x="5147734" y="2905709"/>
            <a:ext cx="570089" cy="230832"/>
          </a:xfrm>
          <a:prstGeom prst="rect">
            <a:avLst/>
          </a:prstGeom>
          <a:noFill/>
        </p:spPr>
        <p:txBody>
          <a:bodyPr wrap="square" rtlCol="0">
            <a:spAutoFit/>
          </a:bodyPr>
          <a:lstStyle/>
          <a:p>
            <a:pPr algn="ctr"/>
            <a:r>
              <a:rPr lang="en-US" sz="900" dirty="0"/>
              <a:t>1248</a:t>
            </a:r>
          </a:p>
        </p:txBody>
      </p:sp>
      <p:sp>
        <p:nvSpPr>
          <p:cNvPr id="11" name="TextBox 10">
            <a:extLst>
              <a:ext uri="{FF2B5EF4-FFF2-40B4-BE49-F238E27FC236}">
                <a16:creationId xmlns:a16="http://schemas.microsoft.com/office/drawing/2014/main" id="{7BC40E26-D809-4EB9-0DD3-2973552FC4C4}"/>
              </a:ext>
            </a:extLst>
          </p:cNvPr>
          <p:cNvSpPr txBox="1"/>
          <p:nvPr/>
        </p:nvSpPr>
        <p:spPr>
          <a:xfrm>
            <a:off x="4645378" y="3907597"/>
            <a:ext cx="570089" cy="230832"/>
          </a:xfrm>
          <a:prstGeom prst="rect">
            <a:avLst/>
          </a:prstGeom>
          <a:noFill/>
        </p:spPr>
        <p:txBody>
          <a:bodyPr wrap="square" rtlCol="0">
            <a:spAutoFit/>
          </a:bodyPr>
          <a:lstStyle/>
          <a:p>
            <a:pPr algn="ctr"/>
            <a:r>
              <a:rPr lang="en-US" sz="900" dirty="0"/>
              <a:t>24</a:t>
            </a:r>
          </a:p>
        </p:txBody>
      </p:sp>
      <p:sp>
        <p:nvSpPr>
          <p:cNvPr id="12" name="TextBox 11">
            <a:extLst>
              <a:ext uri="{FF2B5EF4-FFF2-40B4-BE49-F238E27FC236}">
                <a16:creationId xmlns:a16="http://schemas.microsoft.com/office/drawing/2014/main" id="{134FA57E-77B0-69E9-5151-A0C7061DA9A3}"/>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1C25F78A-502B-3D10-7D97-0BD38BFBF269}"/>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781F418E-C1BB-C452-FFB4-41418172A632}"/>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E0C60753-246E-B734-BFE9-6C02F3CB9787}"/>
              </a:ext>
            </a:extLst>
          </p:cNvPr>
          <p:cNvSpPr txBox="1"/>
          <p:nvPr/>
        </p:nvSpPr>
        <p:spPr>
          <a:xfrm>
            <a:off x="4143022" y="3907597"/>
            <a:ext cx="570089" cy="230832"/>
          </a:xfrm>
          <a:prstGeom prst="rect">
            <a:avLst/>
          </a:prstGeom>
          <a:noFill/>
        </p:spPr>
        <p:txBody>
          <a:bodyPr wrap="square" rtlCol="0">
            <a:spAutoFit/>
          </a:bodyPr>
          <a:lstStyle/>
          <a:p>
            <a:pPr algn="ctr"/>
            <a:r>
              <a:rPr lang="en-US" sz="900" dirty="0"/>
              <a:t>1248</a:t>
            </a:r>
          </a:p>
        </p:txBody>
      </p:sp>
    </p:spTree>
    <p:extLst>
      <p:ext uri="{BB962C8B-B14F-4D97-AF65-F5344CB8AC3E}">
        <p14:creationId xmlns:p14="http://schemas.microsoft.com/office/powerpoint/2010/main" val="29873389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AAB57-ED34-A425-8B4C-42BF6EA267A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546456-879E-73BE-0154-342C15394B85}"/>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44B15614-F8AC-9F5B-EC38-84BE465F557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D1D1B4E-2F26-EA2D-2469-DDD5C4760CE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437AE7A-CE81-AEC8-D127-5125A1D2681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959375B-0D8E-0716-0917-8036F29CDAA7}"/>
              </a:ext>
            </a:extLst>
          </p:cNvPr>
          <p:cNvPicPr>
            <a:picLocks noChangeAspect="1"/>
          </p:cNvPicPr>
          <p:nvPr/>
        </p:nvPicPr>
        <p:blipFill>
          <a:blip r:embed="rId6"/>
          <a:stretch>
            <a:fillRect/>
          </a:stretch>
        </p:blipFill>
        <p:spPr>
          <a:xfrm>
            <a:off x="4584700" y="2311400"/>
            <a:ext cx="0" cy="0"/>
          </a:xfrm>
          <a:prstGeom prst="rect">
            <a:avLst/>
          </a:prstGeom>
        </p:spPr>
      </p:pic>
      <p:sp>
        <p:nvSpPr>
          <p:cNvPr id="15" name="TextBox 14">
            <a:extLst>
              <a:ext uri="{FF2B5EF4-FFF2-40B4-BE49-F238E27FC236}">
                <a16:creationId xmlns:a16="http://schemas.microsoft.com/office/drawing/2014/main" id="{F9584470-C236-86BB-45D4-DC32A77C3BA6}"/>
              </a:ext>
            </a:extLst>
          </p:cNvPr>
          <p:cNvSpPr txBox="1"/>
          <p:nvPr/>
        </p:nvSpPr>
        <p:spPr>
          <a:xfrm>
            <a:off x="4645378" y="3406653"/>
            <a:ext cx="570089" cy="230832"/>
          </a:xfrm>
          <a:prstGeom prst="rect">
            <a:avLst/>
          </a:prstGeom>
          <a:noFill/>
        </p:spPr>
        <p:txBody>
          <a:bodyPr wrap="square" rtlCol="0">
            <a:spAutoFit/>
          </a:bodyPr>
          <a:lstStyle/>
          <a:p>
            <a:pPr algn="ctr"/>
            <a:r>
              <a:rPr lang="en-US" sz="900" dirty="0"/>
              <a:t>18</a:t>
            </a:r>
          </a:p>
        </p:txBody>
      </p:sp>
      <p:sp>
        <p:nvSpPr>
          <p:cNvPr id="18" name="TextBox 17">
            <a:extLst>
              <a:ext uri="{FF2B5EF4-FFF2-40B4-BE49-F238E27FC236}">
                <a16:creationId xmlns:a16="http://schemas.microsoft.com/office/drawing/2014/main" id="{B91A4FFD-46D6-3282-DFA3-B92FDFCD5666}"/>
              </a:ext>
            </a:extLst>
          </p:cNvPr>
          <p:cNvSpPr txBox="1"/>
          <p:nvPr/>
        </p:nvSpPr>
        <p:spPr>
          <a:xfrm>
            <a:off x="4143022" y="4408541"/>
            <a:ext cx="570089" cy="230832"/>
          </a:xfrm>
          <a:prstGeom prst="rect">
            <a:avLst/>
          </a:prstGeom>
          <a:noFill/>
        </p:spPr>
        <p:txBody>
          <a:bodyPr wrap="square" rtlCol="0">
            <a:spAutoFit/>
          </a:bodyPr>
          <a:lstStyle/>
          <a:p>
            <a:pPr algn="ctr"/>
            <a:r>
              <a:rPr lang="en-US" sz="900" dirty="0"/>
              <a:t>1248</a:t>
            </a:r>
          </a:p>
        </p:txBody>
      </p:sp>
      <p:sp>
        <p:nvSpPr>
          <p:cNvPr id="19" name="TextBox 18">
            <a:extLst>
              <a:ext uri="{FF2B5EF4-FFF2-40B4-BE49-F238E27FC236}">
                <a16:creationId xmlns:a16="http://schemas.microsoft.com/office/drawing/2014/main" id="{502363CF-5A11-59A6-8767-2853913D4129}"/>
              </a:ext>
            </a:extLst>
          </p:cNvPr>
          <p:cNvSpPr txBox="1"/>
          <p:nvPr/>
        </p:nvSpPr>
        <p:spPr>
          <a:xfrm>
            <a:off x="3640666" y="1402877"/>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DFA908CD-154C-F911-E2E7-0BE20DA51272}"/>
              </a:ext>
            </a:extLst>
          </p:cNvPr>
          <p:cNvSpPr txBox="1"/>
          <p:nvPr/>
        </p:nvSpPr>
        <p:spPr>
          <a:xfrm>
            <a:off x="3138310" y="1402877"/>
            <a:ext cx="570089" cy="230832"/>
          </a:xfrm>
          <a:prstGeom prst="rect">
            <a:avLst/>
          </a:prstGeom>
          <a:noFill/>
        </p:spPr>
        <p:txBody>
          <a:bodyPr wrap="square" rtlCol="0">
            <a:spAutoFit/>
          </a:bodyPr>
          <a:lstStyle/>
          <a:p>
            <a:pPr algn="ctr"/>
            <a:r>
              <a:rPr lang="en-US" sz="900" dirty="0"/>
              <a:t>18</a:t>
            </a:r>
          </a:p>
        </p:txBody>
      </p:sp>
      <p:sp>
        <p:nvSpPr>
          <p:cNvPr id="21" name="TextBox 20">
            <a:extLst>
              <a:ext uri="{FF2B5EF4-FFF2-40B4-BE49-F238E27FC236}">
                <a16:creationId xmlns:a16="http://schemas.microsoft.com/office/drawing/2014/main" id="{F483E354-46C9-6685-8C03-4F99B7E2C226}"/>
              </a:ext>
            </a:extLst>
          </p:cNvPr>
          <p:cNvSpPr txBox="1"/>
          <p:nvPr/>
        </p:nvSpPr>
        <p:spPr>
          <a:xfrm>
            <a:off x="3640666" y="1903821"/>
            <a:ext cx="570089" cy="230832"/>
          </a:xfrm>
          <a:prstGeom prst="rect">
            <a:avLst/>
          </a:prstGeom>
          <a:noFill/>
        </p:spPr>
        <p:txBody>
          <a:bodyPr wrap="square" rtlCol="0">
            <a:spAutoFit/>
          </a:bodyPr>
          <a:lstStyle/>
          <a:p>
            <a:pPr algn="ctr"/>
            <a:r>
              <a:rPr lang="en-US" sz="900" dirty="0"/>
              <a:t>42</a:t>
            </a:r>
          </a:p>
        </p:txBody>
      </p:sp>
      <p:sp>
        <p:nvSpPr>
          <p:cNvPr id="22" name="TextBox 21">
            <a:extLst>
              <a:ext uri="{FF2B5EF4-FFF2-40B4-BE49-F238E27FC236}">
                <a16:creationId xmlns:a16="http://schemas.microsoft.com/office/drawing/2014/main" id="{CD805C60-5BBA-0D1C-A2ED-3E81DBEB22B3}"/>
              </a:ext>
            </a:extLst>
          </p:cNvPr>
          <p:cNvSpPr txBox="1"/>
          <p:nvPr/>
        </p:nvSpPr>
        <p:spPr>
          <a:xfrm>
            <a:off x="4143022" y="1903821"/>
            <a:ext cx="570089" cy="230832"/>
          </a:xfrm>
          <a:prstGeom prst="rect">
            <a:avLst/>
          </a:prstGeom>
          <a:noFill/>
        </p:spPr>
        <p:txBody>
          <a:bodyPr wrap="square" rtlCol="0">
            <a:spAutoFit/>
          </a:bodyPr>
          <a:lstStyle/>
          <a:p>
            <a:pPr algn="ctr"/>
            <a:r>
              <a:rPr lang="en-US" sz="900" dirty="0"/>
              <a:t>81</a:t>
            </a:r>
          </a:p>
        </p:txBody>
      </p:sp>
      <p:sp>
        <p:nvSpPr>
          <p:cNvPr id="3" name="TextBox 2">
            <a:extLst>
              <a:ext uri="{FF2B5EF4-FFF2-40B4-BE49-F238E27FC236}">
                <a16:creationId xmlns:a16="http://schemas.microsoft.com/office/drawing/2014/main" id="{4AFEFC06-A03E-2AF2-60AF-DDB8E7403C74}"/>
              </a:ext>
            </a:extLst>
          </p:cNvPr>
          <p:cNvSpPr txBox="1"/>
          <p:nvPr/>
        </p:nvSpPr>
        <p:spPr>
          <a:xfrm>
            <a:off x="4143022" y="2404765"/>
            <a:ext cx="570089" cy="230832"/>
          </a:xfrm>
          <a:prstGeom prst="rect">
            <a:avLst/>
          </a:prstGeom>
          <a:noFill/>
        </p:spPr>
        <p:txBody>
          <a:bodyPr wrap="square" rtlCol="0">
            <a:spAutoFit/>
          </a:bodyPr>
          <a:lstStyle/>
          <a:p>
            <a:pPr algn="ctr"/>
            <a:r>
              <a:rPr lang="en-US" sz="900" dirty="0"/>
              <a:t>42</a:t>
            </a:r>
          </a:p>
        </p:txBody>
      </p:sp>
      <p:sp>
        <p:nvSpPr>
          <p:cNvPr id="8" name="TextBox 7">
            <a:extLst>
              <a:ext uri="{FF2B5EF4-FFF2-40B4-BE49-F238E27FC236}">
                <a16:creationId xmlns:a16="http://schemas.microsoft.com/office/drawing/2014/main" id="{1DA79368-15DF-DBBE-EEC7-F34B3B404732}"/>
              </a:ext>
            </a:extLst>
          </p:cNvPr>
          <p:cNvSpPr txBox="1"/>
          <p:nvPr/>
        </p:nvSpPr>
        <p:spPr>
          <a:xfrm>
            <a:off x="4645378" y="2404765"/>
            <a:ext cx="570089" cy="230832"/>
          </a:xfrm>
          <a:prstGeom prst="rect">
            <a:avLst/>
          </a:prstGeom>
          <a:noFill/>
        </p:spPr>
        <p:txBody>
          <a:bodyPr wrap="square" rtlCol="0">
            <a:spAutoFit/>
          </a:bodyPr>
          <a:lstStyle/>
          <a:p>
            <a:pPr algn="ctr"/>
            <a:r>
              <a:rPr lang="en-US" sz="900" dirty="0"/>
              <a:t>81</a:t>
            </a:r>
          </a:p>
        </p:txBody>
      </p:sp>
      <p:sp>
        <p:nvSpPr>
          <p:cNvPr id="9" name="TextBox 8">
            <a:extLst>
              <a:ext uri="{FF2B5EF4-FFF2-40B4-BE49-F238E27FC236}">
                <a16:creationId xmlns:a16="http://schemas.microsoft.com/office/drawing/2014/main" id="{C16FC222-36D4-7AA3-B9BA-8B66E606E17B}"/>
              </a:ext>
            </a:extLst>
          </p:cNvPr>
          <p:cNvSpPr txBox="1"/>
          <p:nvPr/>
        </p:nvSpPr>
        <p:spPr>
          <a:xfrm>
            <a:off x="4645378" y="2905709"/>
            <a:ext cx="570089" cy="230832"/>
          </a:xfrm>
          <a:prstGeom prst="rect">
            <a:avLst/>
          </a:prstGeom>
          <a:noFill/>
        </p:spPr>
        <p:txBody>
          <a:bodyPr wrap="square" rtlCol="0">
            <a:spAutoFit/>
          </a:bodyPr>
          <a:lstStyle/>
          <a:p>
            <a:pPr algn="ctr"/>
            <a:r>
              <a:rPr lang="en-US" sz="900" dirty="0"/>
              <a:t>42</a:t>
            </a:r>
          </a:p>
        </p:txBody>
      </p:sp>
      <p:sp>
        <p:nvSpPr>
          <p:cNvPr id="10" name="TextBox 9">
            <a:extLst>
              <a:ext uri="{FF2B5EF4-FFF2-40B4-BE49-F238E27FC236}">
                <a16:creationId xmlns:a16="http://schemas.microsoft.com/office/drawing/2014/main" id="{7EF2447E-2006-4633-71A0-58DC45A08AAA}"/>
              </a:ext>
            </a:extLst>
          </p:cNvPr>
          <p:cNvSpPr txBox="1"/>
          <p:nvPr/>
        </p:nvSpPr>
        <p:spPr>
          <a:xfrm>
            <a:off x="5147734" y="2905709"/>
            <a:ext cx="570089" cy="230832"/>
          </a:xfrm>
          <a:prstGeom prst="rect">
            <a:avLst/>
          </a:prstGeom>
          <a:noFill/>
        </p:spPr>
        <p:txBody>
          <a:bodyPr wrap="square" rtlCol="0">
            <a:spAutoFit/>
          </a:bodyPr>
          <a:lstStyle/>
          <a:p>
            <a:pPr algn="ctr"/>
            <a:r>
              <a:rPr lang="en-US" sz="900" dirty="0"/>
              <a:t>1248</a:t>
            </a:r>
          </a:p>
        </p:txBody>
      </p:sp>
      <p:sp>
        <p:nvSpPr>
          <p:cNvPr id="11" name="TextBox 10">
            <a:extLst>
              <a:ext uri="{FF2B5EF4-FFF2-40B4-BE49-F238E27FC236}">
                <a16:creationId xmlns:a16="http://schemas.microsoft.com/office/drawing/2014/main" id="{7BE8A38E-31C3-5414-0446-F823FA76B090}"/>
              </a:ext>
            </a:extLst>
          </p:cNvPr>
          <p:cNvSpPr txBox="1"/>
          <p:nvPr/>
        </p:nvSpPr>
        <p:spPr>
          <a:xfrm>
            <a:off x="4645378" y="3907597"/>
            <a:ext cx="570089" cy="230832"/>
          </a:xfrm>
          <a:prstGeom prst="rect">
            <a:avLst/>
          </a:prstGeom>
          <a:noFill/>
        </p:spPr>
        <p:txBody>
          <a:bodyPr wrap="square" rtlCol="0">
            <a:spAutoFit/>
          </a:bodyPr>
          <a:lstStyle/>
          <a:p>
            <a:pPr algn="ctr"/>
            <a:r>
              <a:rPr lang="en-US" sz="900" dirty="0"/>
              <a:t>24</a:t>
            </a:r>
          </a:p>
        </p:txBody>
      </p:sp>
      <p:sp>
        <p:nvSpPr>
          <p:cNvPr id="12" name="TextBox 11">
            <a:extLst>
              <a:ext uri="{FF2B5EF4-FFF2-40B4-BE49-F238E27FC236}">
                <a16:creationId xmlns:a16="http://schemas.microsoft.com/office/drawing/2014/main" id="{36B0BC7D-37D0-E422-A001-070C209378FF}"/>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C418FDDA-26D4-12C3-AAAC-EA9824D62C6F}"/>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ECA75A97-FE09-F215-3F88-06D1A31FA036}"/>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07084998-CE52-81AC-5B06-FD778D7CB3BF}"/>
              </a:ext>
            </a:extLst>
          </p:cNvPr>
          <p:cNvSpPr txBox="1"/>
          <p:nvPr/>
        </p:nvSpPr>
        <p:spPr>
          <a:xfrm>
            <a:off x="4143022" y="3907597"/>
            <a:ext cx="570089" cy="230832"/>
          </a:xfrm>
          <a:prstGeom prst="rect">
            <a:avLst/>
          </a:prstGeom>
          <a:noFill/>
        </p:spPr>
        <p:txBody>
          <a:bodyPr wrap="square" rtlCol="0">
            <a:spAutoFit/>
          </a:bodyPr>
          <a:lstStyle/>
          <a:p>
            <a:pPr algn="ctr"/>
            <a:r>
              <a:rPr lang="en-US" sz="900" dirty="0"/>
              <a:t>1248</a:t>
            </a:r>
          </a:p>
        </p:txBody>
      </p:sp>
    </p:spTree>
    <p:extLst>
      <p:ext uri="{BB962C8B-B14F-4D97-AF65-F5344CB8AC3E}">
        <p14:creationId xmlns:p14="http://schemas.microsoft.com/office/powerpoint/2010/main" val="4090410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5E9DB-2C69-A249-DAAF-B4C5F87663C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2B45F7-3CA9-19BB-275E-B6ED337EE1D2}"/>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1B2EDB49-0C46-D574-BA8E-369408CFD19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C101AC7-6577-21AB-B642-2BBA4177EA4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F3B6931-8183-7449-632E-67B67B59A7B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7AF80D1-E204-444F-5538-CCDBC61083E9}"/>
              </a:ext>
            </a:extLst>
          </p:cNvPr>
          <p:cNvPicPr>
            <a:picLocks noChangeAspect="1"/>
          </p:cNvPicPr>
          <p:nvPr/>
        </p:nvPicPr>
        <p:blipFill>
          <a:blip r:embed="rId6"/>
          <a:stretch>
            <a:fillRect/>
          </a:stretch>
        </p:blipFill>
        <p:spPr>
          <a:xfrm>
            <a:off x="4584700" y="2311400"/>
            <a:ext cx="0" cy="0"/>
          </a:xfrm>
          <a:prstGeom prst="rect">
            <a:avLst/>
          </a:prstGeom>
        </p:spPr>
      </p:pic>
      <p:sp>
        <p:nvSpPr>
          <p:cNvPr id="15" name="TextBox 14">
            <a:extLst>
              <a:ext uri="{FF2B5EF4-FFF2-40B4-BE49-F238E27FC236}">
                <a16:creationId xmlns:a16="http://schemas.microsoft.com/office/drawing/2014/main" id="{07EE8063-1EF8-156B-50E4-6666E8840B5B}"/>
              </a:ext>
            </a:extLst>
          </p:cNvPr>
          <p:cNvSpPr txBox="1"/>
          <p:nvPr/>
        </p:nvSpPr>
        <p:spPr>
          <a:xfrm>
            <a:off x="4645378" y="3406653"/>
            <a:ext cx="570089" cy="230832"/>
          </a:xfrm>
          <a:prstGeom prst="rect">
            <a:avLst/>
          </a:prstGeom>
          <a:noFill/>
        </p:spPr>
        <p:txBody>
          <a:bodyPr wrap="square" rtlCol="0">
            <a:spAutoFit/>
          </a:bodyPr>
          <a:lstStyle/>
          <a:p>
            <a:pPr algn="ctr"/>
            <a:r>
              <a:rPr lang="en-US" sz="900" dirty="0"/>
              <a:t>18</a:t>
            </a:r>
          </a:p>
        </p:txBody>
      </p:sp>
      <p:sp>
        <p:nvSpPr>
          <p:cNvPr id="18" name="TextBox 17">
            <a:extLst>
              <a:ext uri="{FF2B5EF4-FFF2-40B4-BE49-F238E27FC236}">
                <a16:creationId xmlns:a16="http://schemas.microsoft.com/office/drawing/2014/main" id="{10EFD6EE-9B00-F32E-CE9B-3FEF297DD47A}"/>
              </a:ext>
            </a:extLst>
          </p:cNvPr>
          <p:cNvSpPr txBox="1"/>
          <p:nvPr/>
        </p:nvSpPr>
        <p:spPr>
          <a:xfrm>
            <a:off x="4143022" y="4408541"/>
            <a:ext cx="570089" cy="230832"/>
          </a:xfrm>
          <a:prstGeom prst="rect">
            <a:avLst/>
          </a:prstGeom>
          <a:noFill/>
        </p:spPr>
        <p:txBody>
          <a:bodyPr wrap="square" rtlCol="0">
            <a:spAutoFit/>
          </a:bodyPr>
          <a:lstStyle/>
          <a:p>
            <a:pPr algn="ctr"/>
            <a:r>
              <a:rPr lang="en-US" sz="900" dirty="0"/>
              <a:t>1248</a:t>
            </a:r>
          </a:p>
        </p:txBody>
      </p:sp>
      <p:sp>
        <p:nvSpPr>
          <p:cNvPr id="19" name="TextBox 18">
            <a:extLst>
              <a:ext uri="{FF2B5EF4-FFF2-40B4-BE49-F238E27FC236}">
                <a16:creationId xmlns:a16="http://schemas.microsoft.com/office/drawing/2014/main" id="{58FF6CF3-3763-A50F-193C-E9FC5DAB0FD2}"/>
              </a:ext>
            </a:extLst>
          </p:cNvPr>
          <p:cNvSpPr txBox="1"/>
          <p:nvPr/>
        </p:nvSpPr>
        <p:spPr>
          <a:xfrm>
            <a:off x="3640666" y="1402877"/>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33FF6DF4-5D7A-457E-A8E3-D8A9A3F2EC15}"/>
              </a:ext>
            </a:extLst>
          </p:cNvPr>
          <p:cNvSpPr txBox="1"/>
          <p:nvPr/>
        </p:nvSpPr>
        <p:spPr>
          <a:xfrm>
            <a:off x="3138310" y="1402877"/>
            <a:ext cx="570089" cy="230832"/>
          </a:xfrm>
          <a:prstGeom prst="rect">
            <a:avLst/>
          </a:prstGeom>
          <a:noFill/>
        </p:spPr>
        <p:txBody>
          <a:bodyPr wrap="square" rtlCol="0">
            <a:spAutoFit/>
          </a:bodyPr>
          <a:lstStyle/>
          <a:p>
            <a:pPr algn="ctr"/>
            <a:r>
              <a:rPr lang="en-US" sz="900" dirty="0"/>
              <a:t>18</a:t>
            </a:r>
          </a:p>
        </p:txBody>
      </p:sp>
      <p:sp>
        <p:nvSpPr>
          <p:cNvPr id="21" name="TextBox 20">
            <a:extLst>
              <a:ext uri="{FF2B5EF4-FFF2-40B4-BE49-F238E27FC236}">
                <a16:creationId xmlns:a16="http://schemas.microsoft.com/office/drawing/2014/main" id="{AC3CB832-CEE7-6AF9-7833-AA08955C64E7}"/>
              </a:ext>
            </a:extLst>
          </p:cNvPr>
          <p:cNvSpPr txBox="1"/>
          <p:nvPr/>
        </p:nvSpPr>
        <p:spPr>
          <a:xfrm>
            <a:off x="3640666" y="1903821"/>
            <a:ext cx="570089" cy="230832"/>
          </a:xfrm>
          <a:prstGeom prst="rect">
            <a:avLst/>
          </a:prstGeom>
          <a:noFill/>
        </p:spPr>
        <p:txBody>
          <a:bodyPr wrap="square" rtlCol="0">
            <a:spAutoFit/>
          </a:bodyPr>
          <a:lstStyle/>
          <a:p>
            <a:pPr algn="ctr"/>
            <a:r>
              <a:rPr lang="en-US" sz="900" dirty="0"/>
              <a:t>42</a:t>
            </a:r>
          </a:p>
        </p:txBody>
      </p:sp>
      <p:sp>
        <p:nvSpPr>
          <p:cNvPr id="22" name="TextBox 21">
            <a:extLst>
              <a:ext uri="{FF2B5EF4-FFF2-40B4-BE49-F238E27FC236}">
                <a16:creationId xmlns:a16="http://schemas.microsoft.com/office/drawing/2014/main" id="{B95D4CBD-AE32-62F0-95AA-D5DB9FEF3750}"/>
              </a:ext>
            </a:extLst>
          </p:cNvPr>
          <p:cNvSpPr txBox="1"/>
          <p:nvPr/>
        </p:nvSpPr>
        <p:spPr>
          <a:xfrm>
            <a:off x="4143022" y="1903821"/>
            <a:ext cx="570089" cy="230832"/>
          </a:xfrm>
          <a:prstGeom prst="rect">
            <a:avLst/>
          </a:prstGeom>
          <a:noFill/>
        </p:spPr>
        <p:txBody>
          <a:bodyPr wrap="square" rtlCol="0">
            <a:spAutoFit/>
          </a:bodyPr>
          <a:lstStyle/>
          <a:p>
            <a:pPr algn="ctr"/>
            <a:r>
              <a:rPr lang="en-US" sz="900" dirty="0"/>
              <a:t>81</a:t>
            </a:r>
          </a:p>
        </p:txBody>
      </p:sp>
      <p:sp>
        <p:nvSpPr>
          <p:cNvPr id="3" name="TextBox 2">
            <a:extLst>
              <a:ext uri="{FF2B5EF4-FFF2-40B4-BE49-F238E27FC236}">
                <a16:creationId xmlns:a16="http://schemas.microsoft.com/office/drawing/2014/main" id="{C4022F1C-9E0F-37A0-377B-F26080476FE0}"/>
              </a:ext>
            </a:extLst>
          </p:cNvPr>
          <p:cNvSpPr txBox="1"/>
          <p:nvPr/>
        </p:nvSpPr>
        <p:spPr>
          <a:xfrm>
            <a:off x="4143022" y="2404765"/>
            <a:ext cx="570089" cy="230832"/>
          </a:xfrm>
          <a:prstGeom prst="rect">
            <a:avLst/>
          </a:prstGeom>
          <a:noFill/>
        </p:spPr>
        <p:txBody>
          <a:bodyPr wrap="square" rtlCol="0">
            <a:spAutoFit/>
          </a:bodyPr>
          <a:lstStyle/>
          <a:p>
            <a:pPr algn="ctr"/>
            <a:r>
              <a:rPr lang="en-US" sz="900" dirty="0"/>
              <a:t>42</a:t>
            </a:r>
          </a:p>
        </p:txBody>
      </p:sp>
      <p:sp>
        <p:nvSpPr>
          <p:cNvPr id="8" name="TextBox 7">
            <a:extLst>
              <a:ext uri="{FF2B5EF4-FFF2-40B4-BE49-F238E27FC236}">
                <a16:creationId xmlns:a16="http://schemas.microsoft.com/office/drawing/2014/main" id="{29C4E231-D8DE-28AD-C77A-630D37BC16A6}"/>
              </a:ext>
            </a:extLst>
          </p:cNvPr>
          <p:cNvSpPr txBox="1"/>
          <p:nvPr/>
        </p:nvSpPr>
        <p:spPr>
          <a:xfrm>
            <a:off x="4645378" y="2404765"/>
            <a:ext cx="570089" cy="230832"/>
          </a:xfrm>
          <a:prstGeom prst="rect">
            <a:avLst/>
          </a:prstGeom>
          <a:noFill/>
        </p:spPr>
        <p:txBody>
          <a:bodyPr wrap="square" rtlCol="0">
            <a:spAutoFit/>
          </a:bodyPr>
          <a:lstStyle/>
          <a:p>
            <a:pPr algn="ctr"/>
            <a:r>
              <a:rPr lang="en-US" sz="900" dirty="0"/>
              <a:t>81</a:t>
            </a:r>
          </a:p>
        </p:txBody>
      </p:sp>
      <p:sp>
        <p:nvSpPr>
          <p:cNvPr id="9" name="TextBox 8">
            <a:extLst>
              <a:ext uri="{FF2B5EF4-FFF2-40B4-BE49-F238E27FC236}">
                <a16:creationId xmlns:a16="http://schemas.microsoft.com/office/drawing/2014/main" id="{F1FAEC30-9B1F-DA8F-2801-1B8E044F7BC2}"/>
              </a:ext>
            </a:extLst>
          </p:cNvPr>
          <p:cNvSpPr txBox="1"/>
          <p:nvPr/>
        </p:nvSpPr>
        <p:spPr>
          <a:xfrm>
            <a:off x="4645378" y="2905709"/>
            <a:ext cx="570089" cy="230832"/>
          </a:xfrm>
          <a:prstGeom prst="rect">
            <a:avLst/>
          </a:prstGeom>
          <a:noFill/>
        </p:spPr>
        <p:txBody>
          <a:bodyPr wrap="square" rtlCol="0">
            <a:spAutoFit/>
          </a:bodyPr>
          <a:lstStyle/>
          <a:p>
            <a:pPr algn="ctr"/>
            <a:r>
              <a:rPr lang="en-US" sz="900" dirty="0"/>
              <a:t>42</a:t>
            </a:r>
          </a:p>
        </p:txBody>
      </p:sp>
      <p:sp>
        <p:nvSpPr>
          <p:cNvPr id="10" name="TextBox 9">
            <a:extLst>
              <a:ext uri="{FF2B5EF4-FFF2-40B4-BE49-F238E27FC236}">
                <a16:creationId xmlns:a16="http://schemas.microsoft.com/office/drawing/2014/main" id="{C890B2F1-517D-12AA-94B1-809423C47934}"/>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11" name="TextBox 10">
            <a:extLst>
              <a:ext uri="{FF2B5EF4-FFF2-40B4-BE49-F238E27FC236}">
                <a16:creationId xmlns:a16="http://schemas.microsoft.com/office/drawing/2014/main" id="{C360A711-9C2B-4A5A-42CA-CA811FC488A4}"/>
              </a:ext>
            </a:extLst>
          </p:cNvPr>
          <p:cNvSpPr txBox="1"/>
          <p:nvPr/>
        </p:nvSpPr>
        <p:spPr>
          <a:xfrm>
            <a:off x="4645378" y="3907597"/>
            <a:ext cx="570089" cy="230832"/>
          </a:xfrm>
          <a:prstGeom prst="rect">
            <a:avLst/>
          </a:prstGeom>
          <a:noFill/>
        </p:spPr>
        <p:txBody>
          <a:bodyPr wrap="square" rtlCol="0">
            <a:spAutoFit/>
          </a:bodyPr>
          <a:lstStyle/>
          <a:p>
            <a:pPr algn="ctr"/>
            <a:r>
              <a:rPr lang="en-US" sz="900" dirty="0"/>
              <a:t>24</a:t>
            </a:r>
          </a:p>
        </p:txBody>
      </p:sp>
      <p:sp>
        <p:nvSpPr>
          <p:cNvPr id="12" name="TextBox 11">
            <a:extLst>
              <a:ext uri="{FF2B5EF4-FFF2-40B4-BE49-F238E27FC236}">
                <a16:creationId xmlns:a16="http://schemas.microsoft.com/office/drawing/2014/main" id="{DE9577A5-4848-40A6-C2DA-68533AB7D861}"/>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441E8194-BBC3-BDF3-E3B3-25518F1E8BE0}"/>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24260C3F-09FF-C2BC-6DF1-B16A9FBC4AF7}"/>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68650494-0772-C7FD-FAE3-DA07533FB0F5}"/>
              </a:ext>
            </a:extLst>
          </p:cNvPr>
          <p:cNvSpPr txBox="1"/>
          <p:nvPr/>
        </p:nvSpPr>
        <p:spPr>
          <a:xfrm>
            <a:off x="4143022" y="3907597"/>
            <a:ext cx="570089" cy="230832"/>
          </a:xfrm>
          <a:prstGeom prst="rect">
            <a:avLst/>
          </a:prstGeom>
          <a:noFill/>
        </p:spPr>
        <p:txBody>
          <a:bodyPr wrap="square" rtlCol="0">
            <a:spAutoFit/>
          </a:bodyPr>
          <a:lstStyle/>
          <a:p>
            <a:pPr algn="ctr"/>
            <a:r>
              <a:rPr lang="en-US" sz="900" dirty="0"/>
              <a:t>1248</a:t>
            </a:r>
          </a:p>
        </p:txBody>
      </p:sp>
    </p:spTree>
    <p:extLst>
      <p:ext uri="{BB962C8B-B14F-4D97-AF65-F5344CB8AC3E}">
        <p14:creationId xmlns:p14="http://schemas.microsoft.com/office/powerpoint/2010/main" val="5882269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8758E-4C30-AECE-CAF6-A27F1CDA29A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C65686-2184-7B5D-BD80-B86C84501FBD}"/>
              </a:ext>
            </a:extLst>
          </p:cNvPr>
          <p:cNvSpPr>
            <a:spLocks noGrp="1"/>
          </p:cNvSpPr>
          <p:nvPr>
            <p:ph sz="half" idx="1"/>
          </p:nvPr>
        </p:nvSpPr>
        <p:spPr/>
        <p:txBody>
          <a:bodyPr>
            <a:normAutofit/>
          </a:bodyPr>
          <a:lstStyle/>
          <a:p>
            <a:r>
              <a:rPr lang="en-US" dirty="0"/>
              <a:t>The center block is like the upper left block: Three consecutive cells that must be 567, with 6 in the middle.</a:t>
            </a:r>
          </a:p>
        </p:txBody>
      </p:sp>
      <p:pic>
        <p:nvPicPr>
          <p:cNvPr id="4" name="Picture 3" descr="A grid of sudoku puzzle&#10;&#10;Description automatically generated">
            <a:extLst>
              <a:ext uri="{FF2B5EF4-FFF2-40B4-BE49-F238E27FC236}">
                <a16:creationId xmlns:a16="http://schemas.microsoft.com/office/drawing/2014/main" id="{71D63711-F83C-B8A4-2276-FA6A6A6622F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31DC323-490E-796F-19FD-8F31005142E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C3F60A5-396A-9DE2-64AC-4357C481ED5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0444BFD-03D5-D0A4-A8D7-B7A5B852A6A3}"/>
              </a:ext>
            </a:extLst>
          </p:cNvPr>
          <p:cNvPicPr>
            <a:picLocks noChangeAspect="1"/>
          </p:cNvPicPr>
          <p:nvPr/>
        </p:nvPicPr>
        <p:blipFill>
          <a:blip r:embed="rId6"/>
          <a:stretch>
            <a:fillRect/>
          </a:stretch>
        </p:blipFill>
        <p:spPr>
          <a:xfrm>
            <a:off x="4584700" y="2311400"/>
            <a:ext cx="0" cy="0"/>
          </a:xfrm>
          <a:prstGeom prst="rect">
            <a:avLst/>
          </a:prstGeom>
        </p:spPr>
      </p:pic>
      <p:sp>
        <p:nvSpPr>
          <p:cNvPr id="15" name="TextBox 14">
            <a:extLst>
              <a:ext uri="{FF2B5EF4-FFF2-40B4-BE49-F238E27FC236}">
                <a16:creationId xmlns:a16="http://schemas.microsoft.com/office/drawing/2014/main" id="{4668C517-5696-82C6-9B8A-9BA417DDD2BB}"/>
              </a:ext>
            </a:extLst>
          </p:cNvPr>
          <p:cNvSpPr txBox="1"/>
          <p:nvPr/>
        </p:nvSpPr>
        <p:spPr>
          <a:xfrm>
            <a:off x="4645378" y="3406653"/>
            <a:ext cx="570089" cy="230832"/>
          </a:xfrm>
          <a:prstGeom prst="rect">
            <a:avLst/>
          </a:prstGeom>
          <a:noFill/>
        </p:spPr>
        <p:txBody>
          <a:bodyPr wrap="square" rtlCol="0">
            <a:spAutoFit/>
          </a:bodyPr>
          <a:lstStyle/>
          <a:p>
            <a:pPr algn="ctr"/>
            <a:r>
              <a:rPr lang="en-US" sz="900" dirty="0"/>
              <a:t>18</a:t>
            </a:r>
          </a:p>
        </p:txBody>
      </p:sp>
      <p:sp>
        <p:nvSpPr>
          <p:cNvPr id="18" name="TextBox 17">
            <a:extLst>
              <a:ext uri="{FF2B5EF4-FFF2-40B4-BE49-F238E27FC236}">
                <a16:creationId xmlns:a16="http://schemas.microsoft.com/office/drawing/2014/main" id="{82D118BC-E690-394F-7182-047DCD662333}"/>
              </a:ext>
            </a:extLst>
          </p:cNvPr>
          <p:cNvSpPr txBox="1"/>
          <p:nvPr/>
        </p:nvSpPr>
        <p:spPr>
          <a:xfrm>
            <a:off x="4143022" y="4408541"/>
            <a:ext cx="570089" cy="230832"/>
          </a:xfrm>
          <a:prstGeom prst="rect">
            <a:avLst/>
          </a:prstGeom>
          <a:noFill/>
        </p:spPr>
        <p:txBody>
          <a:bodyPr wrap="square" rtlCol="0">
            <a:spAutoFit/>
          </a:bodyPr>
          <a:lstStyle/>
          <a:p>
            <a:pPr algn="ctr"/>
            <a:r>
              <a:rPr lang="en-US" sz="900" dirty="0"/>
              <a:t>1248</a:t>
            </a:r>
          </a:p>
        </p:txBody>
      </p:sp>
      <p:sp>
        <p:nvSpPr>
          <p:cNvPr id="19" name="TextBox 18">
            <a:extLst>
              <a:ext uri="{FF2B5EF4-FFF2-40B4-BE49-F238E27FC236}">
                <a16:creationId xmlns:a16="http://schemas.microsoft.com/office/drawing/2014/main" id="{D649364C-BE77-3786-A736-0C044C2BEAB8}"/>
              </a:ext>
            </a:extLst>
          </p:cNvPr>
          <p:cNvSpPr txBox="1"/>
          <p:nvPr/>
        </p:nvSpPr>
        <p:spPr>
          <a:xfrm>
            <a:off x="3640666" y="1402877"/>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B99594CE-9758-F3F9-0A20-C6149CABB948}"/>
              </a:ext>
            </a:extLst>
          </p:cNvPr>
          <p:cNvSpPr txBox="1"/>
          <p:nvPr/>
        </p:nvSpPr>
        <p:spPr>
          <a:xfrm>
            <a:off x="3138310" y="1402877"/>
            <a:ext cx="570089" cy="230832"/>
          </a:xfrm>
          <a:prstGeom prst="rect">
            <a:avLst/>
          </a:prstGeom>
          <a:noFill/>
        </p:spPr>
        <p:txBody>
          <a:bodyPr wrap="square" rtlCol="0">
            <a:spAutoFit/>
          </a:bodyPr>
          <a:lstStyle/>
          <a:p>
            <a:pPr algn="ctr"/>
            <a:r>
              <a:rPr lang="en-US" sz="900" dirty="0"/>
              <a:t>18</a:t>
            </a:r>
          </a:p>
        </p:txBody>
      </p:sp>
      <p:sp>
        <p:nvSpPr>
          <p:cNvPr id="21" name="TextBox 20">
            <a:extLst>
              <a:ext uri="{FF2B5EF4-FFF2-40B4-BE49-F238E27FC236}">
                <a16:creationId xmlns:a16="http://schemas.microsoft.com/office/drawing/2014/main" id="{DFC821D6-EED3-0AAA-2353-EB0760C464D1}"/>
              </a:ext>
            </a:extLst>
          </p:cNvPr>
          <p:cNvSpPr txBox="1"/>
          <p:nvPr/>
        </p:nvSpPr>
        <p:spPr>
          <a:xfrm>
            <a:off x="3640666" y="1903821"/>
            <a:ext cx="570089" cy="230832"/>
          </a:xfrm>
          <a:prstGeom prst="rect">
            <a:avLst/>
          </a:prstGeom>
          <a:noFill/>
        </p:spPr>
        <p:txBody>
          <a:bodyPr wrap="square" rtlCol="0">
            <a:spAutoFit/>
          </a:bodyPr>
          <a:lstStyle/>
          <a:p>
            <a:pPr algn="ctr"/>
            <a:r>
              <a:rPr lang="en-US" sz="900" dirty="0"/>
              <a:t>42</a:t>
            </a:r>
          </a:p>
        </p:txBody>
      </p:sp>
      <p:sp>
        <p:nvSpPr>
          <p:cNvPr id="22" name="TextBox 21">
            <a:extLst>
              <a:ext uri="{FF2B5EF4-FFF2-40B4-BE49-F238E27FC236}">
                <a16:creationId xmlns:a16="http://schemas.microsoft.com/office/drawing/2014/main" id="{4ECF5476-BB5D-7072-0FAF-B61023D1EF72}"/>
              </a:ext>
            </a:extLst>
          </p:cNvPr>
          <p:cNvSpPr txBox="1"/>
          <p:nvPr/>
        </p:nvSpPr>
        <p:spPr>
          <a:xfrm>
            <a:off x="4143022" y="1903821"/>
            <a:ext cx="570089" cy="230832"/>
          </a:xfrm>
          <a:prstGeom prst="rect">
            <a:avLst/>
          </a:prstGeom>
          <a:noFill/>
        </p:spPr>
        <p:txBody>
          <a:bodyPr wrap="square" rtlCol="0">
            <a:spAutoFit/>
          </a:bodyPr>
          <a:lstStyle/>
          <a:p>
            <a:pPr algn="ctr"/>
            <a:r>
              <a:rPr lang="en-US" sz="900" dirty="0"/>
              <a:t>81</a:t>
            </a:r>
          </a:p>
        </p:txBody>
      </p:sp>
      <p:sp>
        <p:nvSpPr>
          <p:cNvPr id="3" name="TextBox 2">
            <a:extLst>
              <a:ext uri="{FF2B5EF4-FFF2-40B4-BE49-F238E27FC236}">
                <a16:creationId xmlns:a16="http://schemas.microsoft.com/office/drawing/2014/main" id="{41A5D8FC-AA1D-3044-C952-D2809957E47C}"/>
              </a:ext>
            </a:extLst>
          </p:cNvPr>
          <p:cNvSpPr txBox="1"/>
          <p:nvPr/>
        </p:nvSpPr>
        <p:spPr>
          <a:xfrm>
            <a:off x="4143022" y="2404765"/>
            <a:ext cx="570089" cy="230832"/>
          </a:xfrm>
          <a:prstGeom prst="rect">
            <a:avLst/>
          </a:prstGeom>
          <a:noFill/>
        </p:spPr>
        <p:txBody>
          <a:bodyPr wrap="square" rtlCol="0">
            <a:spAutoFit/>
          </a:bodyPr>
          <a:lstStyle/>
          <a:p>
            <a:pPr algn="ctr"/>
            <a:r>
              <a:rPr lang="en-US" sz="900" dirty="0"/>
              <a:t>42</a:t>
            </a:r>
          </a:p>
        </p:txBody>
      </p:sp>
      <p:sp>
        <p:nvSpPr>
          <p:cNvPr id="8" name="TextBox 7">
            <a:extLst>
              <a:ext uri="{FF2B5EF4-FFF2-40B4-BE49-F238E27FC236}">
                <a16:creationId xmlns:a16="http://schemas.microsoft.com/office/drawing/2014/main" id="{8D36E84E-F874-F969-DF1F-A3550D4E08F2}"/>
              </a:ext>
            </a:extLst>
          </p:cNvPr>
          <p:cNvSpPr txBox="1"/>
          <p:nvPr/>
        </p:nvSpPr>
        <p:spPr>
          <a:xfrm>
            <a:off x="4645378" y="2404765"/>
            <a:ext cx="570089" cy="230832"/>
          </a:xfrm>
          <a:prstGeom prst="rect">
            <a:avLst/>
          </a:prstGeom>
          <a:noFill/>
        </p:spPr>
        <p:txBody>
          <a:bodyPr wrap="square" rtlCol="0">
            <a:spAutoFit/>
          </a:bodyPr>
          <a:lstStyle/>
          <a:p>
            <a:pPr algn="ctr"/>
            <a:r>
              <a:rPr lang="en-US" sz="900" dirty="0"/>
              <a:t>81</a:t>
            </a:r>
          </a:p>
        </p:txBody>
      </p:sp>
      <p:sp>
        <p:nvSpPr>
          <p:cNvPr id="9" name="TextBox 8">
            <a:extLst>
              <a:ext uri="{FF2B5EF4-FFF2-40B4-BE49-F238E27FC236}">
                <a16:creationId xmlns:a16="http://schemas.microsoft.com/office/drawing/2014/main" id="{1A9AE239-C40B-74AD-D736-294B0056845A}"/>
              </a:ext>
            </a:extLst>
          </p:cNvPr>
          <p:cNvSpPr txBox="1"/>
          <p:nvPr/>
        </p:nvSpPr>
        <p:spPr>
          <a:xfrm>
            <a:off x="4645378" y="2905709"/>
            <a:ext cx="570089" cy="230832"/>
          </a:xfrm>
          <a:prstGeom prst="rect">
            <a:avLst/>
          </a:prstGeom>
          <a:noFill/>
        </p:spPr>
        <p:txBody>
          <a:bodyPr wrap="square" rtlCol="0">
            <a:spAutoFit/>
          </a:bodyPr>
          <a:lstStyle/>
          <a:p>
            <a:pPr algn="ctr"/>
            <a:r>
              <a:rPr lang="en-US" sz="900" dirty="0"/>
              <a:t>42</a:t>
            </a:r>
          </a:p>
        </p:txBody>
      </p:sp>
      <p:sp>
        <p:nvSpPr>
          <p:cNvPr id="10" name="TextBox 9">
            <a:extLst>
              <a:ext uri="{FF2B5EF4-FFF2-40B4-BE49-F238E27FC236}">
                <a16:creationId xmlns:a16="http://schemas.microsoft.com/office/drawing/2014/main" id="{31FA9303-DD30-04DD-5098-A8BF885345A5}"/>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11" name="TextBox 10">
            <a:extLst>
              <a:ext uri="{FF2B5EF4-FFF2-40B4-BE49-F238E27FC236}">
                <a16:creationId xmlns:a16="http://schemas.microsoft.com/office/drawing/2014/main" id="{E3B0898A-1F3D-3420-A143-6D65BB37F84A}"/>
              </a:ext>
            </a:extLst>
          </p:cNvPr>
          <p:cNvSpPr txBox="1"/>
          <p:nvPr/>
        </p:nvSpPr>
        <p:spPr>
          <a:xfrm>
            <a:off x="4645378" y="3907597"/>
            <a:ext cx="570089" cy="230832"/>
          </a:xfrm>
          <a:prstGeom prst="rect">
            <a:avLst/>
          </a:prstGeom>
          <a:noFill/>
        </p:spPr>
        <p:txBody>
          <a:bodyPr wrap="square" rtlCol="0">
            <a:spAutoFit/>
          </a:bodyPr>
          <a:lstStyle/>
          <a:p>
            <a:pPr algn="ctr"/>
            <a:r>
              <a:rPr lang="en-US" sz="900" dirty="0"/>
              <a:t>24</a:t>
            </a:r>
          </a:p>
        </p:txBody>
      </p:sp>
      <p:sp>
        <p:nvSpPr>
          <p:cNvPr id="12" name="TextBox 11">
            <a:extLst>
              <a:ext uri="{FF2B5EF4-FFF2-40B4-BE49-F238E27FC236}">
                <a16:creationId xmlns:a16="http://schemas.microsoft.com/office/drawing/2014/main" id="{0B862661-7D8B-7284-4A27-5B6ED955C6CE}"/>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0AD80291-1930-9ED2-0E86-68F211C6C18A}"/>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B4FCFF35-AF6D-CCD5-5670-1A68003461CC}"/>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D4CD1157-3F79-AECA-E78F-555A2FA336FF}"/>
              </a:ext>
            </a:extLst>
          </p:cNvPr>
          <p:cNvSpPr txBox="1"/>
          <p:nvPr/>
        </p:nvSpPr>
        <p:spPr>
          <a:xfrm>
            <a:off x="4143022" y="3907597"/>
            <a:ext cx="570089" cy="230832"/>
          </a:xfrm>
          <a:prstGeom prst="rect">
            <a:avLst/>
          </a:prstGeom>
          <a:noFill/>
        </p:spPr>
        <p:txBody>
          <a:bodyPr wrap="square" rtlCol="0">
            <a:spAutoFit/>
          </a:bodyPr>
          <a:lstStyle/>
          <a:p>
            <a:pPr algn="ctr"/>
            <a:r>
              <a:rPr lang="en-US" sz="900" dirty="0"/>
              <a:t>1248</a:t>
            </a:r>
          </a:p>
        </p:txBody>
      </p:sp>
      <p:sp>
        <p:nvSpPr>
          <p:cNvPr id="16" name="TextBox 15">
            <a:extLst>
              <a:ext uri="{FF2B5EF4-FFF2-40B4-BE49-F238E27FC236}">
                <a16:creationId xmlns:a16="http://schemas.microsoft.com/office/drawing/2014/main" id="{201F13B0-FA21-0540-57CB-AD654FC6C543}"/>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C0E48AF6-DFB0-3D0D-1B69-EB116CB352E1}"/>
              </a:ext>
            </a:extLst>
          </p:cNvPr>
          <p:cNvSpPr txBox="1"/>
          <p:nvPr/>
        </p:nvSpPr>
        <p:spPr>
          <a:xfrm>
            <a:off x="5147734" y="2404765"/>
            <a:ext cx="570089" cy="230832"/>
          </a:xfrm>
          <a:prstGeom prst="rect">
            <a:avLst/>
          </a:prstGeom>
          <a:noFill/>
        </p:spPr>
        <p:txBody>
          <a:bodyPr wrap="square" rtlCol="0">
            <a:spAutoFit/>
          </a:bodyPr>
          <a:lstStyle/>
          <a:p>
            <a:pPr algn="ctr"/>
            <a:r>
              <a:rPr lang="en-US" sz="900" dirty="0"/>
              <a:t>57</a:t>
            </a:r>
          </a:p>
        </p:txBody>
      </p:sp>
      <p:sp>
        <p:nvSpPr>
          <p:cNvPr id="24" name="TextBox 23">
            <a:extLst>
              <a:ext uri="{FF2B5EF4-FFF2-40B4-BE49-F238E27FC236}">
                <a16:creationId xmlns:a16="http://schemas.microsoft.com/office/drawing/2014/main" id="{9169C7EC-BD63-E1B9-1D38-45A7CDC69A3B}"/>
              </a:ext>
            </a:extLst>
          </p:cNvPr>
          <p:cNvSpPr txBox="1"/>
          <p:nvPr/>
        </p:nvSpPr>
        <p:spPr>
          <a:xfrm>
            <a:off x="5650090" y="2905709"/>
            <a:ext cx="570089" cy="230832"/>
          </a:xfrm>
          <a:prstGeom prst="rect">
            <a:avLst/>
          </a:prstGeom>
          <a:noFill/>
        </p:spPr>
        <p:txBody>
          <a:bodyPr wrap="square" rtlCol="0">
            <a:spAutoFit/>
          </a:bodyPr>
          <a:lstStyle/>
          <a:p>
            <a:pPr algn="ctr"/>
            <a:r>
              <a:rPr lang="en-US" sz="900" dirty="0"/>
              <a:t>75</a:t>
            </a:r>
          </a:p>
        </p:txBody>
      </p:sp>
    </p:spTree>
    <p:extLst>
      <p:ext uri="{BB962C8B-B14F-4D97-AF65-F5344CB8AC3E}">
        <p14:creationId xmlns:p14="http://schemas.microsoft.com/office/powerpoint/2010/main" val="6669584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9C865-8CC3-1C03-D814-737AD039830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A83C40-AA70-2070-1245-3594D5727FBC}"/>
              </a:ext>
            </a:extLst>
          </p:cNvPr>
          <p:cNvSpPr>
            <a:spLocks noGrp="1"/>
          </p:cNvSpPr>
          <p:nvPr>
            <p:ph sz="half" idx="1"/>
          </p:nvPr>
        </p:nvSpPr>
        <p:spPr/>
        <p:txBody>
          <a:bodyPr>
            <a:normAutofit/>
          </a:bodyPr>
          <a:lstStyle/>
          <a:p>
            <a:r>
              <a:rPr lang="en-US" dirty="0"/>
              <a:t>Extend the sequences of consecutive cells.</a:t>
            </a:r>
          </a:p>
        </p:txBody>
      </p:sp>
      <p:pic>
        <p:nvPicPr>
          <p:cNvPr id="4" name="Picture 3" descr="A grid of sudoku puzzle&#10;&#10;Description automatically generated">
            <a:extLst>
              <a:ext uri="{FF2B5EF4-FFF2-40B4-BE49-F238E27FC236}">
                <a16:creationId xmlns:a16="http://schemas.microsoft.com/office/drawing/2014/main" id="{A3D0F3F8-FF9A-34CE-6712-4E287AB13A1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9490DB9-B00B-2B84-91C1-B31D600BE0E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44C7918-E2B1-7998-4514-CECA1C81EBE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6269276-59C3-95BC-26E5-D9CAD25B0AFC}"/>
              </a:ext>
            </a:extLst>
          </p:cNvPr>
          <p:cNvPicPr>
            <a:picLocks noChangeAspect="1"/>
          </p:cNvPicPr>
          <p:nvPr/>
        </p:nvPicPr>
        <p:blipFill>
          <a:blip r:embed="rId6"/>
          <a:stretch>
            <a:fillRect/>
          </a:stretch>
        </p:blipFill>
        <p:spPr>
          <a:xfrm>
            <a:off x="4584700" y="2311400"/>
            <a:ext cx="0" cy="0"/>
          </a:xfrm>
          <a:prstGeom prst="rect">
            <a:avLst/>
          </a:prstGeom>
        </p:spPr>
      </p:pic>
      <p:sp>
        <p:nvSpPr>
          <p:cNvPr id="15" name="TextBox 14">
            <a:extLst>
              <a:ext uri="{FF2B5EF4-FFF2-40B4-BE49-F238E27FC236}">
                <a16:creationId xmlns:a16="http://schemas.microsoft.com/office/drawing/2014/main" id="{F3703E8B-CB30-DBE6-9C9E-8026A8C44B97}"/>
              </a:ext>
            </a:extLst>
          </p:cNvPr>
          <p:cNvSpPr txBox="1"/>
          <p:nvPr/>
        </p:nvSpPr>
        <p:spPr>
          <a:xfrm>
            <a:off x="4645378" y="3406653"/>
            <a:ext cx="570089" cy="230832"/>
          </a:xfrm>
          <a:prstGeom prst="rect">
            <a:avLst/>
          </a:prstGeom>
          <a:noFill/>
        </p:spPr>
        <p:txBody>
          <a:bodyPr wrap="square" rtlCol="0">
            <a:spAutoFit/>
          </a:bodyPr>
          <a:lstStyle/>
          <a:p>
            <a:pPr algn="ctr"/>
            <a:r>
              <a:rPr lang="en-US" sz="900" dirty="0"/>
              <a:t>18</a:t>
            </a:r>
          </a:p>
        </p:txBody>
      </p:sp>
      <p:sp>
        <p:nvSpPr>
          <p:cNvPr id="18" name="TextBox 17">
            <a:extLst>
              <a:ext uri="{FF2B5EF4-FFF2-40B4-BE49-F238E27FC236}">
                <a16:creationId xmlns:a16="http://schemas.microsoft.com/office/drawing/2014/main" id="{71DD931F-063D-2200-B07C-4683CF7C026D}"/>
              </a:ext>
            </a:extLst>
          </p:cNvPr>
          <p:cNvSpPr txBox="1"/>
          <p:nvPr/>
        </p:nvSpPr>
        <p:spPr>
          <a:xfrm>
            <a:off x="4143022" y="4408541"/>
            <a:ext cx="570089" cy="230832"/>
          </a:xfrm>
          <a:prstGeom prst="rect">
            <a:avLst/>
          </a:prstGeom>
          <a:noFill/>
        </p:spPr>
        <p:txBody>
          <a:bodyPr wrap="square" rtlCol="0">
            <a:spAutoFit/>
          </a:bodyPr>
          <a:lstStyle/>
          <a:p>
            <a:pPr algn="ctr"/>
            <a:r>
              <a:rPr lang="en-US" sz="900" dirty="0"/>
              <a:t>1248</a:t>
            </a:r>
          </a:p>
        </p:txBody>
      </p:sp>
      <p:sp>
        <p:nvSpPr>
          <p:cNvPr id="19" name="TextBox 18">
            <a:extLst>
              <a:ext uri="{FF2B5EF4-FFF2-40B4-BE49-F238E27FC236}">
                <a16:creationId xmlns:a16="http://schemas.microsoft.com/office/drawing/2014/main" id="{038F9041-EFDA-9A22-70E9-B87ED86DD5FB}"/>
              </a:ext>
            </a:extLst>
          </p:cNvPr>
          <p:cNvSpPr txBox="1"/>
          <p:nvPr/>
        </p:nvSpPr>
        <p:spPr>
          <a:xfrm>
            <a:off x="3640666" y="1402877"/>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20DB32AB-4949-9913-6485-9D6B7E12FD2B}"/>
              </a:ext>
            </a:extLst>
          </p:cNvPr>
          <p:cNvSpPr txBox="1"/>
          <p:nvPr/>
        </p:nvSpPr>
        <p:spPr>
          <a:xfrm>
            <a:off x="3138310" y="1402877"/>
            <a:ext cx="570089" cy="230832"/>
          </a:xfrm>
          <a:prstGeom prst="rect">
            <a:avLst/>
          </a:prstGeom>
          <a:noFill/>
        </p:spPr>
        <p:txBody>
          <a:bodyPr wrap="square" rtlCol="0">
            <a:spAutoFit/>
          </a:bodyPr>
          <a:lstStyle/>
          <a:p>
            <a:pPr algn="ctr"/>
            <a:r>
              <a:rPr lang="en-US" sz="900" dirty="0"/>
              <a:t>18</a:t>
            </a:r>
          </a:p>
        </p:txBody>
      </p:sp>
      <p:sp>
        <p:nvSpPr>
          <p:cNvPr id="21" name="TextBox 20">
            <a:extLst>
              <a:ext uri="{FF2B5EF4-FFF2-40B4-BE49-F238E27FC236}">
                <a16:creationId xmlns:a16="http://schemas.microsoft.com/office/drawing/2014/main" id="{F9E06DA3-041D-ECEE-BEE4-2D35952E952F}"/>
              </a:ext>
            </a:extLst>
          </p:cNvPr>
          <p:cNvSpPr txBox="1"/>
          <p:nvPr/>
        </p:nvSpPr>
        <p:spPr>
          <a:xfrm>
            <a:off x="3640666" y="1903821"/>
            <a:ext cx="570089" cy="230832"/>
          </a:xfrm>
          <a:prstGeom prst="rect">
            <a:avLst/>
          </a:prstGeom>
          <a:noFill/>
        </p:spPr>
        <p:txBody>
          <a:bodyPr wrap="square" rtlCol="0">
            <a:spAutoFit/>
          </a:bodyPr>
          <a:lstStyle/>
          <a:p>
            <a:pPr algn="ctr"/>
            <a:r>
              <a:rPr lang="en-US" sz="900" dirty="0"/>
              <a:t>42</a:t>
            </a:r>
          </a:p>
        </p:txBody>
      </p:sp>
      <p:sp>
        <p:nvSpPr>
          <p:cNvPr id="22" name="TextBox 21">
            <a:extLst>
              <a:ext uri="{FF2B5EF4-FFF2-40B4-BE49-F238E27FC236}">
                <a16:creationId xmlns:a16="http://schemas.microsoft.com/office/drawing/2014/main" id="{48FBE856-6A9E-E99B-D0DF-5BE7EC4AA510}"/>
              </a:ext>
            </a:extLst>
          </p:cNvPr>
          <p:cNvSpPr txBox="1"/>
          <p:nvPr/>
        </p:nvSpPr>
        <p:spPr>
          <a:xfrm>
            <a:off x="4143022" y="1903821"/>
            <a:ext cx="570089" cy="230832"/>
          </a:xfrm>
          <a:prstGeom prst="rect">
            <a:avLst/>
          </a:prstGeom>
          <a:noFill/>
        </p:spPr>
        <p:txBody>
          <a:bodyPr wrap="square" rtlCol="0">
            <a:spAutoFit/>
          </a:bodyPr>
          <a:lstStyle/>
          <a:p>
            <a:pPr algn="ctr"/>
            <a:r>
              <a:rPr lang="en-US" sz="900" dirty="0"/>
              <a:t>81</a:t>
            </a:r>
          </a:p>
        </p:txBody>
      </p:sp>
      <p:sp>
        <p:nvSpPr>
          <p:cNvPr id="3" name="TextBox 2">
            <a:extLst>
              <a:ext uri="{FF2B5EF4-FFF2-40B4-BE49-F238E27FC236}">
                <a16:creationId xmlns:a16="http://schemas.microsoft.com/office/drawing/2014/main" id="{F1EAAD73-0768-B974-3E7B-4874F5D1BA58}"/>
              </a:ext>
            </a:extLst>
          </p:cNvPr>
          <p:cNvSpPr txBox="1"/>
          <p:nvPr/>
        </p:nvSpPr>
        <p:spPr>
          <a:xfrm>
            <a:off x="4143022" y="2404765"/>
            <a:ext cx="570089" cy="230832"/>
          </a:xfrm>
          <a:prstGeom prst="rect">
            <a:avLst/>
          </a:prstGeom>
          <a:noFill/>
        </p:spPr>
        <p:txBody>
          <a:bodyPr wrap="square" rtlCol="0">
            <a:spAutoFit/>
          </a:bodyPr>
          <a:lstStyle/>
          <a:p>
            <a:pPr algn="ctr"/>
            <a:r>
              <a:rPr lang="en-US" sz="900" dirty="0"/>
              <a:t>42</a:t>
            </a:r>
          </a:p>
        </p:txBody>
      </p:sp>
      <p:sp>
        <p:nvSpPr>
          <p:cNvPr id="8" name="TextBox 7">
            <a:extLst>
              <a:ext uri="{FF2B5EF4-FFF2-40B4-BE49-F238E27FC236}">
                <a16:creationId xmlns:a16="http://schemas.microsoft.com/office/drawing/2014/main" id="{DF5BC070-1279-D7E9-383E-8772149EB5EF}"/>
              </a:ext>
            </a:extLst>
          </p:cNvPr>
          <p:cNvSpPr txBox="1"/>
          <p:nvPr/>
        </p:nvSpPr>
        <p:spPr>
          <a:xfrm>
            <a:off x="4645378" y="2404765"/>
            <a:ext cx="570089" cy="230832"/>
          </a:xfrm>
          <a:prstGeom prst="rect">
            <a:avLst/>
          </a:prstGeom>
          <a:noFill/>
        </p:spPr>
        <p:txBody>
          <a:bodyPr wrap="square" rtlCol="0">
            <a:spAutoFit/>
          </a:bodyPr>
          <a:lstStyle/>
          <a:p>
            <a:pPr algn="ctr"/>
            <a:r>
              <a:rPr lang="en-US" sz="900" dirty="0"/>
              <a:t>81</a:t>
            </a:r>
          </a:p>
        </p:txBody>
      </p:sp>
      <p:sp>
        <p:nvSpPr>
          <p:cNvPr id="9" name="TextBox 8">
            <a:extLst>
              <a:ext uri="{FF2B5EF4-FFF2-40B4-BE49-F238E27FC236}">
                <a16:creationId xmlns:a16="http://schemas.microsoft.com/office/drawing/2014/main" id="{3F848294-94E1-33B7-609D-E85630635D40}"/>
              </a:ext>
            </a:extLst>
          </p:cNvPr>
          <p:cNvSpPr txBox="1"/>
          <p:nvPr/>
        </p:nvSpPr>
        <p:spPr>
          <a:xfrm>
            <a:off x="4645378" y="2905709"/>
            <a:ext cx="570089" cy="230832"/>
          </a:xfrm>
          <a:prstGeom prst="rect">
            <a:avLst/>
          </a:prstGeom>
          <a:noFill/>
        </p:spPr>
        <p:txBody>
          <a:bodyPr wrap="square" rtlCol="0">
            <a:spAutoFit/>
          </a:bodyPr>
          <a:lstStyle/>
          <a:p>
            <a:pPr algn="ctr"/>
            <a:r>
              <a:rPr lang="en-US" sz="900" dirty="0"/>
              <a:t>42</a:t>
            </a:r>
          </a:p>
        </p:txBody>
      </p:sp>
      <p:sp>
        <p:nvSpPr>
          <p:cNvPr id="10" name="TextBox 9">
            <a:extLst>
              <a:ext uri="{FF2B5EF4-FFF2-40B4-BE49-F238E27FC236}">
                <a16:creationId xmlns:a16="http://schemas.microsoft.com/office/drawing/2014/main" id="{0232E829-8FC5-7B96-07F0-F44791C36514}"/>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11" name="TextBox 10">
            <a:extLst>
              <a:ext uri="{FF2B5EF4-FFF2-40B4-BE49-F238E27FC236}">
                <a16:creationId xmlns:a16="http://schemas.microsoft.com/office/drawing/2014/main" id="{542648B5-5516-EB01-7931-06ACE09335C5}"/>
              </a:ext>
            </a:extLst>
          </p:cNvPr>
          <p:cNvSpPr txBox="1"/>
          <p:nvPr/>
        </p:nvSpPr>
        <p:spPr>
          <a:xfrm>
            <a:off x="4645378" y="3907597"/>
            <a:ext cx="570089" cy="230832"/>
          </a:xfrm>
          <a:prstGeom prst="rect">
            <a:avLst/>
          </a:prstGeom>
          <a:noFill/>
        </p:spPr>
        <p:txBody>
          <a:bodyPr wrap="square" rtlCol="0">
            <a:spAutoFit/>
          </a:bodyPr>
          <a:lstStyle/>
          <a:p>
            <a:pPr algn="ctr"/>
            <a:r>
              <a:rPr lang="en-US" sz="900" dirty="0"/>
              <a:t>24</a:t>
            </a:r>
          </a:p>
        </p:txBody>
      </p:sp>
      <p:sp>
        <p:nvSpPr>
          <p:cNvPr id="12" name="TextBox 11">
            <a:extLst>
              <a:ext uri="{FF2B5EF4-FFF2-40B4-BE49-F238E27FC236}">
                <a16:creationId xmlns:a16="http://schemas.microsoft.com/office/drawing/2014/main" id="{D1E81E86-B3A9-BFC1-4A2B-E4E81837EA28}"/>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19835C43-9DD2-8D4B-CD25-ECF828827160}"/>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693E6E1E-F3FF-2416-BD9D-EDBCEBEF1A5F}"/>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79F25F69-4B94-629A-203C-CFEAA208F755}"/>
              </a:ext>
            </a:extLst>
          </p:cNvPr>
          <p:cNvSpPr txBox="1"/>
          <p:nvPr/>
        </p:nvSpPr>
        <p:spPr>
          <a:xfrm>
            <a:off x="4143022" y="3907597"/>
            <a:ext cx="570089" cy="230832"/>
          </a:xfrm>
          <a:prstGeom prst="rect">
            <a:avLst/>
          </a:prstGeom>
          <a:noFill/>
        </p:spPr>
        <p:txBody>
          <a:bodyPr wrap="square" rtlCol="0">
            <a:spAutoFit/>
          </a:bodyPr>
          <a:lstStyle/>
          <a:p>
            <a:pPr algn="ctr"/>
            <a:r>
              <a:rPr lang="en-US" sz="900" dirty="0"/>
              <a:t>1248</a:t>
            </a:r>
          </a:p>
        </p:txBody>
      </p:sp>
      <p:sp>
        <p:nvSpPr>
          <p:cNvPr id="16" name="TextBox 15">
            <a:extLst>
              <a:ext uri="{FF2B5EF4-FFF2-40B4-BE49-F238E27FC236}">
                <a16:creationId xmlns:a16="http://schemas.microsoft.com/office/drawing/2014/main" id="{CCF17825-D885-8A00-478C-05C3E2859810}"/>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ABD053E9-77AC-3402-9CCA-D8CD3FBD71DF}"/>
              </a:ext>
            </a:extLst>
          </p:cNvPr>
          <p:cNvSpPr txBox="1"/>
          <p:nvPr/>
        </p:nvSpPr>
        <p:spPr>
          <a:xfrm>
            <a:off x="5147734" y="2404765"/>
            <a:ext cx="570089" cy="230832"/>
          </a:xfrm>
          <a:prstGeom prst="rect">
            <a:avLst/>
          </a:prstGeom>
          <a:noFill/>
        </p:spPr>
        <p:txBody>
          <a:bodyPr wrap="square" rtlCol="0">
            <a:spAutoFit/>
          </a:bodyPr>
          <a:lstStyle/>
          <a:p>
            <a:pPr algn="ctr"/>
            <a:r>
              <a:rPr lang="en-US" sz="900" dirty="0"/>
              <a:t>57</a:t>
            </a:r>
          </a:p>
        </p:txBody>
      </p:sp>
      <p:sp>
        <p:nvSpPr>
          <p:cNvPr id="24" name="TextBox 23">
            <a:extLst>
              <a:ext uri="{FF2B5EF4-FFF2-40B4-BE49-F238E27FC236}">
                <a16:creationId xmlns:a16="http://schemas.microsoft.com/office/drawing/2014/main" id="{0E28350A-A7F7-067C-E88C-B36371CAB196}"/>
              </a:ext>
            </a:extLst>
          </p:cNvPr>
          <p:cNvSpPr txBox="1"/>
          <p:nvPr/>
        </p:nvSpPr>
        <p:spPr>
          <a:xfrm>
            <a:off x="5650090" y="2905709"/>
            <a:ext cx="570089" cy="230832"/>
          </a:xfrm>
          <a:prstGeom prst="rect">
            <a:avLst/>
          </a:prstGeom>
          <a:noFill/>
        </p:spPr>
        <p:txBody>
          <a:bodyPr wrap="square" rtlCol="0">
            <a:spAutoFit/>
          </a:bodyPr>
          <a:lstStyle/>
          <a:p>
            <a:pPr algn="ctr"/>
            <a:r>
              <a:rPr lang="en-US" sz="900" dirty="0"/>
              <a:t>75</a:t>
            </a:r>
          </a:p>
        </p:txBody>
      </p:sp>
      <p:sp>
        <p:nvSpPr>
          <p:cNvPr id="25" name="TextBox 24">
            <a:extLst>
              <a:ext uri="{FF2B5EF4-FFF2-40B4-BE49-F238E27FC236}">
                <a16:creationId xmlns:a16="http://schemas.microsoft.com/office/drawing/2014/main" id="{54CB63C8-1928-5556-DCEB-7AA747CBC6FE}"/>
              </a:ext>
            </a:extLst>
          </p:cNvPr>
          <p:cNvSpPr txBox="1"/>
          <p:nvPr/>
        </p:nvSpPr>
        <p:spPr>
          <a:xfrm>
            <a:off x="4645378" y="1402877"/>
            <a:ext cx="570089" cy="230832"/>
          </a:xfrm>
          <a:prstGeom prst="rect">
            <a:avLst/>
          </a:prstGeom>
          <a:noFill/>
        </p:spPr>
        <p:txBody>
          <a:bodyPr wrap="square" rtlCol="0">
            <a:spAutoFit/>
          </a:bodyPr>
          <a:lstStyle/>
          <a:p>
            <a:pPr algn="ctr"/>
            <a:r>
              <a:rPr lang="en-US" sz="900" dirty="0"/>
              <a:t>468</a:t>
            </a:r>
          </a:p>
        </p:txBody>
      </p:sp>
      <p:sp>
        <p:nvSpPr>
          <p:cNvPr id="26" name="TextBox 25">
            <a:extLst>
              <a:ext uri="{FF2B5EF4-FFF2-40B4-BE49-F238E27FC236}">
                <a16:creationId xmlns:a16="http://schemas.microsoft.com/office/drawing/2014/main" id="{F727A7DF-C9BE-88C8-378E-0D13636CF0D0}"/>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27" name="TextBox 26">
            <a:extLst>
              <a:ext uri="{FF2B5EF4-FFF2-40B4-BE49-F238E27FC236}">
                <a16:creationId xmlns:a16="http://schemas.microsoft.com/office/drawing/2014/main" id="{FB1B0649-3C78-E1F1-B2E1-3EEBC3D215B8}"/>
              </a:ext>
            </a:extLst>
          </p:cNvPr>
          <p:cNvSpPr txBox="1"/>
          <p:nvPr/>
        </p:nvSpPr>
        <p:spPr>
          <a:xfrm>
            <a:off x="6152446" y="2905709"/>
            <a:ext cx="570089" cy="230832"/>
          </a:xfrm>
          <a:prstGeom prst="rect">
            <a:avLst/>
          </a:prstGeom>
          <a:noFill/>
        </p:spPr>
        <p:txBody>
          <a:bodyPr wrap="square" rtlCol="0">
            <a:spAutoFit/>
          </a:bodyPr>
          <a:lstStyle/>
          <a:p>
            <a:pPr algn="ctr"/>
            <a:r>
              <a:rPr lang="en-US" sz="900" dirty="0"/>
              <a:t>468</a:t>
            </a:r>
          </a:p>
        </p:txBody>
      </p:sp>
    </p:spTree>
    <p:extLst>
      <p:ext uri="{BB962C8B-B14F-4D97-AF65-F5344CB8AC3E}">
        <p14:creationId xmlns:p14="http://schemas.microsoft.com/office/powerpoint/2010/main" val="20802918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52867-724A-9148-BA2E-4512A7B946A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4F9A36C-59DD-BCDD-4899-E783D3E70EF4}"/>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56BDDBE-4E64-F14F-738D-0163350BDEF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98BBA58-8652-CCFE-3A09-9C28FB1D500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158F802-F097-7A9D-DEEF-CE2447E917B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E209638-757F-73CB-7202-09E8405E703B}"/>
              </a:ext>
            </a:extLst>
          </p:cNvPr>
          <p:cNvPicPr>
            <a:picLocks noChangeAspect="1"/>
          </p:cNvPicPr>
          <p:nvPr/>
        </p:nvPicPr>
        <p:blipFill>
          <a:blip r:embed="rId6"/>
          <a:stretch>
            <a:fillRect/>
          </a:stretch>
        </p:blipFill>
        <p:spPr>
          <a:xfrm>
            <a:off x="4584700" y="2311400"/>
            <a:ext cx="0" cy="0"/>
          </a:xfrm>
          <a:prstGeom prst="rect">
            <a:avLst/>
          </a:prstGeom>
        </p:spPr>
      </p:pic>
      <p:sp>
        <p:nvSpPr>
          <p:cNvPr id="15" name="TextBox 14">
            <a:extLst>
              <a:ext uri="{FF2B5EF4-FFF2-40B4-BE49-F238E27FC236}">
                <a16:creationId xmlns:a16="http://schemas.microsoft.com/office/drawing/2014/main" id="{A5938183-6E89-91FA-630E-041A2F903902}"/>
              </a:ext>
            </a:extLst>
          </p:cNvPr>
          <p:cNvSpPr txBox="1"/>
          <p:nvPr/>
        </p:nvSpPr>
        <p:spPr>
          <a:xfrm>
            <a:off x="4645378" y="3406653"/>
            <a:ext cx="570089" cy="230832"/>
          </a:xfrm>
          <a:prstGeom prst="rect">
            <a:avLst/>
          </a:prstGeom>
          <a:noFill/>
        </p:spPr>
        <p:txBody>
          <a:bodyPr wrap="square" rtlCol="0">
            <a:spAutoFit/>
          </a:bodyPr>
          <a:lstStyle/>
          <a:p>
            <a:pPr algn="ctr"/>
            <a:r>
              <a:rPr lang="en-US" sz="900" dirty="0"/>
              <a:t>18</a:t>
            </a:r>
          </a:p>
        </p:txBody>
      </p:sp>
      <p:sp>
        <p:nvSpPr>
          <p:cNvPr id="18" name="TextBox 17">
            <a:extLst>
              <a:ext uri="{FF2B5EF4-FFF2-40B4-BE49-F238E27FC236}">
                <a16:creationId xmlns:a16="http://schemas.microsoft.com/office/drawing/2014/main" id="{7069343B-D96A-DAD2-FEFE-FDF6543C5115}"/>
              </a:ext>
            </a:extLst>
          </p:cNvPr>
          <p:cNvSpPr txBox="1"/>
          <p:nvPr/>
        </p:nvSpPr>
        <p:spPr>
          <a:xfrm>
            <a:off x="4143022" y="4408541"/>
            <a:ext cx="570089" cy="230832"/>
          </a:xfrm>
          <a:prstGeom prst="rect">
            <a:avLst/>
          </a:prstGeom>
          <a:noFill/>
        </p:spPr>
        <p:txBody>
          <a:bodyPr wrap="square" rtlCol="0">
            <a:spAutoFit/>
          </a:bodyPr>
          <a:lstStyle/>
          <a:p>
            <a:pPr algn="ctr"/>
            <a:r>
              <a:rPr lang="en-US" sz="900" dirty="0"/>
              <a:t>1248</a:t>
            </a:r>
          </a:p>
        </p:txBody>
      </p:sp>
      <p:sp>
        <p:nvSpPr>
          <p:cNvPr id="19" name="TextBox 18">
            <a:extLst>
              <a:ext uri="{FF2B5EF4-FFF2-40B4-BE49-F238E27FC236}">
                <a16:creationId xmlns:a16="http://schemas.microsoft.com/office/drawing/2014/main" id="{3BCA9463-0DBA-C1D5-5B57-FCA281A872ED}"/>
              </a:ext>
            </a:extLst>
          </p:cNvPr>
          <p:cNvSpPr txBox="1"/>
          <p:nvPr/>
        </p:nvSpPr>
        <p:spPr>
          <a:xfrm>
            <a:off x="3640666" y="1402877"/>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9BABBC1B-6283-9B22-68AC-648D0FFBE5AF}"/>
              </a:ext>
            </a:extLst>
          </p:cNvPr>
          <p:cNvSpPr txBox="1"/>
          <p:nvPr/>
        </p:nvSpPr>
        <p:spPr>
          <a:xfrm>
            <a:off x="3138310" y="1402877"/>
            <a:ext cx="570089" cy="230832"/>
          </a:xfrm>
          <a:prstGeom prst="rect">
            <a:avLst/>
          </a:prstGeom>
          <a:noFill/>
        </p:spPr>
        <p:txBody>
          <a:bodyPr wrap="square" rtlCol="0">
            <a:spAutoFit/>
          </a:bodyPr>
          <a:lstStyle/>
          <a:p>
            <a:pPr algn="ctr"/>
            <a:r>
              <a:rPr lang="en-US" sz="900" dirty="0"/>
              <a:t>18</a:t>
            </a:r>
          </a:p>
        </p:txBody>
      </p:sp>
      <p:sp>
        <p:nvSpPr>
          <p:cNvPr id="21" name="TextBox 20">
            <a:extLst>
              <a:ext uri="{FF2B5EF4-FFF2-40B4-BE49-F238E27FC236}">
                <a16:creationId xmlns:a16="http://schemas.microsoft.com/office/drawing/2014/main" id="{382AB9B6-573D-AD7A-0B4F-B2D4488B9194}"/>
              </a:ext>
            </a:extLst>
          </p:cNvPr>
          <p:cNvSpPr txBox="1"/>
          <p:nvPr/>
        </p:nvSpPr>
        <p:spPr>
          <a:xfrm>
            <a:off x="3640666" y="1903821"/>
            <a:ext cx="570089" cy="230832"/>
          </a:xfrm>
          <a:prstGeom prst="rect">
            <a:avLst/>
          </a:prstGeom>
          <a:noFill/>
        </p:spPr>
        <p:txBody>
          <a:bodyPr wrap="square" rtlCol="0">
            <a:spAutoFit/>
          </a:bodyPr>
          <a:lstStyle/>
          <a:p>
            <a:pPr algn="ctr"/>
            <a:r>
              <a:rPr lang="en-US" sz="900" dirty="0"/>
              <a:t>42</a:t>
            </a:r>
          </a:p>
        </p:txBody>
      </p:sp>
      <p:sp>
        <p:nvSpPr>
          <p:cNvPr id="22" name="TextBox 21">
            <a:extLst>
              <a:ext uri="{FF2B5EF4-FFF2-40B4-BE49-F238E27FC236}">
                <a16:creationId xmlns:a16="http://schemas.microsoft.com/office/drawing/2014/main" id="{F9DE455E-A595-2C8A-B5AA-BEBA9342EFEA}"/>
              </a:ext>
            </a:extLst>
          </p:cNvPr>
          <p:cNvSpPr txBox="1"/>
          <p:nvPr/>
        </p:nvSpPr>
        <p:spPr>
          <a:xfrm>
            <a:off x="4143022" y="1903821"/>
            <a:ext cx="570089" cy="230832"/>
          </a:xfrm>
          <a:prstGeom prst="rect">
            <a:avLst/>
          </a:prstGeom>
          <a:noFill/>
        </p:spPr>
        <p:txBody>
          <a:bodyPr wrap="square" rtlCol="0">
            <a:spAutoFit/>
          </a:bodyPr>
          <a:lstStyle/>
          <a:p>
            <a:pPr algn="ctr"/>
            <a:r>
              <a:rPr lang="en-US" sz="900" dirty="0"/>
              <a:t>81</a:t>
            </a:r>
          </a:p>
        </p:txBody>
      </p:sp>
      <p:sp>
        <p:nvSpPr>
          <p:cNvPr id="3" name="TextBox 2">
            <a:extLst>
              <a:ext uri="{FF2B5EF4-FFF2-40B4-BE49-F238E27FC236}">
                <a16:creationId xmlns:a16="http://schemas.microsoft.com/office/drawing/2014/main" id="{4553C18D-B1BB-34EC-9F1A-54B2FCBBE08E}"/>
              </a:ext>
            </a:extLst>
          </p:cNvPr>
          <p:cNvSpPr txBox="1"/>
          <p:nvPr/>
        </p:nvSpPr>
        <p:spPr>
          <a:xfrm>
            <a:off x="4143022" y="2404765"/>
            <a:ext cx="570089" cy="230832"/>
          </a:xfrm>
          <a:prstGeom prst="rect">
            <a:avLst/>
          </a:prstGeom>
          <a:noFill/>
        </p:spPr>
        <p:txBody>
          <a:bodyPr wrap="square" rtlCol="0">
            <a:spAutoFit/>
          </a:bodyPr>
          <a:lstStyle/>
          <a:p>
            <a:pPr algn="ctr"/>
            <a:r>
              <a:rPr lang="en-US" sz="900" dirty="0"/>
              <a:t>42</a:t>
            </a:r>
          </a:p>
        </p:txBody>
      </p:sp>
      <p:sp>
        <p:nvSpPr>
          <p:cNvPr id="8" name="TextBox 7">
            <a:extLst>
              <a:ext uri="{FF2B5EF4-FFF2-40B4-BE49-F238E27FC236}">
                <a16:creationId xmlns:a16="http://schemas.microsoft.com/office/drawing/2014/main" id="{CA977685-AD4C-CC4E-811E-E688C1C2433A}"/>
              </a:ext>
            </a:extLst>
          </p:cNvPr>
          <p:cNvSpPr txBox="1"/>
          <p:nvPr/>
        </p:nvSpPr>
        <p:spPr>
          <a:xfrm>
            <a:off x="4645378" y="2404765"/>
            <a:ext cx="570089" cy="230832"/>
          </a:xfrm>
          <a:prstGeom prst="rect">
            <a:avLst/>
          </a:prstGeom>
          <a:noFill/>
        </p:spPr>
        <p:txBody>
          <a:bodyPr wrap="square" rtlCol="0">
            <a:spAutoFit/>
          </a:bodyPr>
          <a:lstStyle/>
          <a:p>
            <a:pPr algn="ctr"/>
            <a:r>
              <a:rPr lang="en-US" sz="900" dirty="0"/>
              <a:t>81</a:t>
            </a:r>
          </a:p>
        </p:txBody>
      </p:sp>
      <p:sp>
        <p:nvSpPr>
          <p:cNvPr id="9" name="TextBox 8">
            <a:extLst>
              <a:ext uri="{FF2B5EF4-FFF2-40B4-BE49-F238E27FC236}">
                <a16:creationId xmlns:a16="http://schemas.microsoft.com/office/drawing/2014/main" id="{7CD8F1FF-D286-13AC-9C24-4ABBADE97F53}"/>
              </a:ext>
            </a:extLst>
          </p:cNvPr>
          <p:cNvSpPr txBox="1"/>
          <p:nvPr/>
        </p:nvSpPr>
        <p:spPr>
          <a:xfrm>
            <a:off x="4645378" y="2905709"/>
            <a:ext cx="570089" cy="230832"/>
          </a:xfrm>
          <a:prstGeom prst="rect">
            <a:avLst/>
          </a:prstGeom>
          <a:noFill/>
        </p:spPr>
        <p:txBody>
          <a:bodyPr wrap="square" rtlCol="0">
            <a:spAutoFit/>
          </a:bodyPr>
          <a:lstStyle/>
          <a:p>
            <a:pPr algn="ctr"/>
            <a:r>
              <a:rPr lang="en-US" sz="900" dirty="0"/>
              <a:t>42</a:t>
            </a:r>
          </a:p>
        </p:txBody>
      </p:sp>
      <p:sp>
        <p:nvSpPr>
          <p:cNvPr id="10" name="TextBox 9">
            <a:extLst>
              <a:ext uri="{FF2B5EF4-FFF2-40B4-BE49-F238E27FC236}">
                <a16:creationId xmlns:a16="http://schemas.microsoft.com/office/drawing/2014/main" id="{CAE80AD4-B814-06F6-EF1E-A9E4E242B1E5}"/>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11" name="TextBox 10">
            <a:extLst>
              <a:ext uri="{FF2B5EF4-FFF2-40B4-BE49-F238E27FC236}">
                <a16:creationId xmlns:a16="http://schemas.microsoft.com/office/drawing/2014/main" id="{116C8E6E-47AD-3564-EB28-C67363D12B33}"/>
              </a:ext>
            </a:extLst>
          </p:cNvPr>
          <p:cNvSpPr txBox="1"/>
          <p:nvPr/>
        </p:nvSpPr>
        <p:spPr>
          <a:xfrm>
            <a:off x="4645378" y="3907597"/>
            <a:ext cx="570089" cy="230832"/>
          </a:xfrm>
          <a:prstGeom prst="rect">
            <a:avLst/>
          </a:prstGeom>
          <a:noFill/>
        </p:spPr>
        <p:txBody>
          <a:bodyPr wrap="square" rtlCol="0">
            <a:spAutoFit/>
          </a:bodyPr>
          <a:lstStyle/>
          <a:p>
            <a:pPr algn="ctr"/>
            <a:r>
              <a:rPr lang="en-US" sz="900" dirty="0"/>
              <a:t>24</a:t>
            </a:r>
          </a:p>
        </p:txBody>
      </p:sp>
      <p:sp>
        <p:nvSpPr>
          <p:cNvPr id="12" name="TextBox 11">
            <a:extLst>
              <a:ext uri="{FF2B5EF4-FFF2-40B4-BE49-F238E27FC236}">
                <a16:creationId xmlns:a16="http://schemas.microsoft.com/office/drawing/2014/main" id="{71A085C9-A6F0-42DA-AF64-C1F983C40580}"/>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350E3076-B113-B1B9-3209-A22EEE947175}"/>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40ED1626-2814-103B-A404-A3C0E24EFDF8}"/>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74C1FAF3-FCA5-F651-D884-6597A957B408}"/>
              </a:ext>
            </a:extLst>
          </p:cNvPr>
          <p:cNvSpPr txBox="1"/>
          <p:nvPr/>
        </p:nvSpPr>
        <p:spPr>
          <a:xfrm>
            <a:off x="4143022" y="3907597"/>
            <a:ext cx="570089" cy="230832"/>
          </a:xfrm>
          <a:prstGeom prst="rect">
            <a:avLst/>
          </a:prstGeom>
          <a:noFill/>
        </p:spPr>
        <p:txBody>
          <a:bodyPr wrap="square" rtlCol="0">
            <a:spAutoFit/>
          </a:bodyPr>
          <a:lstStyle/>
          <a:p>
            <a:pPr algn="ctr"/>
            <a:r>
              <a:rPr lang="en-US" sz="900" dirty="0"/>
              <a:t>1248</a:t>
            </a:r>
          </a:p>
        </p:txBody>
      </p:sp>
      <p:sp>
        <p:nvSpPr>
          <p:cNvPr id="16" name="TextBox 15">
            <a:extLst>
              <a:ext uri="{FF2B5EF4-FFF2-40B4-BE49-F238E27FC236}">
                <a16:creationId xmlns:a16="http://schemas.microsoft.com/office/drawing/2014/main" id="{50033D2B-E428-0095-BD04-E9201E781B58}"/>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7CC65850-A228-1386-0D4B-B8C75C37A0FF}"/>
              </a:ext>
            </a:extLst>
          </p:cNvPr>
          <p:cNvSpPr txBox="1"/>
          <p:nvPr/>
        </p:nvSpPr>
        <p:spPr>
          <a:xfrm>
            <a:off x="5147734" y="2404765"/>
            <a:ext cx="570089" cy="230832"/>
          </a:xfrm>
          <a:prstGeom prst="rect">
            <a:avLst/>
          </a:prstGeom>
          <a:noFill/>
        </p:spPr>
        <p:txBody>
          <a:bodyPr wrap="square" rtlCol="0">
            <a:spAutoFit/>
          </a:bodyPr>
          <a:lstStyle/>
          <a:p>
            <a:pPr algn="ctr"/>
            <a:r>
              <a:rPr lang="en-US" sz="900" dirty="0"/>
              <a:t>57</a:t>
            </a:r>
          </a:p>
        </p:txBody>
      </p:sp>
      <p:sp>
        <p:nvSpPr>
          <p:cNvPr id="24" name="TextBox 23">
            <a:extLst>
              <a:ext uri="{FF2B5EF4-FFF2-40B4-BE49-F238E27FC236}">
                <a16:creationId xmlns:a16="http://schemas.microsoft.com/office/drawing/2014/main" id="{9CB30D7F-2EDD-0B3E-B3C3-5570C045CFF2}"/>
              </a:ext>
            </a:extLst>
          </p:cNvPr>
          <p:cNvSpPr txBox="1"/>
          <p:nvPr/>
        </p:nvSpPr>
        <p:spPr>
          <a:xfrm>
            <a:off x="5650090" y="2905709"/>
            <a:ext cx="570089" cy="230832"/>
          </a:xfrm>
          <a:prstGeom prst="rect">
            <a:avLst/>
          </a:prstGeom>
          <a:noFill/>
        </p:spPr>
        <p:txBody>
          <a:bodyPr wrap="square" rtlCol="0">
            <a:spAutoFit/>
          </a:bodyPr>
          <a:lstStyle/>
          <a:p>
            <a:pPr algn="ctr"/>
            <a:r>
              <a:rPr lang="en-US" sz="900" dirty="0"/>
              <a:t>75</a:t>
            </a:r>
          </a:p>
        </p:txBody>
      </p:sp>
      <p:sp>
        <p:nvSpPr>
          <p:cNvPr id="26" name="TextBox 25">
            <a:extLst>
              <a:ext uri="{FF2B5EF4-FFF2-40B4-BE49-F238E27FC236}">
                <a16:creationId xmlns:a16="http://schemas.microsoft.com/office/drawing/2014/main" id="{C03DE908-F552-3A6D-D0B3-C27A2859317B}"/>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27" name="TextBox 26">
            <a:extLst>
              <a:ext uri="{FF2B5EF4-FFF2-40B4-BE49-F238E27FC236}">
                <a16:creationId xmlns:a16="http://schemas.microsoft.com/office/drawing/2014/main" id="{1047D43C-36A7-163D-86D1-75DEA0C620F7}"/>
              </a:ext>
            </a:extLst>
          </p:cNvPr>
          <p:cNvSpPr txBox="1"/>
          <p:nvPr/>
        </p:nvSpPr>
        <p:spPr>
          <a:xfrm>
            <a:off x="6152446" y="2905709"/>
            <a:ext cx="570089" cy="230832"/>
          </a:xfrm>
          <a:prstGeom prst="rect">
            <a:avLst/>
          </a:prstGeom>
          <a:noFill/>
        </p:spPr>
        <p:txBody>
          <a:bodyPr wrap="square" rtlCol="0">
            <a:spAutoFit/>
          </a:bodyPr>
          <a:lstStyle/>
          <a:p>
            <a:pPr algn="ctr"/>
            <a:r>
              <a:rPr lang="en-US" sz="900" dirty="0"/>
              <a:t>468</a:t>
            </a:r>
          </a:p>
        </p:txBody>
      </p:sp>
      <p:sp>
        <p:nvSpPr>
          <p:cNvPr id="28" name="TextBox 27">
            <a:extLst>
              <a:ext uri="{FF2B5EF4-FFF2-40B4-BE49-F238E27FC236}">
                <a16:creationId xmlns:a16="http://schemas.microsoft.com/office/drawing/2014/main" id="{2B56E6A5-5B8B-800A-A6BC-C36406B0DA6C}"/>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38005333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2A865-A275-8FA4-A744-49B586D7061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9FCA6BC-1108-6672-B600-55DB7A3D10AB}"/>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89CDF82-D318-8087-3944-29207F1EDAB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F07F91D-06A6-9B22-3F25-1BC23355017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CCB8538-7C7C-E3AA-92C2-2B5B0C8EC3A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3B9F8E9-C73E-00DE-ED62-88A19AA6633A}"/>
              </a:ext>
            </a:extLst>
          </p:cNvPr>
          <p:cNvPicPr>
            <a:picLocks noChangeAspect="1"/>
          </p:cNvPicPr>
          <p:nvPr/>
        </p:nvPicPr>
        <p:blipFill>
          <a:blip r:embed="rId6"/>
          <a:stretch>
            <a:fillRect/>
          </a:stretch>
        </p:blipFill>
        <p:spPr>
          <a:xfrm>
            <a:off x="4584700" y="2311400"/>
            <a:ext cx="0" cy="0"/>
          </a:xfrm>
          <a:prstGeom prst="rect">
            <a:avLst/>
          </a:prstGeom>
        </p:spPr>
      </p:pic>
      <p:sp>
        <p:nvSpPr>
          <p:cNvPr id="15" name="TextBox 14">
            <a:extLst>
              <a:ext uri="{FF2B5EF4-FFF2-40B4-BE49-F238E27FC236}">
                <a16:creationId xmlns:a16="http://schemas.microsoft.com/office/drawing/2014/main" id="{31784419-897B-4866-A23C-EBAC9FF707C8}"/>
              </a:ext>
            </a:extLst>
          </p:cNvPr>
          <p:cNvSpPr txBox="1"/>
          <p:nvPr/>
        </p:nvSpPr>
        <p:spPr>
          <a:xfrm>
            <a:off x="4645378" y="3406653"/>
            <a:ext cx="570089" cy="230832"/>
          </a:xfrm>
          <a:prstGeom prst="rect">
            <a:avLst/>
          </a:prstGeom>
          <a:solidFill>
            <a:schemeClr val="accent6">
              <a:lumMod val="20000"/>
              <a:lumOff val="80000"/>
            </a:schemeClr>
          </a:solidFill>
        </p:spPr>
        <p:txBody>
          <a:bodyPr wrap="square" rtlCol="0">
            <a:spAutoFit/>
          </a:bodyPr>
          <a:lstStyle/>
          <a:p>
            <a:pPr algn="ctr"/>
            <a:r>
              <a:rPr lang="en-US" sz="900" dirty="0"/>
              <a:t>18</a:t>
            </a:r>
          </a:p>
        </p:txBody>
      </p:sp>
      <p:sp>
        <p:nvSpPr>
          <p:cNvPr id="18" name="TextBox 17">
            <a:extLst>
              <a:ext uri="{FF2B5EF4-FFF2-40B4-BE49-F238E27FC236}">
                <a16:creationId xmlns:a16="http://schemas.microsoft.com/office/drawing/2014/main" id="{9A1FDF80-A9AE-949E-B194-E7F39C0BCECF}"/>
              </a:ext>
            </a:extLst>
          </p:cNvPr>
          <p:cNvSpPr txBox="1"/>
          <p:nvPr/>
        </p:nvSpPr>
        <p:spPr>
          <a:xfrm>
            <a:off x="4143022" y="4408541"/>
            <a:ext cx="570089" cy="230832"/>
          </a:xfrm>
          <a:prstGeom prst="rect">
            <a:avLst/>
          </a:prstGeom>
          <a:noFill/>
        </p:spPr>
        <p:txBody>
          <a:bodyPr wrap="square" rtlCol="0">
            <a:spAutoFit/>
          </a:bodyPr>
          <a:lstStyle/>
          <a:p>
            <a:pPr algn="ctr"/>
            <a:r>
              <a:rPr lang="en-US" sz="900" dirty="0"/>
              <a:t>1248</a:t>
            </a:r>
          </a:p>
        </p:txBody>
      </p:sp>
      <p:sp>
        <p:nvSpPr>
          <p:cNvPr id="19" name="TextBox 18">
            <a:extLst>
              <a:ext uri="{FF2B5EF4-FFF2-40B4-BE49-F238E27FC236}">
                <a16:creationId xmlns:a16="http://schemas.microsoft.com/office/drawing/2014/main" id="{4BB74067-07AB-BD3B-52CE-D63768DF591D}"/>
              </a:ext>
            </a:extLst>
          </p:cNvPr>
          <p:cNvSpPr txBox="1"/>
          <p:nvPr/>
        </p:nvSpPr>
        <p:spPr>
          <a:xfrm>
            <a:off x="3640666" y="1402877"/>
            <a:ext cx="570089" cy="230832"/>
          </a:xfrm>
          <a:prstGeom prst="rect">
            <a:avLst/>
          </a:prstGeom>
          <a:solidFill>
            <a:schemeClr val="accent6">
              <a:lumMod val="20000"/>
              <a:lumOff val="80000"/>
            </a:schemeClr>
          </a:solid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9A1A9342-7801-1E66-ACB3-30F738F31A33}"/>
              </a:ext>
            </a:extLst>
          </p:cNvPr>
          <p:cNvSpPr txBox="1"/>
          <p:nvPr/>
        </p:nvSpPr>
        <p:spPr>
          <a:xfrm>
            <a:off x="3138310" y="1402877"/>
            <a:ext cx="570089" cy="230832"/>
          </a:xfrm>
          <a:prstGeom prst="rect">
            <a:avLst/>
          </a:prstGeom>
          <a:solidFill>
            <a:schemeClr val="accent6">
              <a:lumMod val="20000"/>
              <a:lumOff val="80000"/>
            </a:schemeClr>
          </a:solidFill>
        </p:spPr>
        <p:txBody>
          <a:bodyPr wrap="square" rtlCol="0">
            <a:spAutoFit/>
          </a:bodyPr>
          <a:lstStyle/>
          <a:p>
            <a:pPr algn="ctr"/>
            <a:r>
              <a:rPr lang="en-US" sz="900" dirty="0"/>
              <a:t>18</a:t>
            </a:r>
          </a:p>
        </p:txBody>
      </p:sp>
      <p:sp>
        <p:nvSpPr>
          <p:cNvPr id="21" name="TextBox 20">
            <a:extLst>
              <a:ext uri="{FF2B5EF4-FFF2-40B4-BE49-F238E27FC236}">
                <a16:creationId xmlns:a16="http://schemas.microsoft.com/office/drawing/2014/main" id="{3D73904B-60AA-7D1F-47B9-6A612EF01532}"/>
              </a:ext>
            </a:extLst>
          </p:cNvPr>
          <p:cNvSpPr txBox="1"/>
          <p:nvPr/>
        </p:nvSpPr>
        <p:spPr>
          <a:xfrm>
            <a:off x="3640666" y="1903821"/>
            <a:ext cx="570089" cy="230832"/>
          </a:xfrm>
          <a:prstGeom prst="rect">
            <a:avLst/>
          </a:prstGeom>
          <a:solidFill>
            <a:schemeClr val="accent6">
              <a:lumMod val="20000"/>
              <a:lumOff val="80000"/>
            </a:schemeClr>
          </a:solidFill>
        </p:spPr>
        <p:txBody>
          <a:bodyPr wrap="square" rtlCol="0">
            <a:spAutoFit/>
          </a:bodyPr>
          <a:lstStyle/>
          <a:p>
            <a:pPr algn="ctr"/>
            <a:r>
              <a:rPr lang="en-US" sz="900" dirty="0"/>
              <a:t>42</a:t>
            </a:r>
          </a:p>
        </p:txBody>
      </p:sp>
      <p:sp>
        <p:nvSpPr>
          <p:cNvPr id="22" name="TextBox 21">
            <a:extLst>
              <a:ext uri="{FF2B5EF4-FFF2-40B4-BE49-F238E27FC236}">
                <a16:creationId xmlns:a16="http://schemas.microsoft.com/office/drawing/2014/main" id="{2312DDA5-7BA3-82B8-30F4-BC488C06D0A3}"/>
              </a:ext>
            </a:extLst>
          </p:cNvPr>
          <p:cNvSpPr txBox="1"/>
          <p:nvPr/>
        </p:nvSpPr>
        <p:spPr>
          <a:xfrm>
            <a:off x="4143022" y="1903821"/>
            <a:ext cx="570089" cy="230832"/>
          </a:xfrm>
          <a:prstGeom prst="rect">
            <a:avLst/>
          </a:prstGeom>
          <a:solidFill>
            <a:schemeClr val="accent6">
              <a:lumMod val="20000"/>
              <a:lumOff val="80000"/>
            </a:schemeClr>
          </a:solidFill>
        </p:spPr>
        <p:txBody>
          <a:bodyPr wrap="square" rtlCol="0">
            <a:spAutoFit/>
          </a:bodyPr>
          <a:lstStyle/>
          <a:p>
            <a:pPr algn="ctr"/>
            <a:r>
              <a:rPr lang="en-US" sz="900" dirty="0"/>
              <a:t>81</a:t>
            </a:r>
          </a:p>
        </p:txBody>
      </p:sp>
      <p:sp>
        <p:nvSpPr>
          <p:cNvPr id="3" name="TextBox 2">
            <a:extLst>
              <a:ext uri="{FF2B5EF4-FFF2-40B4-BE49-F238E27FC236}">
                <a16:creationId xmlns:a16="http://schemas.microsoft.com/office/drawing/2014/main" id="{9BE45193-3049-4918-0CB5-A06941F579C3}"/>
              </a:ext>
            </a:extLst>
          </p:cNvPr>
          <p:cNvSpPr txBox="1"/>
          <p:nvPr/>
        </p:nvSpPr>
        <p:spPr>
          <a:xfrm>
            <a:off x="4143022" y="2404765"/>
            <a:ext cx="570089" cy="230832"/>
          </a:xfrm>
          <a:prstGeom prst="rect">
            <a:avLst/>
          </a:prstGeom>
          <a:solidFill>
            <a:schemeClr val="accent6">
              <a:lumMod val="20000"/>
              <a:lumOff val="80000"/>
            </a:schemeClr>
          </a:solidFill>
        </p:spPr>
        <p:txBody>
          <a:bodyPr wrap="square" rtlCol="0">
            <a:spAutoFit/>
          </a:bodyPr>
          <a:lstStyle/>
          <a:p>
            <a:pPr algn="ctr"/>
            <a:r>
              <a:rPr lang="en-US" sz="900" dirty="0"/>
              <a:t>42</a:t>
            </a:r>
          </a:p>
        </p:txBody>
      </p:sp>
      <p:sp>
        <p:nvSpPr>
          <p:cNvPr id="8" name="TextBox 7">
            <a:extLst>
              <a:ext uri="{FF2B5EF4-FFF2-40B4-BE49-F238E27FC236}">
                <a16:creationId xmlns:a16="http://schemas.microsoft.com/office/drawing/2014/main" id="{A9646A92-56D7-AB74-05A7-41EF606CDCC4}"/>
              </a:ext>
            </a:extLst>
          </p:cNvPr>
          <p:cNvSpPr txBox="1"/>
          <p:nvPr/>
        </p:nvSpPr>
        <p:spPr>
          <a:xfrm>
            <a:off x="4645378" y="2404765"/>
            <a:ext cx="570089" cy="230832"/>
          </a:xfrm>
          <a:prstGeom prst="rect">
            <a:avLst/>
          </a:prstGeom>
          <a:solidFill>
            <a:schemeClr val="accent6">
              <a:lumMod val="20000"/>
              <a:lumOff val="80000"/>
            </a:schemeClr>
          </a:solidFill>
        </p:spPr>
        <p:txBody>
          <a:bodyPr wrap="square" rtlCol="0">
            <a:spAutoFit/>
          </a:bodyPr>
          <a:lstStyle/>
          <a:p>
            <a:pPr algn="ctr"/>
            <a:r>
              <a:rPr lang="en-US" sz="900" dirty="0"/>
              <a:t>81</a:t>
            </a:r>
          </a:p>
        </p:txBody>
      </p:sp>
      <p:sp>
        <p:nvSpPr>
          <p:cNvPr id="9" name="TextBox 8">
            <a:extLst>
              <a:ext uri="{FF2B5EF4-FFF2-40B4-BE49-F238E27FC236}">
                <a16:creationId xmlns:a16="http://schemas.microsoft.com/office/drawing/2014/main" id="{8C530A96-B9DC-8D51-2440-14F7CF7252F1}"/>
              </a:ext>
            </a:extLst>
          </p:cNvPr>
          <p:cNvSpPr txBox="1"/>
          <p:nvPr/>
        </p:nvSpPr>
        <p:spPr>
          <a:xfrm>
            <a:off x="4645378"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42</a:t>
            </a:r>
          </a:p>
        </p:txBody>
      </p:sp>
      <p:sp>
        <p:nvSpPr>
          <p:cNvPr id="10" name="TextBox 9">
            <a:extLst>
              <a:ext uri="{FF2B5EF4-FFF2-40B4-BE49-F238E27FC236}">
                <a16:creationId xmlns:a16="http://schemas.microsoft.com/office/drawing/2014/main" id="{7289A71B-EFD9-0F5B-27E5-A3814354885C}"/>
              </a:ext>
            </a:extLst>
          </p:cNvPr>
          <p:cNvSpPr txBox="1"/>
          <p:nvPr/>
        </p:nvSpPr>
        <p:spPr>
          <a:xfrm>
            <a:off x="5147734"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24</a:t>
            </a:r>
          </a:p>
        </p:txBody>
      </p:sp>
      <p:sp>
        <p:nvSpPr>
          <p:cNvPr id="11" name="TextBox 10">
            <a:extLst>
              <a:ext uri="{FF2B5EF4-FFF2-40B4-BE49-F238E27FC236}">
                <a16:creationId xmlns:a16="http://schemas.microsoft.com/office/drawing/2014/main" id="{311ED21D-9713-FC0E-705B-D24E707FDFB5}"/>
              </a:ext>
            </a:extLst>
          </p:cNvPr>
          <p:cNvSpPr txBox="1"/>
          <p:nvPr/>
        </p:nvSpPr>
        <p:spPr>
          <a:xfrm>
            <a:off x="4645378" y="3907597"/>
            <a:ext cx="570089" cy="230832"/>
          </a:xfrm>
          <a:prstGeom prst="rect">
            <a:avLst/>
          </a:prstGeom>
          <a:solidFill>
            <a:schemeClr val="accent6">
              <a:lumMod val="20000"/>
              <a:lumOff val="80000"/>
            </a:schemeClr>
          </a:solidFill>
        </p:spPr>
        <p:txBody>
          <a:bodyPr wrap="square" rtlCol="0">
            <a:spAutoFit/>
          </a:bodyPr>
          <a:lstStyle/>
          <a:p>
            <a:pPr algn="ctr"/>
            <a:r>
              <a:rPr lang="en-US" sz="900" dirty="0"/>
              <a:t>24</a:t>
            </a:r>
          </a:p>
        </p:txBody>
      </p:sp>
      <p:sp>
        <p:nvSpPr>
          <p:cNvPr id="12" name="TextBox 11">
            <a:extLst>
              <a:ext uri="{FF2B5EF4-FFF2-40B4-BE49-F238E27FC236}">
                <a16:creationId xmlns:a16="http://schemas.microsoft.com/office/drawing/2014/main" id="{5EC1C84D-BA65-91AF-0CCB-825E2B21722D}"/>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AC565582-F15E-635D-28AF-6269E437F461}"/>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4C40551C-2F6B-2778-BF4B-988C5E193398}"/>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FFE4BC85-023C-6391-F18D-1255EF356BFF}"/>
              </a:ext>
            </a:extLst>
          </p:cNvPr>
          <p:cNvSpPr txBox="1"/>
          <p:nvPr/>
        </p:nvSpPr>
        <p:spPr>
          <a:xfrm>
            <a:off x="4143022" y="3907597"/>
            <a:ext cx="570089" cy="230832"/>
          </a:xfrm>
          <a:prstGeom prst="rect">
            <a:avLst/>
          </a:prstGeom>
          <a:noFill/>
        </p:spPr>
        <p:txBody>
          <a:bodyPr wrap="square" rtlCol="0">
            <a:spAutoFit/>
          </a:bodyPr>
          <a:lstStyle/>
          <a:p>
            <a:pPr algn="ctr"/>
            <a:r>
              <a:rPr lang="en-US" sz="900" dirty="0"/>
              <a:t>1248</a:t>
            </a:r>
          </a:p>
        </p:txBody>
      </p:sp>
      <p:sp>
        <p:nvSpPr>
          <p:cNvPr id="16" name="TextBox 15">
            <a:extLst>
              <a:ext uri="{FF2B5EF4-FFF2-40B4-BE49-F238E27FC236}">
                <a16:creationId xmlns:a16="http://schemas.microsoft.com/office/drawing/2014/main" id="{11BE2A03-54BF-4CDD-69F4-C78AA8C87B7D}"/>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8A9679A4-1AFA-1E6D-A2D0-9331E840B931}"/>
              </a:ext>
            </a:extLst>
          </p:cNvPr>
          <p:cNvSpPr txBox="1"/>
          <p:nvPr/>
        </p:nvSpPr>
        <p:spPr>
          <a:xfrm>
            <a:off x="5147734" y="2404765"/>
            <a:ext cx="570089" cy="230832"/>
          </a:xfrm>
          <a:prstGeom prst="rect">
            <a:avLst/>
          </a:prstGeom>
          <a:noFill/>
        </p:spPr>
        <p:txBody>
          <a:bodyPr wrap="square" rtlCol="0">
            <a:spAutoFit/>
          </a:bodyPr>
          <a:lstStyle/>
          <a:p>
            <a:pPr algn="ctr"/>
            <a:r>
              <a:rPr lang="en-US" sz="900" dirty="0"/>
              <a:t>57</a:t>
            </a:r>
          </a:p>
        </p:txBody>
      </p:sp>
      <p:sp>
        <p:nvSpPr>
          <p:cNvPr id="24" name="TextBox 23">
            <a:extLst>
              <a:ext uri="{FF2B5EF4-FFF2-40B4-BE49-F238E27FC236}">
                <a16:creationId xmlns:a16="http://schemas.microsoft.com/office/drawing/2014/main" id="{0DEFFA3C-2BD4-AD21-6401-0C09C1D67BEE}"/>
              </a:ext>
            </a:extLst>
          </p:cNvPr>
          <p:cNvSpPr txBox="1"/>
          <p:nvPr/>
        </p:nvSpPr>
        <p:spPr>
          <a:xfrm>
            <a:off x="5650090" y="2905709"/>
            <a:ext cx="570089" cy="230832"/>
          </a:xfrm>
          <a:prstGeom prst="rect">
            <a:avLst/>
          </a:prstGeom>
          <a:noFill/>
        </p:spPr>
        <p:txBody>
          <a:bodyPr wrap="square" rtlCol="0">
            <a:spAutoFit/>
          </a:bodyPr>
          <a:lstStyle/>
          <a:p>
            <a:pPr algn="ctr"/>
            <a:r>
              <a:rPr lang="en-US" sz="900" dirty="0"/>
              <a:t>75</a:t>
            </a:r>
          </a:p>
        </p:txBody>
      </p:sp>
      <p:sp>
        <p:nvSpPr>
          <p:cNvPr id="26" name="TextBox 25">
            <a:extLst>
              <a:ext uri="{FF2B5EF4-FFF2-40B4-BE49-F238E27FC236}">
                <a16:creationId xmlns:a16="http://schemas.microsoft.com/office/drawing/2014/main" id="{2B716717-4A10-3037-28BF-7705DC9BF870}"/>
              </a:ext>
            </a:extLst>
          </p:cNvPr>
          <p:cNvSpPr txBox="1"/>
          <p:nvPr/>
        </p:nvSpPr>
        <p:spPr>
          <a:xfrm>
            <a:off x="5147734" y="1903821"/>
            <a:ext cx="570089" cy="230832"/>
          </a:xfrm>
          <a:prstGeom prst="rect">
            <a:avLst/>
          </a:prstGeom>
          <a:noFill/>
        </p:spPr>
        <p:txBody>
          <a:bodyPr wrap="square" rtlCol="0">
            <a:spAutoFit/>
          </a:bodyPr>
          <a:lstStyle/>
          <a:p>
            <a:pPr algn="ctr"/>
            <a:r>
              <a:rPr lang="en-US" sz="900" dirty="0"/>
              <a:t>48</a:t>
            </a:r>
          </a:p>
        </p:txBody>
      </p:sp>
      <p:sp>
        <p:nvSpPr>
          <p:cNvPr id="27" name="TextBox 26">
            <a:extLst>
              <a:ext uri="{FF2B5EF4-FFF2-40B4-BE49-F238E27FC236}">
                <a16:creationId xmlns:a16="http://schemas.microsoft.com/office/drawing/2014/main" id="{304BD3F9-147D-A497-CA23-3DF80A42C7B2}"/>
              </a:ext>
            </a:extLst>
          </p:cNvPr>
          <p:cNvSpPr txBox="1"/>
          <p:nvPr/>
        </p:nvSpPr>
        <p:spPr>
          <a:xfrm>
            <a:off x="6152446" y="2905709"/>
            <a:ext cx="570089" cy="230832"/>
          </a:xfrm>
          <a:prstGeom prst="rect">
            <a:avLst/>
          </a:prstGeom>
          <a:noFill/>
        </p:spPr>
        <p:txBody>
          <a:bodyPr wrap="square" rtlCol="0">
            <a:spAutoFit/>
          </a:bodyPr>
          <a:lstStyle/>
          <a:p>
            <a:pPr algn="ctr"/>
            <a:r>
              <a:rPr lang="en-US" sz="900" dirty="0"/>
              <a:t>468</a:t>
            </a:r>
          </a:p>
        </p:txBody>
      </p:sp>
      <p:sp>
        <p:nvSpPr>
          <p:cNvPr id="28" name="TextBox 27">
            <a:extLst>
              <a:ext uri="{FF2B5EF4-FFF2-40B4-BE49-F238E27FC236}">
                <a16:creationId xmlns:a16="http://schemas.microsoft.com/office/drawing/2014/main" id="{DB4669A1-F83C-C92A-0D7B-BE5C9BDA8CFD}"/>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5234902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84A70-80F6-9BAB-1DF2-2C4D536E3D0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11D7860-BE4B-5B54-76CC-C53991A03CD3}"/>
              </a:ext>
            </a:extLst>
          </p:cNvPr>
          <p:cNvSpPr>
            <a:spLocks noGrp="1"/>
          </p:cNvSpPr>
          <p:nvPr>
            <p:ph sz="half" idx="1"/>
          </p:nvPr>
        </p:nvSpPr>
        <p:spPr/>
        <p:txBody>
          <a:bodyPr>
            <a:normAutofit/>
          </a:bodyPr>
          <a:lstStyle/>
          <a:p>
            <a:r>
              <a:rPr lang="en-US" dirty="0"/>
              <a:t>The first option can’t work because it conflicts with the 48 cell.</a:t>
            </a:r>
          </a:p>
        </p:txBody>
      </p:sp>
      <p:pic>
        <p:nvPicPr>
          <p:cNvPr id="4" name="Picture 3" descr="A grid of sudoku puzzle&#10;&#10;Description automatically generated">
            <a:extLst>
              <a:ext uri="{FF2B5EF4-FFF2-40B4-BE49-F238E27FC236}">
                <a16:creationId xmlns:a16="http://schemas.microsoft.com/office/drawing/2014/main" id="{92C38021-D969-BAFF-C8F0-3DE026B8B87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C3623C7-89A8-4AEA-A4FE-DAEBCB00F7C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6F59E8F-80D0-B584-BFBC-0D7DC7EA455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140BEF2-181C-AD23-94AE-33E78F71F29A}"/>
              </a:ext>
            </a:extLst>
          </p:cNvPr>
          <p:cNvPicPr>
            <a:picLocks noChangeAspect="1"/>
          </p:cNvPicPr>
          <p:nvPr/>
        </p:nvPicPr>
        <p:blipFill>
          <a:blip r:embed="rId6"/>
          <a:stretch>
            <a:fillRect/>
          </a:stretch>
        </p:blipFill>
        <p:spPr>
          <a:xfrm>
            <a:off x="4584700" y="2311400"/>
            <a:ext cx="0" cy="0"/>
          </a:xfrm>
          <a:prstGeom prst="rect">
            <a:avLst/>
          </a:prstGeom>
        </p:spPr>
      </p:pic>
      <p:sp>
        <p:nvSpPr>
          <p:cNvPr id="18" name="TextBox 17">
            <a:extLst>
              <a:ext uri="{FF2B5EF4-FFF2-40B4-BE49-F238E27FC236}">
                <a16:creationId xmlns:a16="http://schemas.microsoft.com/office/drawing/2014/main" id="{878662E8-1E33-65B3-2595-081E9A0D81E2}"/>
              </a:ext>
            </a:extLst>
          </p:cNvPr>
          <p:cNvSpPr txBox="1"/>
          <p:nvPr/>
        </p:nvSpPr>
        <p:spPr>
          <a:xfrm>
            <a:off x="4143022" y="4408541"/>
            <a:ext cx="570089" cy="230832"/>
          </a:xfrm>
          <a:prstGeom prst="rect">
            <a:avLst/>
          </a:prstGeom>
          <a:noFill/>
        </p:spPr>
        <p:txBody>
          <a:bodyPr wrap="square" rtlCol="0">
            <a:spAutoFit/>
          </a:bodyPr>
          <a:lstStyle/>
          <a:p>
            <a:pPr algn="ctr"/>
            <a:r>
              <a:rPr lang="en-US" sz="900" dirty="0"/>
              <a:t>1248</a:t>
            </a:r>
          </a:p>
        </p:txBody>
      </p:sp>
      <p:sp>
        <p:nvSpPr>
          <p:cNvPr id="12" name="TextBox 11">
            <a:extLst>
              <a:ext uri="{FF2B5EF4-FFF2-40B4-BE49-F238E27FC236}">
                <a16:creationId xmlns:a16="http://schemas.microsoft.com/office/drawing/2014/main" id="{E7B51B49-34DA-71F4-C64C-4BA7D2DB617A}"/>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A5C4B047-307C-6AB5-7131-8A9D40981D71}"/>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30CCB207-D4C1-D87B-448B-BB97CF1F4194}"/>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259A8215-C7C1-A250-F638-ACCF0E53606E}"/>
              </a:ext>
            </a:extLst>
          </p:cNvPr>
          <p:cNvSpPr txBox="1"/>
          <p:nvPr/>
        </p:nvSpPr>
        <p:spPr>
          <a:xfrm>
            <a:off x="4143022" y="3907597"/>
            <a:ext cx="570089" cy="230832"/>
          </a:xfrm>
          <a:prstGeom prst="rect">
            <a:avLst/>
          </a:prstGeom>
          <a:noFill/>
        </p:spPr>
        <p:txBody>
          <a:bodyPr wrap="square" rtlCol="0">
            <a:spAutoFit/>
          </a:bodyPr>
          <a:lstStyle/>
          <a:p>
            <a:pPr algn="ctr"/>
            <a:r>
              <a:rPr lang="en-US" sz="900" dirty="0"/>
              <a:t>1248</a:t>
            </a:r>
          </a:p>
        </p:txBody>
      </p:sp>
      <p:sp>
        <p:nvSpPr>
          <p:cNvPr id="16" name="TextBox 15">
            <a:extLst>
              <a:ext uri="{FF2B5EF4-FFF2-40B4-BE49-F238E27FC236}">
                <a16:creationId xmlns:a16="http://schemas.microsoft.com/office/drawing/2014/main" id="{A1641862-4BDC-B687-2FCE-2132CE9B784A}"/>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7B88DD9B-944D-6521-4120-E4DC04291B2B}"/>
              </a:ext>
            </a:extLst>
          </p:cNvPr>
          <p:cNvSpPr txBox="1"/>
          <p:nvPr/>
        </p:nvSpPr>
        <p:spPr>
          <a:xfrm>
            <a:off x="5147734" y="2404765"/>
            <a:ext cx="570089" cy="230832"/>
          </a:xfrm>
          <a:prstGeom prst="rect">
            <a:avLst/>
          </a:prstGeom>
          <a:noFill/>
        </p:spPr>
        <p:txBody>
          <a:bodyPr wrap="square" rtlCol="0">
            <a:spAutoFit/>
          </a:bodyPr>
          <a:lstStyle/>
          <a:p>
            <a:pPr algn="ctr"/>
            <a:r>
              <a:rPr lang="en-US" sz="900" dirty="0"/>
              <a:t>57</a:t>
            </a:r>
          </a:p>
        </p:txBody>
      </p:sp>
      <p:sp>
        <p:nvSpPr>
          <p:cNvPr id="24" name="TextBox 23">
            <a:extLst>
              <a:ext uri="{FF2B5EF4-FFF2-40B4-BE49-F238E27FC236}">
                <a16:creationId xmlns:a16="http://schemas.microsoft.com/office/drawing/2014/main" id="{76A4A091-C6EF-520D-8673-1E46C0AAADB6}"/>
              </a:ext>
            </a:extLst>
          </p:cNvPr>
          <p:cNvSpPr txBox="1"/>
          <p:nvPr/>
        </p:nvSpPr>
        <p:spPr>
          <a:xfrm>
            <a:off x="5650090" y="2905709"/>
            <a:ext cx="570089" cy="230832"/>
          </a:xfrm>
          <a:prstGeom prst="rect">
            <a:avLst/>
          </a:prstGeom>
          <a:noFill/>
        </p:spPr>
        <p:txBody>
          <a:bodyPr wrap="square" rtlCol="0">
            <a:spAutoFit/>
          </a:bodyPr>
          <a:lstStyle/>
          <a:p>
            <a:pPr algn="ctr"/>
            <a:r>
              <a:rPr lang="en-US" sz="900" dirty="0"/>
              <a:t>75</a:t>
            </a:r>
          </a:p>
        </p:txBody>
      </p:sp>
      <p:sp>
        <p:nvSpPr>
          <p:cNvPr id="26" name="TextBox 25">
            <a:extLst>
              <a:ext uri="{FF2B5EF4-FFF2-40B4-BE49-F238E27FC236}">
                <a16:creationId xmlns:a16="http://schemas.microsoft.com/office/drawing/2014/main" id="{0915DC33-26D2-39B3-3B6B-3C08D959930C}"/>
              </a:ext>
            </a:extLst>
          </p:cNvPr>
          <p:cNvSpPr txBox="1"/>
          <p:nvPr/>
        </p:nvSpPr>
        <p:spPr>
          <a:xfrm>
            <a:off x="5147734" y="1903821"/>
            <a:ext cx="570089" cy="230832"/>
          </a:xfrm>
          <a:prstGeom prst="rect">
            <a:avLst/>
          </a:prstGeom>
          <a:noFill/>
        </p:spPr>
        <p:txBody>
          <a:bodyPr wrap="square" rtlCol="0">
            <a:spAutoFit/>
          </a:bodyPr>
          <a:lstStyle/>
          <a:p>
            <a:pPr algn="ctr"/>
            <a:r>
              <a:rPr lang="en-US" sz="900" dirty="0"/>
              <a:t>48</a:t>
            </a:r>
          </a:p>
        </p:txBody>
      </p:sp>
      <p:sp>
        <p:nvSpPr>
          <p:cNvPr id="27" name="TextBox 26">
            <a:extLst>
              <a:ext uri="{FF2B5EF4-FFF2-40B4-BE49-F238E27FC236}">
                <a16:creationId xmlns:a16="http://schemas.microsoft.com/office/drawing/2014/main" id="{474099DF-3614-A0C1-7058-E12C54975687}"/>
              </a:ext>
            </a:extLst>
          </p:cNvPr>
          <p:cNvSpPr txBox="1"/>
          <p:nvPr/>
        </p:nvSpPr>
        <p:spPr>
          <a:xfrm>
            <a:off x="6152446" y="2905709"/>
            <a:ext cx="570089" cy="230832"/>
          </a:xfrm>
          <a:prstGeom prst="rect">
            <a:avLst/>
          </a:prstGeom>
          <a:noFill/>
        </p:spPr>
        <p:txBody>
          <a:bodyPr wrap="square" rtlCol="0">
            <a:spAutoFit/>
          </a:bodyPr>
          <a:lstStyle/>
          <a:p>
            <a:pPr algn="ctr"/>
            <a:r>
              <a:rPr lang="en-US" sz="900" dirty="0"/>
              <a:t>468</a:t>
            </a:r>
          </a:p>
        </p:txBody>
      </p:sp>
      <p:sp>
        <p:nvSpPr>
          <p:cNvPr id="28" name="TextBox 27">
            <a:extLst>
              <a:ext uri="{FF2B5EF4-FFF2-40B4-BE49-F238E27FC236}">
                <a16:creationId xmlns:a16="http://schemas.microsoft.com/office/drawing/2014/main" id="{69C7409C-A1B2-8985-A9C4-AAA011C2D63A}"/>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B06C5F6B-CE30-47A6-B654-F03BFB3CA409}"/>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62F16820-B01D-788E-DF9B-80E0C904340C}"/>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6CC5A2F0-8AF5-FE13-3DF5-5C68376AB395}"/>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8BD86929-64A4-F224-165B-352C613C0AAE}"/>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2EC22294-EB2E-8FC9-4C03-D19317181F7D}"/>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A0AFE311-A5A3-0D81-CFC0-670CB5EAE6DC}"/>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447C8A09-7CE3-B800-A26E-C44ABE5F5382}"/>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BBBD91CD-363B-969C-C708-F69216752E5B}"/>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B9205BED-F711-3158-8874-5C28CABCD5B4}"/>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BE7D52D6-CF99-C044-AE0C-7319DE96EB9A}"/>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1782892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8E3EE-8128-16BA-F1D5-35120C40FCD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6D9E1E-9D04-7AF1-E4A8-9907AD0770E6}"/>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10AFE8DA-6B31-B32C-0C92-40B4FD7E734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77B89B0-E7EA-0390-9C12-5F93858C34D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C5ABC8D-7968-20BC-83B4-88399FB6D29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B8D3E44-8EFF-7F31-5FB6-E8173D9EA90E}"/>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84D7419B-DB61-7305-8932-74C9B35E39C8}"/>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A0699023-E912-02AD-916D-4D1EB3202B48}"/>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D02DF23A-79C2-7660-664B-01CF07B05E97}"/>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D56920E9-55C5-B6D4-DCBC-2B4E9CE54AB0}"/>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44202DF1-44EF-B903-1DA7-248AEF8BCF34}"/>
              </a:ext>
            </a:extLst>
          </p:cNvPr>
          <p:cNvSpPr txBox="1"/>
          <p:nvPr/>
        </p:nvSpPr>
        <p:spPr>
          <a:xfrm>
            <a:off x="5147734" y="2404765"/>
            <a:ext cx="570089" cy="230832"/>
          </a:xfrm>
          <a:prstGeom prst="rect">
            <a:avLst/>
          </a:prstGeom>
          <a:noFill/>
        </p:spPr>
        <p:txBody>
          <a:bodyPr wrap="square" rtlCol="0">
            <a:spAutoFit/>
          </a:bodyPr>
          <a:lstStyle/>
          <a:p>
            <a:pPr algn="ctr"/>
            <a:r>
              <a:rPr lang="en-US" sz="900" dirty="0"/>
              <a:t>57</a:t>
            </a:r>
          </a:p>
        </p:txBody>
      </p:sp>
      <p:sp>
        <p:nvSpPr>
          <p:cNvPr id="24" name="TextBox 23">
            <a:extLst>
              <a:ext uri="{FF2B5EF4-FFF2-40B4-BE49-F238E27FC236}">
                <a16:creationId xmlns:a16="http://schemas.microsoft.com/office/drawing/2014/main" id="{3C6BC9FA-C95E-97FB-9168-87A6EB4D6254}"/>
              </a:ext>
            </a:extLst>
          </p:cNvPr>
          <p:cNvSpPr txBox="1"/>
          <p:nvPr/>
        </p:nvSpPr>
        <p:spPr>
          <a:xfrm>
            <a:off x="5650090" y="2905709"/>
            <a:ext cx="570089" cy="230832"/>
          </a:xfrm>
          <a:prstGeom prst="rect">
            <a:avLst/>
          </a:prstGeom>
          <a:noFill/>
        </p:spPr>
        <p:txBody>
          <a:bodyPr wrap="square" rtlCol="0">
            <a:spAutoFit/>
          </a:bodyPr>
          <a:lstStyle/>
          <a:p>
            <a:pPr algn="ctr"/>
            <a:r>
              <a:rPr lang="en-US" sz="900" dirty="0"/>
              <a:t>75</a:t>
            </a:r>
          </a:p>
        </p:txBody>
      </p:sp>
      <p:sp>
        <p:nvSpPr>
          <p:cNvPr id="27" name="TextBox 26">
            <a:extLst>
              <a:ext uri="{FF2B5EF4-FFF2-40B4-BE49-F238E27FC236}">
                <a16:creationId xmlns:a16="http://schemas.microsoft.com/office/drawing/2014/main" id="{80BC84D9-38B8-7CD3-0ACE-74FAE58CFEE0}"/>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28" name="TextBox 27">
            <a:extLst>
              <a:ext uri="{FF2B5EF4-FFF2-40B4-BE49-F238E27FC236}">
                <a16:creationId xmlns:a16="http://schemas.microsoft.com/office/drawing/2014/main" id="{C49B21E5-EA1E-2FA5-8A68-0168F5BD67D7}"/>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F4598ACF-2DBF-3546-D896-02C2BE32A8C5}"/>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696D447C-4F4D-3CFA-406E-F5E62E80A568}"/>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CAC9C7AA-DC5E-F716-6C4A-65AC19690CC3}"/>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31CD0B12-D4A0-F90B-5964-6E97954E4102}"/>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2BB93F0C-7125-5D98-B36D-2393619C8321}"/>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A4C93BB8-E1B9-82F5-C97C-38925E2FFE7C}"/>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341289F8-42C6-D2EB-14E2-F6345C96BB8B}"/>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76806B88-D9E8-10EC-F2B7-0AB6181CB49F}"/>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D48A4831-9636-1D60-1D11-57633FC706F6}"/>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9B668374-03B2-644A-33C5-549FAD88D2AE}"/>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30C4658F-FD7C-53FE-AD35-9E992DA4AF06}"/>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DF183AAE-1D67-5EE6-2352-85ED5EEB5A2C}"/>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10" name="TextBox 9">
            <a:extLst>
              <a:ext uri="{FF2B5EF4-FFF2-40B4-BE49-F238E27FC236}">
                <a16:creationId xmlns:a16="http://schemas.microsoft.com/office/drawing/2014/main" id="{9940D2A7-A7A4-9DDF-CC49-018A487C4B3A}"/>
              </a:ext>
            </a:extLst>
          </p:cNvPr>
          <p:cNvSpPr txBox="1"/>
          <p:nvPr/>
        </p:nvSpPr>
        <p:spPr>
          <a:xfrm>
            <a:off x="4143022" y="4408541"/>
            <a:ext cx="570089" cy="230832"/>
          </a:xfrm>
          <a:prstGeom prst="rect">
            <a:avLst/>
          </a:prstGeom>
          <a:noFill/>
        </p:spPr>
        <p:txBody>
          <a:bodyPr wrap="square" rtlCol="0">
            <a:spAutoFit/>
          </a:bodyPr>
          <a:lstStyle/>
          <a:p>
            <a:pPr algn="ctr"/>
            <a:r>
              <a:rPr lang="en-US" sz="900" dirty="0"/>
              <a:t>48</a:t>
            </a:r>
          </a:p>
        </p:txBody>
      </p:sp>
    </p:spTree>
    <p:extLst>
      <p:ext uri="{BB962C8B-B14F-4D97-AF65-F5344CB8AC3E}">
        <p14:creationId xmlns:p14="http://schemas.microsoft.com/office/powerpoint/2010/main" val="14562324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6DA8A-5409-FF5B-6B10-8568C1D86EB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EC39A4-9854-0B8C-EB67-743AFDF23B4C}"/>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F41857D9-5D88-AAB7-E0DB-1DFA05B25DC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D8C8D70-75AA-0569-7048-757C79C23E4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F8D0CF9-AB04-E3E6-9DF0-80CFF38ED47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73FB711-A51A-610E-35FA-917A5FF4E45F}"/>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41876D60-82E8-5030-EDF4-644E30C7171E}"/>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90C9ABC5-B32C-C900-B95D-4F20AC247D96}"/>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BB0F8868-A1FC-A297-D4DF-EF6369BA6603}"/>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544DED23-5326-7AAF-4D4E-E4E8E151037D}"/>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98B3CD4B-5F6A-FA1A-DEE8-B8E25B7D8ADC}"/>
              </a:ext>
            </a:extLst>
          </p:cNvPr>
          <p:cNvSpPr txBox="1"/>
          <p:nvPr/>
        </p:nvSpPr>
        <p:spPr>
          <a:xfrm>
            <a:off x="5147734" y="2404765"/>
            <a:ext cx="570089" cy="230832"/>
          </a:xfrm>
          <a:prstGeom prst="rect">
            <a:avLst/>
          </a:prstGeom>
          <a:noFill/>
        </p:spPr>
        <p:txBody>
          <a:bodyPr wrap="square" rtlCol="0">
            <a:spAutoFit/>
          </a:bodyPr>
          <a:lstStyle/>
          <a:p>
            <a:pPr algn="ctr"/>
            <a:r>
              <a:rPr lang="en-US" sz="900" dirty="0"/>
              <a:t>57</a:t>
            </a:r>
          </a:p>
        </p:txBody>
      </p:sp>
      <p:sp>
        <p:nvSpPr>
          <p:cNvPr id="24" name="TextBox 23">
            <a:extLst>
              <a:ext uri="{FF2B5EF4-FFF2-40B4-BE49-F238E27FC236}">
                <a16:creationId xmlns:a16="http://schemas.microsoft.com/office/drawing/2014/main" id="{AB6447D5-5464-1C9F-58DD-497EE0377DF7}"/>
              </a:ext>
            </a:extLst>
          </p:cNvPr>
          <p:cNvSpPr txBox="1"/>
          <p:nvPr/>
        </p:nvSpPr>
        <p:spPr>
          <a:xfrm>
            <a:off x="5650090" y="2905709"/>
            <a:ext cx="570089" cy="230832"/>
          </a:xfrm>
          <a:prstGeom prst="rect">
            <a:avLst/>
          </a:prstGeom>
          <a:noFill/>
        </p:spPr>
        <p:txBody>
          <a:bodyPr wrap="square" rtlCol="0">
            <a:spAutoFit/>
          </a:bodyPr>
          <a:lstStyle/>
          <a:p>
            <a:pPr algn="ctr"/>
            <a:r>
              <a:rPr lang="en-US" sz="900" dirty="0"/>
              <a:t>75</a:t>
            </a:r>
          </a:p>
        </p:txBody>
      </p:sp>
      <p:sp>
        <p:nvSpPr>
          <p:cNvPr id="27" name="TextBox 26">
            <a:extLst>
              <a:ext uri="{FF2B5EF4-FFF2-40B4-BE49-F238E27FC236}">
                <a16:creationId xmlns:a16="http://schemas.microsoft.com/office/drawing/2014/main" id="{FF6F8438-658C-2FEF-2A13-7FB554E42CD1}"/>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28" name="TextBox 27">
            <a:extLst>
              <a:ext uri="{FF2B5EF4-FFF2-40B4-BE49-F238E27FC236}">
                <a16:creationId xmlns:a16="http://schemas.microsoft.com/office/drawing/2014/main" id="{E945B32A-BC94-42F5-D166-F5DB957E31B7}"/>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DC364A47-107E-4355-0155-ECA9C597EF09}"/>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C876BD85-9C09-EAF6-31A2-AF348261F83C}"/>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5B39EE52-6C2C-DD95-FCDD-1ED2DD23649E}"/>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1623799F-A6FD-5703-DA20-BA31E2088499}"/>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5B215FEC-8C1B-5544-FF2D-173CBE18B64A}"/>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48DF5B18-0801-3DE6-AD71-3E84ADDB334E}"/>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21C3C812-EE61-391E-9BCF-379DBF857AD1}"/>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AF2F72CF-808D-E6C3-698E-BE93D97F98D9}"/>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8B2B1CE5-1514-3614-567F-117F1C327118}"/>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FA61B04E-F88C-EF76-A72A-46FB85AE53CE}"/>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1ED7E166-923C-790E-27E6-D9A1510D9505}"/>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C7B4764F-675C-AB64-4835-5948BC8BE2DB}"/>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EF25ABF5-9BC9-4202-C6EE-3867D36DB319}"/>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39289360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8C5B2-E6E6-64E5-9534-D9D6A0BE138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C2A953-55FF-943D-F782-2FE43613C6E2}"/>
              </a:ext>
            </a:extLst>
          </p:cNvPr>
          <p:cNvSpPr>
            <a:spLocks noGrp="1"/>
          </p:cNvSpPr>
          <p:nvPr>
            <p:ph sz="half" idx="1"/>
          </p:nvPr>
        </p:nvSpPr>
        <p:spPr/>
        <p:txBody>
          <a:bodyPr>
            <a:normAutofit/>
          </a:bodyPr>
          <a:lstStyle/>
          <a:p>
            <a:r>
              <a:rPr lang="en-US" dirty="0"/>
              <a:t>Only 7 (not 5) is adjacent to 8.</a:t>
            </a:r>
          </a:p>
        </p:txBody>
      </p:sp>
      <p:pic>
        <p:nvPicPr>
          <p:cNvPr id="4" name="Picture 3" descr="A grid of sudoku puzzle&#10;&#10;Description automatically generated">
            <a:extLst>
              <a:ext uri="{FF2B5EF4-FFF2-40B4-BE49-F238E27FC236}">
                <a16:creationId xmlns:a16="http://schemas.microsoft.com/office/drawing/2014/main" id="{833A8A6E-B170-FF68-2A96-CE22F0E919A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768C1EE-DF4C-21F5-6133-A26ADD56EF0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E4CFC58-452E-7BE6-124F-F2A9D76DDBC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F389710-A32A-DC90-CB33-1C9AF9CA4051}"/>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F79784C5-900F-353C-6159-ADB19E642836}"/>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8D80733B-72FB-C33B-22C6-1BD3CE503AC9}"/>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5E4E9940-5FDD-FB5D-AC6F-DA5DBEA63EF5}"/>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D9DA72F3-AFC2-4CED-4D92-1073C5E64CA5}"/>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7" name="TextBox 26">
            <a:extLst>
              <a:ext uri="{FF2B5EF4-FFF2-40B4-BE49-F238E27FC236}">
                <a16:creationId xmlns:a16="http://schemas.microsoft.com/office/drawing/2014/main" id="{534140D7-C23F-7E45-4248-925435CF7FD7}"/>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28" name="TextBox 27">
            <a:extLst>
              <a:ext uri="{FF2B5EF4-FFF2-40B4-BE49-F238E27FC236}">
                <a16:creationId xmlns:a16="http://schemas.microsoft.com/office/drawing/2014/main" id="{FADC73CB-3CED-7EAB-2B47-CCAC26C263DF}"/>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E10C404A-06FC-4DCA-4546-E4F35DF44C78}"/>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356723E1-E049-5781-8FB1-2C6C671B3FC0}"/>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EAFA04D2-68A6-C7E5-07AB-AECA421A979B}"/>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1DFA6691-AF51-FAF0-91C8-60F73E8881C5}"/>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E31D5AB8-662A-440A-B4D7-A81EA7239FD2}"/>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9B3EF9C4-025E-74BF-43CF-B12E4B0A717A}"/>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EDB1001E-BAE5-2B2C-79BD-BC09C09F82C9}"/>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B3176A5D-B492-0333-A801-3D0293C00EC7}"/>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B5B6D1F6-3BAC-FC8C-B761-ED819DA3A2E0}"/>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14470F43-7274-4467-73BF-0515D94B4327}"/>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6FBABA42-0FC0-4051-3A57-F2AB967632FE}"/>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F8955D23-D0FA-45E4-7511-E0EC5CD7B57D}"/>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D2ED4B2F-404F-107A-4568-397D535C5BB4}"/>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DBFDB13C-4D35-3263-6D46-E32E527FE018}"/>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04025D8E-7AB6-9503-5031-344865779E00}"/>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31474314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9DA9D-820F-1385-50B6-AD8F0902224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ACEDF8E-2927-E022-94B9-A3016439FD21}"/>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2EB6CFE1-6945-73BD-EE7D-0186B18A0FB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A68CDFD-C409-1014-D7F0-E5EF5E9BF9F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21B71AF-471A-DDBB-5A74-8CA7CF20B50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9543B3D-5C5A-A8DD-500A-46B9D28EBD11}"/>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877EE7B7-44AE-33A7-3C80-D3835F7209D4}"/>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1691CFF3-B205-2426-F253-C5E7D5AF93C2}"/>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E3E26DAA-FE00-0C43-DAF3-6B2AC8510FAB}"/>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01ADBC52-B053-3154-C2E5-CE12954E7253}"/>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FFC0C1B2-79F6-E0A9-9D68-72CDC280164B}"/>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C63632F1-B15B-C984-EC01-4E6D8D039A6E}"/>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D330ACD7-687E-06E6-41B4-AEB53909E914}"/>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9FEF4654-76D8-4A96-BA96-7BCE4B0BF9D7}"/>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907FF2B0-779C-1A12-3751-9AEB9E116056}"/>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2734416A-505A-AA26-B924-B0E26EA671C6}"/>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2B49E2B9-F71F-B77D-2F3D-7DE89D70FD41}"/>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9F2FC86C-58DD-B5E8-2EEB-A8A21E834057}"/>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B574B42E-077C-DFF6-5CF9-5C68CF9D6DF0}"/>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4C2A56B4-2CF3-D15C-B7D6-894715B22588}"/>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B01BC769-5D30-E93F-07C9-B796D1E583AB}"/>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41CA4CF9-4363-DB96-146B-C11A724A6225}"/>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7C0F0953-0359-3220-6443-E3549D396D78}"/>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FFF2F846-FD1A-EA7E-C0D7-3889A25491F0}"/>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5BEF3CF6-D86D-2209-8096-57CCE4F38A89}"/>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D278AE19-37CC-03F4-ED3C-6B882FDD6BDA}"/>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642B07E7-8A40-4515-E1FE-11D3368F263A}"/>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33873939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B72FC-08A3-833F-1AB4-3B538ECAD24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596D56-8A78-AFFA-EA4C-6525C9A4CBC6}"/>
              </a:ext>
            </a:extLst>
          </p:cNvPr>
          <p:cNvSpPr>
            <a:spLocks noGrp="1"/>
          </p:cNvSpPr>
          <p:nvPr>
            <p:ph sz="half" idx="1"/>
          </p:nvPr>
        </p:nvSpPr>
        <p:spPr/>
        <p:txBody>
          <a:bodyPr>
            <a:normAutofit/>
          </a:bodyPr>
          <a:lstStyle/>
          <a:p>
            <a:r>
              <a:rPr lang="en-US" dirty="0"/>
              <a:t>Complete determined cell.</a:t>
            </a:r>
          </a:p>
        </p:txBody>
      </p:sp>
      <p:pic>
        <p:nvPicPr>
          <p:cNvPr id="4" name="Picture 3" descr="A grid of sudoku puzzle&#10;&#10;Description automatically generated">
            <a:extLst>
              <a:ext uri="{FF2B5EF4-FFF2-40B4-BE49-F238E27FC236}">
                <a16:creationId xmlns:a16="http://schemas.microsoft.com/office/drawing/2014/main" id="{0229DC33-773A-67D9-D2DF-7A6F372D432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F3975F3-09D3-CEDF-2D0E-764463536EC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96077CA-374A-9880-AA36-D40BE544014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C4067B5-6269-1B8C-23D3-113B7587F7F7}"/>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FC23C2DE-FF3A-63FE-D7E3-5569227316A4}"/>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17A0A204-8429-5513-5149-A758C426A15E}"/>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4031BE72-62A1-92C7-B31E-067B329C8010}"/>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D1D2B3C9-8668-30B8-0220-A3CFBFDBC843}"/>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C0345DB7-D798-3C61-19A2-C7B755213155}"/>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B7FAED5A-D8AA-953A-1A46-640A49089751}"/>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3F5219EA-6414-C121-BF8E-E97A4BC3B78D}"/>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1DEBEA0E-BABE-A96C-FD0D-D38C1E019B2E}"/>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042C6A1B-B39E-7632-7EB9-A3AAFF4C39ED}"/>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1906DF17-A6C0-50EC-8D5E-3499E3E986B1}"/>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813FF0DE-029F-2C93-1C60-88D0EB12CFD8}"/>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D8C85364-CAF0-004C-B83A-F9476062B2AC}"/>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4B68F5A4-8E46-47D1-31CF-FE2484645ECC}"/>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B44700E2-2D79-C769-6354-6CECA10082DA}"/>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2FDC9B35-F342-A65D-880C-7A4697511CDD}"/>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7CDA05DB-7B3C-281D-146F-8FE5E4E2DAE6}"/>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8F5E1945-D6A7-FC7D-9801-90C696A2AE42}"/>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19379EFF-8C50-9821-EE3F-150E7CBA4AC1}"/>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6FA11FEA-8464-5C93-2ED4-3F15598FA3E2}"/>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FD2FB709-EE6A-01C7-FD8C-9CF39B90AE54}"/>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9F2E561A-E1A4-784E-2C34-EE422DF33BD6}"/>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D8CB1F7C-BCF3-46AA-BD95-090F776691AF}"/>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8236852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7824E-279E-9B39-11BA-E96815C8D6D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9F4678-DAD1-1B80-4A9B-405DDC277518}"/>
              </a:ext>
            </a:extLst>
          </p:cNvPr>
          <p:cNvSpPr>
            <a:spLocks noGrp="1"/>
          </p:cNvSpPr>
          <p:nvPr>
            <p:ph sz="half" idx="1"/>
          </p:nvPr>
        </p:nvSpPr>
        <p:spPr/>
        <p:txBody>
          <a:bodyPr>
            <a:normAutofit/>
          </a:bodyPr>
          <a:lstStyle/>
          <a:p>
            <a:r>
              <a:rPr lang="en-US" dirty="0"/>
              <a:t>Complete upper left block, center block, and Columns 3 and 4.</a:t>
            </a:r>
          </a:p>
        </p:txBody>
      </p:sp>
      <p:pic>
        <p:nvPicPr>
          <p:cNvPr id="4" name="Picture 3" descr="A grid of sudoku puzzle&#10;&#10;Description automatically generated">
            <a:extLst>
              <a:ext uri="{FF2B5EF4-FFF2-40B4-BE49-F238E27FC236}">
                <a16:creationId xmlns:a16="http://schemas.microsoft.com/office/drawing/2014/main" id="{E5146214-E914-754F-4AC3-F93A10CEAB7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4307705-8726-1ABD-483D-D75383DCAA9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9C178E7-7814-5395-76B5-0937EE2594D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0D4036D-1C9E-77D8-4343-DC332D06BF84}"/>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E1426824-354A-F0D8-A12E-75C8E2FE7C86}"/>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D470F011-3627-76C1-7BE1-359A2DA623D0}"/>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4843501C-4BBC-AC80-8B5E-E9B3095C110E}"/>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2F588BA1-6BC8-451C-289C-CA699E834E93}"/>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ED0F488B-4B98-6208-BCCD-8ACCB87F2351}"/>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D2C1B25C-FB0D-92E9-C5F6-3AEFECE3F786}"/>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099067B1-4C8F-6BC1-CED0-EEE78B5C719A}"/>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9BAE92E7-269A-0372-6B3E-11E37AA695CA}"/>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26FCAF64-58DD-B8D2-2E31-04FB544CC6FD}"/>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B33C3DCB-D27D-4382-F477-48048A383C3C}"/>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30C86009-5CD5-39C1-343D-2FFC9F847B0F}"/>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0CA57478-3087-8F11-45E3-0DB06600C5C2}"/>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31A9A171-6740-0116-BE06-D04F1009E5B0}"/>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9B8FE69B-1AC6-59E0-F4F1-1B75C5441222}"/>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FE7CCC68-1CC3-A1D6-63B4-32DBEC012A06}"/>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F3E7A602-F27E-E537-6898-F035E7415256}"/>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09C25C56-733F-C404-F0DB-3D3578E80E80}"/>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FBD6A1A3-9D87-8D9E-DF14-5278821EDB02}"/>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50EA9794-9A86-1F90-DE68-AE533F4AA007}"/>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7BB97139-22A3-D371-489A-08AF9B3B2F41}"/>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7A515997-F5A0-057F-3F1F-072E8030312D}"/>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E80A17F1-02D7-1077-4FEF-8F5463A43935}"/>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18" name="TextBox 17">
            <a:extLst>
              <a:ext uri="{FF2B5EF4-FFF2-40B4-BE49-F238E27FC236}">
                <a16:creationId xmlns:a16="http://schemas.microsoft.com/office/drawing/2014/main" id="{E1641C46-C28C-7457-7DE4-72B27C902383}"/>
              </a:ext>
            </a:extLst>
          </p:cNvPr>
          <p:cNvSpPr txBox="1"/>
          <p:nvPr/>
        </p:nvSpPr>
        <p:spPr>
          <a:xfrm>
            <a:off x="3138310" y="901933"/>
            <a:ext cx="570089" cy="230832"/>
          </a:xfrm>
          <a:prstGeom prst="rect">
            <a:avLst/>
          </a:prstGeom>
          <a:noFill/>
        </p:spPr>
        <p:txBody>
          <a:bodyPr wrap="square" rtlCol="0">
            <a:spAutoFit/>
          </a:bodyPr>
          <a:lstStyle/>
          <a:p>
            <a:pPr algn="ctr"/>
            <a:r>
              <a:rPr lang="en-US" sz="900" dirty="0"/>
              <a:t>39</a:t>
            </a:r>
          </a:p>
        </p:txBody>
      </p:sp>
      <p:sp>
        <p:nvSpPr>
          <p:cNvPr id="19" name="TextBox 18">
            <a:extLst>
              <a:ext uri="{FF2B5EF4-FFF2-40B4-BE49-F238E27FC236}">
                <a16:creationId xmlns:a16="http://schemas.microsoft.com/office/drawing/2014/main" id="{A5C1AA6A-4B7D-57E5-6E68-E2B59BF40A1C}"/>
              </a:ext>
            </a:extLst>
          </p:cNvPr>
          <p:cNvSpPr txBox="1"/>
          <p:nvPr/>
        </p:nvSpPr>
        <p:spPr>
          <a:xfrm>
            <a:off x="3138310" y="1903821"/>
            <a:ext cx="570089" cy="230832"/>
          </a:xfrm>
          <a:prstGeom prst="rect">
            <a:avLst/>
          </a:prstGeom>
          <a:noFill/>
        </p:spPr>
        <p:txBody>
          <a:bodyPr wrap="square" rtlCol="0">
            <a:spAutoFit/>
          </a:bodyPr>
          <a:lstStyle/>
          <a:p>
            <a:pPr algn="ctr"/>
            <a:r>
              <a:rPr lang="en-US" sz="900" dirty="0"/>
              <a:t>93</a:t>
            </a:r>
          </a:p>
        </p:txBody>
      </p:sp>
      <p:sp>
        <p:nvSpPr>
          <p:cNvPr id="20" name="TextBox 19">
            <a:extLst>
              <a:ext uri="{FF2B5EF4-FFF2-40B4-BE49-F238E27FC236}">
                <a16:creationId xmlns:a16="http://schemas.microsoft.com/office/drawing/2014/main" id="{2C7B0B22-C0FE-8F0F-164C-5718E8FB50D5}"/>
              </a:ext>
            </a:extLst>
          </p:cNvPr>
          <p:cNvSpPr txBox="1"/>
          <p:nvPr/>
        </p:nvSpPr>
        <p:spPr>
          <a:xfrm>
            <a:off x="5147734" y="3406653"/>
            <a:ext cx="570089" cy="230832"/>
          </a:xfrm>
          <a:prstGeom prst="rect">
            <a:avLst/>
          </a:prstGeom>
          <a:noFill/>
        </p:spPr>
        <p:txBody>
          <a:bodyPr wrap="square" rtlCol="0">
            <a:spAutoFit/>
          </a:bodyPr>
          <a:lstStyle/>
          <a:p>
            <a:pPr algn="ctr"/>
            <a:r>
              <a:rPr lang="en-US" sz="900" dirty="0"/>
              <a:t>39</a:t>
            </a:r>
          </a:p>
        </p:txBody>
      </p:sp>
      <p:sp>
        <p:nvSpPr>
          <p:cNvPr id="21" name="TextBox 20">
            <a:extLst>
              <a:ext uri="{FF2B5EF4-FFF2-40B4-BE49-F238E27FC236}">
                <a16:creationId xmlns:a16="http://schemas.microsoft.com/office/drawing/2014/main" id="{851F4C50-BEFE-F5C7-00AF-3E291F4EE42E}"/>
              </a:ext>
            </a:extLst>
          </p:cNvPr>
          <p:cNvSpPr txBox="1"/>
          <p:nvPr/>
        </p:nvSpPr>
        <p:spPr>
          <a:xfrm>
            <a:off x="5650090" y="3406653"/>
            <a:ext cx="570089" cy="230832"/>
          </a:xfrm>
          <a:prstGeom prst="rect">
            <a:avLst/>
          </a:prstGeom>
          <a:noFill/>
        </p:spPr>
        <p:txBody>
          <a:bodyPr wrap="square" rtlCol="0">
            <a:spAutoFit/>
          </a:bodyPr>
          <a:lstStyle/>
          <a:p>
            <a:pPr algn="ctr"/>
            <a:r>
              <a:rPr lang="en-US" sz="900" dirty="0"/>
              <a:t>93</a:t>
            </a:r>
          </a:p>
        </p:txBody>
      </p:sp>
      <p:sp>
        <p:nvSpPr>
          <p:cNvPr id="22" name="TextBox 21">
            <a:extLst>
              <a:ext uri="{FF2B5EF4-FFF2-40B4-BE49-F238E27FC236}">
                <a16:creationId xmlns:a16="http://schemas.microsoft.com/office/drawing/2014/main" id="{65DE5D0D-F3FA-19AB-BD9C-EB2221D04F62}"/>
              </a:ext>
            </a:extLst>
          </p:cNvPr>
          <p:cNvSpPr txBox="1"/>
          <p:nvPr/>
        </p:nvSpPr>
        <p:spPr>
          <a:xfrm>
            <a:off x="4645378" y="901933"/>
            <a:ext cx="570089" cy="230832"/>
          </a:xfrm>
          <a:prstGeom prst="rect">
            <a:avLst/>
          </a:prstGeom>
          <a:noFill/>
        </p:spPr>
        <p:txBody>
          <a:bodyPr wrap="square" rtlCol="0">
            <a:spAutoFit/>
          </a:bodyPr>
          <a:lstStyle/>
          <a:p>
            <a:pPr algn="ctr"/>
            <a:r>
              <a:rPr lang="en-US" sz="900" dirty="0"/>
              <a:t>359</a:t>
            </a:r>
          </a:p>
        </p:txBody>
      </p:sp>
      <p:sp>
        <p:nvSpPr>
          <p:cNvPr id="23" name="TextBox 22">
            <a:extLst>
              <a:ext uri="{FF2B5EF4-FFF2-40B4-BE49-F238E27FC236}">
                <a16:creationId xmlns:a16="http://schemas.microsoft.com/office/drawing/2014/main" id="{B622582A-2E7A-8761-DAE1-25CB0C8CA47A}"/>
              </a:ext>
            </a:extLst>
          </p:cNvPr>
          <p:cNvSpPr txBox="1"/>
          <p:nvPr/>
        </p:nvSpPr>
        <p:spPr>
          <a:xfrm>
            <a:off x="4645378" y="4408541"/>
            <a:ext cx="570089" cy="230832"/>
          </a:xfrm>
          <a:prstGeom prst="rect">
            <a:avLst/>
          </a:prstGeom>
          <a:noFill/>
        </p:spPr>
        <p:txBody>
          <a:bodyPr wrap="square" rtlCol="0">
            <a:spAutoFit/>
          </a:bodyPr>
          <a:lstStyle/>
          <a:p>
            <a:pPr algn="ctr"/>
            <a:r>
              <a:rPr lang="en-US" sz="900" dirty="0"/>
              <a:t>359</a:t>
            </a:r>
          </a:p>
        </p:txBody>
      </p:sp>
      <p:sp>
        <p:nvSpPr>
          <p:cNvPr id="24" name="TextBox 23">
            <a:extLst>
              <a:ext uri="{FF2B5EF4-FFF2-40B4-BE49-F238E27FC236}">
                <a16:creationId xmlns:a16="http://schemas.microsoft.com/office/drawing/2014/main" id="{9E524ABD-FB8F-D036-1D86-B751C2026CDB}"/>
              </a:ext>
            </a:extLst>
          </p:cNvPr>
          <p:cNvSpPr txBox="1"/>
          <p:nvPr/>
        </p:nvSpPr>
        <p:spPr>
          <a:xfrm>
            <a:off x="4645378" y="4909484"/>
            <a:ext cx="570089" cy="230832"/>
          </a:xfrm>
          <a:prstGeom prst="rect">
            <a:avLst/>
          </a:prstGeom>
          <a:noFill/>
        </p:spPr>
        <p:txBody>
          <a:bodyPr wrap="square" rtlCol="0">
            <a:spAutoFit/>
          </a:bodyPr>
          <a:lstStyle/>
          <a:p>
            <a:pPr algn="ctr"/>
            <a:r>
              <a:rPr lang="en-US" sz="900" dirty="0"/>
              <a:t>359</a:t>
            </a:r>
          </a:p>
        </p:txBody>
      </p:sp>
      <p:sp>
        <p:nvSpPr>
          <p:cNvPr id="26" name="TextBox 25">
            <a:extLst>
              <a:ext uri="{FF2B5EF4-FFF2-40B4-BE49-F238E27FC236}">
                <a16:creationId xmlns:a16="http://schemas.microsoft.com/office/drawing/2014/main" id="{8A4D88D1-8CB4-CDDC-7A57-9FD0F923CB67}"/>
              </a:ext>
            </a:extLst>
          </p:cNvPr>
          <p:cNvSpPr txBox="1"/>
          <p:nvPr/>
        </p:nvSpPr>
        <p:spPr>
          <a:xfrm>
            <a:off x="4143022" y="2905709"/>
            <a:ext cx="570089" cy="230832"/>
          </a:xfrm>
          <a:prstGeom prst="rect">
            <a:avLst/>
          </a:prstGeom>
          <a:noFill/>
        </p:spPr>
        <p:txBody>
          <a:bodyPr wrap="square" rtlCol="0">
            <a:spAutoFit/>
          </a:bodyPr>
          <a:lstStyle/>
          <a:p>
            <a:pPr algn="ctr"/>
            <a:r>
              <a:rPr lang="en-US" sz="900" dirty="0"/>
              <a:t>3579</a:t>
            </a:r>
          </a:p>
        </p:txBody>
      </p:sp>
      <p:sp>
        <p:nvSpPr>
          <p:cNvPr id="27" name="TextBox 26">
            <a:extLst>
              <a:ext uri="{FF2B5EF4-FFF2-40B4-BE49-F238E27FC236}">
                <a16:creationId xmlns:a16="http://schemas.microsoft.com/office/drawing/2014/main" id="{2627FB7F-AA72-FE61-564F-5CF01E340306}"/>
              </a:ext>
            </a:extLst>
          </p:cNvPr>
          <p:cNvSpPr txBox="1"/>
          <p:nvPr/>
        </p:nvSpPr>
        <p:spPr>
          <a:xfrm>
            <a:off x="4143022" y="3406653"/>
            <a:ext cx="570089" cy="230832"/>
          </a:xfrm>
          <a:prstGeom prst="rect">
            <a:avLst/>
          </a:prstGeom>
          <a:noFill/>
        </p:spPr>
        <p:txBody>
          <a:bodyPr wrap="square" rtlCol="0">
            <a:spAutoFit/>
          </a:bodyPr>
          <a:lstStyle/>
          <a:p>
            <a:pPr algn="ctr"/>
            <a:r>
              <a:rPr lang="en-US" sz="900" dirty="0"/>
              <a:t>3579</a:t>
            </a:r>
          </a:p>
        </p:txBody>
      </p:sp>
      <p:sp>
        <p:nvSpPr>
          <p:cNvPr id="38" name="TextBox 37">
            <a:extLst>
              <a:ext uri="{FF2B5EF4-FFF2-40B4-BE49-F238E27FC236}">
                <a16:creationId xmlns:a16="http://schemas.microsoft.com/office/drawing/2014/main" id="{FA1167C2-8B04-8579-9D15-398082D07062}"/>
              </a:ext>
            </a:extLst>
          </p:cNvPr>
          <p:cNvSpPr txBox="1"/>
          <p:nvPr/>
        </p:nvSpPr>
        <p:spPr>
          <a:xfrm>
            <a:off x="4143022" y="4909484"/>
            <a:ext cx="570089" cy="230832"/>
          </a:xfrm>
          <a:prstGeom prst="rect">
            <a:avLst/>
          </a:prstGeom>
          <a:noFill/>
        </p:spPr>
        <p:txBody>
          <a:bodyPr wrap="square" rtlCol="0">
            <a:spAutoFit/>
          </a:bodyPr>
          <a:lstStyle/>
          <a:p>
            <a:pPr algn="ctr"/>
            <a:r>
              <a:rPr lang="en-US" sz="900" dirty="0"/>
              <a:t>3579</a:t>
            </a:r>
          </a:p>
        </p:txBody>
      </p:sp>
    </p:spTree>
    <p:extLst>
      <p:ext uri="{BB962C8B-B14F-4D97-AF65-F5344CB8AC3E}">
        <p14:creationId xmlns:p14="http://schemas.microsoft.com/office/powerpoint/2010/main" val="34949546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0E7FE-DB9B-7A7C-039C-9DE833D51B4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30D240-7FEC-20F2-DBA1-9EDF4EF72A89}"/>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2ABD61D5-7065-03FB-A10B-5ED5D43CE94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A30C3E8-1ABC-20F8-187D-3ECE0DFD63F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6BBE9C4-9D51-ED26-A41B-6EAAFBAAFD6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A514F8E-B475-5893-4AB5-BAEDA453BA0A}"/>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5612E22D-39AC-300C-AF71-EC3AC9B36561}"/>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153267E3-6686-28D2-B07C-0FC061ABA9A1}"/>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36878BFC-D449-BEBE-AD1A-A79895194E6A}"/>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026EAE68-A37D-CCD3-65F7-0163435BA81E}"/>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3D66F75B-4341-2C6A-944E-B3BA87D0B7A8}"/>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1E70615D-EE3B-A4B9-6B06-3E95FDF64B70}"/>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AA06E845-14FE-426E-5573-CDBC53BC5CF3}"/>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3B55E70D-8167-27F2-3FDC-C796E159CE22}"/>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8341B360-F9E2-2EF0-7C50-251099261A6B}"/>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F4B66D4E-6988-85CD-AD83-49368E6FF114}"/>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D6DAF86B-4603-7E58-2AAE-A5EFE12F5616}"/>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9AF251A1-2C3D-9E0C-70E7-993FF6A246B6}"/>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FE36DEA9-4268-EA16-3CD2-A56F14EA48D3}"/>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AF0BC2FF-7971-2A6F-7542-5477E1970D74}"/>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97CBB700-84E8-41EC-A379-9708AAA278EA}"/>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4521CF18-869A-4612-CE02-786028C59A5E}"/>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E528B2BC-905D-FBDB-5F6F-D72278BF53DB}"/>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145CBE34-8D0B-7689-5C4C-190BD78157EB}"/>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063D1C7D-C9F5-109D-1DB5-5E81D650B102}"/>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929EE1D4-0147-293E-69DE-7178D6A8AAB6}"/>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15848BDA-A3D1-8CE4-3B45-CEFB8852AD07}"/>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E9138A52-E72F-748F-D194-13BD38301103}"/>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18" name="TextBox 17">
            <a:extLst>
              <a:ext uri="{FF2B5EF4-FFF2-40B4-BE49-F238E27FC236}">
                <a16:creationId xmlns:a16="http://schemas.microsoft.com/office/drawing/2014/main" id="{3A737571-916B-DB42-CA39-16C52CECA74B}"/>
              </a:ext>
            </a:extLst>
          </p:cNvPr>
          <p:cNvSpPr txBox="1"/>
          <p:nvPr/>
        </p:nvSpPr>
        <p:spPr>
          <a:xfrm>
            <a:off x="3138310" y="901933"/>
            <a:ext cx="570089" cy="230832"/>
          </a:xfrm>
          <a:prstGeom prst="rect">
            <a:avLst/>
          </a:prstGeom>
          <a:noFill/>
        </p:spPr>
        <p:txBody>
          <a:bodyPr wrap="square" rtlCol="0">
            <a:spAutoFit/>
          </a:bodyPr>
          <a:lstStyle/>
          <a:p>
            <a:pPr algn="ctr"/>
            <a:r>
              <a:rPr lang="en-US" sz="900" dirty="0"/>
              <a:t>39</a:t>
            </a:r>
          </a:p>
        </p:txBody>
      </p:sp>
      <p:sp>
        <p:nvSpPr>
          <p:cNvPr id="19" name="TextBox 18">
            <a:extLst>
              <a:ext uri="{FF2B5EF4-FFF2-40B4-BE49-F238E27FC236}">
                <a16:creationId xmlns:a16="http://schemas.microsoft.com/office/drawing/2014/main" id="{878970ED-BCA1-5A5A-FBCF-FCB3217C3D47}"/>
              </a:ext>
            </a:extLst>
          </p:cNvPr>
          <p:cNvSpPr txBox="1"/>
          <p:nvPr/>
        </p:nvSpPr>
        <p:spPr>
          <a:xfrm>
            <a:off x="3138310" y="1903821"/>
            <a:ext cx="570089" cy="230832"/>
          </a:xfrm>
          <a:prstGeom prst="rect">
            <a:avLst/>
          </a:prstGeom>
          <a:noFill/>
        </p:spPr>
        <p:txBody>
          <a:bodyPr wrap="square" rtlCol="0">
            <a:spAutoFit/>
          </a:bodyPr>
          <a:lstStyle/>
          <a:p>
            <a:pPr algn="ctr"/>
            <a:r>
              <a:rPr lang="en-US" sz="900" dirty="0"/>
              <a:t>93</a:t>
            </a:r>
          </a:p>
        </p:txBody>
      </p:sp>
      <p:sp>
        <p:nvSpPr>
          <p:cNvPr id="20" name="TextBox 19">
            <a:extLst>
              <a:ext uri="{FF2B5EF4-FFF2-40B4-BE49-F238E27FC236}">
                <a16:creationId xmlns:a16="http://schemas.microsoft.com/office/drawing/2014/main" id="{0629E2FC-42B0-348B-80C1-62181F52BE6E}"/>
              </a:ext>
            </a:extLst>
          </p:cNvPr>
          <p:cNvSpPr txBox="1"/>
          <p:nvPr/>
        </p:nvSpPr>
        <p:spPr>
          <a:xfrm>
            <a:off x="5147734" y="3406653"/>
            <a:ext cx="570089" cy="230832"/>
          </a:xfrm>
          <a:prstGeom prst="rect">
            <a:avLst/>
          </a:prstGeom>
          <a:noFill/>
        </p:spPr>
        <p:txBody>
          <a:bodyPr wrap="square" rtlCol="0">
            <a:spAutoFit/>
          </a:bodyPr>
          <a:lstStyle/>
          <a:p>
            <a:pPr algn="ctr"/>
            <a:r>
              <a:rPr lang="en-US" sz="900" dirty="0"/>
              <a:t>39</a:t>
            </a:r>
          </a:p>
        </p:txBody>
      </p:sp>
      <p:sp>
        <p:nvSpPr>
          <p:cNvPr id="21" name="TextBox 20">
            <a:extLst>
              <a:ext uri="{FF2B5EF4-FFF2-40B4-BE49-F238E27FC236}">
                <a16:creationId xmlns:a16="http://schemas.microsoft.com/office/drawing/2014/main" id="{E100FD39-2FE9-82C3-9097-5836DC331607}"/>
              </a:ext>
            </a:extLst>
          </p:cNvPr>
          <p:cNvSpPr txBox="1"/>
          <p:nvPr/>
        </p:nvSpPr>
        <p:spPr>
          <a:xfrm>
            <a:off x="5650090" y="3406653"/>
            <a:ext cx="570089" cy="230832"/>
          </a:xfrm>
          <a:prstGeom prst="rect">
            <a:avLst/>
          </a:prstGeom>
          <a:noFill/>
        </p:spPr>
        <p:txBody>
          <a:bodyPr wrap="square" rtlCol="0">
            <a:spAutoFit/>
          </a:bodyPr>
          <a:lstStyle/>
          <a:p>
            <a:pPr algn="ctr"/>
            <a:r>
              <a:rPr lang="en-US" sz="900" dirty="0"/>
              <a:t>93</a:t>
            </a:r>
          </a:p>
        </p:txBody>
      </p:sp>
      <p:sp>
        <p:nvSpPr>
          <p:cNvPr id="22" name="TextBox 21">
            <a:extLst>
              <a:ext uri="{FF2B5EF4-FFF2-40B4-BE49-F238E27FC236}">
                <a16:creationId xmlns:a16="http://schemas.microsoft.com/office/drawing/2014/main" id="{DC7F1A9C-16E5-5BB5-10B5-C73C015F4FEC}"/>
              </a:ext>
            </a:extLst>
          </p:cNvPr>
          <p:cNvSpPr txBox="1"/>
          <p:nvPr/>
        </p:nvSpPr>
        <p:spPr>
          <a:xfrm>
            <a:off x="4645378" y="901933"/>
            <a:ext cx="570089" cy="230832"/>
          </a:xfrm>
          <a:prstGeom prst="rect">
            <a:avLst/>
          </a:prstGeom>
          <a:noFill/>
        </p:spPr>
        <p:txBody>
          <a:bodyPr wrap="square" rtlCol="0">
            <a:spAutoFit/>
          </a:bodyPr>
          <a:lstStyle/>
          <a:p>
            <a:pPr algn="ctr"/>
            <a:r>
              <a:rPr lang="en-US" sz="900" dirty="0"/>
              <a:t>359</a:t>
            </a:r>
          </a:p>
        </p:txBody>
      </p:sp>
      <p:sp>
        <p:nvSpPr>
          <p:cNvPr id="23" name="TextBox 22">
            <a:extLst>
              <a:ext uri="{FF2B5EF4-FFF2-40B4-BE49-F238E27FC236}">
                <a16:creationId xmlns:a16="http://schemas.microsoft.com/office/drawing/2014/main" id="{187A7149-2370-32F1-FE28-630C848798B0}"/>
              </a:ext>
            </a:extLst>
          </p:cNvPr>
          <p:cNvSpPr txBox="1"/>
          <p:nvPr/>
        </p:nvSpPr>
        <p:spPr>
          <a:xfrm>
            <a:off x="4645378" y="4408541"/>
            <a:ext cx="570089" cy="230832"/>
          </a:xfrm>
          <a:prstGeom prst="rect">
            <a:avLst/>
          </a:prstGeom>
          <a:noFill/>
        </p:spPr>
        <p:txBody>
          <a:bodyPr wrap="square" rtlCol="0">
            <a:spAutoFit/>
          </a:bodyPr>
          <a:lstStyle/>
          <a:p>
            <a:pPr algn="ctr"/>
            <a:r>
              <a:rPr lang="en-US" sz="900" dirty="0"/>
              <a:t>359</a:t>
            </a:r>
          </a:p>
        </p:txBody>
      </p:sp>
      <p:sp>
        <p:nvSpPr>
          <p:cNvPr id="24" name="TextBox 23">
            <a:extLst>
              <a:ext uri="{FF2B5EF4-FFF2-40B4-BE49-F238E27FC236}">
                <a16:creationId xmlns:a16="http://schemas.microsoft.com/office/drawing/2014/main" id="{93CB2C58-2636-2E11-4EB4-2B4C5BB852E3}"/>
              </a:ext>
            </a:extLst>
          </p:cNvPr>
          <p:cNvSpPr txBox="1"/>
          <p:nvPr/>
        </p:nvSpPr>
        <p:spPr>
          <a:xfrm>
            <a:off x="4645378" y="4909484"/>
            <a:ext cx="570089" cy="230832"/>
          </a:xfrm>
          <a:prstGeom prst="rect">
            <a:avLst/>
          </a:prstGeom>
          <a:noFill/>
        </p:spPr>
        <p:txBody>
          <a:bodyPr wrap="square" rtlCol="0">
            <a:spAutoFit/>
          </a:bodyPr>
          <a:lstStyle/>
          <a:p>
            <a:pPr algn="ctr"/>
            <a:r>
              <a:rPr lang="en-US" sz="900" dirty="0"/>
              <a:t>359</a:t>
            </a:r>
          </a:p>
        </p:txBody>
      </p:sp>
      <p:sp>
        <p:nvSpPr>
          <p:cNvPr id="26" name="TextBox 25">
            <a:extLst>
              <a:ext uri="{FF2B5EF4-FFF2-40B4-BE49-F238E27FC236}">
                <a16:creationId xmlns:a16="http://schemas.microsoft.com/office/drawing/2014/main" id="{A8DCF22E-1DBA-E2BE-CBD7-0D94019467D2}"/>
              </a:ext>
            </a:extLst>
          </p:cNvPr>
          <p:cNvSpPr txBox="1"/>
          <p:nvPr/>
        </p:nvSpPr>
        <p:spPr>
          <a:xfrm>
            <a:off x="4143022" y="2905709"/>
            <a:ext cx="570089" cy="230832"/>
          </a:xfrm>
          <a:prstGeom prst="rect">
            <a:avLst/>
          </a:prstGeom>
          <a:noFill/>
        </p:spPr>
        <p:txBody>
          <a:bodyPr wrap="square" rtlCol="0">
            <a:spAutoFit/>
          </a:bodyPr>
          <a:lstStyle/>
          <a:p>
            <a:pPr algn="ctr"/>
            <a:r>
              <a:rPr lang="en-US" sz="900" dirty="0"/>
              <a:t>3579</a:t>
            </a:r>
          </a:p>
        </p:txBody>
      </p:sp>
      <p:sp>
        <p:nvSpPr>
          <p:cNvPr id="27" name="TextBox 26">
            <a:extLst>
              <a:ext uri="{FF2B5EF4-FFF2-40B4-BE49-F238E27FC236}">
                <a16:creationId xmlns:a16="http://schemas.microsoft.com/office/drawing/2014/main" id="{4086E697-D2A8-06DD-AEA3-22CDEC13286D}"/>
              </a:ext>
            </a:extLst>
          </p:cNvPr>
          <p:cNvSpPr txBox="1"/>
          <p:nvPr/>
        </p:nvSpPr>
        <p:spPr>
          <a:xfrm>
            <a:off x="4143022" y="3406653"/>
            <a:ext cx="570089" cy="230832"/>
          </a:xfrm>
          <a:prstGeom prst="rect">
            <a:avLst/>
          </a:prstGeom>
          <a:noFill/>
        </p:spPr>
        <p:txBody>
          <a:bodyPr wrap="square" rtlCol="0">
            <a:spAutoFit/>
          </a:bodyPr>
          <a:lstStyle/>
          <a:p>
            <a:pPr algn="ctr"/>
            <a:r>
              <a:rPr lang="en-US" sz="900" dirty="0"/>
              <a:t>57</a:t>
            </a:r>
          </a:p>
        </p:txBody>
      </p:sp>
      <p:sp>
        <p:nvSpPr>
          <p:cNvPr id="38" name="TextBox 37">
            <a:extLst>
              <a:ext uri="{FF2B5EF4-FFF2-40B4-BE49-F238E27FC236}">
                <a16:creationId xmlns:a16="http://schemas.microsoft.com/office/drawing/2014/main" id="{5E03A03C-160F-5B2A-7366-42FD93606C37}"/>
              </a:ext>
            </a:extLst>
          </p:cNvPr>
          <p:cNvSpPr txBox="1"/>
          <p:nvPr/>
        </p:nvSpPr>
        <p:spPr>
          <a:xfrm>
            <a:off x="4143022" y="4909484"/>
            <a:ext cx="570089" cy="230832"/>
          </a:xfrm>
          <a:prstGeom prst="rect">
            <a:avLst/>
          </a:prstGeom>
          <a:noFill/>
        </p:spPr>
        <p:txBody>
          <a:bodyPr wrap="square" rtlCol="0">
            <a:spAutoFit/>
          </a:bodyPr>
          <a:lstStyle/>
          <a:p>
            <a:pPr algn="ctr"/>
            <a:r>
              <a:rPr lang="en-US" sz="900" dirty="0"/>
              <a:t>3579</a:t>
            </a:r>
          </a:p>
        </p:txBody>
      </p:sp>
    </p:spTree>
    <p:extLst>
      <p:ext uri="{BB962C8B-B14F-4D97-AF65-F5344CB8AC3E}">
        <p14:creationId xmlns:p14="http://schemas.microsoft.com/office/powerpoint/2010/main" val="27281797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5A8D0-92DA-F569-DEC1-705ADEF0D2C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0D596C-A093-FEA5-D312-9168EB55E7B7}"/>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539B8D9-7C48-3C85-5314-B4AA1CBD73F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0C8A0F7-A270-2AF0-7D59-725CDB588D5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A3989F0-7F74-43A2-7ED7-E65B63989BE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0485A2C-4A9D-389E-2FF0-958622A3F475}"/>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93604BF2-D58D-ED12-977D-238852C777CC}"/>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976254CA-7203-61B1-DE6B-36B1BD0A7587}"/>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ACABDE88-E79D-2382-0082-07A58091C419}"/>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81986DA2-EB90-A3B0-305F-0CB3952D9DE0}"/>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2AD02C45-F95E-B6D9-27F6-14259650D656}"/>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A3501BEC-92B8-A28F-8447-C11FD3B48CD5}"/>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65118E00-B21B-A213-4DFB-8A1150B5A806}"/>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2D8C754E-F74B-EAE8-DBA3-4849ED039210}"/>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38E2E2F4-197D-97CE-A2DB-21C875B71D20}"/>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944A3F5C-D434-001A-501A-ED07E7A2D9D9}"/>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4B94FAAB-CC6E-FF01-3A6E-79DC0DC0B813}"/>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60660458-B29F-9985-943E-C4BB561DBCE0}"/>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346525DE-8B1E-70D1-7197-E78154656A7F}"/>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40599757-D990-78BE-B7FD-19BFC75D7C7F}"/>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ED940063-FB4A-A76B-D0B9-639007D5230F}"/>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F30384CF-E585-07FC-9E1C-61C505165E07}"/>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871B3B16-833E-DFEA-7FA4-0E9D1EBF1A1A}"/>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44206A34-FC7E-5FA5-44FA-67FEC232C680}"/>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CBD0CA2F-879D-C2FD-4034-1527084A1FCE}"/>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C48C3E75-9845-92DC-2A56-343A5D10A248}"/>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484EEDC5-8E29-E7ED-1525-18478664724B}"/>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3087CEF6-57DE-91D4-A54D-B7F0046AF7DA}"/>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18" name="TextBox 17">
            <a:extLst>
              <a:ext uri="{FF2B5EF4-FFF2-40B4-BE49-F238E27FC236}">
                <a16:creationId xmlns:a16="http://schemas.microsoft.com/office/drawing/2014/main" id="{EADBB25C-D901-9ED9-F454-9EC02FD1854B}"/>
              </a:ext>
            </a:extLst>
          </p:cNvPr>
          <p:cNvSpPr txBox="1"/>
          <p:nvPr/>
        </p:nvSpPr>
        <p:spPr>
          <a:xfrm>
            <a:off x="3138310" y="901933"/>
            <a:ext cx="570089" cy="230832"/>
          </a:xfrm>
          <a:prstGeom prst="rect">
            <a:avLst/>
          </a:prstGeom>
          <a:noFill/>
        </p:spPr>
        <p:txBody>
          <a:bodyPr wrap="square" rtlCol="0">
            <a:spAutoFit/>
          </a:bodyPr>
          <a:lstStyle/>
          <a:p>
            <a:pPr algn="ctr"/>
            <a:r>
              <a:rPr lang="en-US" sz="900" dirty="0"/>
              <a:t>39</a:t>
            </a:r>
          </a:p>
        </p:txBody>
      </p:sp>
      <p:sp>
        <p:nvSpPr>
          <p:cNvPr id="19" name="TextBox 18">
            <a:extLst>
              <a:ext uri="{FF2B5EF4-FFF2-40B4-BE49-F238E27FC236}">
                <a16:creationId xmlns:a16="http://schemas.microsoft.com/office/drawing/2014/main" id="{5368C9D8-204A-BB72-FCFE-395733B5D75A}"/>
              </a:ext>
            </a:extLst>
          </p:cNvPr>
          <p:cNvSpPr txBox="1"/>
          <p:nvPr/>
        </p:nvSpPr>
        <p:spPr>
          <a:xfrm>
            <a:off x="3138310" y="1903821"/>
            <a:ext cx="570089" cy="230832"/>
          </a:xfrm>
          <a:prstGeom prst="rect">
            <a:avLst/>
          </a:prstGeom>
          <a:noFill/>
        </p:spPr>
        <p:txBody>
          <a:bodyPr wrap="square" rtlCol="0">
            <a:spAutoFit/>
          </a:bodyPr>
          <a:lstStyle/>
          <a:p>
            <a:pPr algn="ctr"/>
            <a:r>
              <a:rPr lang="en-US" sz="900" dirty="0"/>
              <a:t>93</a:t>
            </a:r>
          </a:p>
        </p:txBody>
      </p:sp>
      <p:sp>
        <p:nvSpPr>
          <p:cNvPr id="20" name="TextBox 19">
            <a:extLst>
              <a:ext uri="{FF2B5EF4-FFF2-40B4-BE49-F238E27FC236}">
                <a16:creationId xmlns:a16="http://schemas.microsoft.com/office/drawing/2014/main" id="{639D0DD2-820B-1916-D041-B7441CE6D001}"/>
              </a:ext>
            </a:extLst>
          </p:cNvPr>
          <p:cNvSpPr txBox="1"/>
          <p:nvPr/>
        </p:nvSpPr>
        <p:spPr>
          <a:xfrm>
            <a:off x="5147734" y="3406653"/>
            <a:ext cx="570089" cy="230832"/>
          </a:xfrm>
          <a:prstGeom prst="rect">
            <a:avLst/>
          </a:prstGeom>
          <a:noFill/>
        </p:spPr>
        <p:txBody>
          <a:bodyPr wrap="square" rtlCol="0">
            <a:spAutoFit/>
          </a:bodyPr>
          <a:lstStyle/>
          <a:p>
            <a:pPr algn="ctr"/>
            <a:r>
              <a:rPr lang="en-US" sz="900" dirty="0"/>
              <a:t>39</a:t>
            </a:r>
          </a:p>
        </p:txBody>
      </p:sp>
      <p:sp>
        <p:nvSpPr>
          <p:cNvPr id="21" name="TextBox 20">
            <a:extLst>
              <a:ext uri="{FF2B5EF4-FFF2-40B4-BE49-F238E27FC236}">
                <a16:creationId xmlns:a16="http://schemas.microsoft.com/office/drawing/2014/main" id="{758982AD-63EE-555A-FF92-1FCF0156F929}"/>
              </a:ext>
            </a:extLst>
          </p:cNvPr>
          <p:cNvSpPr txBox="1"/>
          <p:nvPr/>
        </p:nvSpPr>
        <p:spPr>
          <a:xfrm>
            <a:off x="5650090" y="3406653"/>
            <a:ext cx="570089" cy="230832"/>
          </a:xfrm>
          <a:prstGeom prst="rect">
            <a:avLst/>
          </a:prstGeom>
          <a:noFill/>
        </p:spPr>
        <p:txBody>
          <a:bodyPr wrap="square" rtlCol="0">
            <a:spAutoFit/>
          </a:bodyPr>
          <a:lstStyle/>
          <a:p>
            <a:pPr algn="ctr"/>
            <a:r>
              <a:rPr lang="en-US" sz="900" dirty="0"/>
              <a:t>93</a:t>
            </a:r>
          </a:p>
        </p:txBody>
      </p:sp>
      <p:sp>
        <p:nvSpPr>
          <p:cNvPr id="22" name="TextBox 21">
            <a:extLst>
              <a:ext uri="{FF2B5EF4-FFF2-40B4-BE49-F238E27FC236}">
                <a16:creationId xmlns:a16="http://schemas.microsoft.com/office/drawing/2014/main" id="{64293930-DEC6-2D3C-4A99-AF20BE922DF2}"/>
              </a:ext>
            </a:extLst>
          </p:cNvPr>
          <p:cNvSpPr txBox="1"/>
          <p:nvPr/>
        </p:nvSpPr>
        <p:spPr>
          <a:xfrm>
            <a:off x="4645378" y="901933"/>
            <a:ext cx="570089" cy="230832"/>
          </a:xfrm>
          <a:prstGeom prst="rect">
            <a:avLst/>
          </a:prstGeom>
          <a:noFill/>
        </p:spPr>
        <p:txBody>
          <a:bodyPr wrap="square" rtlCol="0">
            <a:spAutoFit/>
          </a:bodyPr>
          <a:lstStyle/>
          <a:p>
            <a:pPr algn="ctr"/>
            <a:r>
              <a:rPr lang="en-US" sz="900" dirty="0"/>
              <a:t>359</a:t>
            </a:r>
          </a:p>
        </p:txBody>
      </p:sp>
      <p:sp>
        <p:nvSpPr>
          <p:cNvPr id="23" name="TextBox 22">
            <a:extLst>
              <a:ext uri="{FF2B5EF4-FFF2-40B4-BE49-F238E27FC236}">
                <a16:creationId xmlns:a16="http://schemas.microsoft.com/office/drawing/2014/main" id="{1930EF5D-D9D2-FF86-B555-92D8E43F1656}"/>
              </a:ext>
            </a:extLst>
          </p:cNvPr>
          <p:cNvSpPr txBox="1"/>
          <p:nvPr/>
        </p:nvSpPr>
        <p:spPr>
          <a:xfrm>
            <a:off x="4645378" y="4408541"/>
            <a:ext cx="570089" cy="230832"/>
          </a:xfrm>
          <a:prstGeom prst="rect">
            <a:avLst/>
          </a:prstGeom>
          <a:noFill/>
        </p:spPr>
        <p:txBody>
          <a:bodyPr wrap="square" rtlCol="0">
            <a:spAutoFit/>
          </a:bodyPr>
          <a:lstStyle/>
          <a:p>
            <a:pPr algn="ctr"/>
            <a:r>
              <a:rPr lang="en-US" sz="900" dirty="0"/>
              <a:t>359</a:t>
            </a:r>
          </a:p>
        </p:txBody>
      </p:sp>
      <p:sp>
        <p:nvSpPr>
          <p:cNvPr id="24" name="TextBox 23">
            <a:extLst>
              <a:ext uri="{FF2B5EF4-FFF2-40B4-BE49-F238E27FC236}">
                <a16:creationId xmlns:a16="http://schemas.microsoft.com/office/drawing/2014/main" id="{EBC33FA1-4E5E-930E-DF69-4DE97327664A}"/>
              </a:ext>
            </a:extLst>
          </p:cNvPr>
          <p:cNvSpPr txBox="1"/>
          <p:nvPr/>
        </p:nvSpPr>
        <p:spPr>
          <a:xfrm>
            <a:off x="4645378" y="4909484"/>
            <a:ext cx="570089" cy="230832"/>
          </a:xfrm>
          <a:prstGeom prst="rect">
            <a:avLst/>
          </a:prstGeom>
          <a:noFill/>
        </p:spPr>
        <p:txBody>
          <a:bodyPr wrap="square" rtlCol="0">
            <a:spAutoFit/>
          </a:bodyPr>
          <a:lstStyle/>
          <a:p>
            <a:pPr algn="ctr"/>
            <a:r>
              <a:rPr lang="en-US" sz="900" dirty="0"/>
              <a:t>359</a:t>
            </a:r>
          </a:p>
        </p:txBody>
      </p:sp>
      <p:sp>
        <p:nvSpPr>
          <p:cNvPr id="26" name="TextBox 25">
            <a:extLst>
              <a:ext uri="{FF2B5EF4-FFF2-40B4-BE49-F238E27FC236}">
                <a16:creationId xmlns:a16="http://schemas.microsoft.com/office/drawing/2014/main" id="{606772F9-DBD9-A67E-9387-0ADEBAB17DD6}"/>
              </a:ext>
            </a:extLst>
          </p:cNvPr>
          <p:cNvSpPr txBox="1"/>
          <p:nvPr/>
        </p:nvSpPr>
        <p:spPr>
          <a:xfrm>
            <a:off x="4143022" y="2905709"/>
            <a:ext cx="570089" cy="230832"/>
          </a:xfrm>
          <a:prstGeom prst="rect">
            <a:avLst/>
          </a:prstGeom>
          <a:noFill/>
        </p:spPr>
        <p:txBody>
          <a:bodyPr wrap="square" rtlCol="0">
            <a:spAutoFit/>
          </a:bodyPr>
          <a:lstStyle/>
          <a:p>
            <a:pPr algn="ctr"/>
            <a:r>
              <a:rPr lang="en-US" sz="900" dirty="0"/>
              <a:t>39</a:t>
            </a:r>
          </a:p>
        </p:txBody>
      </p:sp>
      <p:sp>
        <p:nvSpPr>
          <p:cNvPr id="27" name="TextBox 26">
            <a:extLst>
              <a:ext uri="{FF2B5EF4-FFF2-40B4-BE49-F238E27FC236}">
                <a16:creationId xmlns:a16="http://schemas.microsoft.com/office/drawing/2014/main" id="{CDF650C7-F56A-B5A2-856F-B046DB86A1C1}"/>
              </a:ext>
            </a:extLst>
          </p:cNvPr>
          <p:cNvSpPr txBox="1"/>
          <p:nvPr/>
        </p:nvSpPr>
        <p:spPr>
          <a:xfrm>
            <a:off x="4143022" y="3406653"/>
            <a:ext cx="570089" cy="230832"/>
          </a:xfrm>
          <a:prstGeom prst="rect">
            <a:avLst/>
          </a:prstGeom>
          <a:noFill/>
        </p:spPr>
        <p:txBody>
          <a:bodyPr wrap="square" rtlCol="0">
            <a:spAutoFit/>
          </a:bodyPr>
          <a:lstStyle/>
          <a:p>
            <a:pPr algn="ctr"/>
            <a:r>
              <a:rPr lang="en-US" sz="900" dirty="0"/>
              <a:t>57</a:t>
            </a:r>
          </a:p>
        </p:txBody>
      </p:sp>
      <p:sp>
        <p:nvSpPr>
          <p:cNvPr id="38" name="TextBox 37">
            <a:extLst>
              <a:ext uri="{FF2B5EF4-FFF2-40B4-BE49-F238E27FC236}">
                <a16:creationId xmlns:a16="http://schemas.microsoft.com/office/drawing/2014/main" id="{AE90A1BF-E2C8-1D67-E5B5-ED8FDAC29417}"/>
              </a:ext>
            </a:extLst>
          </p:cNvPr>
          <p:cNvSpPr txBox="1"/>
          <p:nvPr/>
        </p:nvSpPr>
        <p:spPr>
          <a:xfrm>
            <a:off x="4143022" y="4909484"/>
            <a:ext cx="570089" cy="230832"/>
          </a:xfrm>
          <a:prstGeom prst="rect">
            <a:avLst/>
          </a:prstGeom>
          <a:noFill/>
        </p:spPr>
        <p:txBody>
          <a:bodyPr wrap="square" rtlCol="0">
            <a:spAutoFit/>
          </a:bodyPr>
          <a:lstStyle/>
          <a:p>
            <a:pPr algn="ctr"/>
            <a:r>
              <a:rPr lang="en-US" sz="900" dirty="0"/>
              <a:t>93</a:t>
            </a:r>
          </a:p>
        </p:txBody>
      </p:sp>
    </p:spTree>
    <p:extLst>
      <p:ext uri="{BB962C8B-B14F-4D97-AF65-F5344CB8AC3E}">
        <p14:creationId xmlns:p14="http://schemas.microsoft.com/office/powerpoint/2010/main" val="12133360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6E731-40ED-6442-E919-D41DDE09426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A4E748-3FC5-BEC2-665B-497936E315D9}"/>
              </a:ext>
            </a:extLst>
          </p:cNvPr>
          <p:cNvSpPr>
            <a:spLocks noGrp="1"/>
          </p:cNvSpPr>
          <p:nvPr>
            <p:ph sz="half" idx="1"/>
          </p:nvPr>
        </p:nvSpPr>
        <p:spPr/>
        <p:txBody>
          <a:bodyPr>
            <a:normAutofit/>
          </a:bodyPr>
          <a:lstStyle/>
          <a:p>
            <a:r>
              <a:rPr lang="en-US" dirty="0"/>
              <a:t>Between 2, 4, and 8, the only one that fits.</a:t>
            </a:r>
          </a:p>
        </p:txBody>
      </p:sp>
      <p:pic>
        <p:nvPicPr>
          <p:cNvPr id="4" name="Picture 3" descr="A grid of sudoku puzzle&#10;&#10;Description automatically generated">
            <a:extLst>
              <a:ext uri="{FF2B5EF4-FFF2-40B4-BE49-F238E27FC236}">
                <a16:creationId xmlns:a16="http://schemas.microsoft.com/office/drawing/2014/main" id="{1386F6AE-A30F-0FB6-39D2-925B1B4A3B7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C510613-401D-66E5-4EDE-31D39CF579C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1317950-B5A7-4FA6-D47E-674712D49FB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71EF715-B188-8714-7945-E11B05341B5F}"/>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2C003CDF-3365-F726-9F00-2764607FDA91}"/>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CC4AAC9F-229C-97B1-22F3-EFBDF3200165}"/>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59221C03-E60D-6722-D8D8-6ED373801E47}"/>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4C9C1690-3507-20CC-D27B-BE59BEC86424}"/>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6C8468A4-B271-F81C-1A0A-B451B04DF3C7}"/>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8758930C-AB16-EC2B-87E8-19B6FC4778EE}"/>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7CDDE8BC-55F3-AB55-A5C1-0AF60D1A169D}"/>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D548B965-4FC2-0CB9-32B0-27860A1D1F0B}"/>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F3B75ED5-E1C0-2F1F-962A-A8B37D57DDF7}"/>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58935304-137E-C8EE-8442-F1742E7CE2E3}"/>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0E2DD7D2-84F4-03B0-A0C8-6738254BA60A}"/>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5DAD85C7-DFA0-5E24-043F-E3514EC41DFC}"/>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07A0EDDE-48BC-C5C9-4718-889B7DC5718A}"/>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AE433E75-F83F-1A3D-1C7D-9D1617B5F34F}"/>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154609D1-B1DF-1625-CA66-C667E3C2328A}"/>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C63E61DC-6D68-4F66-4DC8-06AC631C720F}"/>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4502612B-ECE9-8E0F-C7EB-C718C11116E2}"/>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5E47069B-3A98-0CB8-26BF-9552EBBEB098}"/>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721C7522-DB51-E659-C745-129305BA414E}"/>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477C8930-62AA-6F81-D423-6F11D1B45CE4}"/>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AF627031-BC2C-749D-F9B1-7309BCFC3EC2}"/>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61545637-F32B-C9D2-0D40-89F41A2B971D}"/>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18" name="TextBox 17">
            <a:extLst>
              <a:ext uri="{FF2B5EF4-FFF2-40B4-BE49-F238E27FC236}">
                <a16:creationId xmlns:a16="http://schemas.microsoft.com/office/drawing/2014/main" id="{68AD03F3-6E59-B017-7845-FB25A5ADC266}"/>
              </a:ext>
            </a:extLst>
          </p:cNvPr>
          <p:cNvSpPr txBox="1"/>
          <p:nvPr/>
        </p:nvSpPr>
        <p:spPr>
          <a:xfrm>
            <a:off x="3138310" y="901933"/>
            <a:ext cx="570089" cy="230832"/>
          </a:xfrm>
          <a:prstGeom prst="rect">
            <a:avLst/>
          </a:prstGeom>
          <a:noFill/>
        </p:spPr>
        <p:txBody>
          <a:bodyPr wrap="square" rtlCol="0">
            <a:spAutoFit/>
          </a:bodyPr>
          <a:lstStyle/>
          <a:p>
            <a:pPr algn="ctr"/>
            <a:r>
              <a:rPr lang="en-US" sz="900" dirty="0"/>
              <a:t>39</a:t>
            </a:r>
          </a:p>
        </p:txBody>
      </p:sp>
      <p:sp>
        <p:nvSpPr>
          <p:cNvPr id="19" name="TextBox 18">
            <a:extLst>
              <a:ext uri="{FF2B5EF4-FFF2-40B4-BE49-F238E27FC236}">
                <a16:creationId xmlns:a16="http://schemas.microsoft.com/office/drawing/2014/main" id="{575AC0A1-C354-A723-4A52-F36155BC5131}"/>
              </a:ext>
            </a:extLst>
          </p:cNvPr>
          <p:cNvSpPr txBox="1"/>
          <p:nvPr/>
        </p:nvSpPr>
        <p:spPr>
          <a:xfrm>
            <a:off x="3138310" y="1903821"/>
            <a:ext cx="570089" cy="230832"/>
          </a:xfrm>
          <a:prstGeom prst="rect">
            <a:avLst/>
          </a:prstGeom>
          <a:noFill/>
        </p:spPr>
        <p:txBody>
          <a:bodyPr wrap="square" rtlCol="0">
            <a:spAutoFit/>
          </a:bodyPr>
          <a:lstStyle/>
          <a:p>
            <a:pPr algn="ctr"/>
            <a:r>
              <a:rPr lang="en-US" sz="900" dirty="0"/>
              <a:t>93</a:t>
            </a:r>
          </a:p>
        </p:txBody>
      </p:sp>
      <p:sp>
        <p:nvSpPr>
          <p:cNvPr id="20" name="TextBox 19">
            <a:extLst>
              <a:ext uri="{FF2B5EF4-FFF2-40B4-BE49-F238E27FC236}">
                <a16:creationId xmlns:a16="http://schemas.microsoft.com/office/drawing/2014/main" id="{AC388651-45B6-083A-6544-4E9E16E2625C}"/>
              </a:ext>
            </a:extLst>
          </p:cNvPr>
          <p:cNvSpPr txBox="1"/>
          <p:nvPr/>
        </p:nvSpPr>
        <p:spPr>
          <a:xfrm>
            <a:off x="5147734" y="3406653"/>
            <a:ext cx="570089" cy="230832"/>
          </a:xfrm>
          <a:prstGeom prst="rect">
            <a:avLst/>
          </a:prstGeom>
          <a:noFill/>
        </p:spPr>
        <p:txBody>
          <a:bodyPr wrap="square" rtlCol="0">
            <a:spAutoFit/>
          </a:bodyPr>
          <a:lstStyle/>
          <a:p>
            <a:pPr algn="ctr"/>
            <a:r>
              <a:rPr lang="en-US" sz="900" dirty="0"/>
              <a:t>39</a:t>
            </a:r>
          </a:p>
        </p:txBody>
      </p:sp>
      <p:sp>
        <p:nvSpPr>
          <p:cNvPr id="21" name="TextBox 20">
            <a:extLst>
              <a:ext uri="{FF2B5EF4-FFF2-40B4-BE49-F238E27FC236}">
                <a16:creationId xmlns:a16="http://schemas.microsoft.com/office/drawing/2014/main" id="{C1C25386-AE82-65BD-C788-B928F0733942}"/>
              </a:ext>
            </a:extLst>
          </p:cNvPr>
          <p:cNvSpPr txBox="1"/>
          <p:nvPr/>
        </p:nvSpPr>
        <p:spPr>
          <a:xfrm>
            <a:off x="5650090" y="3406653"/>
            <a:ext cx="570089" cy="230832"/>
          </a:xfrm>
          <a:prstGeom prst="rect">
            <a:avLst/>
          </a:prstGeom>
          <a:noFill/>
        </p:spPr>
        <p:txBody>
          <a:bodyPr wrap="square" rtlCol="0">
            <a:spAutoFit/>
          </a:bodyPr>
          <a:lstStyle/>
          <a:p>
            <a:pPr algn="ctr"/>
            <a:r>
              <a:rPr lang="en-US" sz="900" dirty="0"/>
              <a:t>93</a:t>
            </a:r>
          </a:p>
        </p:txBody>
      </p:sp>
      <p:sp>
        <p:nvSpPr>
          <p:cNvPr id="22" name="TextBox 21">
            <a:extLst>
              <a:ext uri="{FF2B5EF4-FFF2-40B4-BE49-F238E27FC236}">
                <a16:creationId xmlns:a16="http://schemas.microsoft.com/office/drawing/2014/main" id="{F7FCA8B7-B90A-33C5-3264-8BE6FE52092C}"/>
              </a:ext>
            </a:extLst>
          </p:cNvPr>
          <p:cNvSpPr txBox="1"/>
          <p:nvPr/>
        </p:nvSpPr>
        <p:spPr>
          <a:xfrm>
            <a:off x="4645378" y="901933"/>
            <a:ext cx="570089" cy="230832"/>
          </a:xfrm>
          <a:prstGeom prst="rect">
            <a:avLst/>
          </a:prstGeom>
          <a:noFill/>
        </p:spPr>
        <p:txBody>
          <a:bodyPr wrap="square" rtlCol="0">
            <a:spAutoFit/>
          </a:bodyPr>
          <a:lstStyle/>
          <a:p>
            <a:pPr algn="ctr"/>
            <a:r>
              <a:rPr lang="en-US" sz="900" dirty="0"/>
              <a:t>359</a:t>
            </a:r>
          </a:p>
        </p:txBody>
      </p:sp>
      <p:sp>
        <p:nvSpPr>
          <p:cNvPr id="23" name="TextBox 22">
            <a:extLst>
              <a:ext uri="{FF2B5EF4-FFF2-40B4-BE49-F238E27FC236}">
                <a16:creationId xmlns:a16="http://schemas.microsoft.com/office/drawing/2014/main" id="{B7C5D561-3FBA-E20F-D612-596B93DB0591}"/>
              </a:ext>
            </a:extLst>
          </p:cNvPr>
          <p:cNvSpPr txBox="1"/>
          <p:nvPr/>
        </p:nvSpPr>
        <p:spPr>
          <a:xfrm>
            <a:off x="4645378" y="4408541"/>
            <a:ext cx="570089" cy="230832"/>
          </a:xfrm>
          <a:prstGeom prst="rect">
            <a:avLst/>
          </a:prstGeom>
          <a:noFill/>
        </p:spPr>
        <p:txBody>
          <a:bodyPr wrap="square" rtlCol="0">
            <a:spAutoFit/>
          </a:bodyPr>
          <a:lstStyle/>
          <a:p>
            <a:pPr algn="ctr"/>
            <a:r>
              <a:rPr lang="en-US" sz="900" dirty="0"/>
              <a:t>359</a:t>
            </a:r>
          </a:p>
        </p:txBody>
      </p:sp>
      <p:sp>
        <p:nvSpPr>
          <p:cNvPr id="24" name="TextBox 23">
            <a:extLst>
              <a:ext uri="{FF2B5EF4-FFF2-40B4-BE49-F238E27FC236}">
                <a16:creationId xmlns:a16="http://schemas.microsoft.com/office/drawing/2014/main" id="{A0ABC93F-3F02-79CE-268B-36FC4EF5FE9B}"/>
              </a:ext>
            </a:extLst>
          </p:cNvPr>
          <p:cNvSpPr txBox="1"/>
          <p:nvPr/>
        </p:nvSpPr>
        <p:spPr>
          <a:xfrm>
            <a:off x="4645378" y="4909484"/>
            <a:ext cx="570089" cy="230832"/>
          </a:xfrm>
          <a:prstGeom prst="rect">
            <a:avLst/>
          </a:prstGeom>
          <a:noFill/>
        </p:spPr>
        <p:txBody>
          <a:bodyPr wrap="square" rtlCol="0">
            <a:spAutoFit/>
          </a:bodyPr>
          <a:lstStyle/>
          <a:p>
            <a:pPr algn="ctr"/>
            <a:r>
              <a:rPr lang="en-US" sz="900" dirty="0"/>
              <a:t>359</a:t>
            </a:r>
          </a:p>
        </p:txBody>
      </p:sp>
      <p:sp>
        <p:nvSpPr>
          <p:cNvPr id="26" name="TextBox 25">
            <a:extLst>
              <a:ext uri="{FF2B5EF4-FFF2-40B4-BE49-F238E27FC236}">
                <a16:creationId xmlns:a16="http://schemas.microsoft.com/office/drawing/2014/main" id="{C5F98486-FB6B-BE32-A7DA-C9BEE0CDAA9B}"/>
              </a:ext>
            </a:extLst>
          </p:cNvPr>
          <p:cNvSpPr txBox="1"/>
          <p:nvPr/>
        </p:nvSpPr>
        <p:spPr>
          <a:xfrm>
            <a:off x="4143022" y="2905709"/>
            <a:ext cx="570089" cy="230832"/>
          </a:xfrm>
          <a:prstGeom prst="rect">
            <a:avLst/>
          </a:prstGeom>
          <a:noFill/>
        </p:spPr>
        <p:txBody>
          <a:bodyPr wrap="square" rtlCol="0">
            <a:spAutoFit/>
          </a:bodyPr>
          <a:lstStyle/>
          <a:p>
            <a:pPr algn="ctr"/>
            <a:r>
              <a:rPr lang="en-US" sz="900" dirty="0"/>
              <a:t>39</a:t>
            </a:r>
          </a:p>
        </p:txBody>
      </p:sp>
      <p:sp>
        <p:nvSpPr>
          <p:cNvPr id="27" name="TextBox 26">
            <a:extLst>
              <a:ext uri="{FF2B5EF4-FFF2-40B4-BE49-F238E27FC236}">
                <a16:creationId xmlns:a16="http://schemas.microsoft.com/office/drawing/2014/main" id="{4EBE851B-CD71-DA61-F714-F8633520F21E}"/>
              </a:ext>
            </a:extLst>
          </p:cNvPr>
          <p:cNvSpPr txBox="1"/>
          <p:nvPr/>
        </p:nvSpPr>
        <p:spPr>
          <a:xfrm>
            <a:off x="4143022" y="3406653"/>
            <a:ext cx="570089" cy="230832"/>
          </a:xfrm>
          <a:prstGeom prst="rect">
            <a:avLst/>
          </a:prstGeom>
          <a:noFill/>
        </p:spPr>
        <p:txBody>
          <a:bodyPr wrap="square" rtlCol="0">
            <a:spAutoFit/>
          </a:bodyPr>
          <a:lstStyle/>
          <a:p>
            <a:pPr algn="ctr"/>
            <a:r>
              <a:rPr lang="en-US" sz="900" dirty="0"/>
              <a:t>57</a:t>
            </a:r>
          </a:p>
        </p:txBody>
      </p:sp>
      <p:sp>
        <p:nvSpPr>
          <p:cNvPr id="38" name="TextBox 37">
            <a:extLst>
              <a:ext uri="{FF2B5EF4-FFF2-40B4-BE49-F238E27FC236}">
                <a16:creationId xmlns:a16="http://schemas.microsoft.com/office/drawing/2014/main" id="{1117EED7-F9FC-D234-3D27-050FB1DD79E6}"/>
              </a:ext>
            </a:extLst>
          </p:cNvPr>
          <p:cNvSpPr txBox="1"/>
          <p:nvPr/>
        </p:nvSpPr>
        <p:spPr>
          <a:xfrm>
            <a:off x="4143022" y="4909484"/>
            <a:ext cx="570089" cy="230832"/>
          </a:xfrm>
          <a:prstGeom prst="rect">
            <a:avLst/>
          </a:prstGeom>
          <a:noFill/>
        </p:spPr>
        <p:txBody>
          <a:bodyPr wrap="square" rtlCol="0">
            <a:spAutoFit/>
          </a:bodyPr>
          <a:lstStyle/>
          <a:p>
            <a:pPr algn="ctr"/>
            <a:r>
              <a:rPr lang="en-US" sz="900" dirty="0"/>
              <a:t>93</a:t>
            </a:r>
          </a:p>
        </p:txBody>
      </p:sp>
      <p:sp>
        <p:nvSpPr>
          <p:cNvPr id="39" name="TextBox 38">
            <a:extLst>
              <a:ext uri="{FF2B5EF4-FFF2-40B4-BE49-F238E27FC236}">
                <a16:creationId xmlns:a16="http://schemas.microsoft.com/office/drawing/2014/main" id="{5C2C2EF6-A3A6-976C-56F3-159BCC2A7B3D}"/>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8857767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8E506-00BF-D33D-D9B3-1E25098D9B5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6596D7-3BCC-4920-AB70-F48733B907FD}"/>
              </a:ext>
            </a:extLst>
          </p:cNvPr>
          <p:cNvSpPr>
            <a:spLocks noGrp="1"/>
          </p:cNvSpPr>
          <p:nvPr>
            <p:ph sz="half" idx="1"/>
          </p:nvPr>
        </p:nvSpPr>
        <p:spPr/>
        <p:txBody>
          <a:bodyPr>
            <a:normAutofit/>
          </a:bodyPr>
          <a:lstStyle/>
          <a:p>
            <a:r>
              <a:rPr lang="en-US" dirty="0"/>
              <a:t>The orientation of the 39 pair is determined.</a:t>
            </a:r>
          </a:p>
        </p:txBody>
      </p:sp>
      <p:pic>
        <p:nvPicPr>
          <p:cNvPr id="4" name="Picture 3" descr="A grid of sudoku puzzle&#10;&#10;Description automatically generated">
            <a:extLst>
              <a:ext uri="{FF2B5EF4-FFF2-40B4-BE49-F238E27FC236}">
                <a16:creationId xmlns:a16="http://schemas.microsoft.com/office/drawing/2014/main" id="{9F5FB709-B8F8-25EC-C1FE-60C70D59DEA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DB77782-840D-DD42-11F0-513B8303FC9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5112198-E9BE-0EBE-8924-D5CF4AB035A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F44457A-DD31-2A48-1CB6-C8ADDA7FAA62}"/>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5E811828-8CAF-0FD4-0589-CB5F206FBC0D}"/>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4665B5A9-69DF-5D7E-037E-88A3E3FA074D}"/>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AE5F4809-42AE-66C3-D1FE-45843BF947D1}"/>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5EB170FB-0D34-2787-E959-B29684D08312}"/>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0E81B5B0-AE8D-F886-BF85-72D884004C0A}"/>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09E0E0C9-25E1-5627-A3F6-0BD637C12C8F}"/>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F4B46834-30DC-3A48-E6EB-BFAD5294EAA8}"/>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6AEB3DC7-5EDB-A867-D076-4802BF2A7C6B}"/>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32566178-1B17-5A46-12E0-45BAA57788E4}"/>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BF185A51-EDD1-6660-E120-1784F4D95613}"/>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4700CD38-958E-99E7-95C6-CB573F9FB976}"/>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1BEC8BEE-72CD-D5DF-3343-F88AF37AA02E}"/>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2A96A441-1AA0-4286-E3AB-3E623F395A58}"/>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C6A504D0-3DEE-246A-A257-3E6E235FFBCF}"/>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E00F5612-DBFB-9127-1BD3-E3D7E5AD720B}"/>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D806BE5C-D5B7-5836-95C1-C780AF650F79}"/>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35730E88-11B5-47B5-27DD-AA7A3FE708BF}"/>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9D1D645D-F067-4C5C-A3B8-5C9FCC5B497B}"/>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EDAA23F8-8283-BA31-3713-7EE84DC81852}"/>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0D237876-A9DA-D7B4-54D4-F2697C3036E6}"/>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BB4EA766-F330-97CD-B8D3-CE7F5DD1D527}"/>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E7B2A488-05F3-A9CB-83BE-C40175DAD842}"/>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18" name="TextBox 17">
            <a:extLst>
              <a:ext uri="{FF2B5EF4-FFF2-40B4-BE49-F238E27FC236}">
                <a16:creationId xmlns:a16="http://schemas.microsoft.com/office/drawing/2014/main" id="{B1F7663C-E8B7-9EDA-75C0-D92EADE3374D}"/>
              </a:ext>
            </a:extLst>
          </p:cNvPr>
          <p:cNvSpPr txBox="1"/>
          <p:nvPr/>
        </p:nvSpPr>
        <p:spPr>
          <a:xfrm>
            <a:off x="3138310" y="901933"/>
            <a:ext cx="570089" cy="230832"/>
          </a:xfrm>
          <a:prstGeom prst="rect">
            <a:avLst/>
          </a:prstGeom>
          <a:noFill/>
        </p:spPr>
        <p:txBody>
          <a:bodyPr wrap="square" rtlCol="0">
            <a:spAutoFit/>
          </a:bodyPr>
          <a:lstStyle/>
          <a:p>
            <a:pPr algn="ctr"/>
            <a:r>
              <a:rPr lang="en-US" sz="900" dirty="0"/>
              <a:t>39</a:t>
            </a:r>
          </a:p>
        </p:txBody>
      </p:sp>
      <p:sp>
        <p:nvSpPr>
          <p:cNvPr id="19" name="TextBox 18">
            <a:extLst>
              <a:ext uri="{FF2B5EF4-FFF2-40B4-BE49-F238E27FC236}">
                <a16:creationId xmlns:a16="http://schemas.microsoft.com/office/drawing/2014/main" id="{C6436211-178D-FEF4-D5CE-9D20DBBC408B}"/>
              </a:ext>
            </a:extLst>
          </p:cNvPr>
          <p:cNvSpPr txBox="1"/>
          <p:nvPr/>
        </p:nvSpPr>
        <p:spPr>
          <a:xfrm>
            <a:off x="3138310" y="1903821"/>
            <a:ext cx="570089" cy="230832"/>
          </a:xfrm>
          <a:prstGeom prst="rect">
            <a:avLst/>
          </a:prstGeom>
          <a:noFill/>
        </p:spPr>
        <p:txBody>
          <a:bodyPr wrap="square" rtlCol="0">
            <a:spAutoFit/>
          </a:bodyPr>
          <a:lstStyle/>
          <a:p>
            <a:pPr algn="ctr"/>
            <a:r>
              <a:rPr lang="en-US" sz="900" dirty="0"/>
              <a:t>93</a:t>
            </a:r>
          </a:p>
        </p:txBody>
      </p:sp>
      <p:sp>
        <p:nvSpPr>
          <p:cNvPr id="22" name="TextBox 21">
            <a:extLst>
              <a:ext uri="{FF2B5EF4-FFF2-40B4-BE49-F238E27FC236}">
                <a16:creationId xmlns:a16="http://schemas.microsoft.com/office/drawing/2014/main" id="{B1113D0D-108E-1477-E6BC-E70160F05C80}"/>
              </a:ext>
            </a:extLst>
          </p:cNvPr>
          <p:cNvSpPr txBox="1"/>
          <p:nvPr/>
        </p:nvSpPr>
        <p:spPr>
          <a:xfrm>
            <a:off x="4645378" y="901933"/>
            <a:ext cx="570089" cy="230832"/>
          </a:xfrm>
          <a:prstGeom prst="rect">
            <a:avLst/>
          </a:prstGeom>
          <a:noFill/>
        </p:spPr>
        <p:txBody>
          <a:bodyPr wrap="square" rtlCol="0">
            <a:spAutoFit/>
          </a:bodyPr>
          <a:lstStyle/>
          <a:p>
            <a:pPr algn="ctr"/>
            <a:r>
              <a:rPr lang="en-US" sz="900" dirty="0"/>
              <a:t>359</a:t>
            </a:r>
          </a:p>
        </p:txBody>
      </p:sp>
      <p:sp>
        <p:nvSpPr>
          <p:cNvPr id="23" name="TextBox 22">
            <a:extLst>
              <a:ext uri="{FF2B5EF4-FFF2-40B4-BE49-F238E27FC236}">
                <a16:creationId xmlns:a16="http://schemas.microsoft.com/office/drawing/2014/main" id="{47EBCA0B-C3DA-C651-F04C-00D1D73B8EE7}"/>
              </a:ext>
            </a:extLst>
          </p:cNvPr>
          <p:cNvSpPr txBox="1"/>
          <p:nvPr/>
        </p:nvSpPr>
        <p:spPr>
          <a:xfrm>
            <a:off x="4645378" y="4408541"/>
            <a:ext cx="570089" cy="230832"/>
          </a:xfrm>
          <a:prstGeom prst="rect">
            <a:avLst/>
          </a:prstGeom>
          <a:noFill/>
        </p:spPr>
        <p:txBody>
          <a:bodyPr wrap="square" rtlCol="0">
            <a:spAutoFit/>
          </a:bodyPr>
          <a:lstStyle/>
          <a:p>
            <a:pPr algn="ctr"/>
            <a:r>
              <a:rPr lang="en-US" sz="900" dirty="0"/>
              <a:t>359</a:t>
            </a:r>
          </a:p>
        </p:txBody>
      </p:sp>
      <p:sp>
        <p:nvSpPr>
          <p:cNvPr id="24" name="TextBox 23">
            <a:extLst>
              <a:ext uri="{FF2B5EF4-FFF2-40B4-BE49-F238E27FC236}">
                <a16:creationId xmlns:a16="http://schemas.microsoft.com/office/drawing/2014/main" id="{5A661FB6-2AE7-46ED-959D-063F5978AE5C}"/>
              </a:ext>
            </a:extLst>
          </p:cNvPr>
          <p:cNvSpPr txBox="1"/>
          <p:nvPr/>
        </p:nvSpPr>
        <p:spPr>
          <a:xfrm>
            <a:off x="4645378" y="4909484"/>
            <a:ext cx="570089" cy="230832"/>
          </a:xfrm>
          <a:prstGeom prst="rect">
            <a:avLst/>
          </a:prstGeom>
          <a:noFill/>
        </p:spPr>
        <p:txBody>
          <a:bodyPr wrap="square" rtlCol="0">
            <a:spAutoFit/>
          </a:bodyPr>
          <a:lstStyle/>
          <a:p>
            <a:pPr algn="ctr"/>
            <a:r>
              <a:rPr lang="en-US" sz="900" dirty="0"/>
              <a:t>359</a:t>
            </a:r>
          </a:p>
        </p:txBody>
      </p:sp>
      <p:sp>
        <p:nvSpPr>
          <p:cNvPr id="26" name="TextBox 25">
            <a:extLst>
              <a:ext uri="{FF2B5EF4-FFF2-40B4-BE49-F238E27FC236}">
                <a16:creationId xmlns:a16="http://schemas.microsoft.com/office/drawing/2014/main" id="{09EB8E3A-CAE4-B43D-7906-5DF371591CEF}"/>
              </a:ext>
            </a:extLst>
          </p:cNvPr>
          <p:cNvSpPr txBox="1"/>
          <p:nvPr/>
        </p:nvSpPr>
        <p:spPr>
          <a:xfrm>
            <a:off x="4143022" y="2905709"/>
            <a:ext cx="570089" cy="230832"/>
          </a:xfrm>
          <a:prstGeom prst="rect">
            <a:avLst/>
          </a:prstGeom>
          <a:noFill/>
        </p:spPr>
        <p:txBody>
          <a:bodyPr wrap="square" rtlCol="0">
            <a:spAutoFit/>
          </a:bodyPr>
          <a:lstStyle/>
          <a:p>
            <a:pPr algn="ctr"/>
            <a:r>
              <a:rPr lang="en-US" sz="900" dirty="0"/>
              <a:t>39</a:t>
            </a:r>
          </a:p>
        </p:txBody>
      </p:sp>
      <p:sp>
        <p:nvSpPr>
          <p:cNvPr id="27" name="TextBox 26">
            <a:extLst>
              <a:ext uri="{FF2B5EF4-FFF2-40B4-BE49-F238E27FC236}">
                <a16:creationId xmlns:a16="http://schemas.microsoft.com/office/drawing/2014/main" id="{B67896EC-326A-B92D-C1EC-9DCAF2C18C38}"/>
              </a:ext>
            </a:extLst>
          </p:cNvPr>
          <p:cNvSpPr txBox="1"/>
          <p:nvPr/>
        </p:nvSpPr>
        <p:spPr>
          <a:xfrm>
            <a:off x="4143022" y="3406653"/>
            <a:ext cx="570089" cy="230832"/>
          </a:xfrm>
          <a:prstGeom prst="rect">
            <a:avLst/>
          </a:prstGeom>
          <a:noFill/>
        </p:spPr>
        <p:txBody>
          <a:bodyPr wrap="square" rtlCol="0">
            <a:spAutoFit/>
          </a:bodyPr>
          <a:lstStyle/>
          <a:p>
            <a:pPr algn="ctr"/>
            <a:r>
              <a:rPr lang="en-US" sz="900" dirty="0"/>
              <a:t>57</a:t>
            </a:r>
          </a:p>
        </p:txBody>
      </p:sp>
      <p:sp>
        <p:nvSpPr>
          <p:cNvPr id="38" name="TextBox 37">
            <a:extLst>
              <a:ext uri="{FF2B5EF4-FFF2-40B4-BE49-F238E27FC236}">
                <a16:creationId xmlns:a16="http://schemas.microsoft.com/office/drawing/2014/main" id="{28E25E2E-B5A7-BB5E-B4E0-DFF5BAB5ACB7}"/>
              </a:ext>
            </a:extLst>
          </p:cNvPr>
          <p:cNvSpPr txBox="1"/>
          <p:nvPr/>
        </p:nvSpPr>
        <p:spPr>
          <a:xfrm>
            <a:off x="4143022" y="4909484"/>
            <a:ext cx="570089" cy="230832"/>
          </a:xfrm>
          <a:prstGeom prst="rect">
            <a:avLst/>
          </a:prstGeom>
          <a:noFill/>
        </p:spPr>
        <p:txBody>
          <a:bodyPr wrap="square" rtlCol="0">
            <a:spAutoFit/>
          </a:bodyPr>
          <a:lstStyle/>
          <a:p>
            <a:pPr algn="ctr"/>
            <a:r>
              <a:rPr lang="en-US" sz="900" dirty="0"/>
              <a:t>93</a:t>
            </a:r>
          </a:p>
        </p:txBody>
      </p:sp>
      <p:sp>
        <p:nvSpPr>
          <p:cNvPr id="39" name="TextBox 38">
            <a:extLst>
              <a:ext uri="{FF2B5EF4-FFF2-40B4-BE49-F238E27FC236}">
                <a16:creationId xmlns:a16="http://schemas.microsoft.com/office/drawing/2014/main" id="{A6DB333E-7873-4C81-B3A7-1CA93D98C46F}"/>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81CCE4A0-809F-8C19-C662-ECEEE2009670}"/>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5C1D5DA7-83CE-9AA2-52ED-6FFCFA89F58C}"/>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35130011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9044F-CE7C-9C22-4BA5-05FDEAC5A18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3C29E58-DCC9-25B7-3A84-BAD121997030}"/>
              </a:ext>
            </a:extLst>
          </p:cNvPr>
          <p:cNvSpPr>
            <a:spLocks noGrp="1"/>
          </p:cNvSpPr>
          <p:nvPr>
            <p:ph sz="half" idx="1"/>
          </p:nvPr>
        </p:nvSpPr>
        <p:spPr/>
        <p:txBody>
          <a:bodyPr>
            <a:normAutofit/>
          </a:bodyPr>
          <a:lstStyle/>
          <a:p>
            <a:r>
              <a:rPr lang="en-US" dirty="0"/>
              <a:t>The three cell sequence in Row 7 is 123, in either order.</a:t>
            </a:r>
          </a:p>
        </p:txBody>
      </p:sp>
      <p:pic>
        <p:nvPicPr>
          <p:cNvPr id="4" name="Picture 3" descr="A grid of sudoku puzzle&#10;&#10;Description automatically generated">
            <a:extLst>
              <a:ext uri="{FF2B5EF4-FFF2-40B4-BE49-F238E27FC236}">
                <a16:creationId xmlns:a16="http://schemas.microsoft.com/office/drawing/2014/main" id="{F28547F6-08AB-CDC2-9B7D-1813A65B824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B43E46F-959B-DE4D-283D-2A7FE64A9E0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5C2C8FF-0D91-EC63-1D82-2B0393E229F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948EB47-E664-71B6-E50A-99EC27F9B375}"/>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9606AEA1-830B-0D22-74D8-63A1BE3E06B1}"/>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59F9C71A-F2E6-9E0D-0C9B-D792B04789B1}"/>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D2CB9296-6345-5E79-7542-4DDFEE2FE043}"/>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E52CF51E-245B-B67C-17C5-3676B63E3B4F}"/>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1A9F915D-8CFA-A858-ABF6-79E1C0A76D22}"/>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10F1B09B-13FF-A162-BD66-BF0E5E3A0973}"/>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05F2944E-ED60-04A4-CED3-5BBF8CD6E88D}"/>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127CDC8D-3C2C-0E0D-8A59-709FCEDF7CB3}"/>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25794FBE-1B21-335F-2038-EA1D7EF42A8D}"/>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16B47EC4-6119-D21C-DBE8-9A694C071DA8}"/>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98314B59-002F-A234-4879-E0806E76FD17}"/>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A491B8D8-9E2B-2F76-AEDC-14908BBBED87}"/>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1080FA66-D3A5-C574-04C5-5E46B124B333}"/>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1CD0C6A2-A7DF-8A08-D1E9-94A96F4A2314}"/>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76D7CE27-A65F-5013-54E7-0A3E5DE0D92C}"/>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4241EA3E-1486-FE4E-8E51-10EB27B06B47}"/>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CB0C734A-45D7-6B83-3958-85B24CE1CA9B}"/>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95397FBD-4308-863D-D10B-07EE43A594DF}"/>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6CA75283-3423-9272-D751-499AED12B495}"/>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8EE1D141-008F-C9EB-2613-F7FAC533CA9F}"/>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EFCEBD71-4476-6B31-5896-148F04E98FC7}"/>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43E4129D-DFEA-18C0-AE7D-0273B263AC40}"/>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18" name="TextBox 17">
            <a:extLst>
              <a:ext uri="{FF2B5EF4-FFF2-40B4-BE49-F238E27FC236}">
                <a16:creationId xmlns:a16="http://schemas.microsoft.com/office/drawing/2014/main" id="{914B9AF8-81BF-587E-B195-C10663858109}"/>
              </a:ext>
            </a:extLst>
          </p:cNvPr>
          <p:cNvSpPr txBox="1"/>
          <p:nvPr/>
        </p:nvSpPr>
        <p:spPr>
          <a:xfrm>
            <a:off x="3138310" y="901933"/>
            <a:ext cx="570089" cy="230832"/>
          </a:xfrm>
          <a:prstGeom prst="rect">
            <a:avLst/>
          </a:prstGeom>
          <a:noFill/>
        </p:spPr>
        <p:txBody>
          <a:bodyPr wrap="square" rtlCol="0">
            <a:spAutoFit/>
          </a:bodyPr>
          <a:lstStyle/>
          <a:p>
            <a:pPr algn="ctr"/>
            <a:r>
              <a:rPr lang="en-US" sz="900" dirty="0"/>
              <a:t>39</a:t>
            </a:r>
          </a:p>
        </p:txBody>
      </p:sp>
      <p:sp>
        <p:nvSpPr>
          <p:cNvPr id="19" name="TextBox 18">
            <a:extLst>
              <a:ext uri="{FF2B5EF4-FFF2-40B4-BE49-F238E27FC236}">
                <a16:creationId xmlns:a16="http://schemas.microsoft.com/office/drawing/2014/main" id="{56F289EC-17CB-1116-5AB2-3179797BEB9D}"/>
              </a:ext>
            </a:extLst>
          </p:cNvPr>
          <p:cNvSpPr txBox="1"/>
          <p:nvPr/>
        </p:nvSpPr>
        <p:spPr>
          <a:xfrm>
            <a:off x="3138310" y="1903821"/>
            <a:ext cx="570089" cy="230832"/>
          </a:xfrm>
          <a:prstGeom prst="rect">
            <a:avLst/>
          </a:prstGeom>
          <a:noFill/>
        </p:spPr>
        <p:txBody>
          <a:bodyPr wrap="square" rtlCol="0">
            <a:spAutoFit/>
          </a:bodyPr>
          <a:lstStyle/>
          <a:p>
            <a:pPr algn="ctr"/>
            <a:r>
              <a:rPr lang="en-US" sz="900" dirty="0"/>
              <a:t>93</a:t>
            </a:r>
          </a:p>
        </p:txBody>
      </p:sp>
      <p:sp>
        <p:nvSpPr>
          <p:cNvPr id="22" name="TextBox 21">
            <a:extLst>
              <a:ext uri="{FF2B5EF4-FFF2-40B4-BE49-F238E27FC236}">
                <a16:creationId xmlns:a16="http://schemas.microsoft.com/office/drawing/2014/main" id="{57320D67-70CB-1251-E9D1-0F02D7E65A70}"/>
              </a:ext>
            </a:extLst>
          </p:cNvPr>
          <p:cNvSpPr txBox="1"/>
          <p:nvPr/>
        </p:nvSpPr>
        <p:spPr>
          <a:xfrm>
            <a:off x="4645378" y="901933"/>
            <a:ext cx="570089" cy="230832"/>
          </a:xfrm>
          <a:prstGeom prst="rect">
            <a:avLst/>
          </a:prstGeom>
          <a:noFill/>
        </p:spPr>
        <p:txBody>
          <a:bodyPr wrap="square" rtlCol="0">
            <a:spAutoFit/>
          </a:bodyPr>
          <a:lstStyle/>
          <a:p>
            <a:pPr algn="ctr"/>
            <a:r>
              <a:rPr lang="en-US" sz="900" dirty="0"/>
              <a:t>359</a:t>
            </a:r>
          </a:p>
        </p:txBody>
      </p:sp>
      <p:sp>
        <p:nvSpPr>
          <p:cNvPr id="23" name="TextBox 22">
            <a:extLst>
              <a:ext uri="{FF2B5EF4-FFF2-40B4-BE49-F238E27FC236}">
                <a16:creationId xmlns:a16="http://schemas.microsoft.com/office/drawing/2014/main" id="{749B9DBE-AFE3-D1AF-7613-C7D091C489B5}"/>
              </a:ext>
            </a:extLst>
          </p:cNvPr>
          <p:cNvSpPr txBox="1"/>
          <p:nvPr/>
        </p:nvSpPr>
        <p:spPr>
          <a:xfrm>
            <a:off x="4645378" y="4408541"/>
            <a:ext cx="570089" cy="230832"/>
          </a:xfrm>
          <a:prstGeom prst="rect">
            <a:avLst/>
          </a:prstGeom>
          <a:noFill/>
        </p:spPr>
        <p:txBody>
          <a:bodyPr wrap="square" rtlCol="0">
            <a:spAutoFit/>
          </a:bodyPr>
          <a:lstStyle/>
          <a:p>
            <a:pPr algn="ctr"/>
            <a:r>
              <a:rPr lang="en-US" sz="900" dirty="0"/>
              <a:t>359</a:t>
            </a:r>
          </a:p>
        </p:txBody>
      </p:sp>
      <p:sp>
        <p:nvSpPr>
          <p:cNvPr id="24" name="TextBox 23">
            <a:extLst>
              <a:ext uri="{FF2B5EF4-FFF2-40B4-BE49-F238E27FC236}">
                <a16:creationId xmlns:a16="http://schemas.microsoft.com/office/drawing/2014/main" id="{1B2D5EDA-A967-3156-3A95-7AAD205A967E}"/>
              </a:ext>
            </a:extLst>
          </p:cNvPr>
          <p:cNvSpPr txBox="1"/>
          <p:nvPr/>
        </p:nvSpPr>
        <p:spPr>
          <a:xfrm>
            <a:off x="4645378" y="4909484"/>
            <a:ext cx="570089" cy="230832"/>
          </a:xfrm>
          <a:prstGeom prst="rect">
            <a:avLst/>
          </a:prstGeom>
          <a:noFill/>
        </p:spPr>
        <p:txBody>
          <a:bodyPr wrap="square" rtlCol="0">
            <a:spAutoFit/>
          </a:bodyPr>
          <a:lstStyle/>
          <a:p>
            <a:pPr algn="ctr"/>
            <a:r>
              <a:rPr lang="en-US" sz="900" dirty="0"/>
              <a:t>359</a:t>
            </a:r>
          </a:p>
        </p:txBody>
      </p:sp>
      <p:sp>
        <p:nvSpPr>
          <p:cNvPr id="26" name="TextBox 25">
            <a:extLst>
              <a:ext uri="{FF2B5EF4-FFF2-40B4-BE49-F238E27FC236}">
                <a16:creationId xmlns:a16="http://schemas.microsoft.com/office/drawing/2014/main" id="{59E817EE-3B08-15AF-A281-F65969ACDE6B}"/>
              </a:ext>
            </a:extLst>
          </p:cNvPr>
          <p:cNvSpPr txBox="1"/>
          <p:nvPr/>
        </p:nvSpPr>
        <p:spPr>
          <a:xfrm>
            <a:off x="4143022" y="2905709"/>
            <a:ext cx="570089" cy="230832"/>
          </a:xfrm>
          <a:prstGeom prst="rect">
            <a:avLst/>
          </a:prstGeom>
          <a:noFill/>
        </p:spPr>
        <p:txBody>
          <a:bodyPr wrap="square" rtlCol="0">
            <a:spAutoFit/>
          </a:bodyPr>
          <a:lstStyle/>
          <a:p>
            <a:pPr algn="ctr"/>
            <a:r>
              <a:rPr lang="en-US" sz="900" dirty="0"/>
              <a:t>39</a:t>
            </a:r>
          </a:p>
        </p:txBody>
      </p:sp>
      <p:sp>
        <p:nvSpPr>
          <p:cNvPr id="27" name="TextBox 26">
            <a:extLst>
              <a:ext uri="{FF2B5EF4-FFF2-40B4-BE49-F238E27FC236}">
                <a16:creationId xmlns:a16="http://schemas.microsoft.com/office/drawing/2014/main" id="{B0426FE2-1843-063C-CBC7-5B9D97A8FD9C}"/>
              </a:ext>
            </a:extLst>
          </p:cNvPr>
          <p:cNvSpPr txBox="1"/>
          <p:nvPr/>
        </p:nvSpPr>
        <p:spPr>
          <a:xfrm>
            <a:off x="4143022" y="3406653"/>
            <a:ext cx="570089" cy="230832"/>
          </a:xfrm>
          <a:prstGeom prst="rect">
            <a:avLst/>
          </a:prstGeom>
          <a:noFill/>
        </p:spPr>
        <p:txBody>
          <a:bodyPr wrap="square" rtlCol="0">
            <a:spAutoFit/>
          </a:bodyPr>
          <a:lstStyle/>
          <a:p>
            <a:pPr algn="ctr"/>
            <a:r>
              <a:rPr lang="en-US" sz="900" dirty="0"/>
              <a:t>57</a:t>
            </a:r>
          </a:p>
        </p:txBody>
      </p:sp>
      <p:sp>
        <p:nvSpPr>
          <p:cNvPr id="38" name="TextBox 37">
            <a:extLst>
              <a:ext uri="{FF2B5EF4-FFF2-40B4-BE49-F238E27FC236}">
                <a16:creationId xmlns:a16="http://schemas.microsoft.com/office/drawing/2014/main" id="{B05DB53E-C51A-2389-959F-6F34353E9CC7}"/>
              </a:ext>
            </a:extLst>
          </p:cNvPr>
          <p:cNvSpPr txBox="1"/>
          <p:nvPr/>
        </p:nvSpPr>
        <p:spPr>
          <a:xfrm>
            <a:off x="4143022" y="4909484"/>
            <a:ext cx="570089" cy="230832"/>
          </a:xfrm>
          <a:prstGeom prst="rect">
            <a:avLst/>
          </a:prstGeom>
          <a:noFill/>
        </p:spPr>
        <p:txBody>
          <a:bodyPr wrap="square" rtlCol="0">
            <a:spAutoFit/>
          </a:bodyPr>
          <a:lstStyle/>
          <a:p>
            <a:pPr algn="ctr"/>
            <a:r>
              <a:rPr lang="en-US" sz="900" dirty="0"/>
              <a:t>93</a:t>
            </a:r>
          </a:p>
        </p:txBody>
      </p:sp>
      <p:sp>
        <p:nvSpPr>
          <p:cNvPr id="39" name="TextBox 38">
            <a:extLst>
              <a:ext uri="{FF2B5EF4-FFF2-40B4-BE49-F238E27FC236}">
                <a16:creationId xmlns:a16="http://schemas.microsoft.com/office/drawing/2014/main" id="{80AD9910-38C8-E3A4-7586-CBCB2EEA7ABC}"/>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9226FBDA-A900-D064-7582-EFBF1AA442CE}"/>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F3C918BD-C7C1-71B3-A676-119D361C3E05}"/>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2809AF5C-659D-D166-E156-DB7DDFE1BF50}"/>
              </a:ext>
            </a:extLst>
          </p:cNvPr>
          <p:cNvSpPr txBox="1"/>
          <p:nvPr/>
        </p:nvSpPr>
        <p:spPr>
          <a:xfrm>
            <a:off x="5147734" y="3907597"/>
            <a:ext cx="570089" cy="230832"/>
          </a:xfrm>
          <a:prstGeom prst="rect">
            <a:avLst/>
          </a:prstGeom>
          <a:noFill/>
        </p:spPr>
        <p:txBody>
          <a:bodyPr wrap="square" rtlCol="0">
            <a:spAutoFit/>
          </a:bodyPr>
          <a:lstStyle/>
          <a:p>
            <a:pPr algn="ctr"/>
            <a:r>
              <a:rPr lang="en-US" sz="900" dirty="0"/>
              <a:t>31</a:t>
            </a:r>
          </a:p>
        </p:txBody>
      </p:sp>
      <p:sp>
        <p:nvSpPr>
          <p:cNvPr id="21" name="TextBox 20">
            <a:extLst>
              <a:ext uri="{FF2B5EF4-FFF2-40B4-BE49-F238E27FC236}">
                <a16:creationId xmlns:a16="http://schemas.microsoft.com/office/drawing/2014/main" id="{1F459CE5-1FF5-3A18-61EB-C992D0C5C967}"/>
              </a:ext>
            </a:extLst>
          </p:cNvPr>
          <p:cNvSpPr txBox="1"/>
          <p:nvPr/>
        </p:nvSpPr>
        <p:spPr>
          <a:xfrm>
            <a:off x="6152446" y="3907597"/>
            <a:ext cx="570089" cy="230832"/>
          </a:xfrm>
          <a:prstGeom prst="rect">
            <a:avLst/>
          </a:prstGeom>
          <a:noFill/>
        </p:spPr>
        <p:txBody>
          <a:bodyPr wrap="square" rtlCol="0">
            <a:spAutoFit/>
          </a:bodyPr>
          <a:lstStyle/>
          <a:p>
            <a:pPr algn="ctr"/>
            <a:r>
              <a:rPr lang="en-US" sz="900" dirty="0"/>
              <a:t>13</a:t>
            </a:r>
          </a:p>
        </p:txBody>
      </p:sp>
    </p:spTree>
    <p:extLst>
      <p:ext uri="{BB962C8B-B14F-4D97-AF65-F5344CB8AC3E}">
        <p14:creationId xmlns:p14="http://schemas.microsoft.com/office/powerpoint/2010/main" val="38808443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FF84F-AC91-098B-64EC-507CBDFAE63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BBDA0C7-7DD1-1069-F1E3-4AE7298BACFF}"/>
              </a:ext>
            </a:extLst>
          </p:cNvPr>
          <p:cNvSpPr>
            <a:spLocks noGrp="1"/>
          </p:cNvSpPr>
          <p:nvPr>
            <p:ph sz="half" idx="1"/>
          </p:nvPr>
        </p:nvSpPr>
        <p:spPr/>
        <p:txBody>
          <a:bodyPr>
            <a:normAutofit/>
          </a:bodyPr>
          <a:lstStyle/>
          <a:p>
            <a:r>
              <a:rPr lang="en-US" dirty="0"/>
              <a:t>Since 4 is disallowed here, the only consecutive digit is 2.</a:t>
            </a:r>
          </a:p>
        </p:txBody>
      </p:sp>
      <p:pic>
        <p:nvPicPr>
          <p:cNvPr id="4" name="Picture 3" descr="A grid of sudoku puzzle&#10;&#10;Description automatically generated">
            <a:extLst>
              <a:ext uri="{FF2B5EF4-FFF2-40B4-BE49-F238E27FC236}">
                <a16:creationId xmlns:a16="http://schemas.microsoft.com/office/drawing/2014/main" id="{DB157F8C-C9C8-CE79-1BD8-3535DC62779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799D42D-E09F-5E26-56E0-C6B9CC757E4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A1A9A6E-0A7C-912B-55B4-9B36689F29E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05DEC66-5697-9515-4CAF-BF5CB1AA6916}"/>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6AFD773B-5A19-F0DE-3A57-816A10F660CD}"/>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9D755531-E4CE-7DAB-8847-042864B90B02}"/>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A8CBC652-CA9B-2A73-3362-41D0E66CDB20}"/>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F691B935-3A01-BC9E-D209-AB9A24A65419}"/>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5D563DD4-2D5F-4C68-9206-C326C45FDC7B}"/>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EED76BC2-417F-A00C-02BC-0D5424599A35}"/>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550CAFC8-C405-A58A-9C58-8225E8A67930}"/>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FF15696A-157A-C219-D51D-D92E1805B834}"/>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771541D9-2747-23FB-8D35-F63233DF5F32}"/>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71678819-6EF1-4F42-ADFE-FEF245B8BE2B}"/>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FEB9DDA1-AA6E-53E0-4A83-76846CD43F6D}"/>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13F80339-E0DD-671D-6455-2D9FD6D2D6C9}"/>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4EC65724-041E-30CB-8C54-60E831B5F722}"/>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5C35B2A8-A529-70E6-7E73-2EA99E1D10EA}"/>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DE40B833-3384-0931-B7DE-7A7331F6DC20}"/>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F3606D9A-403A-E475-11FF-805C07E67ACC}"/>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2D2FA96F-E5DA-591A-649E-92912AE31472}"/>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F3D17BAB-939D-5694-260D-5D5E58B6D229}"/>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C772F5AB-F47C-CDE2-6DA3-A4827EEFB798}"/>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6711285D-E3EA-9B48-7512-E54FB966636D}"/>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800AA6CA-5015-3D45-3BAE-7172494694B8}"/>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ECE6A57D-1C96-9B99-7353-38E14A16F3FC}"/>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18" name="TextBox 17">
            <a:extLst>
              <a:ext uri="{FF2B5EF4-FFF2-40B4-BE49-F238E27FC236}">
                <a16:creationId xmlns:a16="http://schemas.microsoft.com/office/drawing/2014/main" id="{CAE0BE56-EE39-928A-1827-9AD0391E4EAF}"/>
              </a:ext>
            </a:extLst>
          </p:cNvPr>
          <p:cNvSpPr txBox="1"/>
          <p:nvPr/>
        </p:nvSpPr>
        <p:spPr>
          <a:xfrm>
            <a:off x="3138310" y="901933"/>
            <a:ext cx="570089" cy="230832"/>
          </a:xfrm>
          <a:prstGeom prst="rect">
            <a:avLst/>
          </a:prstGeom>
          <a:noFill/>
        </p:spPr>
        <p:txBody>
          <a:bodyPr wrap="square" rtlCol="0">
            <a:spAutoFit/>
          </a:bodyPr>
          <a:lstStyle/>
          <a:p>
            <a:pPr algn="ctr"/>
            <a:r>
              <a:rPr lang="en-US" sz="900" dirty="0"/>
              <a:t>39</a:t>
            </a:r>
          </a:p>
        </p:txBody>
      </p:sp>
      <p:sp>
        <p:nvSpPr>
          <p:cNvPr id="19" name="TextBox 18">
            <a:extLst>
              <a:ext uri="{FF2B5EF4-FFF2-40B4-BE49-F238E27FC236}">
                <a16:creationId xmlns:a16="http://schemas.microsoft.com/office/drawing/2014/main" id="{54326CD9-8C33-7294-A2BC-E27452DA546E}"/>
              </a:ext>
            </a:extLst>
          </p:cNvPr>
          <p:cNvSpPr txBox="1"/>
          <p:nvPr/>
        </p:nvSpPr>
        <p:spPr>
          <a:xfrm>
            <a:off x="3138310" y="1903821"/>
            <a:ext cx="570089" cy="230832"/>
          </a:xfrm>
          <a:prstGeom prst="rect">
            <a:avLst/>
          </a:prstGeom>
          <a:noFill/>
        </p:spPr>
        <p:txBody>
          <a:bodyPr wrap="square" rtlCol="0">
            <a:spAutoFit/>
          </a:bodyPr>
          <a:lstStyle/>
          <a:p>
            <a:pPr algn="ctr"/>
            <a:r>
              <a:rPr lang="en-US" sz="900" dirty="0"/>
              <a:t>93</a:t>
            </a:r>
          </a:p>
        </p:txBody>
      </p:sp>
      <p:sp>
        <p:nvSpPr>
          <p:cNvPr id="22" name="TextBox 21">
            <a:extLst>
              <a:ext uri="{FF2B5EF4-FFF2-40B4-BE49-F238E27FC236}">
                <a16:creationId xmlns:a16="http://schemas.microsoft.com/office/drawing/2014/main" id="{E1C87BDA-27A3-AFCB-B716-3080ADE8FCCD}"/>
              </a:ext>
            </a:extLst>
          </p:cNvPr>
          <p:cNvSpPr txBox="1"/>
          <p:nvPr/>
        </p:nvSpPr>
        <p:spPr>
          <a:xfrm>
            <a:off x="4645378" y="901933"/>
            <a:ext cx="570089" cy="230832"/>
          </a:xfrm>
          <a:prstGeom prst="rect">
            <a:avLst/>
          </a:prstGeom>
          <a:noFill/>
        </p:spPr>
        <p:txBody>
          <a:bodyPr wrap="square" rtlCol="0">
            <a:spAutoFit/>
          </a:bodyPr>
          <a:lstStyle/>
          <a:p>
            <a:pPr algn="ctr"/>
            <a:r>
              <a:rPr lang="en-US" sz="900" dirty="0"/>
              <a:t>359</a:t>
            </a:r>
          </a:p>
        </p:txBody>
      </p:sp>
      <p:sp>
        <p:nvSpPr>
          <p:cNvPr id="23" name="TextBox 22">
            <a:extLst>
              <a:ext uri="{FF2B5EF4-FFF2-40B4-BE49-F238E27FC236}">
                <a16:creationId xmlns:a16="http://schemas.microsoft.com/office/drawing/2014/main" id="{9AE96805-F621-8F1D-92A5-E925BB8B96B9}"/>
              </a:ext>
            </a:extLst>
          </p:cNvPr>
          <p:cNvSpPr txBox="1"/>
          <p:nvPr/>
        </p:nvSpPr>
        <p:spPr>
          <a:xfrm>
            <a:off x="4645378" y="4408541"/>
            <a:ext cx="570089" cy="230832"/>
          </a:xfrm>
          <a:prstGeom prst="rect">
            <a:avLst/>
          </a:prstGeom>
          <a:noFill/>
        </p:spPr>
        <p:txBody>
          <a:bodyPr wrap="square" rtlCol="0">
            <a:spAutoFit/>
          </a:bodyPr>
          <a:lstStyle/>
          <a:p>
            <a:pPr algn="ctr"/>
            <a:r>
              <a:rPr lang="en-US" sz="900" dirty="0"/>
              <a:t>359</a:t>
            </a:r>
          </a:p>
        </p:txBody>
      </p:sp>
      <p:sp>
        <p:nvSpPr>
          <p:cNvPr id="24" name="TextBox 23">
            <a:extLst>
              <a:ext uri="{FF2B5EF4-FFF2-40B4-BE49-F238E27FC236}">
                <a16:creationId xmlns:a16="http://schemas.microsoft.com/office/drawing/2014/main" id="{1A855168-22E8-0EF2-40ED-FB8787D6C70F}"/>
              </a:ext>
            </a:extLst>
          </p:cNvPr>
          <p:cNvSpPr txBox="1"/>
          <p:nvPr/>
        </p:nvSpPr>
        <p:spPr>
          <a:xfrm>
            <a:off x="4645378" y="4909484"/>
            <a:ext cx="570089" cy="230832"/>
          </a:xfrm>
          <a:prstGeom prst="rect">
            <a:avLst/>
          </a:prstGeom>
          <a:noFill/>
        </p:spPr>
        <p:txBody>
          <a:bodyPr wrap="square" rtlCol="0">
            <a:spAutoFit/>
          </a:bodyPr>
          <a:lstStyle/>
          <a:p>
            <a:pPr algn="ctr"/>
            <a:r>
              <a:rPr lang="en-US" sz="900" dirty="0"/>
              <a:t>359</a:t>
            </a:r>
          </a:p>
        </p:txBody>
      </p:sp>
      <p:sp>
        <p:nvSpPr>
          <p:cNvPr id="26" name="TextBox 25">
            <a:extLst>
              <a:ext uri="{FF2B5EF4-FFF2-40B4-BE49-F238E27FC236}">
                <a16:creationId xmlns:a16="http://schemas.microsoft.com/office/drawing/2014/main" id="{A6E47E09-1A0D-2F21-9B33-E92F4B382A6D}"/>
              </a:ext>
            </a:extLst>
          </p:cNvPr>
          <p:cNvSpPr txBox="1"/>
          <p:nvPr/>
        </p:nvSpPr>
        <p:spPr>
          <a:xfrm>
            <a:off x="4143022" y="2905709"/>
            <a:ext cx="570089" cy="230832"/>
          </a:xfrm>
          <a:prstGeom prst="rect">
            <a:avLst/>
          </a:prstGeom>
          <a:noFill/>
        </p:spPr>
        <p:txBody>
          <a:bodyPr wrap="square" rtlCol="0">
            <a:spAutoFit/>
          </a:bodyPr>
          <a:lstStyle/>
          <a:p>
            <a:pPr algn="ctr"/>
            <a:r>
              <a:rPr lang="en-US" sz="900" dirty="0"/>
              <a:t>39</a:t>
            </a:r>
          </a:p>
        </p:txBody>
      </p:sp>
      <p:sp>
        <p:nvSpPr>
          <p:cNvPr id="27" name="TextBox 26">
            <a:extLst>
              <a:ext uri="{FF2B5EF4-FFF2-40B4-BE49-F238E27FC236}">
                <a16:creationId xmlns:a16="http://schemas.microsoft.com/office/drawing/2014/main" id="{3B2FD0EC-BD02-307F-1FDC-9A61E1A6A41E}"/>
              </a:ext>
            </a:extLst>
          </p:cNvPr>
          <p:cNvSpPr txBox="1"/>
          <p:nvPr/>
        </p:nvSpPr>
        <p:spPr>
          <a:xfrm>
            <a:off x="4143022" y="3406653"/>
            <a:ext cx="570089" cy="230832"/>
          </a:xfrm>
          <a:prstGeom prst="rect">
            <a:avLst/>
          </a:prstGeom>
          <a:noFill/>
        </p:spPr>
        <p:txBody>
          <a:bodyPr wrap="square" rtlCol="0">
            <a:spAutoFit/>
          </a:bodyPr>
          <a:lstStyle/>
          <a:p>
            <a:pPr algn="ctr"/>
            <a:r>
              <a:rPr lang="en-US" sz="900" dirty="0"/>
              <a:t>57</a:t>
            </a:r>
          </a:p>
        </p:txBody>
      </p:sp>
      <p:sp>
        <p:nvSpPr>
          <p:cNvPr id="38" name="TextBox 37">
            <a:extLst>
              <a:ext uri="{FF2B5EF4-FFF2-40B4-BE49-F238E27FC236}">
                <a16:creationId xmlns:a16="http://schemas.microsoft.com/office/drawing/2014/main" id="{6C593A1E-6086-C0BD-2174-89FC26646974}"/>
              </a:ext>
            </a:extLst>
          </p:cNvPr>
          <p:cNvSpPr txBox="1"/>
          <p:nvPr/>
        </p:nvSpPr>
        <p:spPr>
          <a:xfrm>
            <a:off x="4143022" y="4909484"/>
            <a:ext cx="570089" cy="230832"/>
          </a:xfrm>
          <a:prstGeom prst="rect">
            <a:avLst/>
          </a:prstGeom>
          <a:noFill/>
        </p:spPr>
        <p:txBody>
          <a:bodyPr wrap="square" rtlCol="0">
            <a:spAutoFit/>
          </a:bodyPr>
          <a:lstStyle/>
          <a:p>
            <a:pPr algn="ctr"/>
            <a:r>
              <a:rPr lang="en-US" sz="900" dirty="0"/>
              <a:t>93</a:t>
            </a:r>
          </a:p>
        </p:txBody>
      </p:sp>
      <p:sp>
        <p:nvSpPr>
          <p:cNvPr id="39" name="TextBox 38">
            <a:extLst>
              <a:ext uri="{FF2B5EF4-FFF2-40B4-BE49-F238E27FC236}">
                <a16:creationId xmlns:a16="http://schemas.microsoft.com/office/drawing/2014/main" id="{CF183CC4-41D5-7F7C-5083-1814725EBF06}"/>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F0C870D3-0D28-6084-41F3-64F75DA275D7}"/>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2700AA06-A6BC-1AFF-E701-1C970007B9B0}"/>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19FE4587-8E38-311D-B15F-B1654AB82C3D}"/>
              </a:ext>
            </a:extLst>
          </p:cNvPr>
          <p:cNvSpPr txBox="1"/>
          <p:nvPr/>
        </p:nvSpPr>
        <p:spPr>
          <a:xfrm>
            <a:off x="5147734" y="3907597"/>
            <a:ext cx="570089" cy="230832"/>
          </a:xfrm>
          <a:prstGeom prst="rect">
            <a:avLst/>
          </a:prstGeom>
          <a:noFill/>
        </p:spPr>
        <p:txBody>
          <a:bodyPr wrap="square" rtlCol="0">
            <a:spAutoFit/>
          </a:bodyPr>
          <a:lstStyle/>
          <a:p>
            <a:pPr algn="ctr"/>
            <a:r>
              <a:rPr lang="en-US" sz="900" dirty="0"/>
              <a:t>31</a:t>
            </a:r>
          </a:p>
        </p:txBody>
      </p:sp>
      <p:sp>
        <p:nvSpPr>
          <p:cNvPr id="21" name="TextBox 20">
            <a:extLst>
              <a:ext uri="{FF2B5EF4-FFF2-40B4-BE49-F238E27FC236}">
                <a16:creationId xmlns:a16="http://schemas.microsoft.com/office/drawing/2014/main" id="{0A7BB220-39DB-FC0C-5CD6-399A6A951422}"/>
              </a:ext>
            </a:extLst>
          </p:cNvPr>
          <p:cNvSpPr txBox="1"/>
          <p:nvPr/>
        </p:nvSpPr>
        <p:spPr>
          <a:xfrm>
            <a:off x="6152446" y="3907597"/>
            <a:ext cx="570089" cy="230832"/>
          </a:xfrm>
          <a:prstGeom prst="rect">
            <a:avLst/>
          </a:prstGeom>
          <a:noFill/>
        </p:spPr>
        <p:txBody>
          <a:bodyPr wrap="square" rtlCol="0">
            <a:spAutoFit/>
          </a:bodyPr>
          <a:lstStyle/>
          <a:p>
            <a:pPr algn="ctr"/>
            <a:r>
              <a:rPr lang="en-US" sz="900" dirty="0"/>
              <a:t>13</a:t>
            </a:r>
          </a:p>
        </p:txBody>
      </p:sp>
      <p:sp>
        <p:nvSpPr>
          <p:cNvPr id="42" name="TextBox 41">
            <a:extLst>
              <a:ext uri="{FF2B5EF4-FFF2-40B4-BE49-F238E27FC236}">
                <a16:creationId xmlns:a16="http://schemas.microsoft.com/office/drawing/2014/main" id="{A83AE475-D888-5250-059A-86F941707C5E}"/>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35371416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09986-9544-3161-FE22-C95EDF2A8E0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E09EB6E-9A7B-53FA-DFD9-A8C77B6D3EDE}"/>
              </a:ext>
            </a:extLst>
          </p:cNvPr>
          <p:cNvSpPr>
            <a:spLocks noGrp="1"/>
          </p:cNvSpPr>
          <p:nvPr>
            <p:ph sz="half" idx="1"/>
          </p:nvPr>
        </p:nvSpPr>
        <p:spPr/>
        <p:txBody>
          <a:bodyPr>
            <a:normAutofit/>
          </a:bodyPr>
          <a:lstStyle/>
          <a:p>
            <a:r>
              <a:rPr lang="en-US" dirty="0"/>
              <a:t>Continuing the sequence of consecutive digits, this cell could be 1 or 3. But it can’t be 1 because then the next digit would have to be a repeated 2.</a:t>
            </a:r>
          </a:p>
        </p:txBody>
      </p:sp>
      <p:pic>
        <p:nvPicPr>
          <p:cNvPr id="4" name="Picture 3" descr="A grid of sudoku puzzle&#10;&#10;Description automatically generated">
            <a:extLst>
              <a:ext uri="{FF2B5EF4-FFF2-40B4-BE49-F238E27FC236}">
                <a16:creationId xmlns:a16="http://schemas.microsoft.com/office/drawing/2014/main" id="{1E1905E5-0B44-A693-E043-6ED534A80B4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C5A6658-8C82-ADC7-F82F-E9ADDA0120E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86A13E3-CFCF-9E21-B39E-84CF75C8A37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B9B7E4B-B1BC-D3D1-88A1-873C5C99B37E}"/>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6F8C6BC4-5F2C-ED47-5D0C-0217E7D6ABF7}"/>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B39C7FC8-3470-E19C-FE48-CBC33C38D6B9}"/>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965DD91F-7A7C-2E35-74F8-D7DCE7D55D1D}"/>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4932A3BD-8A32-48E5-6A2B-1C25B3859784}"/>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84A8409F-C4B5-95D7-9BD8-BAB88886F50E}"/>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7A0773BD-E15C-E579-DBE8-27E7C7C32972}"/>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79E2FCF6-735B-5471-9F71-4AE14A6AAAF8}"/>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8F658DDC-3053-EBC3-55AA-0B3044B18CA9}"/>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9983E179-BEE1-C363-E2A9-200BCE1F2EEC}"/>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BEC5E83C-2C7A-2D76-D100-F39FAD9BE0B4}"/>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61BC6D3A-9355-6175-F98E-3C2F125D9B8E}"/>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6A199809-258B-9F42-56E2-E38E65FD1899}"/>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B374B5C1-1C2C-DDA5-2AB4-CD93386B404A}"/>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5106C532-B1ED-EA55-3D41-183A61654E15}"/>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4F1CB66E-5852-85A1-42D8-AAF963371E63}"/>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EAF25D09-CF46-7F34-EF1B-560F45774C97}"/>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A2FB4104-E8D4-1DFA-7AF5-5AB2A9F0E30C}"/>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C7E26510-84B3-FE50-0A47-3C71E068FB06}"/>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F5552B7A-7719-A063-A751-3E3BD94AFEA9}"/>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9E65FFE5-08F9-94C4-4471-AA5074499F59}"/>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1F97D0CD-9F6C-0792-CF2F-31D2E411643E}"/>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611FE842-0F27-D412-B4FE-F6360319C268}"/>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18" name="TextBox 17">
            <a:extLst>
              <a:ext uri="{FF2B5EF4-FFF2-40B4-BE49-F238E27FC236}">
                <a16:creationId xmlns:a16="http://schemas.microsoft.com/office/drawing/2014/main" id="{EB48907C-2F67-8D7C-76A6-C9A5BAD2F5E2}"/>
              </a:ext>
            </a:extLst>
          </p:cNvPr>
          <p:cNvSpPr txBox="1"/>
          <p:nvPr/>
        </p:nvSpPr>
        <p:spPr>
          <a:xfrm>
            <a:off x="3138310" y="901933"/>
            <a:ext cx="570089" cy="230832"/>
          </a:xfrm>
          <a:prstGeom prst="rect">
            <a:avLst/>
          </a:prstGeom>
          <a:noFill/>
        </p:spPr>
        <p:txBody>
          <a:bodyPr wrap="square" rtlCol="0">
            <a:spAutoFit/>
          </a:bodyPr>
          <a:lstStyle/>
          <a:p>
            <a:pPr algn="ctr"/>
            <a:r>
              <a:rPr lang="en-US" sz="900" dirty="0"/>
              <a:t>39</a:t>
            </a:r>
          </a:p>
        </p:txBody>
      </p:sp>
      <p:sp>
        <p:nvSpPr>
          <p:cNvPr id="19" name="TextBox 18">
            <a:extLst>
              <a:ext uri="{FF2B5EF4-FFF2-40B4-BE49-F238E27FC236}">
                <a16:creationId xmlns:a16="http://schemas.microsoft.com/office/drawing/2014/main" id="{2D4FD68B-4B67-48E3-8826-05F800A92B6D}"/>
              </a:ext>
            </a:extLst>
          </p:cNvPr>
          <p:cNvSpPr txBox="1"/>
          <p:nvPr/>
        </p:nvSpPr>
        <p:spPr>
          <a:xfrm>
            <a:off x="3138310" y="1903821"/>
            <a:ext cx="570089" cy="230832"/>
          </a:xfrm>
          <a:prstGeom prst="rect">
            <a:avLst/>
          </a:prstGeom>
          <a:noFill/>
        </p:spPr>
        <p:txBody>
          <a:bodyPr wrap="square" rtlCol="0">
            <a:spAutoFit/>
          </a:bodyPr>
          <a:lstStyle/>
          <a:p>
            <a:pPr algn="ctr"/>
            <a:r>
              <a:rPr lang="en-US" sz="900" dirty="0"/>
              <a:t>93</a:t>
            </a:r>
          </a:p>
        </p:txBody>
      </p:sp>
      <p:sp>
        <p:nvSpPr>
          <p:cNvPr id="22" name="TextBox 21">
            <a:extLst>
              <a:ext uri="{FF2B5EF4-FFF2-40B4-BE49-F238E27FC236}">
                <a16:creationId xmlns:a16="http://schemas.microsoft.com/office/drawing/2014/main" id="{B0BE6948-CAFC-0522-29FC-7FF36D34D85D}"/>
              </a:ext>
            </a:extLst>
          </p:cNvPr>
          <p:cNvSpPr txBox="1"/>
          <p:nvPr/>
        </p:nvSpPr>
        <p:spPr>
          <a:xfrm>
            <a:off x="4645378" y="901933"/>
            <a:ext cx="570089" cy="230832"/>
          </a:xfrm>
          <a:prstGeom prst="rect">
            <a:avLst/>
          </a:prstGeom>
          <a:noFill/>
        </p:spPr>
        <p:txBody>
          <a:bodyPr wrap="square" rtlCol="0">
            <a:spAutoFit/>
          </a:bodyPr>
          <a:lstStyle/>
          <a:p>
            <a:pPr algn="ctr"/>
            <a:r>
              <a:rPr lang="en-US" sz="900" dirty="0"/>
              <a:t>359</a:t>
            </a:r>
          </a:p>
        </p:txBody>
      </p:sp>
      <p:sp>
        <p:nvSpPr>
          <p:cNvPr id="23" name="TextBox 22">
            <a:extLst>
              <a:ext uri="{FF2B5EF4-FFF2-40B4-BE49-F238E27FC236}">
                <a16:creationId xmlns:a16="http://schemas.microsoft.com/office/drawing/2014/main" id="{657824A0-9205-54A4-5CE6-1051668E2BE1}"/>
              </a:ext>
            </a:extLst>
          </p:cNvPr>
          <p:cNvSpPr txBox="1"/>
          <p:nvPr/>
        </p:nvSpPr>
        <p:spPr>
          <a:xfrm>
            <a:off x="4645378" y="4408541"/>
            <a:ext cx="570089" cy="230832"/>
          </a:xfrm>
          <a:prstGeom prst="rect">
            <a:avLst/>
          </a:prstGeom>
          <a:noFill/>
        </p:spPr>
        <p:txBody>
          <a:bodyPr wrap="square" rtlCol="0">
            <a:spAutoFit/>
          </a:bodyPr>
          <a:lstStyle/>
          <a:p>
            <a:pPr algn="ctr"/>
            <a:r>
              <a:rPr lang="en-US" sz="900" dirty="0"/>
              <a:t>359</a:t>
            </a:r>
          </a:p>
        </p:txBody>
      </p:sp>
      <p:sp>
        <p:nvSpPr>
          <p:cNvPr id="24" name="TextBox 23">
            <a:extLst>
              <a:ext uri="{FF2B5EF4-FFF2-40B4-BE49-F238E27FC236}">
                <a16:creationId xmlns:a16="http://schemas.microsoft.com/office/drawing/2014/main" id="{9A0D0DAB-3F76-5289-7DBF-99C2F256B2CF}"/>
              </a:ext>
            </a:extLst>
          </p:cNvPr>
          <p:cNvSpPr txBox="1"/>
          <p:nvPr/>
        </p:nvSpPr>
        <p:spPr>
          <a:xfrm>
            <a:off x="4645378" y="4909484"/>
            <a:ext cx="570089" cy="230832"/>
          </a:xfrm>
          <a:prstGeom prst="rect">
            <a:avLst/>
          </a:prstGeom>
          <a:noFill/>
        </p:spPr>
        <p:txBody>
          <a:bodyPr wrap="square" rtlCol="0">
            <a:spAutoFit/>
          </a:bodyPr>
          <a:lstStyle/>
          <a:p>
            <a:pPr algn="ctr"/>
            <a:r>
              <a:rPr lang="en-US" sz="900" dirty="0"/>
              <a:t>359</a:t>
            </a:r>
          </a:p>
        </p:txBody>
      </p:sp>
      <p:sp>
        <p:nvSpPr>
          <p:cNvPr id="26" name="TextBox 25">
            <a:extLst>
              <a:ext uri="{FF2B5EF4-FFF2-40B4-BE49-F238E27FC236}">
                <a16:creationId xmlns:a16="http://schemas.microsoft.com/office/drawing/2014/main" id="{94F0EAA2-C571-0FE6-862D-D4E4A5690480}"/>
              </a:ext>
            </a:extLst>
          </p:cNvPr>
          <p:cNvSpPr txBox="1"/>
          <p:nvPr/>
        </p:nvSpPr>
        <p:spPr>
          <a:xfrm>
            <a:off x="4143022" y="2905709"/>
            <a:ext cx="570089" cy="230832"/>
          </a:xfrm>
          <a:prstGeom prst="rect">
            <a:avLst/>
          </a:prstGeom>
          <a:noFill/>
        </p:spPr>
        <p:txBody>
          <a:bodyPr wrap="square" rtlCol="0">
            <a:spAutoFit/>
          </a:bodyPr>
          <a:lstStyle/>
          <a:p>
            <a:pPr algn="ctr"/>
            <a:r>
              <a:rPr lang="en-US" sz="900" dirty="0"/>
              <a:t>39</a:t>
            </a:r>
          </a:p>
        </p:txBody>
      </p:sp>
      <p:sp>
        <p:nvSpPr>
          <p:cNvPr id="27" name="TextBox 26">
            <a:extLst>
              <a:ext uri="{FF2B5EF4-FFF2-40B4-BE49-F238E27FC236}">
                <a16:creationId xmlns:a16="http://schemas.microsoft.com/office/drawing/2014/main" id="{5FC4833B-C60A-276A-DA4D-9351C27AC210}"/>
              </a:ext>
            </a:extLst>
          </p:cNvPr>
          <p:cNvSpPr txBox="1"/>
          <p:nvPr/>
        </p:nvSpPr>
        <p:spPr>
          <a:xfrm>
            <a:off x="4143022" y="3406653"/>
            <a:ext cx="570089" cy="230832"/>
          </a:xfrm>
          <a:prstGeom prst="rect">
            <a:avLst/>
          </a:prstGeom>
          <a:noFill/>
        </p:spPr>
        <p:txBody>
          <a:bodyPr wrap="square" rtlCol="0">
            <a:spAutoFit/>
          </a:bodyPr>
          <a:lstStyle/>
          <a:p>
            <a:pPr algn="ctr"/>
            <a:r>
              <a:rPr lang="en-US" sz="900" dirty="0"/>
              <a:t>57</a:t>
            </a:r>
          </a:p>
        </p:txBody>
      </p:sp>
      <p:sp>
        <p:nvSpPr>
          <p:cNvPr id="38" name="TextBox 37">
            <a:extLst>
              <a:ext uri="{FF2B5EF4-FFF2-40B4-BE49-F238E27FC236}">
                <a16:creationId xmlns:a16="http://schemas.microsoft.com/office/drawing/2014/main" id="{145188B0-47C7-06C1-3380-EBA097312FB9}"/>
              </a:ext>
            </a:extLst>
          </p:cNvPr>
          <p:cNvSpPr txBox="1"/>
          <p:nvPr/>
        </p:nvSpPr>
        <p:spPr>
          <a:xfrm>
            <a:off x="4143022" y="4909484"/>
            <a:ext cx="570089" cy="230832"/>
          </a:xfrm>
          <a:prstGeom prst="rect">
            <a:avLst/>
          </a:prstGeom>
          <a:noFill/>
        </p:spPr>
        <p:txBody>
          <a:bodyPr wrap="square" rtlCol="0">
            <a:spAutoFit/>
          </a:bodyPr>
          <a:lstStyle/>
          <a:p>
            <a:pPr algn="ctr"/>
            <a:r>
              <a:rPr lang="en-US" sz="900" dirty="0"/>
              <a:t>93</a:t>
            </a:r>
          </a:p>
        </p:txBody>
      </p:sp>
      <p:sp>
        <p:nvSpPr>
          <p:cNvPr id="39" name="TextBox 38">
            <a:extLst>
              <a:ext uri="{FF2B5EF4-FFF2-40B4-BE49-F238E27FC236}">
                <a16:creationId xmlns:a16="http://schemas.microsoft.com/office/drawing/2014/main" id="{48B658A6-0E97-CA97-C578-07AFA42973C7}"/>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7BCFFEB5-0997-E187-DD3C-F22C802DE20F}"/>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1E2BEC5D-7358-38E1-A6CD-D833736BD7F1}"/>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997BB99C-F7DB-8718-C0E0-19E6074C751C}"/>
              </a:ext>
            </a:extLst>
          </p:cNvPr>
          <p:cNvSpPr txBox="1"/>
          <p:nvPr/>
        </p:nvSpPr>
        <p:spPr>
          <a:xfrm>
            <a:off x="5147734" y="3907597"/>
            <a:ext cx="570089" cy="230832"/>
          </a:xfrm>
          <a:prstGeom prst="rect">
            <a:avLst/>
          </a:prstGeom>
          <a:noFill/>
        </p:spPr>
        <p:txBody>
          <a:bodyPr wrap="square" rtlCol="0">
            <a:spAutoFit/>
          </a:bodyPr>
          <a:lstStyle/>
          <a:p>
            <a:pPr algn="ctr"/>
            <a:r>
              <a:rPr lang="en-US" sz="900" dirty="0"/>
              <a:t>31</a:t>
            </a:r>
          </a:p>
        </p:txBody>
      </p:sp>
      <p:sp>
        <p:nvSpPr>
          <p:cNvPr id="21" name="TextBox 20">
            <a:extLst>
              <a:ext uri="{FF2B5EF4-FFF2-40B4-BE49-F238E27FC236}">
                <a16:creationId xmlns:a16="http://schemas.microsoft.com/office/drawing/2014/main" id="{AA438581-A84E-BB24-4E17-F715D54BDB9F}"/>
              </a:ext>
            </a:extLst>
          </p:cNvPr>
          <p:cNvSpPr txBox="1"/>
          <p:nvPr/>
        </p:nvSpPr>
        <p:spPr>
          <a:xfrm>
            <a:off x="6152446" y="3907597"/>
            <a:ext cx="570089" cy="230832"/>
          </a:xfrm>
          <a:prstGeom prst="rect">
            <a:avLst/>
          </a:prstGeom>
          <a:noFill/>
        </p:spPr>
        <p:txBody>
          <a:bodyPr wrap="square" rtlCol="0">
            <a:spAutoFit/>
          </a:bodyPr>
          <a:lstStyle/>
          <a:p>
            <a:pPr algn="ctr"/>
            <a:r>
              <a:rPr lang="en-US" sz="900" dirty="0"/>
              <a:t>13</a:t>
            </a:r>
          </a:p>
        </p:txBody>
      </p:sp>
      <p:sp>
        <p:nvSpPr>
          <p:cNvPr id="42" name="TextBox 41">
            <a:extLst>
              <a:ext uri="{FF2B5EF4-FFF2-40B4-BE49-F238E27FC236}">
                <a16:creationId xmlns:a16="http://schemas.microsoft.com/office/drawing/2014/main" id="{2A9C5FB1-DC0C-F98E-3EF1-C3275C4E80CA}"/>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77880934-9CE7-C4AC-01EB-A9820832CBB8}"/>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20268775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23E95-E1C1-09CC-88D3-641CBCB8985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22C839-2A76-2DE0-0662-CF9ECD1F7B63}"/>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457F8645-AAAB-FC9B-D94C-BEC45910785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2581A5F-7C28-9175-3ABE-1816E476EF5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4BFF4DE-6824-DFB6-6FD7-7BC64F8B7F9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4C71C4A-5010-AF17-51F8-3A466FB8326D}"/>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B55E44B7-1F1B-3638-5A7F-DF5C92A6DB1A}"/>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6B08C572-5B5A-4CCF-9937-6060B54B5F9C}"/>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777603D5-4E57-8F8A-31F9-4E26ACA2C12F}"/>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AE0A49E2-ED3A-209E-BB4D-D2A7B35910BE}"/>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A1F8B6AD-08FF-ACAA-E87F-543FAB6FD90B}"/>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3F831C03-0E72-5D58-ACFD-5D6C8C10B195}"/>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1A726AD4-0782-A805-735E-5D76CCEDB8FB}"/>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5F133392-C3CA-2849-4485-E097046BA261}"/>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9595017D-D0D1-C294-30B3-8A921B4B36CC}"/>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141C56B9-F270-66F0-A071-6261038CF981}"/>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6ABA9758-3655-B96D-01CC-CBE8082ECD81}"/>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9F8AABFC-1278-2097-8324-7D252A6A29A7}"/>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0D82545E-A1CB-ED3D-18CF-EC8ECD286DF1}"/>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1EEE12EE-7FAE-3E2B-6320-286A6A832C7A}"/>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AA833233-AF10-8498-F7A2-FF76149FA3A8}"/>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035ED7E9-AB84-A916-E167-3E1BEC80B452}"/>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C759DAB1-D137-1475-0A0B-D30F3DFC64FB}"/>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B81643A5-03F7-86BD-8975-221FF789C430}"/>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F998DD5C-6286-CD33-F4CA-232D5549539B}"/>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770A41F0-1E60-A9D6-6447-9ECD3BA107D3}"/>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DC596DBF-B728-9570-E7A3-B70054FE43BB}"/>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52EB868F-63C7-05D3-5AFE-9E100D111621}"/>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18" name="TextBox 17">
            <a:extLst>
              <a:ext uri="{FF2B5EF4-FFF2-40B4-BE49-F238E27FC236}">
                <a16:creationId xmlns:a16="http://schemas.microsoft.com/office/drawing/2014/main" id="{231CF489-FFD7-BA75-C887-9D3A81696F2F}"/>
              </a:ext>
            </a:extLst>
          </p:cNvPr>
          <p:cNvSpPr txBox="1"/>
          <p:nvPr/>
        </p:nvSpPr>
        <p:spPr>
          <a:xfrm>
            <a:off x="3138310" y="901933"/>
            <a:ext cx="570089" cy="230832"/>
          </a:xfrm>
          <a:prstGeom prst="rect">
            <a:avLst/>
          </a:prstGeom>
          <a:noFill/>
        </p:spPr>
        <p:txBody>
          <a:bodyPr wrap="square" rtlCol="0">
            <a:spAutoFit/>
          </a:bodyPr>
          <a:lstStyle/>
          <a:p>
            <a:pPr algn="ctr"/>
            <a:r>
              <a:rPr lang="en-US" sz="900" dirty="0"/>
              <a:t>39</a:t>
            </a:r>
          </a:p>
        </p:txBody>
      </p:sp>
      <p:sp>
        <p:nvSpPr>
          <p:cNvPr id="19" name="TextBox 18">
            <a:extLst>
              <a:ext uri="{FF2B5EF4-FFF2-40B4-BE49-F238E27FC236}">
                <a16:creationId xmlns:a16="http://schemas.microsoft.com/office/drawing/2014/main" id="{BD9E7A74-98E4-E9E4-7C61-8FA730C50EEF}"/>
              </a:ext>
            </a:extLst>
          </p:cNvPr>
          <p:cNvSpPr txBox="1"/>
          <p:nvPr/>
        </p:nvSpPr>
        <p:spPr>
          <a:xfrm>
            <a:off x="3138310" y="1903821"/>
            <a:ext cx="570089" cy="230832"/>
          </a:xfrm>
          <a:prstGeom prst="rect">
            <a:avLst/>
          </a:prstGeom>
          <a:noFill/>
        </p:spPr>
        <p:txBody>
          <a:bodyPr wrap="square" rtlCol="0">
            <a:spAutoFit/>
          </a:bodyPr>
          <a:lstStyle/>
          <a:p>
            <a:pPr algn="ctr"/>
            <a:r>
              <a:rPr lang="en-US" sz="900" dirty="0"/>
              <a:t>93</a:t>
            </a:r>
          </a:p>
        </p:txBody>
      </p:sp>
      <p:sp>
        <p:nvSpPr>
          <p:cNvPr id="22" name="TextBox 21">
            <a:extLst>
              <a:ext uri="{FF2B5EF4-FFF2-40B4-BE49-F238E27FC236}">
                <a16:creationId xmlns:a16="http://schemas.microsoft.com/office/drawing/2014/main" id="{A12A3C42-96D8-8F5F-05FC-5C4AAAA25EA6}"/>
              </a:ext>
            </a:extLst>
          </p:cNvPr>
          <p:cNvSpPr txBox="1"/>
          <p:nvPr/>
        </p:nvSpPr>
        <p:spPr>
          <a:xfrm>
            <a:off x="4645378" y="901933"/>
            <a:ext cx="570089" cy="230832"/>
          </a:xfrm>
          <a:prstGeom prst="rect">
            <a:avLst/>
          </a:prstGeom>
          <a:noFill/>
        </p:spPr>
        <p:txBody>
          <a:bodyPr wrap="square" rtlCol="0">
            <a:spAutoFit/>
          </a:bodyPr>
          <a:lstStyle/>
          <a:p>
            <a:pPr algn="ctr"/>
            <a:r>
              <a:rPr lang="en-US" sz="900" dirty="0"/>
              <a:t>359</a:t>
            </a:r>
          </a:p>
        </p:txBody>
      </p:sp>
      <p:sp>
        <p:nvSpPr>
          <p:cNvPr id="23" name="TextBox 22">
            <a:extLst>
              <a:ext uri="{FF2B5EF4-FFF2-40B4-BE49-F238E27FC236}">
                <a16:creationId xmlns:a16="http://schemas.microsoft.com/office/drawing/2014/main" id="{E3155ACC-9B49-A919-CFD5-EBE30B71088A}"/>
              </a:ext>
            </a:extLst>
          </p:cNvPr>
          <p:cNvSpPr txBox="1"/>
          <p:nvPr/>
        </p:nvSpPr>
        <p:spPr>
          <a:xfrm>
            <a:off x="4645378" y="4408541"/>
            <a:ext cx="570089" cy="230832"/>
          </a:xfrm>
          <a:prstGeom prst="rect">
            <a:avLst/>
          </a:prstGeom>
          <a:noFill/>
        </p:spPr>
        <p:txBody>
          <a:bodyPr wrap="square" rtlCol="0">
            <a:spAutoFit/>
          </a:bodyPr>
          <a:lstStyle/>
          <a:p>
            <a:pPr algn="ctr"/>
            <a:r>
              <a:rPr lang="en-US" sz="900" dirty="0"/>
              <a:t>359</a:t>
            </a:r>
          </a:p>
        </p:txBody>
      </p:sp>
      <p:sp>
        <p:nvSpPr>
          <p:cNvPr id="24" name="TextBox 23">
            <a:extLst>
              <a:ext uri="{FF2B5EF4-FFF2-40B4-BE49-F238E27FC236}">
                <a16:creationId xmlns:a16="http://schemas.microsoft.com/office/drawing/2014/main" id="{AC77218F-8F88-B52B-A4B0-BE9EE32D7455}"/>
              </a:ext>
            </a:extLst>
          </p:cNvPr>
          <p:cNvSpPr txBox="1"/>
          <p:nvPr/>
        </p:nvSpPr>
        <p:spPr>
          <a:xfrm>
            <a:off x="4645378" y="4909484"/>
            <a:ext cx="570089" cy="230832"/>
          </a:xfrm>
          <a:prstGeom prst="rect">
            <a:avLst/>
          </a:prstGeom>
          <a:noFill/>
        </p:spPr>
        <p:txBody>
          <a:bodyPr wrap="square" rtlCol="0">
            <a:spAutoFit/>
          </a:bodyPr>
          <a:lstStyle/>
          <a:p>
            <a:pPr algn="ctr"/>
            <a:r>
              <a:rPr lang="en-US" sz="900" dirty="0"/>
              <a:t>359</a:t>
            </a:r>
          </a:p>
        </p:txBody>
      </p:sp>
      <p:sp>
        <p:nvSpPr>
          <p:cNvPr id="26" name="TextBox 25">
            <a:extLst>
              <a:ext uri="{FF2B5EF4-FFF2-40B4-BE49-F238E27FC236}">
                <a16:creationId xmlns:a16="http://schemas.microsoft.com/office/drawing/2014/main" id="{34AA05F6-2681-9165-5E42-E7C6CE9936A1}"/>
              </a:ext>
            </a:extLst>
          </p:cNvPr>
          <p:cNvSpPr txBox="1"/>
          <p:nvPr/>
        </p:nvSpPr>
        <p:spPr>
          <a:xfrm>
            <a:off x="4143022" y="2905709"/>
            <a:ext cx="570089" cy="230832"/>
          </a:xfrm>
          <a:prstGeom prst="rect">
            <a:avLst/>
          </a:prstGeom>
          <a:noFill/>
        </p:spPr>
        <p:txBody>
          <a:bodyPr wrap="square" rtlCol="0">
            <a:spAutoFit/>
          </a:bodyPr>
          <a:lstStyle/>
          <a:p>
            <a:pPr algn="ctr"/>
            <a:r>
              <a:rPr lang="en-US" sz="900" dirty="0"/>
              <a:t>39</a:t>
            </a:r>
          </a:p>
        </p:txBody>
      </p:sp>
      <p:sp>
        <p:nvSpPr>
          <p:cNvPr id="27" name="TextBox 26">
            <a:extLst>
              <a:ext uri="{FF2B5EF4-FFF2-40B4-BE49-F238E27FC236}">
                <a16:creationId xmlns:a16="http://schemas.microsoft.com/office/drawing/2014/main" id="{918AACC1-29D5-B962-366D-CABB9AE52308}"/>
              </a:ext>
            </a:extLst>
          </p:cNvPr>
          <p:cNvSpPr txBox="1"/>
          <p:nvPr/>
        </p:nvSpPr>
        <p:spPr>
          <a:xfrm>
            <a:off x="4143022" y="3406653"/>
            <a:ext cx="570089" cy="230832"/>
          </a:xfrm>
          <a:prstGeom prst="rect">
            <a:avLst/>
          </a:prstGeom>
          <a:noFill/>
        </p:spPr>
        <p:txBody>
          <a:bodyPr wrap="square" rtlCol="0">
            <a:spAutoFit/>
          </a:bodyPr>
          <a:lstStyle/>
          <a:p>
            <a:pPr algn="ctr"/>
            <a:r>
              <a:rPr lang="en-US" sz="900" dirty="0"/>
              <a:t>57</a:t>
            </a:r>
          </a:p>
        </p:txBody>
      </p:sp>
      <p:sp>
        <p:nvSpPr>
          <p:cNvPr id="38" name="TextBox 37">
            <a:extLst>
              <a:ext uri="{FF2B5EF4-FFF2-40B4-BE49-F238E27FC236}">
                <a16:creationId xmlns:a16="http://schemas.microsoft.com/office/drawing/2014/main" id="{3261BCA8-0020-04C9-F6B2-64665DDDD42F}"/>
              </a:ext>
            </a:extLst>
          </p:cNvPr>
          <p:cNvSpPr txBox="1"/>
          <p:nvPr/>
        </p:nvSpPr>
        <p:spPr>
          <a:xfrm>
            <a:off x="4143022" y="4909484"/>
            <a:ext cx="570089" cy="230832"/>
          </a:xfrm>
          <a:prstGeom prst="rect">
            <a:avLst/>
          </a:prstGeom>
          <a:noFill/>
        </p:spPr>
        <p:txBody>
          <a:bodyPr wrap="square" rtlCol="0">
            <a:spAutoFit/>
          </a:bodyPr>
          <a:lstStyle/>
          <a:p>
            <a:pPr algn="ctr"/>
            <a:r>
              <a:rPr lang="en-US" sz="900" dirty="0"/>
              <a:t>93</a:t>
            </a:r>
          </a:p>
        </p:txBody>
      </p:sp>
      <p:sp>
        <p:nvSpPr>
          <p:cNvPr id="39" name="TextBox 38">
            <a:extLst>
              <a:ext uri="{FF2B5EF4-FFF2-40B4-BE49-F238E27FC236}">
                <a16:creationId xmlns:a16="http://schemas.microsoft.com/office/drawing/2014/main" id="{C89E31B7-3B2A-4E91-F868-5F7D816B1425}"/>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54F2F1E5-5BD4-8283-BD1C-23F3620D52A4}"/>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B6D5A08A-4DEF-DAC9-C060-6DB3CC7FE129}"/>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A532FE18-A163-26C0-58FD-FE2839F6AC9C}"/>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4271042A-CD08-6340-E350-84405401B296}"/>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3A4FC6C7-C2AC-4E47-C09E-57CEF240A539}"/>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8F36FD17-5042-BF1C-D54C-8C22375E779B}"/>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14568560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BA8E6-8E1E-9FC2-FF64-C8D469DDA28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FC58536-D78A-F8A6-1848-0A878FB91922}"/>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AFC3163-FC96-766E-D7F0-291185C648B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2CAAF3F-47CA-5E89-5BD3-FEC8B613B24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F64FB26-4393-76CC-247D-8DB5C55B66F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35ABE5A-04B8-94F9-0396-CA8AC7231C01}"/>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4112AC7B-C5C9-A897-8F46-C8E53FCBF54C}"/>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352E57D5-62AD-13F8-F5B5-919CED1162D6}"/>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514DFEFC-3D82-B5FD-1374-2411D9053AC4}"/>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BBEA22B7-8672-158F-EFFF-8A0F36F48F80}"/>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24D5E610-8174-AB9F-F9F7-7473B1557D75}"/>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320B69BA-CD43-A435-77F3-B2EA2117C56B}"/>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9FDECA86-6851-CF88-669B-D171ACDDD39A}"/>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54F46EAB-3AE1-F0EB-DCA1-36ADAADB458C}"/>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9FD34CB4-80C1-4E15-387D-1CB2B420F7FD}"/>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8E6B0448-B90D-7412-D634-05365FE5216D}"/>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F810B09E-A00A-7747-90A9-E864386984BD}"/>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828BC720-8EB8-18CF-9CCF-A7963109D409}"/>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D6E788D8-4407-A0B8-63DE-0E1AED3DF40E}"/>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0E141C9E-49E2-AC1A-D797-B2648CFE6252}"/>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159D2768-110E-6DEA-6BB8-7A9F5917B742}"/>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FF93CABF-7357-8E8B-223B-256CEBE1859C}"/>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4A49976A-274B-F4E1-1EAD-7C759FA9C3B5}"/>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21AD5D7A-2FD7-68FA-7F73-545E649580A3}"/>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53C634A8-37D8-1790-BB6F-D65608A0EAE7}"/>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BA00D390-9650-9551-FE1D-7DC1A7E022CD}"/>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474D7049-9A6A-1F6A-021F-1B90DB5549AC}"/>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018991F7-DC53-9F9A-A40E-4524C1B50D98}"/>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18" name="TextBox 17">
            <a:extLst>
              <a:ext uri="{FF2B5EF4-FFF2-40B4-BE49-F238E27FC236}">
                <a16:creationId xmlns:a16="http://schemas.microsoft.com/office/drawing/2014/main" id="{B838C6F8-E8A1-D158-FF5A-A875729D138B}"/>
              </a:ext>
            </a:extLst>
          </p:cNvPr>
          <p:cNvSpPr txBox="1"/>
          <p:nvPr/>
        </p:nvSpPr>
        <p:spPr>
          <a:xfrm>
            <a:off x="3138310" y="901933"/>
            <a:ext cx="570089" cy="230832"/>
          </a:xfrm>
          <a:prstGeom prst="rect">
            <a:avLst/>
          </a:prstGeom>
          <a:noFill/>
        </p:spPr>
        <p:txBody>
          <a:bodyPr wrap="square" rtlCol="0">
            <a:spAutoFit/>
          </a:bodyPr>
          <a:lstStyle/>
          <a:p>
            <a:pPr algn="ctr"/>
            <a:r>
              <a:rPr lang="en-US" sz="900" dirty="0"/>
              <a:t>39</a:t>
            </a:r>
          </a:p>
        </p:txBody>
      </p:sp>
      <p:sp>
        <p:nvSpPr>
          <p:cNvPr id="19" name="TextBox 18">
            <a:extLst>
              <a:ext uri="{FF2B5EF4-FFF2-40B4-BE49-F238E27FC236}">
                <a16:creationId xmlns:a16="http://schemas.microsoft.com/office/drawing/2014/main" id="{9CE8F2EC-816D-2CCE-8DCD-9F3EBC08D5A0}"/>
              </a:ext>
            </a:extLst>
          </p:cNvPr>
          <p:cNvSpPr txBox="1"/>
          <p:nvPr/>
        </p:nvSpPr>
        <p:spPr>
          <a:xfrm>
            <a:off x="3138310" y="1903821"/>
            <a:ext cx="570089" cy="230832"/>
          </a:xfrm>
          <a:prstGeom prst="rect">
            <a:avLst/>
          </a:prstGeom>
          <a:noFill/>
        </p:spPr>
        <p:txBody>
          <a:bodyPr wrap="square" rtlCol="0">
            <a:spAutoFit/>
          </a:bodyPr>
          <a:lstStyle/>
          <a:p>
            <a:pPr algn="ctr"/>
            <a:r>
              <a:rPr lang="en-US" sz="900" dirty="0"/>
              <a:t>93</a:t>
            </a:r>
          </a:p>
        </p:txBody>
      </p:sp>
      <p:sp>
        <p:nvSpPr>
          <p:cNvPr id="22" name="TextBox 21">
            <a:extLst>
              <a:ext uri="{FF2B5EF4-FFF2-40B4-BE49-F238E27FC236}">
                <a16:creationId xmlns:a16="http://schemas.microsoft.com/office/drawing/2014/main" id="{60F27BF1-61C9-7BFB-D37E-0217E754E992}"/>
              </a:ext>
            </a:extLst>
          </p:cNvPr>
          <p:cNvSpPr txBox="1"/>
          <p:nvPr/>
        </p:nvSpPr>
        <p:spPr>
          <a:xfrm>
            <a:off x="4645378" y="901933"/>
            <a:ext cx="570089" cy="230832"/>
          </a:xfrm>
          <a:prstGeom prst="rect">
            <a:avLst/>
          </a:prstGeom>
          <a:noFill/>
        </p:spPr>
        <p:txBody>
          <a:bodyPr wrap="square" rtlCol="0">
            <a:spAutoFit/>
          </a:bodyPr>
          <a:lstStyle/>
          <a:p>
            <a:pPr algn="ctr"/>
            <a:r>
              <a:rPr lang="en-US" sz="900" dirty="0"/>
              <a:t>359</a:t>
            </a:r>
          </a:p>
        </p:txBody>
      </p:sp>
      <p:sp>
        <p:nvSpPr>
          <p:cNvPr id="23" name="TextBox 22">
            <a:extLst>
              <a:ext uri="{FF2B5EF4-FFF2-40B4-BE49-F238E27FC236}">
                <a16:creationId xmlns:a16="http://schemas.microsoft.com/office/drawing/2014/main" id="{0BB6FD0C-74E2-0D80-8A42-FE162867B7A1}"/>
              </a:ext>
            </a:extLst>
          </p:cNvPr>
          <p:cNvSpPr txBox="1"/>
          <p:nvPr/>
        </p:nvSpPr>
        <p:spPr>
          <a:xfrm>
            <a:off x="4645378" y="4408541"/>
            <a:ext cx="570089" cy="230832"/>
          </a:xfrm>
          <a:prstGeom prst="rect">
            <a:avLst/>
          </a:prstGeom>
          <a:noFill/>
        </p:spPr>
        <p:txBody>
          <a:bodyPr wrap="square" rtlCol="0">
            <a:spAutoFit/>
          </a:bodyPr>
          <a:lstStyle/>
          <a:p>
            <a:pPr algn="ctr"/>
            <a:r>
              <a:rPr lang="en-US" sz="900" dirty="0"/>
              <a:t>95</a:t>
            </a:r>
          </a:p>
        </p:txBody>
      </p:sp>
      <p:sp>
        <p:nvSpPr>
          <p:cNvPr id="24" name="TextBox 23">
            <a:extLst>
              <a:ext uri="{FF2B5EF4-FFF2-40B4-BE49-F238E27FC236}">
                <a16:creationId xmlns:a16="http://schemas.microsoft.com/office/drawing/2014/main" id="{B749E121-B73A-27F2-F5D1-64A6E32A9155}"/>
              </a:ext>
            </a:extLst>
          </p:cNvPr>
          <p:cNvSpPr txBox="1"/>
          <p:nvPr/>
        </p:nvSpPr>
        <p:spPr>
          <a:xfrm>
            <a:off x="4645378" y="4909484"/>
            <a:ext cx="570089" cy="230832"/>
          </a:xfrm>
          <a:prstGeom prst="rect">
            <a:avLst/>
          </a:prstGeom>
          <a:noFill/>
        </p:spPr>
        <p:txBody>
          <a:bodyPr wrap="square" rtlCol="0">
            <a:spAutoFit/>
          </a:bodyPr>
          <a:lstStyle/>
          <a:p>
            <a:pPr algn="ctr"/>
            <a:r>
              <a:rPr lang="en-US" sz="900" dirty="0"/>
              <a:t>59</a:t>
            </a:r>
          </a:p>
        </p:txBody>
      </p:sp>
      <p:sp>
        <p:nvSpPr>
          <p:cNvPr id="26" name="TextBox 25">
            <a:extLst>
              <a:ext uri="{FF2B5EF4-FFF2-40B4-BE49-F238E27FC236}">
                <a16:creationId xmlns:a16="http://schemas.microsoft.com/office/drawing/2014/main" id="{3A0B9BB9-C8AE-AD51-1F2D-00E678611B4C}"/>
              </a:ext>
            </a:extLst>
          </p:cNvPr>
          <p:cNvSpPr txBox="1"/>
          <p:nvPr/>
        </p:nvSpPr>
        <p:spPr>
          <a:xfrm>
            <a:off x="4143022" y="2905709"/>
            <a:ext cx="570089" cy="230832"/>
          </a:xfrm>
          <a:prstGeom prst="rect">
            <a:avLst/>
          </a:prstGeom>
          <a:noFill/>
        </p:spPr>
        <p:txBody>
          <a:bodyPr wrap="square" rtlCol="0">
            <a:spAutoFit/>
          </a:bodyPr>
          <a:lstStyle/>
          <a:p>
            <a:pPr algn="ctr"/>
            <a:r>
              <a:rPr lang="en-US" sz="900" dirty="0"/>
              <a:t>39</a:t>
            </a:r>
          </a:p>
        </p:txBody>
      </p:sp>
      <p:sp>
        <p:nvSpPr>
          <p:cNvPr id="27" name="TextBox 26">
            <a:extLst>
              <a:ext uri="{FF2B5EF4-FFF2-40B4-BE49-F238E27FC236}">
                <a16:creationId xmlns:a16="http://schemas.microsoft.com/office/drawing/2014/main" id="{5D932145-27CC-AA8F-BB45-FE476690795E}"/>
              </a:ext>
            </a:extLst>
          </p:cNvPr>
          <p:cNvSpPr txBox="1"/>
          <p:nvPr/>
        </p:nvSpPr>
        <p:spPr>
          <a:xfrm>
            <a:off x="4143022" y="3406653"/>
            <a:ext cx="570089" cy="230832"/>
          </a:xfrm>
          <a:prstGeom prst="rect">
            <a:avLst/>
          </a:prstGeom>
          <a:noFill/>
        </p:spPr>
        <p:txBody>
          <a:bodyPr wrap="square" rtlCol="0">
            <a:spAutoFit/>
          </a:bodyPr>
          <a:lstStyle/>
          <a:p>
            <a:pPr algn="ctr"/>
            <a:r>
              <a:rPr lang="en-US" sz="900" dirty="0"/>
              <a:t>57</a:t>
            </a:r>
          </a:p>
        </p:txBody>
      </p:sp>
      <p:sp>
        <p:nvSpPr>
          <p:cNvPr id="38" name="TextBox 37">
            <a:extLst>
              <a:ext uri="{FF2B5EF4-FFF2-40B4-BE49-F238E27FC236}">
                <a16:creationId xmlns:a16="http://schemas.microsoft.com/office/drawing/2014/main" id="{45271BC0-E389-C6DC-B3FD-2723A3150308}"/>
              </a:ext>
            </a:extLst>
          </p:cNvPr>
          <p:cNvSpPr txBox="1"/>
          <p:nvPr/>
        </p:nvSpPr>
        <p:spPr>
          <a:xfrm>
            <a:off x="4143022" y="4909484"/>
            <a:ext cx="570089" cy="230832"/>
          </a:xfrm>
          <a:prstGeom prst="rect">
            <a:avLst/>
          </a:prstGeom>
          <a:noFill/>
        </p:spPr>
        <p:txBody>
          <a:bodyPr wrap="square" rtlCol="0">
            <a:spAutoFit/>
          </a:bodyPr>
          <a:lstStyle/>
          <a:p>
            <a:pPr algn="ctr"/>
            <a:r>
              <a:rPr lang="en-US" sz="900" dirty="0"/>
              <a:t>93</a:t>
            </a:r>
          </a:p>
        </p:txBody>
      </p:sp>
      <p:sp>
        <p:nvSpPr>
          <p:cNvPr id="39" name="TextBox 38">
            <a:extLst>
              <a:ext uri="{FF2B5EF4-FFF2-40B4-BE49-F238E27FC236}">
                <a16:creationId xmlns:a16="http://schemas.microsoft.com/office/drawing/2014/main" id="{66991466-F70D-B110-E0B4-405B1032ECB1}"/>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DEDE2A12-3B73-6037-38EF-709E46F51A02}"/>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730B2667-6EE3-93C6-6297-E2E59ADC6A06}"/>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24A5D2EF-CE14-F128-220C-193053EB5415}"/>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62B9BE18-AE01-4AA5-EF85-42FACB3D5B1A}"/>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120BE1F3-997A-7362-0943-D6AE66DC3A5D}"/>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392F5744-D168-F86F-6FAC-2BEBE8CAA4C3}"/>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8139478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6FB3D-5ABD-1E92-CFD3-82797C5D9FD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17ABB5-FF02-D6BE-CF27-B1413AAD3C91}"/>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B81588D-0A11-81AD-5075-A274C0FD187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ED58FE3-34D0-D875-68C4-B01B2699D12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905DE56-2A5A-C664-7608-69D615F5453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3351763-9749-7F00-BE53-ED9E5426B944}"/>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BF3889F6-447F-7718-C4AB-9672F327F5B1}"/>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DFCBD8EB-54EF-53AA-93F4-6D1A642485F6}"/>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71CBAB29-D56D-143A-8799-2D6AACD08EF5}"/>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5EA56991-75AC-31FE-09B4-8ADF6BB1056E}"/>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3E659113-C44F-BFCA-70B1-404D9952C743}"/>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A08D1071-8F42-C27F-5DE2-5FB4B723781D}"/>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ED138076-FD4D-6C47-5EBE-1F30596319B4}"/>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B4E7BC0C-5A34-3FA3-6E67-748DB4E1115A}"/>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A98F855C-6B27-8DB5-A571-D6F276FF6D76}"/>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4B5A926B-FF1B-F835-8A01-8C9CD9DDDD5D}"/>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7EF3CDC9-441E-DC5D-0D0A-ACA16C39AC9A}"/>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03DE1F2C-23E0-0114-E3B4-DC2685E61CFE}"/>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DA643772-8C2A-01ED-4282-671CDCE97246}"/>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6FDDE5A3-DEA4-DCE9-64B9-B895CF606862}"/>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2F5176C6-B46E-183E-FBBA-E30E293DBF50}"/>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A4A05D00-E1A5-25AE-E1B4-AB4E39078D4D}"/>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640C0D3A-EFED-B0BA-643B-7678513489BC}"/>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C72D53BD-8FA6-39E1-8409-E21EE8F6EFE8}"/>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7B1CD1EB-7A4D-C8F5-0836-F72EE98472D0}"/>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29FC055F-FEFE-3F54-EFD3-5F1A35D8DFC9}"/>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ED14707B-EF43-D1E6-57E4-CF16ECF7E1A9}"/>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FFFFCDBA-6B82-8097-68D7-06BFB6ED7FF4}"/>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18" name="TextBox 17">
            <a:extLst>
              <a:ext uri="{FF2B5EF4-FFF2-40B4-BE49-F238E27FC236}">
                <a16:creationId xmlns:a16="http://schemas.microsoft.com/office/drawing/2014/main" id="{92AB3B91-B864-D20D-8B02-030E24D8D41C}"/>
              </a:ext>
            </a:extLst>
          </p:cNvPr>
          <p:cNvSpPr txBox="1"/>
          <p:nvPr/>
        </p:nvSpPr>
        <p:spPr>
          <a:xfrm>
            <a:off x="3138310" y="901933"/>
            <a:ext cx="570089" cy="230832"/>
          </a:xfrm>
          <a:prstGeom prst="rect">
            <a:avLst/>
          </a:prstGeom>
          <a:noFill/>
        </p:spPr>
        <p:txBody>
          <a:bodyPr wrap="square" rtlCol="0">
            <a:spAutoFit/>
          </a:bodyPr>
          <a:lstStyle/>
          <a:p>
            <a:pPr algn="ctr"/>
            <a:r>
              <a:rPr lang="en-US" sz="900" dirty="0"/>
              <a:t>39</a:t>
            </a:r>
          </a:p>
        </p:txBody>
      </p:sp>
      <p:sp>
        <p:nvSpPr>
          <p:cNvPr id="19" name="TextBox 18">
            <a:extLst>
              <a:ext uri="{FF2B5EF4-FFF2-40B4-BE49-F238E27FC236}">
                <a16:creationId xmlns:a16="http://schemas.microsoft.com/office/drawing/2014/main" id="{945C7E66-D6AF-CE2C-3BB6-28561F17B080}"/>
              </a:ext>
            </a:extLst>
          </p:cNvPr>
          <p:cNvSpPr txBox="1"/>
          <p:nvPr/>
        </p:nvSpPr>
        <p:spPr>
          <a:xfrm>
            <a:off x="3138310" y="1903821"/>
            <a:ext cx="570089" cy="230832"/>
          </a:xfrm>
          <a:prstGeom prst="rect">
            <a:avLst/>
          </a:prstGeom>
          <a:noFill/>
        </p:spPr>
        <p:txBody>
          <a:bodyPr wrap="square" rtlCol="0">
            <a:spAutoFit/>
          </a:bodyPr>
          <a:lstStyle/>
          <a:p>
            <a:pPr algn="ctr"/>
            <a:r>
              <a:rPr lang="en-US" sz="900" dirty="0"/>
              <a:t>93</a:t>
            </a:r>
          </a:p>
        </p:txBody>
      </p:sp>
      <p:sp>
        <p:nvSpPr>
          <p:cNvPr id="23" name="TextBox 22">
            <a:extLst>
              <a:ext uri="{FF2B5EF4-FFF2-40B4-BE49-F238E27FC236}">
                <a16:creationId xmlns:a16="http://schemas.microsoft.com/office/drawing/2014/main" id="{EB6985D1-E8EA-C394-7ED5-FF4E9CA8203D}"/>
              </a:ext>
            </a:extLst>
          </p:cNvPr>
          <p:cNvSpPr txBox="1"/>
          <p:nvPr/>
        </p:nvSpPr>
        <p:spPr>
          <a:xfrm>
            <a:off x="4645378" y="4408541"/>
            <a:ext cx="570089" cy="230832"/>
          </a:xfrm>
          <a:prstGeom prst="rect">
            <a:avLst/>
          </a:prstGeom>
          <a:noFill/>
        </p:spPr>
        <p:txBody>
          <a:bodyPr wrap="square" rtlCol="0">
            <a:spAutoFit/>
          </a:bodyPr>
          <a:lstStyle/>
          <a:p>
            <a:pPr algn="ctr"/>
            <a:r>
              <a:rPr lang="en-US" sz="900" dirty="0"/>
              <a:t>95</a:t>
            </a:r>
          </a:p>
        </p:txBody>
      </p:sp>
      <p:sp>
        <p:nvSpPr>
          <p:cNvPr id="24" name="TextBox 23">
            <a:extLst>
              <a:ext uri="{FF2B5EF4-FFF2-40B4-BE49-F238E27FC236}">
                <a16:creationId xmlns:a16="http://schemas.microsoft.com/office/drawing/2014/main" id="{8FA024DC-E9B7-2DC8-D776-2019F129F4B0}"/>
              </a:ext>
            </a:extLst>
          </p:cNvPr>
          <p:cNvSpPr txBox="1"/>
          <p:nvPr/>
        </p:nvSpPr>
        <p:spPr>
          <a:xfrm>
            <a:off x="4645378" y="4909484"/>
            <a:ext cx="570089" cy="230832"/>
          </a:xfrm>
          <a:prstGeom prst="rect">
            <a:avLst/>
          </a:prstGeom>
          <a:noFill/>
        </p:spPr>
        <p:txBody>
          <a:bodyPr wrap="square" rtlCol="0">
            <a:spAutoFit/>
          </a:bodyPr>
          <a:lstStyle/>
          <a:p>
            <a:pPr algn="ctr"/>
            <a:r>
              <a:rPr lang="en-US" sz="900" dirty="0"/>
              <a:t>59</a:t>
            </a:r>
          </a:p>
        </p:txBody>
      </p:sp>
      <p:sp>
        <p:nvSpPr>
          <p:cNvPr id="26" name="TextBox 25">
            <a:extLst>
              <a:ext uri="{FF2B5EF4-FFF2-40B4-BE49-F238E27FC236}">
                <a16:creationId xmlns:a16="http://schemas.microsoft.com/office/drawing/2014/main" id="{FEF50494-F7B0-C2ED-7B53-039A67B393AC}"/>
              </a:ext>
            </a:extLst>
          </p:cNvPr>
          <p:cNvSpPr txBox="1"/>
          <p:nvPr/>
        </p:nvSpPr>
        <p:spPr>
          <a:xfrm>
            <a:off x="4143022" y="2905709"/>
            <a:ext cx="570089" cy="230832"/>
          </a:xfrm>
          <a:prstGeom prst="rect">
            <a:avLst/>
          </a:prstGeom>
          <a:noFill/>
        </p:spPr>
        <p:txBody>
          <a:bodyPr wrap="square" rtlCol="0">
            <a:spAutoFit/>
          </a:bodyPr>
          <a:lstStyle/>
          <a:p>
            <a:pPr algn="ctr"/>
            <a:r>
              <a:rPr lang="en-US" sz="900" dirty="0"/>
              <a:t>39</a:t>
            </a:r>
          </a:p>
        </p:txBody>
      </p:sp>
      <p:sp>
        <p:nvSpPr>
          <p:cNvPr id="27" name="TextBox 26">
            <a:extLst>
              <a:ext uri="{FF2B5EF4-FFF2-40B4-BE49-F238E27FC236}">
                <a16:creationId xmlns:a16="http://schemas.microsoft.com/office/drawing/2014/main" id="{55B4C90C-4C68-CF28-E873-4147186DA83A}"/>
              </a:ext>
            </a:extLst>
          </p:cNvPr>
          <p:cNvSpPr txBox="1"/>
          <p:nvPr/>
        </p:nvSpPr>
        <p:spPr>
          <a:xfrm>
            <a:off x="4143022" y="3406653"/>
            <a:ext cx="570089" cy="230832"/>
          </a:xfrm>
          <a:prstGeom prst="rect">
            <a:avLst/>
          </a:prstGeom>
          <a:noFill/>
        </p:spPr>
        <p:txBody>
          <a:bodyPr wrap="square" rtlCol="0">
            <a:spAutoFit/>
          </a:bodyPr>
          <a:lstStyle/>
          <a:p>
            <a:pPr algn="ctr"/>
            <a:r>
              <a:rPr lang="en-US" sz="900" dirty="0"/>
              <a:t>57</a:t>
            </a:r>
          </a:p>
        </p:txBody>
      </p:sp>
      <p:sp>
        <p:nvSpPr>
          <p:cNvPr id="38" name="TextBox 37">
            <a:extLst>
              <a:ext uri="{FF2B5EF4-FFF2-40B4-BE49-F238E27FC236}">
                <a16:creationId xmlns:a16="http://schemas.microsoft.com/office/drawing/2014/main" id="{76E7785D-CE4B-08DB-9D3F-574FA7D2D71B}"/>
              </a:ext>
            </a:extLst>
          </p:cNvPr>
          <p:cNvSpPr txBox="1"/>
          <p:nvPr/>
        </p:nvSpPr>
        <p:spPr>
          <a:xfrm>
            <a:off x="4143022" y="4909484"/>
            <a:ext cx="570089" cy="230832"/>
          </a:xfrm>
          <a:prstGeom prst="rect">
            <a:avLst/>
          </a:prstGeom>
          <a:noFill/>
        </p:spPr>
        <p:txBody>
          <a:bodyPr wrap="square" rtlCol="0">
            <a:spAutoFit/>
          </a:bodyPr>
          <a:lstStyle/>
          <a:p>
            <a:pPr algn="ctr"/>
            <a:r>
              <a:rPr lang="en-US" sz="900" dirty="0"/>
              <a:t>93</a:t>
            </a:r>
          </a:p>
        </p:txBody>
      </p:sp>
      <p:sp>
        <p:nvSpPr>
          <p:cNvPr id="39" name="TextBox 38">
            <a:extLst>
              <a:ext uri="{FF2B5EF4-FFF2-40B4-BE49-F238E27FC236}">
                <a16:creationId xmlns:a16="http://schemas.microsoft.com/office/drawing/2014/main" id="{8014B72A-5020-98CD-06FE-C88809A52B5F}"/>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97082A84-42D2-5D23-8617-A03BD6ACB6AB}"/>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BF6F0C58-5D9C-81A8-B46D-895FCE1ECA3D}"/>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FE7A9192-3DA2-56E3-03CA-EB5E795C0F55}"/>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E944CA73-DB30-9AFE-C073-17CF80385BB1}"/>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1CEBEFDD-0F6F-32A4-9FE9-DF5A7AB2653F}"/>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61E2DE14-33E1-2CD9-6656-E4DF958EE0E2}"/>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F834A904-66D8-DD68-149B-25130476B619}"/>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37843167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4DF42-889E-5A30-5E46-2A55A4286EA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25F5CA-4900-9954-137B-FDF602B9CB3F}"/>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647CADF6-5168-5797-557A-3F9E970D007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31C7567-1944-C7D2-9784-E57B354EB0A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CAE8D49-E8DE-7273-A7FB-02FF6F14D9D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2561C1E-D2EB-069B-A092-12D696EF94EB}"/>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E6E821D6-F9B9-CFFF-5486-5D54FB51E105}"/>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13893D6D-720C-178B-38A1-2F3E52C34C3E}"/>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857F412A-4BC4-2040-07C4-92FFD9684C61}"/>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8BA1C6C4-06B0-B8C6-B092-952BF14645E8}"/>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8C33B7B0-56C4-E882-BDF0-74CBA3F1C6AC}"/>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D87EBBA3-19B0-F49E-DA39-DB0985EBACB9}"/>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D6ECF005-4E06-20F7-5888-C233F74E2A36}"/>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87B4A522-C37C-CA3E-10A5-82AB9BEB68B1}"/>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B3163216-E332-4483-1306-7389FCA12064}"/>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1C84EA1B-C931-030E-7340-374B7F37A20B}"/>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6A099E41-B6E0-F8FD-832B-D1117DBD30D8}"/>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6645328C-9BFD-8CE1-71B7-8D929AE40098}"/>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B11E4B82-3FAA-F08B-ED8D-42168FC57183}"/>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8E1A929A-D9E3-4A37-B426-D86B7E304F40}"/>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ECABF844-C51E-E14E-6DE5-9487F219D5BF}"/>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A001C9A8-54EF-907B-EA22-DA241EF8FBB5}"/>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D3F4FE07-E7EA-B49B-C7EC-194BCEA9BBCE}"/>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D3942662-3F3C-A4FB-6FFD-06DD1B51E5D4}"/>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65402F90-C50A-7454-4D24-D601BBC69F2F}"/>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858FCB6B-703B-5EA6-049D-4A783F8012CD}"/>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5D24AF79-784A-4AD7-895D-ADBFD5E5B7EF}"/>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FC2CE404-9D23-BC96-F63E-3D49A76120DC}"/>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23" name="TextBox 22">
            <a:extLst>
              <a:ext uri="{FF2B5EF4-FFF2-40B4-BE49-F238E27FC236}">
                <a16:creationId xmlns:a16="http://schemas.microsoft.com/office/drawing/2014/main" id="{2F08E75F-5549-E8D9-3BFA-5D6E2341B9D2}"/>
              </a:ext>
            </a:extLst>
          </p:cNvPr>
          <p:cNvSpPr txBox="1"/>
          <p:nvPr/>
        </p:nvSpPr>
        <p:spPr>
          <a:xfrm>
            <a:off x="4645378" y="4408541"/>
            <a:ext cx="570089" cy="230832"/>
          </a:xfrm>
          <a:prstGeom prst="rect">
            <a:avLst/>
          </a:prstGeom>
          <a:noFill/>
        </p:spPr>
        <p:txBody>
          <a:bodyPr wrap="square" rtlCol="0">
            <a:spAutoFit/>
          </a:bodyPr>
          <a:lstStyle/>
          <a:p>
            <a:pPr algn="ctr"/>
            <a:r>
              <a:rPr lang="en-US" sz="900" dirty="0"/>
              <a:t>95</a:t>
            </a:r>
          </a:p>
        </p:txBody>
      </p:sp>
      <p:sp>
        <p:nvSpPr>
          <p:cNvPr id="24" name="TextBox 23">
            <a:extLst>
              <a:ext uri="{FF2B5EF4-FFF2-40B4-BE49-F238E27FC236}">
                <a16:creationId xmlns:a16="http://schemas.microsoft.com/office/drawing/2014/main" id="{7099E4BD-E599-D5A6-4806-2F7273426337}"/>
              </a:ext>
            </a:extLst>
          </p:cNvPr>
          <p:cNvSpPr txBox="1"/>
          <p:nvPr/>
        </p:nvSpPr>
        <p:spPr>
          <a:xfrm>
            <a:off x="4645378" y="4909484"/>
            <a:ext cx="570089" cy="230832"/>
          </a:xfrm>
          <a:prstGeom prst="rect">
            <a:avLst/>
          </a:prstGeom>
          <a:noFill/>
        </p:spPr>
        <p:txBody>
          <a:bodyPr wrap="square" rtlCol="0">
            <a:spAutoFit/>
          </a:bodyPr>
          <a:lstStyle/>
          <a:p>
            <a:pPr algn="ctr"/>
            <a:r>
              <a:rPr lang="en-US" sz="900" dirty="0"/>
              <a:t>59</a:t>
            </a:r>
          </a:p>
        </p:txBody>
      </p:sp>
      <p:sp>
        <p:nvSpPr>
          <p:cNvPr id="26" name="TextBox 25">
            <a:extLst>
              <a:ext uri="{FF2B5EF4-FFF2-40B4-BE49-F238E27FC236}">
                <a16:creationId xmlns:a16="http://schemas.microsoft.com/office/drawing/2014/main" id="{883671DD-195C-142E-0561-804E93B39C54}"/>
              </a:ext>
            </a:extLst>
          </p:cNvPr>
          <p:cNvSpPr txBox="1"/>
          <p:nvPr/>
        </p:nvSpPr>
        <p:spPr>
          <a:xfrm>
            <a:off x="4143022" y="2905709"/>
            <a:ext cx="570089" cy="230832"/>
          </a:xfrm>
          <a:prstGeom prst="rect">
            <a:avLst/>
          </a:prstGeom>
          <a:noFill/>
        </p:spPr>
        <p:txBody>
          <a:bodyPr wrap="square" rtlCol="0">
            <a:spAutoFit/>
          </a:bodyPr>
          <a:lstStyle/>
          <a:p>
            <a:pPr algn="ctr"/>
            <a:r>
              <a:rPr lang="en-US" sz="900" dirty="0"/>
              <a:t>39</a:t>
            </a:r>
          </a:p>
        </p:txBody>
      </p:sp>
      <p:sp>
        <p:nvSpPr>
          <p:cNvPr id="27" name="TextBox 26">
            <a:extLst>
              <a:ext uri="{FF2B5EF4-FFF2-40B4-BE49-F238E27FC236}">
                <a16:creationId xmlns:a16="http://schemas.microsoft.com/office/drawing/2014/main" id="{4C72253B-9795-A320-A9F2-686E7636C400}"/>
              </a:ext>
            </a:extLst>
          </p:cNvPr>
          <p:cNvSpPr txBox="1"/>
          <p:nvPr/>
        </p:nvSpPr>
        <p:spPr>
          <a:xfrm>
            <a:off x="4143022" y="3406653"/>
            <a:ext cx="570089" cy="230832"/>
          </a:xfrm>
          <a:prstGeom prst="rect">
            <a:avLst/>
          </a:prstGeom>
          <a:noFill/>
        </p:spPr>
        <p:txBody>
          <a:bodyPr wrap="square" rtlCol="0">
            <a:spAutoFit/>
          </a:bodyPr>
          <a:lstStyle/>
          <a:p>
            <a:pPr algn="ctr"/>
            <a:r>
              <a:rPr lang="en-US" sz="900" dirty="0"/>
              <a:t>57</a:t>
            </a:r>
          </a:p>
        </p:txBody>
      </p:sp>
      <p:sp>
        <p:nvSpPr>
          <p:cNvPr id="38" name="TextBox 37">
            <a:extLst>
              <a:ext uri="{FF2B5EF4-FFF2-40B4-BE49-F238E27FC236}">
                <a16:creationId xmlns:a16="http://schemas.microsoft.com/office/drawing/2014/main" id="{6F604E18-3E43-537E-8D28-0A652EC920A4}"/>
              </a:ext>
            </a:extLst>
          </p:cNvPr>
          <p:cNvSpPr txBox="1"/>
          <p:nvPr/>
        </p:nvSpPr>
        <p:spPr>
          <a:xfrm>
            <a:off x="4143022" y="4909484"/>
            <a:ext cx="570089" cy="230832"/>
          </a:xfrm>
          <a:prstGeom prst="rect">
            <a:avLst/>
          </a:prstGeom>
          <a:noFill/>
        </p:spPr>
        <p:txBody>
          <a:bodyPr wrap="square" rtlCol="0">
            <a:spAutoFit/>
          </a:bodyPr>
          <a:lstStyle/>
          <a:p>
            <a:pPr algn="ctr"/>
            <a:r>
              <a:rPr lang="en-US" sz="900" dirty="0"/>
              <a:t>93</a:t>
            </a:r>
          </a:p>
        </p:txBody>
      </p:sp>
      <p:sp>
        <p:nvSpPr>
          <p:cNvPr id="39" name="TextBox 38">
            <a:extLst>
              <a:ext uri="{FF2B5EF4-FFF2-40B4-BE49-F238E27FC236}">
                <a16:creationId xmlns:a16="http://schemas.microsoft.com/office/drawing/2014/main" id="{BC63F261-ECAF-8C5B-6903-26613BB9CF31}"/>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BCF0992A-E476-F67F-2EC7-C4ECC806F085}"/>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A82D7E4C-FD4B-C502-76B4-AF9CB02FD770}"/>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51B662D3-215A-005B-594F-B24D96395EC6}"/>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FECB2A9F-689E-24F2-DE84-DAC15057B724}"/>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DFE6FB3A-FCED-50B7-8C4F-403B8CF37B95}"/>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B8ABF3C7-5E39-607A-AB5E-6298572CE673}"/>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9A1443BE-7C07-3611-A073-FD5D97A0B650}"/>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68F526B2-915C-CAD0-E318-6276CE6407CB}"/>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CE13C8E9-3EC2-B2E3-CDD5-5CC14E1EAE9B}"/>
              </a:ext>
            </a:extLst>
          </p:cNvPr>
          <p:cNvSpPr txBox="1"/>
          <p:nvPr/>
        </p:nvSpPr>
        <p:spPr>
          <a:xfrm>
            <a:off x="3217333" y="1727886"/>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10311995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025F8-52EC-E881-E5A5-48F8FB29392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678A24-C08B-4978-2AE7-FE8DA41AE1BD}"/>
              </a:ext>
            </a:extLst>
          </p:cNvPr>
          <p:cNvSpPr>
            <a:spLocks noGrp="1"/>
          </p:cNvSpPr>
          <p:nvPr>
            <p:ph sz="half" idx="1"/>
          </p:nvPr>
        </p:nvSpPr>
        <p:spPr/>
        <p:txBody>
          <a:bodyPr>
            <a:normAutofit/>
          </a:bodyPr>
          <a:lstStyle/>
          <a:p>
            <a:r>
              <a:rPr lang="en-US" dirty="0"/>
              <a:t>Finish the sequence in the lower right block.</a:t>
            </a:r>
          </a:p>
        </p:txBody>
      </p:sp>
      <p:pic>
        <p:nvPicPr>
          <p:cNvPr id="4" name="Picture 3" descr="A grid of sudoku puzzle&#10;&#10;Description automatically generated">
            <a:extLst>
              <a:ext uri="{FF2B5EF4-FFF2-40B4-BE49-F238E27FC236}">
                <a16:creationId xmlns:a16="http://schemas.microsoft.com/office/drawing/2014/main" id="{59E8A6D1-CAE7-C846-2FB3-1C44033D541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A0A9B84-028C-5E60-1611-7B7D1886BA3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7A818C7-625D-14EF-BA81-0FE862CC8CA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4779222-AF9C-1735-C0C4-5CAD30DF6B4A}"/>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0F0A8D8F-DB0F-CFA3-BC31-6901A3BCF9AB}"/>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B30669E2-3D41-E331-C56A-84EF47E635AD}"/>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BCF8DDC1-0BE2-F3A0-B8FD-6795597C5A88}"/>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6C4B9B32-1A67-AC3A-65D8-DB882A7EE9C0}"/>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58527963-9F82-A859-D2FA-D39334F2C7FF}"/>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289BBF63-6A42-631C-8AC9-BE2ECD48FCA1}"/>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4E7DA0B2-3DE5-7490-9A5F-227D9C57C5C4}"/>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D910D1F8-56F0-61CA-C457-833D209C8557}"/>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36F447F1-CA6B-F048-1131-48AC7E26265A}"/>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94D32E75-478F-2870-4A7C-BE9D88697357}"/>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5069593B-E905-D210-ED3D-DD67750A47D8}"/>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96842223-1036-ED74-D008-A6218CADDA45}"/>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70283007-8942-7444-3BD9-304006B37DBE}"/>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517B7109-F906-58C5-35D0-39F5FC622484}"/>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BA49AF01-BBBE-8A2E-2A8E-A0407363F48A}"/>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723F53CF-572C-19DA-E784-0F379E30FE9E}"/>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CE9708D8-9AC2-729F-5936-850B964B3769}"/>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3059B8FC-0022-758C-0BB6-4199EA9653AD}"/>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BD357A35-13C2-FE34-4003-3F4B22D7F81D}"/>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BC53D8FD-691F-698A-96ED-43EC389C415A}"/>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53F6BDDC-E13D-C55B-782D-C3EDE776CED2}"/>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329B59C6-2D5C-7A5A-ADEE-3B2531541668}"/>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23" name="TextBox 22">
            <a:extLst>
              <a:ext uri="{FF2B5EF4-FFF2-40B4-BE49-F238E27FC236}">
                <a16:creationId xmlns:a16="http://schemas.microsoft.com/office/drawing/2014/main" id="{D3F0D437-7669-D55B-F4DC-784A027EFC02}"/>
              </a:ext>
            </a:extLst>
          </p:cNvPr>
          <p:cNvSpPr txBox="1"/>
          <p:nvPr/>
        </p:nvSpPr>
        <p:spPr>
          <a:xfrm>
            <a:off x="4645378" y="4408541"/>
            <a:ext cx="570089" cy="230832"/>
          </a:xfrm>
          <a:prstGeom prst="rect">
            <a:avLst/>
          </a:prstGeom>
          <a:noFill/>
        </p:spPr>
        <p:txBody>
          <a:bodyPr wrap="square" rtlCol="0">
            <a:spAutoFit/>
          </a:bodyPr>
          <a:lstStyle/>
          <a:p>
            <a:pPr algn="ctr"/>
            <a:r>
              <a:rPr lang="en-US" sz="900" dirty="0"/>
              <a:t>95</a:t>
            </a:r>
          </a:p>
        </p:txBody>
      </p:sp>
      <p:sp>
        <p:nvSpPr>
          <p:cNvPr id="24" name="TextBox 23">
            <a:extLst>
              <a:ext uri="{FF2B5EF4-FFF2-40B4-BE49-F238E27FC236}">
                <a16:creationId xmlns:a16="http://schemas.microsoft.com/office/drawing/2014/main" id="{F3F8E084-41A1-9AF2-DBCB-60CAE6EF5878}"/>
              </a:ext>
            </a:extLst>
          </p:cNvPr>
          <p:cNvSpPr txBox="1"/>
          <p:nvPr/>
        </p:nvSpPr>
        <p:spPr>
          <a:xfrm>
            <a:off x="4645378" y="4909484"/>
            <a:ext cx="570089" cy="230832"/>
          </a:xfrm>
          <a:prstGeom prst="rect">
            <a:avLst/>
          </a:prstGeom>
          <a:noFill/>
        </p:spPr>
        <p:txBody>
          <a:bodyPr wrap="square" rtlCol="0">
            <a:spAutoFit/>
          </a:bodyPr>
          <a:lstStyle/>
          <a:p>
            <a:pPr algn="ctr"/>
            <a:r>
              <a:rPr lang="en-US" sz="900" dirty="0"/>
              <a:t>59</a:t>
            </a:r>
          </a:p>
        </p:txBody>
      </p:sp>
      <p:sp>
        <p:nvSpPr>
          <p:cNvPr id="26" name="TextBox 25">
            <a:extLst>
              <a:ext uri="{FF2B5EF4-FFF2-40B4-BE49-F238E27FC236}">
                <a16:creationId xmlns:a16="http://schemas.microsoft.com/office/drawing/2014/main" id="{725ED4A5-B733-6649-8B74-517205B2DC0D}"/>
              </a:ext>
            </a:extLst>
          </p:cNvPr>
          <p:cNvSpPr txBox="1"/>
          <p:nvPr/>
        </p:nvSpPr>
        <p:spPr>
          <a:xfrm>
            <a:off x="4143022" y="2905709"/>
            <a:ext cx="570089" cy="230832"/>
          </a:xfrm>
          <a:prstGeom prst="rect">
            <a:avLst/>
          </a:prstGeom>
          <a:noFill/>
        </p:spPr>
        <p:txBody>
          <a:bodyPr wrap="square" rtlCol="0">
            <a:spAutoFit/>
          </a:bodyPr>
          <a:lstStyle/>
          <a:p>
            <a:pPr algn="ctr"/>
            <a:r>
              <a:rPr lang="en-US" sz="900" dirty="0"/>
              <a:t>39</a:t>
            </a:r>
          </a:p>
        </p:txBody>
      </p:sp>
      <p:sp>
        <p:nvSpPr>
          <p:cNvPr id="27" name="TextBox 26">
            <a:extLst>
              <a:ext uri="{FF2B5EF4-FFF2-40B4-BE49-F238E27FC236}">
                <a16:creationId xmlns:a16="http://schemas.microsoft.com/office/drawing/2014/main" id="{CB0ED1F5-B691-BD06-42C0-A9B4CBA1713A}"/>
              </a:ext>
            </a:extLst>
          </p:cNvPr>
          <p:cNvSpPr txBox="1"/>
          <p:nvPr/>
        </p:nvSpPr>
        <p:spPr>
          <a:xfrm>
            <a:off x="4143022" y="3406653"/>
            <a:ext cx="570089" cy="230832"/>
          </a:xfrm>
          <a:prstGeom prst="rect">
            <a:avLst/>
          </a:prstGeom>
          <a:noFill/>
        </p:spPr>
        <p:txBody>
          <a:bodyPr wrap="square" rtlCol="0">
            <a:spAutoFit/>
          </a:bodyPr>
          <a:lstStyle/>
          <a:p>
            <a:pPr algn="ctr"/>
            <a:r>
              <a:rPr lang="en-US" sz="900" dirty="0"/>
              <a:t>57</a:t>
            </a:r>
          </a:p>
        </p:txBody>
      </p:sp>
      <p:sp>
        <p:nvSpPr>
          <p:cNvPr id="38" name="TextBox 37">
            <a:extLst>
              <a:ext uri="{FF2B5EF4-FFF2-40B4-BE49-F238E27FC236}">
                <a16:creationId xmlns:a16="http://schemas.microsoft.com/office/drawing/2014/main" id="{A00173D0-1219-7E38-AEEB-C85EEE01F19E}"/>
              </a:ext>
            </a:extLst>
          </p:cNvPr>
          <p:cNvSpPr txBox="1"/>
          <p:nvPr/>
        </p:nvSpPr>
        <p:spPr>
          <a:xfrm>
            <a:off x="4143022" y="4909484"/>
            <a:ext cx="570089" cy="230832"/>
          </a:xfrm>
          <a:prstGeom prst="rect">
            <a:avLst/>
          </a:prstGeom>
          <a:noFill/>
        </p:spPr>
        <p:txBody>
          <a:bodyPr wrap="square" rtlCol="0">
            <a:spAutoFit/>
          </a:bodyPr>
          <a:lstStyle/>
          <a:p>
            <a:pPr algn="ctr"/>
            <a:r>
              <a:rPr lang="en-US" sz="900" dirty="0"/>
              <a:t>93</a:t>
            </a:r>
          </a:p>
        </p:txBody>
      </p:sp>
      <p:sp>
        <p:nvSpPr>
          <p:cNvPr id="39" name="TextBox 38">
            <a:extLst>
              <a:ext uri="{FF2B5EF4-FFF2-40B4-BE49-F238E27FC236}">
                <a16:creationId xmlns:a16="http://schemas.microsoft.com/office/drawing/2014/main" id="{BBDDA202-9345-975B-044D-7B1CC3D9FEF9}"/>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163D6C2D-5BCA-EB52-F171-75AB21103E59}"/>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425CD969-C165-0AEF-F1E1-9FA8663D6199}"/>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D93E71E4-6A74-DFB2-50A3-7263700C47DF}"/>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A770EE64-9518-54C6-8092-BF78FCD3C23F}"/>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962DBAAD-CF0C-EC68-8C70-669789AEB674}"/>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E4A921F9-7F11-0A2A-5253-A9DE0CD163F2}"/>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428AAA15-E1CA-A063-CD04-4B93A07A6D36}"/>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24B73411-9632-EB24-5A23-65AC5046A88F}"/>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17E1A294-67C5-128E-2433-DA50DB9ADF1A}"/>
              </a:ext>
            </a:extLst>
          </p:cNvPr>
          <p:cNvSpPr txBox="1"/>
          <p:nvPr/>
        </p:nvSpPr>
        <p:spPr>
          <a:xfrm>
            <a:off x="3217333" y="172788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86411F9C-BA68-9BE5-D98C-220BC6AA37F2}"/>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19" name="TextBox 18">
            <a:extLst>
              <a:ext uri="{FF2B5EF4-FFF2-40B4-BE49-F238E27FC236}">
                <a16:creationId xmlns:a16="http://schemas.microsoft.com/office/drawing/2014/main" id="{1BE07D7C-58AC-1706-4DFA-ADD41F0AC94A}"/>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6047534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BBB55-408B-3818-CE7D-83E49AD63D9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0591EF5-BE6C-AAC8-B942-30295C93430A}"/>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8D197AE-70FE-02C0-B010-1A3DE97CFCC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BCC5113-6C37-109D-809E-D4698A8FE93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F427CFA-E49E-3943-7546-A4A88F1AD66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297D7BE-AFF9-8B96-8352-AD11C59007D9}"/>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FDCDF5F6-F494-4C0D-BF71-679439189AB0}"/>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AB966205-8882-B00F-60F2-2B82E526E835}"/>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69560DC0-204F-53AE-66DF-E273DB4D8913}"/>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588A83D6-E333-0127-B163-EC33C8E2BA8F}"/>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64D2375E-F371-E3A4-BE40-12EF5FCF97AF}"/>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C5E96C5F-81CC-BF12-392A-8D188F324C8F}"/>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C19E893D-1486-120E-D26D-E76CBE94C716}"/>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80AD1572-4CFB-E016-6ECA-41CC67FD8A58}"/>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B4DE43CE-01A0-85B0-A432-3CC0E0A9AD4D}"/>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78F418F5-E4CD-DD29-03C3-F05C4BA8C81D}"/>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3F2A3585-6D55-6223-A486-3D2CB68900ED}"/>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06247626-A3E4-C8C8-0A67-62ABCAC3CE63}"/>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54D034BF-A71C-B646-D406-B2A977FEF646}"/>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288B06FE-91EB-3DF5-F812-1D3E6636B301}"/>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0040AD4B-1C4D-9A7F-507A-6C6C6714D2CA}"/>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5A0396FD-4D77-CD51-4FEF-F2762CDA845C}"/>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FF7E9A34-760C-84B4-D368-B240E9395587}"/>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F3D40433-A5FE-23D0-7EB4-522C0D2A49DE}"/>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46F95FB9-63AD-36E0-EDB0-F2781F76C51B}"/>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2B539EFF-CFE7-1874-5809-387FB86515A1}"/>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9C753E7F-1E84-9E72-A5DC-39BD509EF6C0}"/>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56F86354-80DC-645F-0A65-6057E0EAA20B}"/>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26" name="TextBox 25">
            <a:extLst>
              <a:ext uri="{FF2B5EF4-FFF2-40B4-BE49-F238E27FC236}">
                <a16:creationId xmlns:a16="http://schemas.microsoft.com/office/drawing/2014/main" id="{6A420145-0CB1-AF66-A6E7-C5BB6963EE50}"/>
              </a:ext>
            </a:extLst>
          </p:cNvPr>
          <p:cNvSpPr txBox="1"/>
          <p:nvPr/>
        </p:nvSpPr>
        <p:spPr>
          <a:xfrm>
            <a:off x="4143022" y="2905709"/>
            <a:ext cx="570089" cy="230832"/>
          </a:xfrm>
          <a:prstGeom prst="rect">
            <a:avLst/>
          </a:prstGeom>
          <a:noFill/>
        </p:spPr>
        <p:txBody>
          <a:bodyPr wrap="square" rtlCol="0">
            <a:spAutoFit/>
          </a:bodyPr>
          <a:lstStyle/>
          <a:p>
            <a:pPr algn="ctr"/>
            <a:r>
              <a:rPr lang="en-US" sz="900" dirty="0"/>
              <a:t>39</a:t>
            </a:r>
          </a:p>
        </p:txBody>
      </p:sp>
      <p:sp>
        <p:nvSpPr>
          <p:cNvPr id="27" name="TextBox 26">
            <a:extLst>
              <a:ext uri="{FF2B5EF4-FFF2-40B4-BE49-F238E27FC236}">
                <a16:creationId xmlns:a16="http://schemas.microsoft.com/office/drawing/2014/main" id="{F21070F1-8179-8042-4DFC-0C64064C500A}"/>
              </a:ext>
            </a:extLst>
          </p:cNvPr>
          <p:cNvSpPr txBox="1"/>
          <p:nvPr/>
        </p:nvSpPr>
        <p:spPr>
          <a:xfrm>
            <a:off x="4143022" y="3406653"/>
            <a:ext cx="570089" cy="230832"/>
          </a:xfrm>
          <a:prstGeom prst="rect">
            <a:avLst/>
          </a:prstGeom>
          <a:noFill/>
        </p:spPr>
        <p:txBody>
          <a:bodyPr wrap="square" rtlCol="0">
            <a:spAutoFit/>
          </a:bodyPr>
          <a:lstStyle/>
          <a:p>
            <a:pPr algn="ctr"/>
            <a:r>
              <a:rPr lang="en-US" sz="900" dirty="0"/>
              <a:t>57</a:t>
            </a:r>
          </a:p>
        </p:txBody>
      </p:sp>
      <p:sp>
        <p:nvSpPr>
          <p:cNvPr id="38" name="TextBox 37">
            <a:extLst>
              <a:ext uri="{FF2B5EF4-FFF2-40B4-BE49-F238E27FC236}">
                <a16:creationId xmlns:a16="http://schemas.microsoft.com/office/drawing/2014/main" id="{170CA1EA-E845-1F39-D429-8CC91D2A6E37}"/>
              </a:ext>
            </a:extLst>
          </p:cNvPr>
          <p:cNvSpPr txBox="1"/>
          <p:nvPr/>
        </p:nvSpPr>
        <p:spPr>
          <a:xfrm>
            <a:off x="4143022" y="4909484"/>
            <a:ext cx="570089" cy="230832"/>
          </a:xfrm>
          <a:prstGeom prst="rect">
            <a:avLst/>
          </a:prstGeom>
          <a:noFill/>
        </p:spPr>
        <p:txBody>
          <a:bodyPr wrap="square" rtlCol="0">
            <a:spAutoFit/>
          </a:bodyPr>
          <a:lstStyle/>
          <a:p>
            <a:pPr algn="ctr"/>
            <a:r>
              <a:rPr lang="en-US" sz="900" dirty="0"/>
              <a:t>93</a:t>
            </a:r>
          </a:p>
        </p:txBody>
      </p:sp>
      <p:sp>
        <p:nvSpPr>
          <p:cNvPr id="39" name="TextBox 38">
            <a:extLst>
              <a:ext uri="{FF2B5EF4-FFF2-40B4-BE49-F238E27FC236}">
                <a16:creationId xmlns:a16="http://schemas.microsoft.com/office/drawing/2014/main" id="{DFF8C7DB-CFD7-0D40-E7B1-6B46FB8302F6}"/>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668C8A92-6AF0-3815-D3A4-14FAA943FF3B}"/>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02D154B1-A0BB-EB8D-E7F6-12F7F6EC8FB3}"/>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D0F602D5-8E73-E5B2-F2D2-73E32ECA9062}"/>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72F7F1C5-1CBD-C79B-7D32-FBCD74A6B455}"/>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242F7006-9EB4-4CFF-99C2-F5C4FC244C49}"/>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7794EDC7-D781-84BF-FE2F-9907BC6DAB46}"/>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2A9DA251-3F84-CCA5-76A6-D49AFB6BD3CC}"/>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26E5907D-5BA1-6596-48EB-2F2DA1D54C49}"/>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B241ACBF-9117-F084-7204-4E79DC867376}"/>
              </a:ext>
            </a:extLst>
          </p:cNvPr>
          <p:cNvSpPr txBox="1"/>
          <p:nvPr/>
        </p:nvSpPr>
        <p:spPr>
          <a:xfrm>
            <a:off x="3217333" y="172788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B0B3A786-3076-F723-FC61-B5ECE129B57E}"/>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19" name="TextBox 18">
            <a:extLst>
              <a:ext uri="{FF2B5EF4-FFF2-40B4-BE49-F238E27FC236}">
                <a16:creationId xmlns:a16="http://schemas.microsoft.com/office/drawing/2014/main" id="{16EB7E18-74A1-4873-4553-B058D9026406}"/>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E483E662-AC75-B943-4E2A-D68682E8C57F}"/>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422D76E3-A05B-8ACE-E67F-6DEE2CA55FEE}"/>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18185785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16508-8B8D-EC98-3566-64FA4FEC4B9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ADCED86-D6EC-D1CB-5141-31A94747A2E4}"/>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6F4FB99-139C-40DA-AED3-7D0B450ABB8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83F26B5-B40A-B0AE-4783-80969D66456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3F2DEAC-A90B-10DE-8C1F-60C9DD8190B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17530EB-49E0-D603-D2C0-21DD958495AD}"/>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C556B895-DE7C-94A9-6C2F-3BC17B0BAFED}"/>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5FA6AC30-229F-DA71-864A-94AC7405052A}"/>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8E5D690C-FB5F-A711-AD03-CE489ABABE91}"/>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9F308B24-AA5D-B755-54C1-3A369E93909B}"/>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EFE74E0D-FA33-5073-CDFE-DB40A3FD0C36}"/>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9D18B2D2-584D-42C5-34FA-B9CCB69667E2}"/>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D7242F6B-CC77-6D87-55CC-153AE05B77BE}"/>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6CBAAF4A-825D-716D-5653-4925153532F3}"/>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E1F62A57-3FE2-AB26-59C6-8674ECAA3E97}"/>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818E834C-0C7D-EAC2-493F-9FE0160C40CB}"/>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811D12E3-BEAA-55F0-1E4C-71FCD68FA5A7}"/>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E1EC38BA-1A80-B8C6-BC93-89755ACDCD6B}"/>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8F2A3E18-77C9-EBED-A2B9-DC1F11282DCA}"/>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23D1F80F-4247-5941-D5C6-F45DABCC785D}"/>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67039C8B-F713-4FC3-E292-F464839DC4C9}"/>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8C7575CD-4AED-EA9F-276B-305F5F6FFEC0}"/>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D923E60A-BEEF-2144-3CB2-318671A00598}"/>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9CA588B2-1407-7C2F-C038-6B21F053F77B}"/>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01643319-2FEA-FDBF-BD8D-59105CF86C7A}"/>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C20D0E17-238F-1996-89E8-1B020A75EE56}"/>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A6C99F83-01E1-E946-0F38-B5EB1DB125BC}"/>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BE7139F6-AEF0-E4B8-9FC4-C60BF677DB40}"/>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356144A1-2B12-799D-8B9C-133E80670434}"/>
              </a:ext>
            </a:extLst>
          </p:cNvPr>
          <p:cNvSpPr txBox="1"/>
          <p:nvPr/>
        </p:nvSpPr>
        <p:spPr>
          <a:xfrm>
            <a:off x="4143022" y="3406653"/>
            <a:ext cx="570089" cy="230832"/>
          </a:xfrm>
          <a:prstGeom prst="rect">
            <a:avLst/>
          </a:prstGeom>
          <a:noFill/>
        </p:spPr>
        <p:txBody>
          <a:bodyPr wrap="square" rtlCol="0">
            <a:spAutoFit/>
          </a:bodyPr>
          <a:lstStyle/>
          <a:p>
            <a:pPr algn="ctr"/>
            <a:r>
              <a:rPr lang="en-US" sz="900" dirty="0"/>
              <a:t>57</a:t>
            </a:r>
          </a:p>
        </p:txBody>
      </p:sp>
      <p:sp>
        <p:nvSpPr>
          <p:cNvPr id="39" name="TextBox 38">
            <a:extLst>
              <a:ext uri="{FF2B5EF4-FFF2-40B4-BE49-F238E27FC236}">
                <a16:creationId xmlns:a16="http://schemas.microsoft.com/office/drawing/2014/main" id="{B7C976C9-82AF-F02B-F48B-B29B5C5FBAFE}"/>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21B6D7E3-9F3D-9BCC-EBF1-C81F58DC59D2}"/>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6EE5F460-7451-C211-AC5C-DB97178D1F54}"/>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B33122B7-7547-37AA-BA33-24328372CD99}"/>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016E46EC-D66B-E4B1-9865-A68C30163420}"/>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4191E338-E86F-1E03-D0B5-DFB2B6B4B277}"/>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8C323CF5-B0BF-0240-D224-D109CF83B1B6}"/>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25356B9A-CD77-79F4-2F08-42F5635CF34D}"/>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89C36D39-0FDF-27F9-9B43-0A3BD01A44B3}"/>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592D3961-3FBC-668C-1338-B5A43C83225B}"/>
              </a:ext>
            </a:extLst>
          </p:cNvPr>
          <p:cNvSpPr txBox="1"/>
          <p:nvPr/>
        </p:nvSpPr>
        <p:spPr>
          <a:xfrm>
            <a:off x="3217333" y="172788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2EF85B2B-0C33-9A46-D321-B13DE1744FC5}"/>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19" name="TextBox 18">
            <a:extLst>
              <a:ext uri="{FF2B5EF4-FFF2-40B4-BE49-F238E27FC236}">
                <a16:creationId xmlns:a16="http://schemas.microsoft.com/office/drawing/2014/main" id="{AE0A5709-873E-94C4-1D39-48EDFDD42D0D}"/>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FEED9A64-3272-3C85-C14B-3E0616796DA3}"/>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99338912-F5C3-EB09-206F-71A72250F05B}"/>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3" name="TextBox 22">
            <a:extLst>
              <a:ext uri="{FF2B5EF4-FFF2-40B4-BE49-F238E27FC236}">
                <a16:creationId xmlns:a16="http://schemas.microsoft.com/office/drawing/2014/main" id="{DD0128CB-D76B-655E-67F9-D5FC472A3A0B}"/>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4" name="TextBox 23">
            <a:extLst>
              <a:ext uri="{FF2B5EF4-FFF2-40B4-BE49-F238E27FC236}">
                <a16:creationId xmlns:a16="http://schemas.microsoft.com/office/drawing/2014/main" id="{365BCCDB-47A9-38D3-F99C-C279FEDFCFC4}"/>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7194060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9EB97-D9C0-F594-995A-05B7306044F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11F594-4749-7380-B96B-812E21D6F680}"/>
              </a:ext>
            </a:extLst>
          </p:cNvPr>
          <p:cNvSpPr>
            <a:spLocks noGrp="1"/>
          </p:cNvSpPr>
          <p:nvPr>
            <p:ph sz="half" idx="1"/>
          </p:nvPr>
        </p:nvSpPr>
        <p:spPr/>
        <p:txBody>
          <a:bodyPr>
            <a:normAutofit/>
          </a:bodyPr>
          <a:lstStyle/>
          <a:p>
            <a:r>
              <a:rPr lang="en-US" dirty="0"/>
              <a:t>Complete lower center block.</a:t>
            </a:r>
          </a:p>
        </p:txBody>
      </p:sp>
      <p:pic>
        <p:nvPicPr>
          <p:cNvPr id="4" name="Picture 3" descr="A grid of sudoku puzzle&#10;&#10;Description automatically generated">
            <a:extLst>
              <a:ext uri="{FF2B5EF4-FFF2-40B4-BE49-F238E27FC236}">
                <a16:creationId xmlns:a16="http://schemas.microsoft.com/office/drawing/2014/main" id="{BABF9272-2695-6E2C-1D72-ADF7D2C7FE3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D88B031-7958-B58D-9345-1619539984E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B775804-58B2-1E27-2A86-A1B805919A3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0236D13-CFEB-86D1-AA62-FC1DCF119E90}"/>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A4F66EBB-0B0F-2F80-96A1-B571D298AF78}"/>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05ED58BC-60C8-FFD7-DBF9-5AD192858D17}"/>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B8AD5E5A-D661-0072-6CE8-2C32C047F003}"/>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F4907A51-F479-3D75-574D-923F0160CA5B}"/>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459B0008-A554-182C-3469-2326EF2FF33D}"/>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A6F077E4-FC88-08D3-7127-D74214416B95}"/>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55E33325-024A-9BDD-C36D-C8044F665C8A}"/>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02116BDC-F949-8FBB-9FA5-1A35406EA495}"/>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A916E941-928F-154E-1F70-0A9B6CFA9693}"/>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C9F99495-648C-2DA7-8D6C-D2D730CDBC27}"/>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E303B7D5-5DD9-194D-B5A4-162173E2BBAB}"/>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2DD10DA7-2BBD-4F3C-F505-DFB24A3DA671}"/>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8C7F5CDD-EF90-55F7-E8F2-D182030FF65F}"/>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FD1E31CE-5A43-D13B-E2C4-189F7BE8CEB5}"/>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DACA59E4-5C22-1992-DE22-1E0CD0BD3F22}"/>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FBDDBF60-126D-E848-3B52-B62A9533E2EF}"/>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588E43D7-32E6-10C3-4493-F7BB59DB4608}"/>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EE14117D-40F5-4344-DB7D-B103A6172E33}"/>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5B0D1662-8F2B-1833-63F0-6E2ECE42550B}"/>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4EF30F74-EAD7-1ABD-BDD1-112F0C8230F9}"/>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76459742-8289-7DFD-1E89-05512C150D86}"/>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3801748A-BFC1-7712-4319-C13A09A9CFB5}"/>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92437DAC-0A7D-A81F-1482-3F2A9A1BABF3}"/>
              </a:ext>
            </a:extLst>
          </p:cNvPr>
          <p:cNvSpPr txBox="1"/>
          <p:nvPr/>
        </p:nvSpPr>
        <p:spPr>
          <a:xfrm>
            <a:off x="4143022" y="3406653"/>
            <a:ext cx="570089" cy="230832"/>
          </a:xfrm>
          <a:prstGeom prst="rect">
            <a:avLst/>
          </a:prstGeom>
          <a:noFill/>
        </p:spPr>
        <p:txBody>
          <a:bodyPr wrap="square" rtlCol="0">
            <a:spAutoFit/>
          </a:bodyPr>
          <a:lstStyle/>
          <a:p>
            <a:pPr algn="ctr"/>
            <a:r>
              <a:rPr lang="en-US" sz="900" dirty="0"/>
              <a:t>57</a:t>
            </a:r>
          </a:p>
        </p:txBody>
      </p:sp>
      <p:sp>
        <p:nvSpPr>
          <p:cNvPr id="39" name="TextBox 38">
            <a:extLst>
              <a:ext uri="{FF2B5EF4-FFF2-40B4-BE49-F238E27FC236}">
                <a16:creationId xmlns:a16="http://schemas.microsoft.com/office/drawing/2014/main" id="{93CC2734-C1B5-E853-E424-4742948422F8}"/>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335CE3EC-14FC-463B-0C6B-56D3C5BB6472}"/>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3B6B6140-36AD-7EB2-DF2E-46EB06E0C42D}"/>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F4CDADC3-4F1E-296D-7944-DCDFE7EFFF92}"/>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CCAB77D7-9EBD-C9D6-5034-6FEC17C40F90}"/>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63CB7850-9582-44B3-7027-F93AC51B6A43}"/>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4131ECA3-3A0A-C25B-420D-0624CAE3DAF2}"/>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B3E310F1-4DF1-96A0-EE8C-EC691DBC3CA0}"/>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7C8DDA3B-41FE-BEFF-F271-DE0653F1C3AC}"/>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342403C9-F0CD-B589-B2DE-6C38A92F4C16}"/>
              </a:ext>
            </a:extLst>
          </p:cNvPr>
          <p:cNvSpPr txBox="1"/>
          <p:nvPr/>
        </p:nvSpPr>
        <p:spPr>
          <a:xfrm>
            <a:off x="3217333" y="172788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DF435D63-FEFD-1108-5D43-FAFB3E08F306}"/>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19" name="TextBox 18">
            <a:extLst>
              <a:ext uri="{FF2B5EF4-FFF2-40B4-BE49-F238E27FC236}">
                <a16:creationId xmlns:a16="http://schemas.microsoft.com/office/drawing/2014/main" id="{C271E99D-5D57-C87D-0503-AD25C2A4025D}"/>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E55FE07C-7111-8517-C7F7-0D47DA54D0D5}"/>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0392E9FE-1103-2375-AD98-79E8DA6B02FE}"/>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3" name="TextBox 22">
            <a:extLst>
              <a:ext uri="{FF2B5EF4-FFF2-40B4-BE49-F238E27FC236}">
                <a16:creationId xmlns:a16="http://schemas.microsoft.com/office/drawing/2014/main" id="{105D6C9B-8FAE-6EA6-EF3F-E9F7E3728367}"/>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4" name="TextBox 23">
            <a:extLst>
              <a:ext uri="{FF2B5EF4-FFF2-40B4-BE49-F238E27FC236}">
                <a16:creationId xmlns:a16="http://schemas.microsoft.com/office/drawing/2014/main" id="{C5A30813-4E00-B053-AD70-CE43B0720CB6}"/>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7BE03046-2EB5-21D1-8C93-30E2F86926FE}"/>
              </a:ext>
            </a:extLst>
          </p:cNvPr>
          <p:cNvSpPr txBox="1"/>
          <p:nvPr/>
        </p:nvSpPr>
        <p:spPr>
          <a:xfrm>
            <a:off x="5147734" y="4408541"/>
            <a:ext cx="570089" cy="230832"/>
          </a:xfrm>
          <a:prstGeom prst="rect">
            <a:avLst/>
          </a:prstGeom>
          <a:noFill/>
        </p:spPr>
        <p:txBody>
          <a:bodyPr wrap="square" rtlCol="0">
            <a:spAutoFit/>
          </a:bodyPr>
          <a:lstStyle/>
          <a:p>
            <a:pPr algn="ctr"/>
            <a:r>
              <a:rPr lang="en-US" sz="900" dirty="0"/>
              <a:t>1678</a:t>
            </a:r>
          </a:p>
        </p:txBody>
      </p:sp>
      <p:sp>
        <p:nvSpPr>
          <p:cNvPr id="38" name="TextBox 37">
            <a:extLst>
              <a:ext uri="{FF2B5EF4-FFF2-40B4-BE49-F238E27FC236}">
                <a16:creationId xmlns:a16="http://schemas.microsoft.com/office/drawing/2014/main" id="{200B80B3-9332-AE15-E0DB-161D3BB82B6E}"/>
              </a:ext>
            </a:extLst>
          </p:cNvPr>
          <p:cNvSpPr txBox="1"/>
          <p:nvPr/>
        </p:nvSpPr>
        <p:spPr>
          <a:xfrm>
            <a:off x="5650090" y="4408541"/>
            <a:ext cx="570089" cy="230832"/>
          </a:xfrm>
          <a:prstGeom prst="rect">
            <a:avLst/>
          </a:prstGeom>
          <a:noFill/>
        </p:spPr>
        <p:txBody>
          <a:bodyPr wrap="square" rtlCol="0">
            <a:spAutoFit/>
          </a:bodyPr>
          <a:lstStyle/>
          <a:p>
            <a:pPr algn="ctr"/>
            <a:r>
              <a:rPr lang="en-US" sz="900" dirty="0"/>
              <a:t>1678</a:t>
            </a:r>
          </a:p>
        </p:txBody>
      </p:sp>
      <p:sp>
        <p:nvSpPr>
          <p:cNvPr id="48" name="TextBox 47">
            <a:extLst>
              <a:ext uri="{FF2B5EF4-FFF2-40B4-BE49-F238E27FC236}">
                <a16:creationId xmlns:a16="http://schemas.microsoft.com/office/drawing/2014/main" id="{E274762E-3A4F-B2F4-5824-1D5B41CB7BD8}"/>
              </a:ext>
            </a:extLst>
          </p:cNvPr>
          <p:cNvSpPr txBox="1"/>
          <p:nvPr/>
        </p:nvSpPr>
        <p:spPr>
          <a:xfrm>
            <a:off x="5147734" y="4909484"/>
            <a:ext cx="570089" cy="230832"/>
          </a:xfrm>
          <a:prstGeom prst="rect">
            <a:avLst/>
          </a:prstGeom>
          <a:noFill/>
        </p:spPr>
        <p:txBody>
          <a:bodyPr wrap="square" rtlCol="0">
            <a:spAutoFit/>
          </a:bodyPr>
          <a:lstStyle/>
          <a:p>
            <a:pPr algn="ctr"/>
            <a:r>
              <a:rPr lang="en-US" sz="900" dirty="0"/>
              <a:t>1678</a:t>
            </a:r>
          </a:p>
        </p:txBody>
      </p:sp>
      <p:sp>
        <p:nvSpPr>
          <p:cNvPr id="49" name="TextBox 48">
            <a:extLst>
              <a:ext uri="{FF2B5EF4-FFF2-40B4-BE49-F238E27FC236}">
                <a16:creationId xmlns:a16="http://schemas.microsoft.com/office/drawing/2014/main" id="{BBDF5BAA-569C-BC65-F80A-48A55527AA6F}"/>
              </a:ext>
            </a:extLst>
          </p:cNvPr>
          <p:cNvSpPr txBox="1"/>
          <p:nvPr/>
        </p:nvSpPr>
        <p:spPr>
          <a:xfrm>
            <a:off x="5650090" y="4909484"/>
            <a:ext cx="570089" cy="230832"/>
          </a:xfrm>
          <a:prstGeom prst="rect">
            <a:avLst/>
          </a:prstGeom>
          <a:noFill/>
        </p:spPr>
        <p:txBody>
          <a:bodyPr wrap="square" rtlCol="0">
            <a:spAutoFit/>
          </a:bodyPr>
          <a:lstStyle/>
          <a:p>
            <a:pPr algn="ctr"/>
            <a:r>
              <a:rPr lang="en-US" sz="900" dirty="0"/>
              <a:t>1678</a:t>
            </a:r>
          </a:p>
        </p:txBody>
      </p:sp>
    </p:spTree>
    <p:extLst>
      <p:ext uri="{BB962C8B-B14F-4D97-AF65-F5344CB8AC3E}">
        <p14:creationId xmlns:p14="http://schemas.microsoft.com/office/powerpoint/2010/main" val="21763800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94052-593C-A33C-B729-D3A2DDF99C8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8E4AFF-E0AE-FCFF-1869-B2D8BE7A1644}"/>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060901C-1580-99E7-2222-98C131D4686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6A6E29E-3D79-D21B-6A09-3578B64D464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916A37A-B469-C42F-F10A-9203BFA0D48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3BF49EE-9DB5-9456-969D-808971C965E4}"/>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2F583F71-960E-A2F5-B908-59FECAED3903}"/>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D60E57E1-AA54-7721-13C8-98F8C64812F0}"/>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5224F140-E993-6FF9-F26B-2046F478097C}"/>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3D423BDE-88AD-5ADB-F25D-2B91BCFAED90}"/>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56C22C4D-DA28-35DD-7507-CD8A3F155A46}"/>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782F1606-F44A-A326-6254-F2F83AFB0987}"/>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CC0CDD06-8A81-DC56-F5B9-989A770B822E}"/>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D6D5ACD6-3D56-01A2-17AC-CDA08D84F33A}"/>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3981D378-6289-3B7A-06DB-EEBAE4617F1E}"/>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FB587907-E0C4-4948-756E-D0E3D7133DCA}"/>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DF4B9B7B-C00B-4FCC-7921-E63386131E05}"/>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092B7548-F849-25A2-131F-0E0F3499357A}"/>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1126D342-122E-70F3-4CDE-B8847D3E02FE}"/>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9F494E41-DDC8-9EC4-AFA2-EC06DA918A79}"/>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8B84CEF0-8FCC-02D8-2EEA-7E2BD36DB137}"/>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17005AAC-E379-896F-C8D2-56E0DE040D21}"/>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31628816-5150-7B40-9092-5704489B6EED}"/>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6BD7E0CD-F946-21C9-4066-FB976E5CF6DD}"/>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6F51EB44-43A1-4B99-A5FD-920FB72506E8}"/>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78D6B2E9-FDA5-BBBA-98BC-76E7D816CD59}"/>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9F8F2F06-A5F2-5A2D-7310-668464BA3EEB}"/>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1EAE0866-5289-0B08-4F4C-E3737171E646}"/>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63F7B796-0AB8-7199-F5F4-E2A461B0CAFD}"/>
              </a:ext>
            </a:extLst>
          </p:cNvPr>
          <p:cNvSpPr txBox="1"/>
          <p:nvPr/>
        </p:nvSpPr>
        <p:spPr>
          <a:xfrm>
            <a:off x="4143022" y="3406653"/>
            <a:ext cx="570089" cy="230832"/>
          </a:xfrm>
          <a:prstGeom prst="rect">
            <a:avLst/>
          </a:prstGeom>
          <a:noFill/>
        </p:spPr>
        <p:txBody>
          <a:bodyPr wrap="square" rtlCol="0">
            <a:spAutoFit/>
          </a:bodyPr>
          <a:lstStyle/>
          <a:p>
            <a:pPr algn="ctr"/>
            <a:r>
              <a:rPr lang="en-US" sz="900" dirty="0"/>
              <a:t>57</a:t>
            </a:r>
          </a:p>
        </p:txBody>
      </p:sp>
      <p:sp>
        <p:nvSpPr>
          <p:cNvPr id="39" name="TextBox 38">
            <a:extLst>
              <a:ext uri="{FF2B5EF4-FFF2-40B4-BE49-F238E27FC236}">
                <a16:creationId xmlns:a16="http://schemas.microsoft.com/office/drawing/2014/main" id="{14625C17-D9B1-828A-E032-7656CC9B3F36}"/>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5B8AC470-70FD-941C-CF96-F8B538DF7A12}"/>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7BDF185D-117F-F28D-D768-6D514F738ED4}"/>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DB06D38C-B971-8F0B-00AC-9E66900BE9E0}"/>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6F4FCEE0-0B76-E7AF-A814-1FAB5556B288}"/>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0B53E91E-AE0C-FFD7-808D-71FBA26D532E}"/>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8BF9BD44-6781-15F6-C2C6-76572496D5BB}"/>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8B6DF382-8F6E-E159-9D0A-AB31D63B5CB0}"/>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2CE32669-2C87-A41F-BF31-11CCB3461A84}"/>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FD009A87-3A30-620F-D1C3-BB11E23FA8FE}"/>
              </a:ext>
            </a:extLst>
          </p:cNvPr>
          <p:cNvSpPr txBox="1"/>
          <p:nvPr/>
        </p:nvSpPr>
        <p:spPr>
          <a:xfrm>
            <a:off x="3217333" y="172788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F7541714-2060-EB10-CD50-EF9FD6DA386F}"/>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19" name="TextBox 18">
            <a:extLst>
              <a:ext uri="{FF2B5EF4-FFF2-40B4-BE49-F238E27FC236}">
                <a16:creationId xmlns:a16="http://schemas.microsoft.com/office/drawing/2014/main" id="{D4023ED8-73B4-F2E8-DBAB-6B8DD961FEE6}"/>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E284CA14-286D-E698-CAAF-2A75DC4948F4}"/>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76C6AF2C-C2CA-CAD4-D33E-637B99C464FB}"/>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3" name="TextBox 22">
            <a:extLst>
              <a:ext uri="{FF2B5EF4-FFF2-40B4-BE49-F238E27FC236}">
                <a16:creationId xmlns:a16="http://schemas.microsoft.com/office/drawing/2014/main" id="{3D355951-2CB0-99D4-60A3-EC6BA9DDBF79}"/>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4" name="TextBox 23">
            <a:extLst>
              <a:ext uri="{FF2B5EF4-FFF2-40B4-BE49-F238E27FC236}">
                <a16:creationId xmlns:a16="http://schemas.microsoft.com/office/drawing/2014/main" id="{4218EB37-7E12-D43A-C162-77975401200E}"/>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E3EDFEEE-E860-44BB-BDE2-68CAEF8DD2E7}"/>
              </a:ext>
            </a:extLst>
          </p:cNvPr>
          <p:cNvSpPr txBox="1"/>
          <p:nvPr/>
        </p:nvSpPr>
        <p:spPr>
          <a:xfrm>
            <a:off x="5147734" y="4408541"/>
            <a:ext cx="570089" cy="230832"/>
          </a:xfrm>
          <a:prstGeom prst="rect">
            <a:avLst/>
          </a:prstGeom>
          <a:noFill/>
        </p:spPr>
        <p:txBody>
          <a:bodyPr wrap="square" rtlCol="0">
            <a:spAutoFit/>
          </a:bodyPr>
          <a:lstStyle/>
          <a:p>
            <a:pPr algn="ctr"/>
            <a:r>
              <a:rPr lang="en-US" sz="900" dirty="0"/>
              <a:t>16</a:t>
            </a:r>
          </a:p>
        </p:txBody>
      </p:sp>
      <p:sp>
        <p:nvSpPr>
          <p:cNvPr id="38" name="TextBox 37">
            <a:extLst>
              <a:ext uri="{FF2B5EF4-FFF2-40B4-BE49-F238E27FC236}">
                <a16:creationId xmlns:a16="http://schemas.microsoft.com/office/drawing/2014/main" id="{47C551BE-784F-8139-BEDB-9A966DEC7549}"/>
              </a:ext>
            </a:extLst>
          </p:cNvPr>
          <p:cNvSpPr txBox="1"/>
          <p:nvPr/>
        </p:nvSpPr>
        <p:spPr>
          <a:xfrm>
            <a:off x="5650090" y="4408541"/>
            <a:ext cx="570089" cy="230832"/>
          </a:xfrm>
          <a:prstGeom prst="rect">
            <a:avLst/>
          </a:prstGeom>
          <a:noFill/>
        </p:spPr>
        <p:txBody>
          <a:bodyPr wrap="square" rtlCol="0">
            <a:spAutoFit/>
          </a:bodyPr>
          <a:lstStyle/>
          <a:p>
            <a:pPr algn="ctr"/>
            <a:r>
              <a:rPr lang="en-US" sz="900" dirty="0"/>
              <a:t>178</a:t>
            </a:r>
          </a:p>
        </p:txBody>
      </p:sp>
      <p:sp>
        <p:nvSpPr>
          <p:cNvPr id="48" name="TextBox 47">
            <a:extLst>
              <a:ext uri="{FF2B5EF4-FFF2-40B4-BE49-F238E27FC236}">
                <a16:creationId xmlns:a16="http://schemas.microsoft.com/office/drawing/2014/main" id="{E93BF18B-4E58-EDBE-4D35-D1CFA42C6788}"/>
              </a:ext>
            </a:extLst>
          </p:cNvPr>
          <p:cNvSpPr txBox="1"/>
          <p:nvPr/>
        </p:nvSpPr>
        <p:spPr>
          <a:xfrm>
            <a:off x="5147734" y="4909484"/>
            <a:ext cx="570089" cy="230832"/>
          </a:xfrm>
          <a:prstGeom prst="rect">
            <a:avLst/>
          </a:prstGeom>
          <a:noFill/>
        </p:spPr>
        <p:txBody>
          <a:bodyPr wrap="square" rtlCol="0">
            <a:spAutoFit/>
          </a:bodyPr>
          <a:lstStyle/>
          <a:p>
            <a:pPr algn="ctr"/>
            <a:r>
              <a:rPr lang="en-US" sz="900" dirty="0"/>
              <a:t>61</a:t>
            </a:r>
          </a:p>
        </p:txBody>
      </p:sp>
      <p:sp>
        <p:nvSpPr>
          <p:cNvPr id="49" name="TextBox 48">
            <a:extLst>
              <a:ext uri="{FF2B5EF4-FFF2-40B4-BE49-F238E27FC236}">
                <a16:creationId xmlns:a16="http://schemas.microsoft.com/office/drawing/2014/main" id="{D87D5D83-44E4-D7D0-09B4-06B230464A52}"/>
              </a:ext>
            </a:extLst>
          </p:cNvPr>
          <p:cNvSpPr txBox="1"/>
          <p:nvPr/>
        </p:nvSpPr>
        <p:spPr>
          <a:xfrm>
            <a:off x="5650090" y="4909484"/>
            <a:ext cx="570089" cy="230832"/>
          </a:xfrm>
          <a:prstGeom prst="rect">
            <a:avLst/>
          </a:prstGeom>
          <a:noFill/>
        </p:spPr>
        <p:txBody>
          <a:bodyPr wrap="square" rtlCol="0">
            <a:spAutoFit/>
          </a:bodyPr>
          <a:lstStyle/>
          <a:p>
            <a:pPr algn="ctr"/>
            <a:r>
              <a:rPr lang="en-US" sz="900" dirty="0"/>
              <a:t>178</a:t>
            </a:r>
          </a:p>
        </p:txBody>
      </p:sp>
    </p:spTree>
    <p:extLst>
      <p:ext uri="{BB962C8B-B14F-4D97-AF65-F5344CB8AC3E}">
        <p14:creationId xmlns:p14="http://schemas.microsoft.com/office/powerpoint/2010/main" val="12542831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B094A-0873-B589-EC02-8AED99B73F6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B76623-A77A-246E-E687-3B6A64A2B5EA}"/>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28E5AB7A-542D-4F31-FE74-D6202F0FE4C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12593E9-3FB2-1D17-2E7D-22DA8BF3EA7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9F5FFC2-720E-9F2B-6688-A42D3520FCE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F31447D-52F1-18E3-A1B1-5807E41B5548}"/>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7AAEE55C-166D-B17E-E65B-CE5797E64CC2}"/>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B7C6E8A2-16B7-015C-7B30-FBCCA0787B3B}"/>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3E14982A-B84C-4A99-0062-4D56FE88D4F6}"/>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417F1FD3-3766-7B34-ABA8-D1EB5BF5F4FF}"/>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00E6412D-D487-429A-7430-0FC5B4B37677}"/>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99E11C5B-2A08-3ABE-4D2C-3B89AC8886B5}"/>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9DC80F21-4058-BB8F-D3EE-30B163487381}"/>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C0F54182-2986-8B2A-899C-369BDEAD9722}"/>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DE0D6E7E-3E7C-139E-95D3-080A0725E13A}"/>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A62ECD29-55E5-9040-08B9-77CBD32145F5}"/>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DDAA6D80-B96E-9761-312C-858041BCCA1A}"/>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561694BE-A22D-A7E3-54E5-242931E4AF91}"/>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162652A2-ACC9-89D6-39D6-F5BB89E9F57E}"/>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7A3A7578-215E-81DB-0FD0-3C2BF619A4D8}"/>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E13A3F5B-766F-320A-E79F-9F596BA7D691}"/>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398852EE-A1E4-478E-F4F4-1707AA5506D2}"/>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CB0F9294-6B12-FA30-70EC-12C9B1272BFC}"/>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BC69B326-0547-358F-C6B3-3A0C4BB0F540}"/>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545686F5-7177-6D3B-2410-66113F9E9334}"/>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1C83CB5B-4C52-1892-028D-3B8F7932AF8F}"/>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89F60FE1-1E26-668D-F784-9A060D134874}"/>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170365AD-4DF3-1BE1-8C57-D8114F2D7877}"/>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D57F33DF-2DDE-1796-A56D-76DB9B6E8F3C}"/>
              </a:ext>
            </a:extLst>
          </p:cNvPr>
          <p:cNvSpPr txBox="1"/>
          <p:nvPr/>
        </p:nvSpPr>
        <p:spPr>
          <a:xfrm>
            <a:off x="4143022" y="3406653"/>
            <a:ext cx="570089" cy="230832"/>
          </a:xfrm>
          <a:prstGeom prst="rect">
            <a:avLst/>
          </a:prstGeom>
          <a:noFill/>
        </p:spPr>
        <p:txBody>
          <a:bodyPr wrap="square" rtlCol="0">
            <a:spAutoFit/>
          </a:bodyPr>
          <a:lstStyle/>
          <a:p>
            <a:pPr algn="ctr"/>
            <a:r>
              <a:rPr lang="en-US" sz="900" dirty="0"/>
              <a:t>57</a:t>
            </a:r>
          </a:p>
        </p:txBody>
      </p:sp>
      <p:sp>
        <p:nvSpPr>
          <p:cNvPr id="39" name="TextBox 38">
            <a:extLst>
              <a:ext uri="{FF2B5EF4-FFF2-40B4-BE49-F238E27FC236}">
                <a16:creationId xmlns:a16="http://schemas.microsoft.com/office/drawing/2014/main" id="{DDF56D13-9F9F-D536-5AA6-7407DDD5A86B}"/>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9EB618FA-7304-CE15-6CE4-88B7BA7F1EFE}"/>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F0BC4890-B8EF-81C6-FDBA-EB5F3AA9B753}"/>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29D88149-80FF-352C-F673-4A11FF2DB9B7}"/>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FC3BDF71-E668-EA97-5EEE-8D58553922B2}"/>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144CFD0A-9608-0F98-3C8C-FD30BE38742C}"/>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1EF0A8BC-C9C2-F640-BD41-6618465D43E0}"/>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AA93137D-DEA4-A069-AFF8-803D678986CB}"/>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4F9ABFF9-7D1A-911B-62CD-3E102D307325}"/>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76361EED-08F8-04A7-A532-30D70DC1F588}"/>
              </a:ext>
            </a:extLst>
          </p:cNvPr>
          <p:cNvSpPr txBox="1"/>
          <p:nvPr/>
        </p:nvSpPr>
        <p:spPr>
          <a:xfrm>
            <a:off x="3217333" y="172788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0ECB0933-864F-C225-6C2B-C8032DC30A90}"/>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19" name="TextBox 18">
            <a:extLst>
              <a:ext uri="{FF2B5EF4-FFF2-40B4-BE49-F238E27FC236}">
                <a16:creationId xmlns:a16="http://schemas.microsoft.com/office/drawing/2014/main" id="{CA522F8D-7DBB-5479-F885-90F7EED05775}"/>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32B1659B-2210-3880-1B37-2614E96EAF6F}"/>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5443791C-05BF-F936-F2C4-4F42594BFED1}"/>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3" name="TextBox 22">
            <a:extLst>
              <a:ext uri="{FF2B5EF4-FFF2-40B4-BE49-F238E27FC236}">
                <a16:creationId xmlns:a16="http://schemas.microsoft.com/office/drawing/2014/main" id="{33DF24D2-D6D8-941A-F6FC-80F8EA96ABE9}"/>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4" name="TextBox 23">
            <a:extLst>
              <a:ext uri="{FF2B5EF4-FFF2-40B4-BE49-F238E27FC236}">
                <a16:creationId xmlns:a16="http://schemas.microsoft.com/office/drawing/2014/main" id="{EDF07D60-8C78-5554-C477-481F18A6EE9C}"/>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B449C612-B62B-FC77-5610-3EC172CD0320}"/>
              </a:ext>
            </a:extLst>
          </p:cNvPr>
          <p:cNvSpPr txBox="1"/>
          <p:nvPr/>
        </p:nvSpPr>
        <p:spPr>
          <a:xfrm>
            <a:off x="5147734" y="4408541"/>
            <a:ext cx="570089" cy="230832"/>
          </a:xfrm>
          <a:prstGeom prst="rect">
            <a:avLst/>
          </a:prstGeom>
          <a:noFill/>
        </p:spPr>
        <p:txBody>
          <a:bodyPr wrap="square" rtlCol="0">
            <a:spAutoFit/>
          </a:bodyPr>
          <a:lstStyle/>
          <a:p>
            <a:pPr algn="ctr"/>
            <a:r>
              <a:rPr lang="en-US" sz="900" dirty="0"/>
              <a:t>16</a:t>
            </a:r>
          </a:p>
        </p:txBody>
      </p:sp>
      <p:sp>
        <p:nvSpPr>
          <p:cNvPr id="38" name="TextBox 37">
            <a:extLst>
              <a:ext uri="{FF2B5EF4-FFF2-40B4-BE49-F238E27FC236}">
                <a16:creationId xmlns:a16="http://schemas.microsoft.com/office/drawing/2014/main" id="{6B4F85C2-95F0-95E2-C2C2-F148E4AC6E95}"/>
              </a:ext>
            </a:extLst>
          </p:cNvPr>
          <p:cNvSpPr txBox="1"/>
          <p:nvPr/>
        </p:nvSpPr>
        <p:spPr>
          <a:xfrm>
            <a:off x="5650090" y="4408541"/>
            <a:ext cx="570089" cy="230832"/>
          </a:xfrm>
          <a:prstGeom prst="rect">
            <a:avLst/>
          </a:prstGeom>
          <a:noFill/>
        </p:spPr>
        <p:txBody>
          <a:bodyPr wrap="square" rtlCol="0">
            <a:spAutoFit/>
          </a:bodyPr>
          <a:lstStyle/>
          <a:p>
            <a:pPr algn="ctr"/>
            <a:r>
              <a:rPr lang="en-US" sz="900" dirty="0"/>
              <a:t>78</a:t>
            </a:r>
          </a:p>
        </p:txBody>
      </p:sp>
      <p:sp>
        <p:nvSpPr>
          <p:cNvPr id="48" name="TextBox 47">
            <a:extLst>
              <a:ext uri="{FF2B5EF4-FFF2-40B4-BE49-F238E27FC236}">
                <a16:creationId xmlns:a16="http://schemas.microsoft.com/office/drawing/2014/main" id="{36D49460-5333-B093-C68F-106093037EC8}"/>
              </a:ext>
            </a:extLst>
          </p:cNvPr>
          <p:cNvSpPr txBox="1"/>
          <p:nvPr/>
        </p:nvSpPr>
        <p:spPr>
          <a:xfrm>
            <a:off x="5147734" y="4909484"/>
            <a:ext cx="570089" cy="230832"/>
          </a:xfrm>
          <a:prstGeom prst="rect">
            <a:avLst/>
          </a:prstGeom>
          <a:noFill/>
        </p:spPr>
        <p:txBody>
          <a:bodyPr wrap="square" rtlCol="0">
            <a:spAutoFit/>
          </a:bodyPr>
          <a:lstStyle/>
          <a:p>
            <a:pPr algn="ctr"/>
            <a:r>
              <a:rPr lang="en-US" sz="900" dirty="0"/>
              <a:t>61</a:t>
            </a:r>
          </a:p>
        </p:txBody>
      </p:sp>
      <p:sp>
        <p:nvSpPr>
          <p:cNvPr id="49" name="TextBox 48">
            <a:extLst>
              <a:ext uri="{FF2B5EF4-FFF2-40B4-BE49-F238E27FC236}">
                <a16:creationId xmlns:a16="http://schemas.microsoft.com/office/drawing/2014/main" id="{219AC7D6-EF66-6934-E501-4FD4977E725E}"/>
              </a:ext>
            </a:extLst>
          </p:cNvPr>
          <p:cNvSpPr txBox="1"/>
          <p:nvPr/>
        </p:nvSpPr>
        <p:spPr>
          <a:xfrm>
            <a:off x="5650090" y="4909484"/>
            <a:ext cx="570089" cy="230832"/>
          </a:xfrm>
          <a:prstGeom prst="rect">
            <a:avLst/>
          </a:prstGeom>
          <a:noFill/>
        </p:spPr>
        <p:txBody>
          <a:bodyPr wrap="square" rtlCol="0">
            <a:spAutoFit/>
          </a:bodyPr>
          <a:lstStyle/>
          <a:p>
            <a:pPr algn="ctr"/>
            <a:r>
              <a:rPr lang="en-US" sz="900" dirty="0"/>
              <a:t>87</a:t>
            </a:r>
          </a:p>
        </p:txBody>
      </p:sp>
    </p:spTree>
    <p:extLst>
      <p:ext uri="{BB962C8B-B14F-4D97-AF65-F5344CB8AC3E}">
        <p14:creationId xmlns:p14="http://schemas.microsoft.com/office/powerpoint/2010/main" val="19735707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997AD-8002-9ADF-D6B5-B1458084611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7D151E5-75F0-293C-A647-B362EF9DB2E0}"/>
              </a:ext>
            </a:extLst>
          </p:cNvPr>
          <p:cNvSpPr>
            <a:spLocks noGrp="1"/>
          </p:cNvSpPr>
          <p:nvPr>
            <p:ph sz="half" idx="1"/>
          </p:nvPr>
        </p:nvSpPr>
        <p:spPr/>
        <p:txBody>
          <a:bodyPr>
            <a:normAutofit/>
          </a:bodyPr>
          <a:lstStyle/>
          <a:p>
            <a:r>
              <a:rPr lang="en-US" dirty="0"/>
              <a:t>1 can’t be on the circle because 2 isn’t available.</a:t>
            </a:r>
          </a:p>
          <a:p>
            <a:r>
              <a:rPr lang="en-US" dirty="0"/>
              <a:t>This is the only solution.</a:t>
            </a:r>
          </a:p>
        </p:txBody>
      </p:sp>
      <p:pic>
        <p:nvPicPr>
          <p:cNvPr id="4" name="Picture 3" descr="A grid of sudoku puzzle&#10;&#10;Description automatically generated">
            <a:extLst>
              <a:ext uri="{FF2B5EF4-FFF2-40B4-BE49-F238E27FC236}">
                <a16:creationId xmlns:a16="http://schemas.microsoft.com/office/drawing/2014/main" id="{5FEB3452-0DA7-69C6-9ED3-52A213D7721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BE27B18-9D0E-56FD-732B-165633D947D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D1DE9F3-CFCC-FE00-7244-76A05166F29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1EC7591-A34D-4896-1103-E2BF32B05529}"/>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28E10704-B24D-75A6-5A0F-045FEFDAB2B5}"/>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0F0E0245-38ED-8759-5548-C3C91B2B23E7}"/>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8C5B5030-EC82-4A69-C78A-0D6A6850669B}"/>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50740CC8-CD35-3A83-9E65-56FE90E1FB1F}"/>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CA851BA5-0E83-4B18-BA09-8ADC5D68BCC9}"/>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B3683418-CBF5-30C5-67D6-454DC02EDD4F}"/>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30A79BB7-DBDE-9DC0-78F6-4233153B0775}"/>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50CB7533-696F-61CE-23EF-939E73FC74D4}"/>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64DD2DD5-3566-6E99-5742-C46E8E0F130F}"/>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2B97A586-81D3-A3E8-BF5D-1A13E005601A}"/>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DFD73BDB-4632-0630-944E-EF7D2DF7B6E1}"/>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F075BD20-D0C7-4825-4A2D-646720881C69}"/>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EDEE68AD-2FDF-2F20-820D-A9A1B05D272E}"/>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CD964617-68A7-DEDD-C7C2-5DEEBFBD3E81}"/>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FBB4F669-1A28-FB8A-DB49-7DA330687B2D}"/>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67891ED0-94A7-1F78-FEDD-D8918AD34BE0}"/>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4DCBB588-E6A4-2F29-557E-E0B2C0742131}"/>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8651E2A1-7BED-5AF8-3286-44CCEF842253}"/>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6C277543-7F7C-6999-726B-F8438826982A}"/>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AA24036B-2414-3939-B78C-9DF62CD574E8}"/>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7E09F595-A829-4232-6C5E-F833D3B68B10}"/>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6589E38D-C045-432F-7412-B448968230CD}"/>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61360286-C554-B59E-BE25-A9A7E078705D}"/>
              </a:ext>
            </a:extLst>
          </p:cNvPr>
          <p:cNvSpPr txBox="1"/>
          <p:nvPr/>
        </p:nvSpPr>
        <p:spPr>
          <a:xfrm>
            <a:off x="4143022" y="3406653"/>
            <a:ext cx="570089" cy="230832"/>
          </a:xfrm>
          <a:prstGeom prst="rect">
            <a:avLst/>
          </a:prstGeom>
          <a:noFill/>
        </p:spPr>
        <p:txBody>
          <a:bodyPr wrap="square" rtlCol="0">
            <a:spAutoFit/>
          </a:bodyPr>
          <a:lstStyle/>
          <a:p>
            <a:pPr algn="ctr"/>
            <a:r>
              <a:rPr lang="en-US" sz="900" dirty="0"/>
              <a:t>57</a:t>
            </a:r>
          </a:p>
        </p:txBody>
      </p:sp>
      <p:sp>
        <p:nvSpPr>
          <p:cNvPr id="39" name="TextBox 38">
            <a:extLst>
              <a:ext uri="{FF2B5EF4-FFF2-40B4-BE49-F238E27FC236}">
                <a16:creationId xmlns:a16="http://schemas.microsoft.com/office/drawing/2014/main" id="{07291FB8-CA24-2FA3-FB30-B6BDB9C0D289}"/>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F987FAB5-3B17-9CC2-FA4C-E3388FAA6113}"/>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8A5DF87A-6F99-7B44-8548-9F3C11AE1AF2}"/>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5B86CF75-36C8-E085-D726-4C9B9C38049B}"/>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3425229E-BFBB-6C32-11EE-3DFDAFCC51AA}"/>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3749F7E3-3CA6-6FCD-C3CF-8D4B5023BF32}"/>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82F5A48B-F60E-BC76-400F-51A18B97C33D}"/>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508BCA59-54CB-00E7-70BC-538BE5611B64}"/>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17273898-F883-4C4F-701F-545C99C5B23F}"/>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8F174037-0D4F-94FF-4756-C06C981F3096}"/>
              </a:ext>
            </a:extLst>
          </p:cNvPr>
          <p:cNvSpPr txBox="1"/>
          <p:nvPr/>
        </p:nvSpPr>
        <p:spPr>
          <a:xfrm>
            <a:off x="3217333" y="172788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3C7DFCB1-17CA-2858-5F36-EE7B7D7BCD32}"/>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19" name="TextBox 18">
            <a:extLst>
              <a:ext uri="{FF2B5EF4-FFF2-40B4-BE49-F238E27FC236}">
                <a16:creationId xmlns:a16="http://schemas.microsoft.com/office/drawing/2014/main" id="{65650B41-A062-BC1B-2E15-CEB7F85023B9}"/>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EE75480A-15AA-AC59-AF66-E7F601BF8409}"/>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AACF0CEE-866C-1B4C-0959-E473F75C8667}"/>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3" name="TextBox 22">
            <a:extLst>
              <a:ext uri="{FF2B5EF4-FFF2-40B4-BE49-F238E27FC236}">
                <a16:creationId xmlns:a16="http://schemas.microsoft.com/office/drawing/2014/main" id="{DE75EC94-BAB2-150F-70FD-949B3D3BD5F2}"/>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4" name="TextBox 23">
            <a:extLst>
              <a:ext uri="{FF2B5EF4-FFF2-40B4-BE49-F238E27FC236}">
                <a16:creationId xmlns:a16="http://schemas.microsoft.com/office/drawing/2014/main" id="{B75CAAD2-F28A-8C0C-F36A-B37F9B6B67BA}"/>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0" name="TextBox 49">
            <a:extLst>
              <a:ext uri="{FF2B5EF4-FFF2-40B4-BE49-F238E27FC236}">
                <a16:creationId xmlns:a16="http://schemas.microsoft.com/office/drawing/2014/main" id="{43C5258E-BE39-AC61-4C8C-06ABC4235A6E}"/>
              </a:ext>
            </a:extLst>
          </p:cNvPr>
          <p:cNvSpPr txBox="1"/>
          <p:nvPr/>
        </p:nvSpPr>
        <p:spPr>
          <a:xfrm>
            <a:off x="5215469" y="424456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E6D5B70B-93B5-6E10-8656-C513EBBFB87D}"/>
              </a:ext>
            </a:extLst>
          </p:cNvPr>
          <p:cNvSpPr txBox="1"/>
          <p:nvPr/>
        </p:nvSpPr>
        <p:spPr>
          <a:xfrm>
            <a:off x="5715003" y="4244561"/>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309CB112-3458-8DC0-0D49-EC11E214CDA7}"/>
              </a:ext>
            </a:extLst>
          </p:cNvPr>
          <p:cNvSpPr txBox="1"/>
          <p:nvPr/>
        </p:nvSpPr>
        <p:spPr>
          <a:xfrm>
            <a:off x="5215469" y="4747898"/>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A59B2165-72D6-CAA1-B235-B253A45C406E}"/>
              </a:ext>
            </a:extLst>
          </p:cNvPr>
          <p:cNvSpPr txBox="1"/>
          <p:nvPr/>
        </p:nvSpPr>
        <p:spPr>
          <a:xfrm>
            <a:off x="5715003" y="4747898"/>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17944452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73046-240E-0568-056B-20686428B01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B76518B-5624-16EA-3DB5-9E3CF64536B1}"/>
              </a:ext>
            </a:extLst>
          </p:cNvPr>
          <p:cNvSpPr>
            <a:spLocks noGrp="1"/>
          </p:cNvSpPr>
          <p:nvPr>
            <p:ph sz="half" idx="1"/>
          </p:nvPr>
        </p:nvSpPr>
        <p:spPr/>
        <p:txBody>
          <a:bodyPr>
            <a:normAutofit/>
          </a:bodyPr>
          <a:lstStyle/>
          <a:p>
            <a:r>
              <a:rPr lang="en-US" dirty="0"/>
              <a:t>Last possible 8 in Row 8.</a:t>
            </a:r>
          </a:p>
          <a:p>
            <a:r>
              <a:rPr lang="en-US" dirty="0"/>
              <a:t>Last possible 2 in Row 9.</a:t>
            </a:r>
          </a:p>
        </p:txBody>
      </p:sp>
      <p:pic>
        <p:nvPicPr>
          <p:cNvPr id="4" name="Picture 3" descr="A grid of sudoku puzzle&#10;&#10;Description automatically generated">
            <a:extLst>
              <a:ext uri="{FF2B5EF4-FFF2-40B4-BE49-F238E27FC236}">
                <a16:creationId xmlns:a16="http://schemas.microsoft.com/office/drawing/2014/main" id="{50ECC903-01DA-F7B3-E7FF-588A602373D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16F7BA6-C537-6F2F-1170-D22628E21C4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6CF2F36-1124-EC77-7780-228BEF3EEFB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945E5F2-75FD-3508-8958-33EEC54C471B}"/>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4DCE0006-F8ED-DB4E-012A-C5E988435F3E}"/>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150F4ABD-85FF-E6D4-ECD3-EBA842520638}"/>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968CB443-7B90-6B16-BDA4-BE0A4B95479C}"/>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AEAE6BF3-1C4C-4D3F-776B-D864B647FD06}"/>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72ABC601-C9CD-6E12-1B5D-39580F0B0032}"/>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DC2C8974-A1E3-5494-9B7F-94C2D9B8EDA5}"/>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F99915E9-9F78-811C-7BB6-1966AF9A012A}"/>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82EFAF84-C6EC-0955-35CD-F3C75113F557}"/>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8799EDB7-2741-9519-3440-BB6738DD44F4}"/>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603F486B-9F98-08AB-D8D3-C30082450F34}"/>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CCAC49EE-A644-0B16-481B-097638D182DF}"/>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5BE8B6D3-53E9-DFF2-1C41-ADA7B02BED70}"/>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378D1210-94CB-5AAA-CCD5-CDBA8A7B88BF}"/>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45C4C540-12BA-C238-B146-D925DBDAC714}"/>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3C16D090-6E73-0519-9C11-CBD4B5539822}"/>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368B76A9-C36F-55D9-11B4-428252FB955F}"/>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5AEBE4D9-2BAF-5819-04A5-70EECB1D8D6F}"/>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B1A193A2-AE4A-E206-BC58-BC4868E8A570}"/>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4766A16D-E081-6BE8-3711-ACBA5EB7B67E}"/>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9B8A621E-6832-E3A1-ED1C-4ED1C73D2B6C}"/>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C63234E6-0DF3-F2B2-44C4-ECA2FCD5D71C}"/>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784F7482-CF63-3944-0361-D67A52E7266C}"/>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78687594-3B96-A5CB-298A-B6CE798C9ECB}"/>
              </a:ext>
            </a:extLst>
          </p:cNvPr>
          <p:cNvSpPr txBox="1"/>
          <p:nvPr/>
        </p:nvSpPr>
        <p:spPr>
          <a:xfrm>
            <a:off x="4143022" y="3406653"/>
            <a:ext cx="570089" cy="230832"/>
          </a:xfrm>
          <a:prstGeom prst="rect">
            <a:avLst/>
          </a:prstGeom>
          <a:noFill/>
        </p:spPr>
        <p:txBody>
          <a:bodyPr wrap="square" rtlCol="0">
            <a:spAutoFit/>
          </a:bodyPr>
          <a:lstStyle/>
          <a:p>
            <a:pPr algn="ctr"/>
            <a:r>
              <a:rPr lang="en-US" sz="900" dirty="0"/>
              <a:t>57</a:t>
            </a:r>
          </a:p>
        </p:txBody>
      </p:sp>
      <p:sp>
        <p:nvSpPr>
          <p:cNvPr id="39" name="TextBox 38">
            <a:extLst>
              <a:ext uri="{FF2B5EF4-FFF2-40B4-BE49-F238E27FC236}">
                <a16:creationId xmlns:a16="http://schemas.microsoft.com/office/drawing/2014/main" id="{AF342D6D-6AB3-CD93-6D77-82DCECE69983}"/>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339876FE-5BB1-2CE2-F7D6-45B8B9D9B3CB}"/>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F3BD2EA4-FAA5-BC36-2766-0C78E4A444EF}"/>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5926EE4B-9215-88D6-EFB6-87B8D5A1B92B}"/>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E03CADF8-23E5-495D-3131-C85A035003E6}"/>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7A1E5C6B-9975-A77D-505A-5F01089F6AB9}"/>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6022D1EF-47B5-B48E-7D28-4DE762E81DF6}"/>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B6AE555C-ABD7-36E8-E62F-BA4EB8DB3F45}"/>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5EED5A6A-CBD9-C6F3-FFC4-5B8E280DF80E}"/>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06534CF8-CDE2-1BCC-FF8A-C7870AF017C1}"/>
              </a:ext>
            </a:extLst>
          </p:cNvPr>
          <p:cNvSpPr txBox="1"/>
          <p:nvPr/>
        </p:nvSpPr>
        <p:spPr>
          <a:xfrm>
            <a:off x="3217333" y="172788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4471A651-52AD-FD03-E238-4E4EFD67DDD8}"/>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19" name="TextBox 18">
            <a:extLst>
              <a:ext uri="{FF2B5EF4-FFF2-40B4-BE49-F238E27FC236}">
                <a16:creationId xmlns:a16="http://schemas.microsoft.com/office/drawing/2014/main" id="{338E850B-F33D-7E64-29BB-47ED175A37F9}"/>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021D4E5D-AA97-2FF2-1BE3-A70EE5261ACB}"/>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13F997B3-7947-903D-6585-7D0229E75B07}"/>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3" name="TextBox 22">
            <a:extLst>
              <a:ext uri="{FF2B5EF4-FFF2-40B4-BE49-F238E27FC236}">
                <a16:creationId xmlns:a16="http://schemas.microsoft.com/office/drawing/2014/main" id="{084ED438-E511-9A52-3E5B-5A743F6CA570}"/>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4" name="TextBox 23">
            <a:extLst>
              <a:ext uri="{FF2B5EF4-FFF2-40B4-BE49-F238E27FC236}">
                <a16:creationId xmlns:a16="http://schemas.microsoft.com/office/drawing/2014/main" id="{E80A2335-DABC-8E89-7BEF-8FF51490B1BD}"/>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0" name="TextBox 49">
            <a:extLst>
              <a:ext uri="{FF2B5EF4-FFF2-40B4-BE49-F238E27FC236}">
                <a16:creationId xmlns:a16="http://schemas.microsoft.com/office/drawing/2014/main" id="{FC1B795D-848E-0538-7B6A-A214057C6D2A}"/>
              </a:ext>
            </a:extLst>
          </p:cNvPr>
          <p:cNvSpPr txBox="1"/>
          <p:nvPr/>
        </p:nvSpPr>
        <p:spPr>
          <a:xfrm>
            <a:off x="5215469" y="424456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CEAEC6E7-D6B2-8BDF-5FA9-46688B0CD2BD}"/>
              </a:ext>
            </a:extLst>
          </p:cNvPr>
          <p:cNvSpPr txBox="1"/>
          <p:nvPr/>
        </p:nvSpPr>
        <p:spPr>
          <a:xfrm>
            <a:off x="5715003" y="4244561"/>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8922B193-EDF4-2CF8-5B5C-058BB5F34760}"/>
              </a:ext>
            </a:extLst>
          </p:cNvPr>
          <p:cNvSpPr txBox="1"/>
          <p:nvPr/>
        </p:nvSpPr>
        <p:spPr>
          <a:xfrm>
            <a:off x="5215469" y="4747898"/>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5DF8E79B-1184-EFFB-0FF6-6F228447958C}"/>
              </a:ext>
            </a:extLst>
          </p:cNvPr>
          <p:cNvSpPr txBox="1"/>
          <p:nvPr/>
        </p:nvSpPr>
        <p:spPr>
          <a:xfrm>
            <a:off x="5715003" y="4747898"/>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D6923C5A-5821-94C0-6630-D4A3BD439BDD}"/>
              </a:ext>
            </a:extLst>
          </p:cNvPr>
          <p:cNvSpPr txBox="1"/>
          <p:nvPr/>
        </p:nvSpPr>
        <p:spPr>
          <a:xfrm>
            <a:off x="7213604" y="4244561"/>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5D970F51-EAAD-D3A2-34B0-D04B63B4DD3D}"/>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36546949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094C5-781F-4B0D-4DA1-4A3BCABC446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79760E5-B110-95A5-D7E0-BF0A9CB3ABD9}"/>
              </a:ext>
            </a:extLst>
          </p:cNvPr>
          <p:cNvSpPr>
            <a:spLocks noGrp="1"/>
          </p:cNvSpPr>
          <p:nvPr>
            <p:ph sz="half" idx="1"/>
          </p:nvPr>
        </p:nvSpPr>
        <p:spPr/>
        <p:txBody>
          <a:bodyPr>
            <a:normAutofit/>
          </a:bodyPr>
          <a:lstStyle/>
          <a:p>
            <a:r>
              <a:rPr lang="en-US" dirty="0"/>
              <a:t>Last possible orientation of 67 in Row 9.</a:t>
            </a:r>
          </a:p>
          <a:p>
            <a:r>
              <a:rPr lang="en-US" dirty="0"/>
              <a:t>Last possible orientation of 19 in Row 8.</a:t>
            </a:r>
          </a:p>
        </p:txBody>
      </p:sp>
      <p:pic>
        <p:nvPicPr>
          <p:cNvPr id="4" name="Picture 3" descr="A grid of sudoku puzzle&#10;&#10;Description automatically generated">
            <a:extLst>
              <a:ext uri="{FF2B5EF4-FFF2-40B4-BE49-F238E27FC236}">
                <a16:creationId xmlns:a16="http://schemas.microsoft.com/office/drawing/2014/main" id="{A1139DF5-D217-187B-9DFF-92E2D7EFF19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805606D-1868-9553-2011-763752EF562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7B0C1D4-6220-624B-953D-FCF0C0EF77B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D2B2A4E-7BFA-D654-45A1-BC1868197C40}"/>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7DA41D36-38FD-6E36-7A2B-D32572A750FB}"/>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8865F69C-6CFF-D122-77BC-80295351A5F6}"/>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9885322E-A2FD-72A4-4559-B9424FD06624}"/>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7A771F78-D761-96A2-DDDC-18D6B752BA3C}"/>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9AC67403-5208-090E-2F1B-0358E14E356B}"/>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730C60C4-A1F0-1395-E7B0-4FD826F61A47}"/>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5B5B5C8A-F803-98CE-AF5E-E5589AD869E0}"/>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B3EBEE35-CCE3-4407-19AD-7C06243F66EF}"/>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542E23BA-2422-F996-3240-E4550B096EE3}"/>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DF8402C7-BA9B-DAA8-E4AB-FA639D068E21}"/>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2C4CF8D9-33E0-0094-3CBE-C7052CCF72E2}"/>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C119A5A6-32FF-C0FE-A9D7-6FF663A0151E}"/>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189F71FE-A761-8617-FE37-7230D3EA14B7}"/>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4A6C74CF-A179-499B-374B-600E8189FC8C}"/>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DC874C30-3CA1-B683-2FFB-7AA52A653A08}"/>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77652FEA-0B70-D7AD-83AD-88A3ECB4B2B0}"/>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A70FD3C9-DDB9-E5B0-F0C5-01C627B6C249}"/>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7CFB2B01-04CA-B6F8-E400-467CB1D69D46}"/>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27196430-471F-7EF9-021C-B271AF9DB7BE}"/>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768A744B-5912-58C3-FFF6-4EE977D3BC04}"/>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3E0AEB17-90AA-0CCE-239D-8505840149F5}"/>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763D1761-0363-1DDE-9544-028CCECC4B80}"/>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03038257-8848-EDB2-639A-83887E3CB61F}"/>
              </a:ext>
            </a:extLst>
          </p:cNvPr>
          <p:cNvSpPr txBox="1"/>
          <p:nvPr/>
        </p:nvSpPr>
        <p:spPr>
          <a:xfrm>
            <a:off x="4143022" y="3406653"/>
            <a:ext cx="570089" cy="230832"/>
          </a:xfrm>
          <a:prstGeom prst="rect">
            <a:avLst/>
          </a:prstGeom>
          <a:noFill/>
        </p:spPr>
        <p:txBody>
          <a:bodyPr wrap="square" rtlCol="0">
            <a:spAutoFit/>
          </a:bodyPr>
          <a:lstStyle/>
          <a:p>
            <a:pPr algn="ctr"/>
            <a:r>
              <a:rPr lang="en-US" sz="900" dirty="0"/>
              <a:t>57</a:t>
            </a:r>
          </a:p>
        </p:txBody>
      </p:sp>
      <p:sp>
        <p:nvSpPr>
          <p:cNvPr id="39" name="TextBox 38">
            <a:extLst>
              <a:ext uri="{FF2B5EF4-FFF2-40B4-BE49-F238E27FC236}">
                <a16:creationId xmlns:a16="http://schemas.microsoft.com/office/drawing/2014/main" id="{1EBB7DCC-0E00-79B4-B570-823918039E28}"/>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97979F13-4B7C-ED24-C199-5487FF30A410}"/>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B6BA1B7F-7C85-5070-727F-8B4E6FF523CE}"/>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E0633FAC-7918-8CCA-8631-21A2375B9220}"/>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262077E3-07E1-DDEA-0830-6A34DDF66375}"/>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A908F678-42F5-CF22-76D8-CF1ECCD04E07}"/>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B7C4A1A7-6611-F8B6-9F50-6D2ED2925626}"/>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DBDBF58E-C64D-E785-FEFF-6FBCBBF17562}"/>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F4373F55-3295-7D87-0003-5CCC986DEB78}"/>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00554C1D-DF49-58C2-DCC8-A01501F9667D}"/>
              </a:ext>
            </a:extLst>
          </p:cNvPr>
          <p:cNvSpPr txBox="1"/>
          <p:nvPr/>
        </p:nvSpPr>
        <p:spPr>
          <a:xfrm>
            <a:off x="3217333" y="172788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EE3AEB8E-FBB0-A508-1E7A-B2D4E770144E}"/>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19" name="TextBox 18">
            <a:extLst>
              <a:ext uri="{FF2B5EF4-FFF2-40B4-BE49-F238E27FC236}">
                <a16:creationId xmlns:a16="http://schemas.microsoft.com/office/drawing/2014/main" id="{E3205D40-B4A0-AE75-41E7-25660CA2DA5B}"/>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9CC8927F-F8FD-85C6-D31F-9997CE9C041E}"/>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949F73D7-3E9E-0196-092E-2FAED147B3EE}"/>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3" name="TextBox 22">
            <a:extLst>
              <a:ext uri="{FF2B5EF4-FFF2-40B4-BE49-F238E27FC236}">
                <a16:creationId xmlns:a16="http://schemas.microsoft.com/office/drawing/2014/main" id="{D890B7F6-809C-CEE6-3410-DBC14F9ABC69}"/>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4" name="TextBox 23">
            <a:extLst>
              <a:ext uri="{FF2B5EF4-FFF2-40B4-BE49-F238E27FC236}">
                <a16:creationId xmlns:a16="http://schemas.microsoft.com/office/drawing/2014/main" id="{8A9DF944-B08F-6253-F96A-9B5F3D6171BE}"/>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0" name="TextBox 49">
            <a:extLst>
              <a:ext uri="{FF2B5EF4-FFF2-40B4-BE49-F238E27FC236}">
                <a16:creationId xmlns:a16="http://schemas.microsoft.com/office/drawing/2014/main" id="{A1512822-F5D8-093F-52B9-310C82A81762}"/>
              </a:ext>
            </a:extLst>
          </p:cNvPr>
          <p:cNvSpPr txBox="1"/>
          <p:nvPr/>
        </p:nvSpPr>
        <p:spPr>
          <a:xfrm>
            <a:off x="5215469" y="424456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152391A5-3991-0969-2A23-71DCF1D98137}"/>
              </a:ext>
            </a:extLst>
          </p:cNvPr>
          <p:cNvSpPr txBox="1"/>
          <p:nvPr/>
        </p:nvSpPr>
        <p:spPr>
          <a:xfrm>
            <a:off x="5715003" y="4244561"/>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5DF9AD7A-5D38-2094-FDCF-13771F4778D6}"/>
              </a:ext>
            </a:extLst>
          </p:cNvPr>
          <p:cNvSpPr txBox="1"/>
          <p:nvPr/>
        </p:nvSpPr>
        <p:spPr>
          <a:xfrm>
            <a:off x="5215469" y="4747898"/>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B07D4081-B698-AADC-E1B2-790BD7E0CE96}"/>
              </a:ext>
            </a:extLst>
          </p:cNvPr>
          <p:cNvSpPr txBox="1"/>
          <p:nvPr/>
        </p:nvSpPr>
        <p:spPr>
          <a:xfrm>
            <a:off x="5715003" y="4747898"/>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FE741397-E69D-E36A-132A-577FC997A23D}"/>
              </a:ext>
            </a:extLst>
          </p:cNvPr>
          <p:cNvSpPr txBox="1"/>
          <p:nvPr/>
        </p:nvSpPr>
        <p:spPr>
          <a:xfrm>
            <a:off x="7213604" y="4244561"/>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1DB8617C-7F1D-BC8F-E9DF-311958EA250A}"/>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48" name="TextBox 47">
            <a:extLst>
              <a:ext uri="{FF2B5EF4-FFF2-40B4-BE49-F238E27FC236}">
                <a16:creationId xmlns:a16="http://schemas.microsoft.com/office/drawing/2014/main" id="{7AA85261-E334-2A87-7C38-EF3D99D8726D}"/>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49" name="TextBox 48">
            <a:extLst>
              <a:ext uri="{FF2B5EF4-FFF2-40B4-BE49-F238E27FC236}">
                <a16:creationId xmlns:a16="http://schemas.microsoft.com/office/drawing/2014/main" id="{80C6BF6D-EC06-C637-5DB2-12AE5B448419}"/>
              </a:ext>
            </a:extLst>
          </p:cNvPr>
          <p:cNvSpPr txBox="1"/>
          <p:nvPr/>
        </p:nvSpPr>
        <p:spPr>
          <a:xfrm>
            <a:off x="6214537" y="4747898"/>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450ED3EC-E3BB-F252-E3F5-95D04FBCA4E3}"/>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2FB751C4-8886-5B2B-D9C3-00DAE8EEBA51}"/>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42019150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25509-730D-A024-B177-E74A09869A4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87B51D-6E01-9420-DA3D-7C59D1A9FD02}"/>
              </a:ext>
            </a:extLst>
          </p:cNvPr>
          <p:cNvSpPr>
            <a:spLocks noGrp="1"/>
          </p:cNvSpPr>
          <p:nvPr>
            <p:ph sz="half" idx="1"/>
          </p:nvPr>
        </p:nvSpPr>
        <p:spPr/>
        <p:txBody>
          <a:bodyPr>
            <a:normAutofit/>
          </a:bodyPr>
          <a:lstStyle/>
          <a:p>
            <a:r>
              <a:rPr lang="en-US" dirty="0"/>
              <a:t>Complete Row 7.</a:t>
            </a:r>
          </a:p>
        </p:txBody>
      </p:sp>
      <p:pic>
        <p:nvPicPr>
          <p:cNvPr id="4" name="Picture 3" descr="A grid of sudoku puzzle&#10;&#10;Description automatically generated">
            <a:extLst>
              <a:ext uri="{FF2B5EF4-FFF2-40B4-BE49-F238E27FC236}">
                <a16:creationId xmlns:a16="http://schemas.microsoft.com/office/drawing/2014/main" id="{94C79F64-8A58-16A0-8F1F-5AAF3145F19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09B5C34-A8BE-F6A4-E3F4-BF35E110AE2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5F97476-F124-2CC5-937E-085E143DCC3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8449E48-BDF0-50D6-0971-222C54B6B251}"/>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9CB30CCB-9C58-CFBA-1239-52583F8CF970}"/>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56B4191E-5199-FF19-7A72-72D21723F7F6}"/>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9C14CE49-ADD8-A9D0-7D98-90486D5DCE0A}"/>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CA333E44-7D6F-A84F-6118-E128B0FF0F3B}"/>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1794B24E-2094-FDEF-981E-DF43AC2EEF2E}"/>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681F183C-A057-63CD-E992-2BDADA3F0ECD}"/>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4ECA773A-8C87-A715-EC33-391688CFB74F}"/>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115ADA6B-91F4-1EC5-9BD6-A81BCD7C44A3}"/>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FDCFA5EF-E34B-2983-431A-6E7101FFEE3F}"/>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E6C78040-2620-9B9F-99AE-7EB200B73D90}"/>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1DE037DA-4BE2-7BC0-DDB5-7B284FB8943E}"/>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D291E36B-A6AF-0BB0-A564-A5087CE6E49C}"/>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D2CECE4D-1662-E85C-F5C8-948E2864136A}"/>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1B90AF4F-63CA-0A31-B041-1C02D9F188EA}"/>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8DFD8E89-3391-FB1C-AB06-E6C96AE43FC4}"/>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2A550DEB-AC70-8AB8-3F0B-00683DF08C43}"/>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0663B5A2-9FB3-31F6-44A1-8C01B88ACDD0}"/>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5A6F723E-9A55-326D-C273-B64926B96F69}"/>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542B262C-2E86-E492-CD5B-B7C3B61BC0AD}"/>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079B399F-DBE1-78DC-122F-BD9205BEF76E}"/>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64997DDB-1F50-A9D0-050D-060873E56763}"/>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EAEB24E8-FDEF-11BA-6587-78BBEC60274F}"/>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286F6065-21B3-959C-2D6E-DECF89B5B539}"/>
              </a:ext>
            </a:extLst>
          </p:cNvPr>
          <p:cNvSpPr txBox="1"/>
          <p:nvPr/>
        </p:nvSpPr>
        <p:spPr>
          <a:xfrm>
            <a:off x="4143022" y="3406653"/>
            <a:ext cx="570089" cy="230832"/>
          </a:xfrm>
          <a:prstGeom prst="rect">
            <a:avLst/>
          </a:prstGeom>
          <a:noFill/>
        </p:spPr>
        <p:txBody>
          <a:bodyPr wrap="square" rtlCol="0">
            <a:spAutoFit/>
          </a:bodyPr>
          <a:lstStyle/>
          <a:p>
            <a:pPr algn="ctr"/>
            <a:r>
              <a:rPr lang="en-US" sz="900" dirty="0"/>
              <a:t>57</a:t>
            </a:r>
          </a:p>
        </p:txBody>
      </p:sp>
      <p:sp>
        <p:nvSpPr>
          <p:cNvPr id="39" name="TextBox 38">
            <a:extLst>
              <a:ext uri="{FF2B5EF4-FFF2-40B4-BE49-F238E27FC236}">
                <a16:creationId xmlns:a16="http://schemas.microsoft.com/office/drawing/2014/main" id="{CF40E073-2C18-9497-E30C-4238344D2FAC}"/>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F7341D5C-FB34-917E-F7A9-A228095B673A}"/>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9B8181EF-96EE-BA39-ABD6-79451661189C}"/>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CB4EEA1A-B66E-8146-4D61-21D0D017FCC5}"/>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DCEEAAF5-2791-2766-597D-002B8885DD3A}"/>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36222BD7-8132-5A7A-547B-C4CB3D767B74}"/>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A291F5FD-B83C-BFED-73C0-5A81C670D331}"/>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8714A9A6-3354-F92C-02A0-59E5CFF728F3}"/>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0AC7FBB7-40B8-AB1E-9078-D106FDDD2759}"/>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A7D812DB-3FF8-237A-5E08-E9A850EF3B17}"/>
              </a:ext>
            </a:extLst>
          </p:cNvPr>
          <p:cNvSpPr txBox="1"/>
          <p:nvPr/>
        </p:nvSpPr>
        <p:spPr>
          <a:xfrm>
            <a:off x="3217333" y="172788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8CC10A9F-0547-C39D-A8CD-CA1A46CC8E9F}"/>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19" name="TextBox 18">
            <a:extLst>
              <a:ext uri="{FF2B5EF4-FFF2-40B4-BE49-F238E27FC236}">
                <a16:creationId xmlns:a16="http://schemas.microsoft.com/office/drawing/2014/main" id="{6FB74CB3-8440-7C5F-0AF7-41ED934F763D}"/>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3F85F041-4352-B7D6-B05B-2E2D985CE1B7}"/>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89CEC9DE-3DE5-205A-87B4-AC9FD7416D07}"/>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3" name="TextBox 22">
            <a:extLst>
              <a:ext uri="{FF2B5EF4-FFF2-40B4-BE49-F238E27FC236}">
                <a16:creationId xmlns:a16="http://schemas.microsoft.com/office/drawing/2014/main" id="{226AC783-CD76-EB5B-65EF-3D4DCC4868D2}"/>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4" name="TextBox 23">
            <a:extLst>
              <a:ext uri="{FF2B5EF4-FFF2-40B4-BE49-F238E27FC236}">
                <a16:creationId xmlns:a16="http://schemas.microsoft.com/office/drawing/2014/main" id="{ADAF6D4D-9403-A8C3-7A4C-973111AA51D5}"/>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0" name="TextBox 49">
            <a:extLst>
              <a:ext uri="{FF2B5EF4-FFF2-40B4-BE49-F238E27FC236}">
                <a16:creationId xmlns:a16="http://schemas.microsoft.com/office/drawing/2014/main" id="{EA75C8DB-F5D1-3246-41D9-257055AD8233}"/>
              </a:ext>
            </a:extLst>
          </p:cNvPr>
          <p:cNvSpPr txBox="1"/>
          <p:nvPr/>
        </p:nvSpPr>
        <p:spPr>
          <a:xfrm>
            <a:off x="5215469" y="424456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D90DCFF5-0DC4-DE8D-F2FA-4958476FD23F}"/>
              </a:ext>
            </a:extLst>
          </p:cNvPr>
          <p:cNvSpPr txBox="1"/>
          <p:nvPr/>
        </p:nvSpPr>
        <p:spPr>
          <a:xfrm>
            <a:off x="5715003" y="4244561"/>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4E0136DF-D4A7-2D36-8FEF-378F91B78253}"/>
              </a:ext>
            </a:extLst>
          </p:cNvPr>
          <p:cNvSpPr txBox="1"/>
          <p:nvPr/>
        </p:nvSpPr>
        <p:spPr>
          <a:xfrm>
            <a:off x="5215469" y="4747898"/>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98A4AD7C-E5CF-A44B-59FF-8A0C5408D6E8}"/>
              </a:ext>
            </a:extLst>
          </p:cNvPr>
          <p:cNvSpPr txBox="1"/>
          <p:nvPr/>
        </p:nvSpPr>
        <p:spPr>
          <a:xfrm>
            <a:off x="5715003" y="4747898"/>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6558C88D-690B-A5BE-A5BC-6B954042F180}"/>
              </a:ext>
            </a:extLst>
          </p:cNvPr>
          <p:cNvSpPr txBox="1"/>
          <p:nvPr/>
        </p:nvSpPr>
        <p:spPr>
          <a:xfrm>
            <a:off x="7213604" y="4244561"/>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7EB980B5-0538-2C11-563C-8473D1A2C1C0}"/>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48" name="TextBox 47">
            <a:extLst>
              <a:ext uri="{FF2B5EF4-FFF2-40B4-BE49-F238E27FC236}">
                <a16:creationId xmlns:a16="http://schemas.microsoft.com/office/drawing/2014/main" id="{135059AF-3B10-ECED-96D8-3E51EF8F99C4}"/>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49" name="TextBox 48">
            <a:extLst>
              <a:ext uri="{FF2B5EF4-FFF2-40B4-BE49-F238E27FC236}">
                <a16:creationId xmlns:a16="http://schemas.microsoft.com/office/drawing/2014/main" id="{19D51BA2-47CF-EDA7-1000-C11B0D635A76}"/>
              </a:ext>
            </a:extLst>
          </p:cNvPr>
          <p:cNvSpPr txBox="1"/>
          <p:nvPr/>
        </p:nvSpPr>
        <p:spPr>
          <a:xfrm>
            <a:off x="6214537" y="4747898"/>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1685B71D-C844-60B1-8383-71850C335284}"/>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E7CE9B64-175B-7941-1ABB-F0266FE49CB7}"/>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1A2CEC7B-C3EC-E6A9-E266-8EB0D25AE1BE}"/>
              </a:ext>
            </a:extLst>
          </p:cNvPr>
          <p:cNvSpPr txBox="1"/>
          <p:nvPr/>
        </p:nvSpPr>
        <p:spPr>
          <a:xfrm>
            <a:off x="3640666" y="3907597"/>
            <a:ext cx="570089" cy="230832"/>
          </a:xfrm>
          <a:prstGeom prst="rect">
            <a:avLst/>
          </a:prstGeom>
          <a:noFill/>
        </p:spPr>
        <p:txBody>
          <a:bodyPr wrap="square" rtlCol="0">
            <a:spAutoFit/>
          </a:bodyPr>
          <a:lstStyle/>
          <a:p>
            <a:pPr algn="ctr"/>
            <a:r>
              <a:rPr lang="en-US" sz="900" dirty="0"/>
              <a:t>75</a:t>
            </a:r>
          </a:p>
        </p:txBody>
      </p:sp>
      <p:sp>
        <p:nvSpPr>
          <p:cNvPr id="57" name="TextBox 56">
            <a:extLst>
              <a:ext uri="{FF2B5EF4-FFF2-40B4-BE49-F238E27FC236}">
                <a16:creationId xmlns:a16="http://schemas.microsoft.com/office/drawing/2014/main" id="{45F5A8FE-4BEE-4251-476D-2ED52C1AA382}"/>
              </a:ext>
            </a:extLst>
          </p:cNvPr>
          <p:cNvSpPr txBox="1"/>
          <p:nvPr/>
        </p:nvSpPr>
        <p:spPr>
          <a:xfrm>
            <a:off x="6654802" y="3907597"/>
            <a:ext cx="570089" cy="230832"/>
          </a:xfrm>
          <a:prstGeom prst="rect">
            <a:avLst/>
          </a:prstGeom>
          <a:noFill/>
        </p:spPr>
        <p:txBody>
          <a:bodyPr wrap="square" rtlCol="0">
            <a:spAutoFit/>
          </a:bodyPr>
          <a:lstStyle/>
          <a:p>
            <a:pPr algn="ctr"/>
            <a:r>
              <a:rPr lang="en-US" sz="900" dirty="0"/>
              <a:t>69</a:t>
            </a:r>
          </a:p>
        </p:txBody>
      </p:sp>
      <p:sp>
        <p:nvSpPr>
          <p:cNvPr id="58" name="TextBox 57">
            <a:extLst>
              <a:ext uri="{FF2B5EF4-FFF2-40B4-BE49-F238E27FC236}">
                <a16:creationId xmlns:a16="http://schemas.microsoft.com/office/drawing/2014/main" id="{2A66D047-634F-AACE-AE90-A41C409C23CE}"/>
              </a:ext>
            </a:extLst>
          </p:cNvPr>
          <p:cNvSpPr txBox="1"/>
          <p:nvPr/>
        </p:nvSpPr>
        <p:spPr>
          <a:xfrm>
            <a:off x="7157158" y="3907597"/>
            <a:ext cx="570089" cy="230832"/>
          </a:xfrm>
          <a:prstGeom prst="rect">
            <a:avLst/>
          </a:prstGeom>
          <a:noFill/>
        </p:spPr>
        <p:txBody>
          <a:bodyPr wrap="square" rtlCol="0">
            <a:spAutoFit/>
          </a:bodyPr>
          <a:lstStyle/>
          <a:p>
            <a:pPr algn="ctr"/>
            <a:r>
              <a:rPr lang="en-US" sz="900" dirty="0"/>
              <a:t>96</a:t>
            </a:r>
          </a:p>
        </p:txBody>
      </p:sp>
      <p:sp>
        <p:nvSpPr>
          <p:cNvPr id="59" name="TextBox 58">
            <a:extLst>
              <a:ext uri="{FF2B5EF4-FFF2-40B4-BE49-F238E27FC236}">
                <a16:creationId xmlns:a16="http://schemas.microsoft.com/office/drawing/2014/main" id="{F91E49CD-7147-EFCD-06BB-0C9C3B0B5D1E}"/>
              </a:ext>
            </a:extLst>
          </p:cNvPr>
          <p:cNvSpPr txBox="1"/>
          <p:nvPr/>
        </p:nvSpPr>
        <p:spPr>
          <a:xfrm>
            <a:off x="3138310" y="3907597"/>
            <a:ext cx="570089" cy="230832"/>
          </a:xfrm>
          <a:prstGeom prst="rect">
            <a:avLst/>
          </a:prstGeom>
          <a:noFill/>
        </p:spPr>
        <p:txBody>
          <a:bodyPr wrap="square" rtlCol="0">
            <a:spAutoFit/>
          </a:bodyPr>
          <a:lstStyle/>
          <a:p>
            <a:pPr algn="ctr"/>
            <a:r>
              <a:rPr lang="en-US" sz="900" dirty="0"/>
              <a:t>57</a:t>
            </a:r>
          </a:p>
        </p:txBody>
      </p:sp>
    </p:spTree>
    <p:extLst>
      <p:ext uri="{BB962C8B-B14F-4D97-AF65-F5344CB8AC3E}">
        <p14:creationId xmlns:p14="http://schemas.microsoft.com/office/powerpoint/2010/main" val="6264475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F90D6-CEA2-46FB-DFEA-65436A1FB1F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BCF3FB-CBB0-BA45-C2E9-D5736C67C094}"/>
              </a:ext>
            </a:extLst>
          </p:cNvPr>
          <p:cNvSpPr>
            <a:spLocks noGrp="1"/>
          </p:cNvSpPr>
          <p:nvPr>
            <p:ph sz="half" idx="1"/>
          </p:nvPr>
        </p:nvSpPr>
        <p:spPr/>
        <p:txBody>
          <a:bodyPr>
            <a:normAutofit/>
          </a:bodyPr>
          <a:lstStyle/>
          <a:p>
            <a:r>
              <a:rPr lang="en-US" dirty="0"/>
              <a:t>Complete Column 2.</a:t>
            </a:r>
          </a:p>
        </p:txBody>
      </p:sp>
      <p:pic>
        <p:nvPicPr>
          <p:cNvPr id="4" name="Picture 3" descr="A grid of sudoku puzzle&#10;&#10;Description automatically generated">
            <a:extLst>
              <a:ext uri="{FF2B5EF4-FFF2-40B4-BE49-F238E27FC236}">
                <a16:creationId xmlns:a16="http://schemas.microsoft.com/office/drawing/2014/main" id="{809A3974-514A-0E27-46A6-B6128F965FA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C1376C8-7D71-A246-B506-C88B2DDDDC6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F7A9D00-5896-7635-A560-45366E6E1E6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A7DEBE6-685B-3F1A-B2DD-A1FB315071B5}"/>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DE982231-D513-C793-0002-0133FDED2742}"/>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00C20A1C-A224-2A9C-9078-46FFFA33CB30}"/>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955854CA-2E16-515E-D8BB-233780CEBF43}"/>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D58C08E8-E5AB-394F-8343-F1CBCB854567}"/>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E8697AAE-EEF4-02D0-9B07-7A52C32E6A72}"/>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B703BE64-27EB-777F-5847-5F7A70CF440E}"/>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49EE72E1-EBA7-5FE1-09FB-96623E6C0F7B}"/>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2C360B24-B4A8-B382-A6D6-9AFB5419BDAF}"/>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4466ED81-F860-9248-0504-46165C4EA99E}"/>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12EE884D-07B7-CB8F-5AC2-F5DD29430DCE}"/>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DB29AA71-F8CA-CE51-3287-EFC56D3C9274}"/>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8D593A42-7C76-FC88-CD16-9A15C71AE6D9}"/>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90394478-4395-F856-CB48-BE60F20DCE19}"/>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99C1D59E-1C23-CD0B-1E7B-2D381E7529E5}"/>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AAF0A18D-7E5D-D0AE-C126-27922FBDDD86}"/>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6D0D1DDB-2922-6A97-3784-363A14FE333A}"/>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DC6ACCA7-8B93-5281-50BE-D195F1E35A0F}"/>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55F3E19F-B750-CF6E-8A3F-F7A6BF2170E3}"/>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FA5EA7E9-B00C-75B8-E24D-390F2968DDED}"/>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7100CEAB-B98E-AB6F-15E1-86B3BCA8BC10}"/>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49A9A410-6763-B8A4-D587-E2377A4853D7}"/>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DF1CA895-6046-BD4F-1BBB-9ADB1AC59DB0}"/>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A8ECD666-B37A-EB1E-238D-12BC2B5D3AD1}"/>
              </a:ext>
            </a:extLst>
          </p:cNvPr>
          <p:cNvSpPr txBox="1"/>
          <p:nvPr/>
        </p:nvSpPr>
        <p:spPr>
          <a:xfrm>
            <a:off x="4143022" y="3406653"/>
            <a:ext cx="570089" cy="230832"/>
          </a:xfrm>
          <a:prstGeom prst="rect">
            <a:avLst/>
          </a:prstGeom>
          <a:noFill/>
        </p:spPr>
        <p:txBody>
          <a:bodyPr wrap="square" rtlCol="0">
            <a:spAutoFit/>
          </a:bodyPr>
          <a:lstStyle/>
          <a:p>
            <a:pPr algn="ctr"/>
            <a:r>
              <a:rPr lang="en-US" sz="900" dirty="0"/>
              <a:t>57</a:t>
            </a:r>
          </a:p>
        </p:txBody>
      </p:sp>
      <p:sp>
        <p:nvSpPr>
          <p:cNvPr id="39" name="TextBox 38">
            <a:extLst>
              <a:ext uri="{FF2B5EF4-FFF2-40B4-BE49-F238E27FC236}">
                <a16:creationId xmlns:a16="http://schemas.microsoft.com/office/drawing/2014/main" id="{B6F49605-F1F1-8FF9-62BC-CD376DBB9EA8}"/>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AC22FB37-2726-069B-2A45-CDB5C6CF5E6B}"/>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AC8749C4-9DF9-211B-4110-73D2F6CAB535}"/>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D7AA500D-FA16-79EF-8A87-2E4B55482E26}"/>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2B602031-2E7B-82B8-388E-BE5E0DE8CAA3}"/>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49B537E8-A090-64ED-F4D4-A0195FA1371E}"/>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6B58482D-EEB2-D70F-6A09-BCEA579A47BE}"/>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D266CFDB-9328-2C24-2FED-0F7AD209C7B4}"/>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39454BD1-36F9-DCA4-24CE-A1BF0A803F53}"/>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90107119-8FE5-9EEB-F4C7-814B5B4FF01D}"/>
              </a:ext>
            </a:extLst>
          </p:cNvPr>
          <p:cNvSpPr txBox="1"/>
          <p:nvPr/>
        </p:nvSpPr>
        <p:spPr>
          <a:xfrm>
            <a:off x="3217333" y="172788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3DC74970-8F38-D7EB-588C-146F7A01F301}"/>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19" name="TextBox 18">
            <a:extLst>
              <a:ext uri="{FF2B5EF4-FFF2-40B4-BE49-F238E27FC236}">
                <a16:creationId xmlns:a16="http://schemas.microsoft.com/office/drawing/2014/main" id="{ED56ADA7-8F42-21C8-DF05-395CD76F1B15}"/>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85C0927D-1D19-E2BE-91BC-F6FE3AEAD23C}"/>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F74BF420-5733-9056-70A6-DD5BD4137C30}"/>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3" name="TextBox 22">
            <a:extLst>
              <a:ext uri="{FF2B5EF4-FFF2-40B4-BE49-F238E27FC236}">
                <a16:creationId xmlns:a16="http://schemas.microsoft.com/office/drawing/2014/main" id="{B49BBA61-8CA4-4E91-1B7D-54DB31424693}"/>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4" name="TextBox 23">
            <a:extLst>
              <a:ext uri="{FF2B5EF4-FFF2-40B4-BE49-F238E27FC236}">
                <a16:creationId xmlns:a16="http://schemas.microsoft.com/office/drawing/2014/main" id="{ED29165B-99F9-0AF7-9187-6B46BA3C3409}"/>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0" name="TextBox 49">
            <a:extLst>
              <a:ext uri="{FF2B5EF4-FFF2-40B4-BE49-F238E27FC236}">
                <a16:creationId xmlns:a16="http://schemas.microsoft.com/office/drawing/2014/main" id="{716C81A1-61F7-03E6-5CC1-6C83A0DC691E}"/>
              </a:ext>
            </a:extLst>
          </p:cNvPr>
          <p:cNvSpPr txBox="1"/>
          <p:nvPr/>
        </p:nvSpPr>
        <p:spPr>
          <a:xfrm>
            <a:off x="5215469" y="424456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F921D5A5-6627-CBB0-D282-871A4CDF587E}"/>
              </a:ext>
            </a:extLst>
          </p:cNvPr>
          <p:cNvSpPr txBox="1"/>
          <p:nvPr/>
        </p:nvSpPr>
        <p:spPr>
          <a:xfrm>
            <a:off x="5715003" y="4244561"/>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CE8B633A-127A-A23E-800A-50A85EB1762D}"/>
              </a:ext>
            </a:extLst>
          </p:cNvPr>
          <p:cNvSpPr txBox="1"/>
          <p:nvPr/>
        </p:nvSpPr>
        <p:spPr>
          <a:xfrm>
            <a:off x="5215469" y="4747898"/>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852068D0-04A8-2E16-F08A-2A2DD0631287}"/>
              </a:ext>
            </a:extLst>
          </p:cNvPr>
          <p:cNvSpPr txBox="1"/>
          <p:nvPr/>
        </p:nvSpPr>
        <p:spPr>
          <a:xfrm>
            <a:off x="5715003" y="4747898"/>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D29F73B5-1A43-34FE-EBF6-991755A5D0E1}"/>
              </a:ext>
            </a:extLst>
          </p:cNvPr>
          <p:cNvSpPr txBox="1"/>
          <p:nvPr/>
        </p:nvSpPr>
        <p:spPr>
          <a:xfrm>
            <a:off x="7213604" y="4244561"/>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1E4BC9A0-AB14-0653-3AEE-A661A58CBD01}"/>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48" name="TextBox 47">
            <a:extLst>
              <a:ext uri="{FF2B5EF4-FFF2-40B4-BE49-F238E27FC236}">
                <a16:creationId xmlns:a16="http://schemas.microsoft.com/office/drawing/2014/main" id="{21693CC8-A526-A57D-C96D-BEA4226903D1}"/>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49" name="TextBox 48">
            <a:extLst>
              <a:ext uri="{FF2B5EF4-FFF2-40B4-BE49-F238E27FC236}">
                <a16:creationId xmlns:a16="http://schemas.microsoft.com/office/drawing/2014/main" id="{93787858-59E9-7EFB-1F07-4E038F8AEF17}"/>
              </a:ext>
            </a:extLst>
          </p:cNvPr>
          <p:cNvSpPr txBox="1"/>
          <p:nvPr/>
        </p:nvSpPr>
        <p:spPr>
          <a:xfrm>
            <a:off x="6214537" y="4747898"/>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882792AF-93DB-D380-F905-50D688355B35}"/>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4C51B243-B675-CA17-293F-4D025B0FE786}"/>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42E4BDE7-2901-4C7A-A02B-8E1F90C24761}"/>
              </a:ext>
            </a:extLst>
          </p:cNvPr>
          <p:cNvSpPr txBox="1"/>
          <p:nvPr/>
        </p:nvSpPr>
        <p:spPr>
          <a:xfrm>
            <a:off x="3640666" y="3907597"/>
            <a:ext cx="570089" cy="230832"/>
          </a:xfrm>
          <a:prstGeom prst="rect">
            <a:avLst/>
          </a:prstGeom>
          <a:noFill/>
        </p:spPr>
        <p:txBody>
          <a:bodyPr wrap="square" rtlCol="0">
            <a:spAutoFit/>
          </a:bodyPr>
          <a:lstStyle/>
          <a:p>
            <a:pPr algn="ctr"/>
            <a:r>
              <a:rPr lang="en-US" sz="900" dirty="0"/>
              <a:t>75</a:t>
            </a:r>
          </a:p>
        </p:txBody>
      </p:sp>
      <p:sp>
        <p:nvSpPr>
          <p:cNvPr id="57" name="TextBox 56">
            <a:extLst>
              <a:ext uri="{FF2B5EF4-FFF2-40B4-BE49-F238E27FC236}">
                <a16:creationId xmlns:a16="http://schemas.microsoft.com/office/drawing/2014/main" id="{04992C17-4821-808F-493C-FF9CDA2E0B7D}"/>
              </a:ext>
            </a:extLst>
          </p:cNvPr>
          <p:cNvSpPr txBox="1"/>
          <p:nvPr/>
        </p:nvSpPr>
        <p:spPr>
          <a:xfrm>
            <a:off x="6654802" y="3907597"/>
            <a:ext cx="570089" cy="230832"/>
          </a:xfrm>
          <a:prstGeom prst="rect">
            <a:avLst/>
          </a:prstGeom>
          <a:noFill/>
        </p:spPr>
        <p:txBody>
          <a:bodyPr wrap="square" rtlCol="0">
            <a:spAutoFit/>
          </a:bodyPr>
          <a:lstStyle/>
          <a:p>
            <a:pPr algn="ctr"/>
            <a:r>
              <a:rPr lang="en-US" sz="900" dirty="0"/>
              <a:t>69</a:t>
            </a:r>
          </a:p>
        </p:txBody>
      </p:sp>
      <p:sp>
        <p:nvSpPr>
          <p:cNvPr id="58" name="TextBox 57">
            <a:extLst>
              <a:ext uri="{FF2B5EF4-FFF2-40B4-BE49-F238E27FC236}">
                <a16:creationId xmlns:a16="http://schemas.microsoft.com/office/drawing/2014/main" id="{757EBCDA-58C5-A435-9FEA-62D58DDFA7C9}"/>
              </a:ext>
            </a:extLst>
          </p:cNvPr>
          <p:cNvSpPr txBox="1"/>
          <p:nvPr/>
        </p:nvSpPr>
        <p:spPr>
          <a:xfrm>
            <a:off x="7157158" y="3907597"/>
            <a:ext cx="570089" cy="230832"/>
          </a:xfrm>
          <a:prstGeom prst="rect">
            <a:avLst/>
          </a:prstGeom>
          <a:noFill/>
        </p:spPr>
        <p:txBody>
          <a:bodyPr wrap="square" rtlCol="0">
            <a:spAutoFit/>
          </a:bodyPr>
          <a:lstStyle/>
          <a:p>
            <a:pPr algn="ctr"/>
            <a:r>
              <a:rPr lang="en-US" sz="900" dirty="0"/>
              <a:t>96</a:t>
            </a:r>
          </a:p>
        </p:txBody>
      </p:sp>
      <p:sp>
        <p:nvSpPr>
          <p:cNvPr id="59" name="TextBox 58">
            <a:extLst>
              <a:ext uri="{FF2B5EF4-FFF2-40B4-BE49-F238E27FC236}">
                <a16:creationId xmlns:a16="http://schemas.microsoft.com/office/drawing/2014/main" id="{BA081C89-4F6A-E401-87F7-FBFF40BAA8C5}"/>
              </a:ext>
            </a:extLst>
          </p:cNvPr>
          <p:cNvSpPr txBox="1"/>
          <p:nvPr/>
        </p:nvSpPr>
        <p:spPr>
          <a:xfrm>
            <a:off x="3138310" y="3907597"/>
            <a:ext cx="570089" cy="230832"/>
          </a:xfrm>
          <a:prstGeom prst="rect">
            <a:avLst/>
          </a:prstGeom>
          <a:noFill/>
        </p:spPr>
        <p:txBody>
          <a:bodyPr wrap="square" rtlCol="0">
            <a:spAutoFit/>
          </a:bodyPr>
          <a:lstStyle/>
          <a:p>
            <a:pPr algn="ctr"/>
            <a:r>
              <a:rPr lang="en-US" sz="900" dirty="0"/>
              <a:t>57</a:t>
            </a:r>
          </a:p>
        </p:txBody>
      </p:sp>
      <p:sp>
        <p:nvSpPr>
          <p:cNvPr id="60" name="TextBox 59">
            <a:extLst>
              <a:ext uri="{FF2B5EF4-FFF2-40B4-BE49-F238E27FC236}">
                <a16:creationId xmlns:a16="http://schemas.microsoft.com/office/drawing/2014/main" id="{D137288A-505B-E6F1-661F-0CF9CFB714BF}"/>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1" name="TextBox 60">
            <a:extLst>
              <a:ext uri="{FF2B5EF4-FFF2-40B4-BE49-F238E27FC236}">
                <a16:creationId xmlns:a16="http://schemas.microsoft.com/office/drawing/2014/main" id="{2D74DFDD-C821-EA49-6268-0AA8D5F521D3}"/>
              </a:ext>
            </a:extLst>
          </p:cNvPr>
          <p:cNvSpPr txBox="1"/>
          <p:nvPr/>
        </p:nvSpPr>
        <p:spPr>
          <a:xfrm>
            <a:off x="3640666" y="2404765"/>
            <a:ext cx="570089" cy="230832"/>
          </a:xfrm>
          <a:prstGeom prst="rect">
            <a:avLst/>
          </a:prstGeom>
          <a:noFill/>
        </p:spPr>
        <p:txBody>
          <a:bodyPr wrap="square" rtlCol="0">
            <a:spAutoFit/>
          </a:bodyPr>
          <a:lstStyle/>
          <a:p>
            <a:pPr algn="ctr"/>
            <a:r>
              <a:rPr lang="en-US" sz="900" dirty="0"/>
              <a:t>38</a:t>
            </a:r>
          </a:p>
        </p:txBody>
      </p:sp>
      <p:sp>
        <p:nvSpPr>
          <p:cNvPr id="62" name="TextBox 61">
            <a:extLst>
              <a:ext uri="{FF2B5EF4-FFF2-40B4-BE49-F238E27FC236}">
                <a16:creationId xmlns:a16="http://schemas.microsoft.com/office/drawing/2014/main" id="{053BF5BC-1077-6F2A-98C2-E698386C71C7}"/>
              </a:ext>
            </a:extLst>
          </p:cNvPr>
          <p:cNvSpPr txBox="1"/>
          <p:nvPr/>
        </p:nvSpPr>
        <p:spPr>
          <a:xfrm>
            <a:off x="3640666" y="2905709"/>
            <a:ext cx="570089" cy="230832"/>
          </a:xfrm>
          <a:prstGeom prst="rect">
            <a:avLst/>
          </a:prstGeom>
          <a:noFill/>
        </p:spPr>
        <p:txBody>
          <a:bodyPr wrap="square" rtlCol="0">
            <a:spAutoFit/>
          </a:bodyPr>
          <a:lstStyle/>
          <a:p>
            <a:pPr algn="ctr"/>
            <a:r>
              <a:rPr lang="en-US" sz="900" dirty="0"/>
              <a:t>83</a:t>
            </a:r>
          </a:p>
        </p:txBody>
      </p:sp>
    </p:spTree>
    <p:extLst>
      <p:ext uri="{BB962C8B-B14F-4D97-AF65-F5344CB8AC3E}">
        <p14:creationId xmlns:p14="http://schemas.microsoft.com/office/powerpoint/2010/main" val="30366049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3ABA0-865F-FB19-C761-184B0C06846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DABC1D-559B-4004-4954-754DA8D044E4}"/>
              </a:ext>
            </a:extLst>
          </p:cNvPr>
          <p:cNvSpPr>
            <a:spLocks noGrp="1"/>
          </p:cNvSpPr>
          <p:nvPr>
            <p:ph sz="half" idx="1"/>
          </p:nvPr>
        </p:nvSpPr>
        <p:spPr/>
        <p:txBody>
          <a:bodyPr>
            <a:normAutofit/>
          </a:bodyPr>
          <a:lstStyle/>
          <a:p>
            <a:r>
              <a:rPr lang="en-US" dirty="0"/>
              <a:t>Complete Column 1.</a:t>
            </a:r>
          </a:p>
        </p:txBody>
      </p:sp>
      <p:pic>
        <p:nvPicPr>
          <p:cNvPr id="4" name="Picture 3" descr="A grid of sudoku puzzle&#10;&#10;Description automatically generated">
            <a:extLst>
              <a:ext uri="{FF2B5EF4-FFF2-40B4-BE49-F238E27FC236}">
                <a16:creationId xmlns:a16="http://schemas.microsoft.com/office/drawing/2014/main" id="{0D73CBF6-8799-ABA2-1BFD-9707319AF31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B1C5F80-6B17-5CFB-9949-AF25D458F7C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1D1154D-875C-2924-2538-62535BC4450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1813A79-33DA-561A-E7B3-A184323FD878}"/>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FCB36CE8-4B5A-6FD7-2AD3-9BC67FA27AF5}"/>
              </a:ext>
            </a:extLst>
          </p:cNvPr>
          <p:cNvSpPr txBox="1"/>
          <p:nvPr/>
        </p:nvSpPr>
        <p:spPr>
          <a:xfrm>
            <a:off x="3640666" y="901933"/>
            <a:ext cx="570089" cy="230832"/>
          </a:xfrm>
          <a:prstGeom prst="rect">
            <a:avLst/>
          </a:prstGeom>
          <a:no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C2F3C0A7-A903-EB99-53DD-F7779D8A6FB3}"/>
              </a:ext>
            </a:extLst>
          </p:cNvPr>
          <p:cNvSpPr txBox="1"/>
          <p:nvPr/>
        </p:nvSpPr>
        <p:spPr>
          <a:xfrm>
            <a:off x="4143022" y="1402877"/>
            <a:ext cx="570089" cy="230832"/>
          </a:xfrm>
          <a:prstGeom prst="rect">
            <a:avLst/>
          </a:prstGeom>
          <a:no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45B7BF5E-99C7-B533-934E-6346C40293BF}"/>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D3EC56AD-5354-069B-0211-0207FB1F64AA}"/>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7E9DF662-B81C-4ED2-6FA6-52D961021702}"/>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FCB7D315-4A3D-CC85-15F4-AA653A80D4B1}"/>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EBACEBED-4CED-C5D0-D4B0-9ED2CA05B694}"/>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8D2EE864-DA00-438F-F5F0-B3928479EBB8}"/>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64A844EB-E93E-D2D2-E423-BEB51DF4DE61}"/>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0741758F-AB4F-0E27-15B5-61A3C6915513}"/>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4658AAE0-E233-7BE4-7CB2-5A089239696E}"/>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7B189E38-EB48-04AF-8E89-43E21804E0B1}"/>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95D0BEA3-B386-0B36-D49F-E7BDF4BEA8D8}"/>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91EA456E-00AB-F362-E92C-91C5BD8D3421}"/>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CADA16D1-6B69-8DFC-8B50-2A3E42B84170}"/>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1A3E9616-B698-FF74-92B3-376C3CF207AC}"/>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5F79D55E-2C31-DC58-BFB0-4B6B4BCC7E53}"/>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6B32EAD9-9137-1B57-9958-9A0862682475}"/>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4814D456-0D6E-A390-D390-4371A7FC4585}"/>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B88322E6-C3E4-364D-2E5D-1F9C6F59DEF5}"/>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03BB99B7-5F20-ED7C-C9BF-3E149C5F6971}"/>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AED628F2-EA73-817E-F5C6-5F5FDEA98F22}"/>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317A260E-4ABD-D4B7-AD55-458C1B09C175}"/>
              </a:ext>
            </a:extLst>
          </p:cNvPr>
          <p:cNvSpPr txBox="1"/>
          <p:nvPr/>
        </p:nvSpPr>
        <p:spPr>
          <a:xfrm>
            <a:off x="4143022" y="3406653"/>
            <a:ext cx="570089" cy="230832"/>
          </a:xfrm>
          <a:prstGeom prst="rect">
            <a:avLst/>
          </a:prstGeom>
          <a:noFill/>
        </p:spPr>
        <p:txBody>
          <a:bodyPr wrap="square" rtlCol="0">
            <a:spAutoFit/>
          </a:bodyPr>
          <a:lstStyle/>
          <a:p>
            <a:pPr algn="ctr"/>
            <a:r>
              <a:rPr lang="en-US" sz="900" dirty="0"/>
              <a:t>57</a:t>
            </a:r>
          </a:p>
        </p:txBody>
      </p:sp>
      <p:sp>
        <p:nvSpPr>
          <p:cNvPr id="39" name="TextBox 38">
            <a:extLst>
              <a:ext uri="{FF2B5EF4-FFF2-40B4-BE49-F238E27FC236}">
                <a16:creationId xmlns:a16="http://schemas.microsoft.com/office/drawing/2014/main" id="{5B0C54DE-9ABE-CD0F-C409-504F020DAD14}"/>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92CA4A72-8A2E-7DA5-EFBB-C6069A132627}"/>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6A9F02D9-4075-D55F-C324-01B99D12FBDB}"/>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96E14CFC-1667-68C9-B69B-D423464A6A86}"/>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F03E5269-93F4-3564-2A01-B90EC32DD43A}"/>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AF49E189-2751-1172-FE4E-7DB7C81431B0}"/>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A1F28CCD-A00D-E3BD-1486-4559B99B7EC7}"/>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5AE16BFC-0259-FEAB-2A7F-A7583FA787AD}"/>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483F16DA-8C65-5636-E2DD-A9C3D982C682}"/>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049CC5DF-531F-2B68-C707-6DD784C5B8D1}"/>
              </a:ext>
            </a:extLst>
          </p:cNvPr>
          <p:cNvSpPr txBox="1"/>
          <p:nvPr/>
        </p:nvSpPr>
        <p:spPr>
          <a:xfrm>
            <a:off x="3217333" y="172788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4E09CC7E-297C-246D-6A98-48E70943ACDF}"/>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19" name="TextBox 18">
            <a:extLst>
              <a:ext uri="{FF2B5EF4-FFF2-40B4-BE49-F238E27FC236}">
                <a16:creationId xmlns:a16="http://schemas.microsoft.com/office/drawing/2014/main" id="{0DEA1DAF-D0BE-EAB6-82FA-5571DF85C44B}"/>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AB275096-AFF6-9BED-BD10-406DDE08B89F}"/>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DBD9C69E-3EC6-8BD3-6A97-144130B6250F}"/>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3" name="TextBox 22">
            <a:extLst>
              <a:ext uri="{FF2B5EF4-FFF2-40B4-BE49-F238E27FC236}">
                <a16:creationId xmlns:a16="http://schemas.microsoft.com/office/drawing/2014/main" id="{42DCD8A8-BEBE-E54B-B860-3F0CD9C6AEA6}"/>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4" name="TextBox 23">
            <a:extLst>
              <a:ext uri="{FF2B5EF4-FFF2-40B4-BE49-F238E27FC236}">
                <a16:creationId xmlns:a16="http://schemas.microsoft.com/office/drawing/2014/main" id="{BF4DD80D-50D2-66BC-EFDF-DF4AA3A3AF60}"/>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0" name="TextBox 49">
            <a:extLst>
              <a:ext uri="{FF2B5EF4-FFF2-40B4-BE49-F238E27FC236}">
                <a16:creationId xmlns:a16="http://schemas.microsoft.com/office/drawing/2014/main" id="{FE0B6A62-CDB5-D9D2-E0E8-373A266E32ED}"/>
              </a:ext>
            </a:extLst>
          </p:cNvPr>
          <p:cNvSpPr txBox="1"/>
          <p:nvPr/>
        </p:nvSpPr>
        <p:spPr>
          <a:xfrm>
            <a:off x="5215469" y="424456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7892168D-9296-CA67-AA81-4ACB2A067C18}"/>
              </a:ext>
            </a:extLst>
          </p:cNvPr>
          <p:cNvSpPr txBox="1"/>
          <p:nvPr/>
        </p:nvSpPr>
        <p:spPr>
          <a:xfrm>
            <a:off x="5715003" y="4244561"/>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F7A863A7-7835-A719-4EB7-33E1CE15DF42}"/>
              </a:ext>
            </a:extLst>
          </p:cNvPr>
          <p:cNvSpPr txBox="1"/>
          <p:nvPr/>
        </p:nvSpPr>
        <p:spPr>
          <a:xfrm>
            <a:off x="5215469" y="4747898"/>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85CCF039-47B4-3FE4-0755-E0B6B753C5B9}"/>
              </a:ext>
            </a:extLst>
          </p:cNvPr>
          <p:cNvSpPr txBox="1"/>
          <p:nvPr/>
        </p:nvSpPr>
        <p:spPr>
          <a:xfrm>
            <a:off x="5715003" y="4747898"/>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FAFD9DC9-B88A-3CC9-1E32-8480AC7507D7}"/>
              </a:ext>
            </a:extLst>
          </p:cNvPr>
          <p:cNvSpPr txBox="1"/>
          <p:nvPr/>
        </p:nvSpPr>
        <p:spPr>
          <a:xfrm>
            <a:off x="7213604" y="4244561"/>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D99B81E1-60C8-85B0-00E9-546746344773}"/>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48" name="TextBox 47">
            <a:extLst>
              <a:ext uri="{FF2B5EF4-FFF2-40B4-BE49-F238E27FC236}">
                <a16:creationId xmlns:a16="http://schemas.microsoft.com/office/drawing/2014/main" id="{06580D6D-9293-4C01-336C-BCB5E2111863}"/>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49" name="TextBox 48">
            <a:extLst>
              <a:ext uri="{FF2B5EF4-FFF2-40B4-BE49-F238E27FC236}">
                <a16:creationId xmlns:a16="http://schemas.microsoft.com/office/drawing/2014/main" id="{2C1F9A78-328C-D90D-A281-4CDE424ACF20}"/>
              </a:ext>
            </a:extLst>
          </p:cNvPr>
          <p:cNvSpPr txBox="1"/>
          <p:nvPr/>
        </p:nvSpPr>
        <p:spPr>
          <a:xfrm>
            <a:off x="6214537" y="4747898"/>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7022626B-8678-8A83-F0F6-2E639650D140}"/>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542ACF2C-4530-28BF-2848-C5EDE333234A}"/>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0DB7DD73-995E-E941-B802-CDBA70B57B88}"/>
              </a:ext>
            </a:extLst>
          </p:cNvPr>
          <p:cNvSpPr txBox="1"/>
          <p:nvPr/>
        </p:nvSpPr>
        <p:spPr>
          <a:xfrm>
            <a:off x="3640666" y="3907597"/>
            <a:ext cx="570089" cy="230832"/>
          </a:xfrm>
          <a:prstGeom prst="rect">
            <a:avLst/>
          </a:prstGeom>
          <a:noFill/>
        </p:spPr>
        <p:txBody>
          <a:bodyPr wrap="square" rtlCol="0">
            <a:spAutoFit/>
          </a:bodyPr>
          <a:lstStyle/>
          <a:p>
            <a:pPr algn="ctr"/>
            <a:r>
              <a:rPr lang="en-US" sz="900" dirty="0"/>
              <a:t>75</a:t>
            </a:r>
          </a:p>
        </p:txBody>
      </p:sp>
      <p:sp>
        <p:nvSpPr>
          <p:cNvPr id="57" name="TextBox 56">
            <a:extLst>
              <a:ext uri="{FF2B5EF4-FFF2-40B4-BE49-F238E27FC236}">
                <a16:creationId xmlns:a16="http://schemas.microsoft.com/office/drawing/2014/main" id="{831F30D4-E8D3-39B1-28F9-E9346B83F875}"/>
              </a:ext>
            </a:extLst>
          </p:cNvPr>
          <p:cNvSpPr txBox="1"/>
          <p:nvPr/>
        </p:nvSpPr>
        <p:spPr>
          <a:xfrm>
            <a:off x="6654802" y="3907597"/>
            <a:ext cx="570089" cy="230832"/>
          </a:xfrm>
          <a:prstGeom prst="rect">
            <a:avLst/>
          </a:prstGeom>
          <a:noFill/>
        </p:spPr>
        <p:txBody>
          <a:bodyPr wrap="square" rtlCol="0">
            <a:spAutoFit/>
          </a:bodyPr>
          <a:lstStyle/>
          <a:p>
            <a:pPr algn="ctr"/>
            <a:r>
              <a:rPr lang="en-US" sz="900" dirty="0"/>
              <a:t>69</a:t>
            </a:r>
          </a:p>
        </p:txBody>
      </p:sp>
      <p:sp>
        <p:nvSpPr>
          <p:cNvPr id="58" name="TextBox 57">
            <a:extLst>
              <a:ext uri="{FF2B5EF4-FFF2-40B4-BE49-F238E27FC236}">
                <a16:creationId xmlns:a16="http://schemas.microsoft.com/office/drawing/2014/main" id="{A232E978-A4FA-BF3F-57C7-FD961DCD72BA}"/>
              </a:ext>
            </a:extLst>
          </p:cNvPr>
          <p:cNvSpPr txBox="1"/>
          <p:nvPr/>
        </p:nvSpPr>
        <p:spPr>
          <a:xfrm>
            <a:off x="7157158" y="3907597"/>
            <a:ext cx="570089" cy="230832"/>
          </a:xfrm>
          <a:prstGeom prst="rect">
            <a:avLst/>
          </a:prstGeom>
          <a:noFill/>
        </p:spPr>
        <p:txBody>
          <a:bodyPr wrap="square" rtlCol="0">
            <a:spAutoFit/>
          </a:bodyPr>
          <a:lstStyle/>
          <a:p>
            <a:pPr algn="ctr"/>
            <a:r>
              <a:rPr lang="en-US" sz="900" dirty="0"/>
              <a:t>96</a:t>
            </a:r>
          </a:p>
        </p:txBody>
      </p:sp>
      <p:sp>
        <p:nvSpPr>
          <p:cNvPr id="59" name="TextBox 58">
            <a:extLst>
              <a:ext uri="{FF2B5EF4-FFF2-40B4-BE49-F238E27FC236}">
                <a16:creationId xmlns:a16="http://schemas.microsoft.com/office/drawing/2014/main" id="{06A14DB7-A6BD-D58E-DE19-A92F1AD50ACD}"/>
              </a:ext>
            </a:extLst>
          </p:cNvPr>
          <p:cNvSpPr txBox="1"/>
          <p:nvPr/>
        </p:nvSpPr>
        <p:spPr>
          <a:xfrm>
            <a:off x="3138310" y="3907597"/>
            <a:ext cx="570089" cy="230832"/>
          </a:xfrm>
          <a:prstGeom prst="rect">
            <a:avLst/>
          </a:prstGeom>
          <a:noFill/>
        </p:spPr>
        <p:txBody>
          <a:bodyPr wrap="square" rtlCol="0">
            <a:spAutoFit/>
          </a:bodyPr>
          <a:lstStyle/>
          <a:p>
            <a:pPr algn="ctr"/>
            <a:r>
              <a:rPr lang="en-US" sz="900" dirty="0"/>
              <a:t>57</a:t>
            </a:r>
          </a:p>
        </p:txBody>
      </p:sp>
      <p:sp>
        <p:nvSpPr>
          <p:cNvPr id="60" name="TextBox 59">
            <a:extLst>
              <a:ext uri="{FF2B5EF4-FFF2-40B4-BE49-F238E27FC236}">
                <a16:creationId xmlns:a16="http://schemas.microsoft.com/office/drawing/2014/main" id="{E4B4EA4B-C96B-B5D9-7B48-4F307F81B07C}"/>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1" name="TextBox 60">
            <a:extLst>
              <a:ext uri="{FF2B5EF4-FFF2-40B4-BE49-F238E27FC236}">
                <a16:creationId xmlns:a16="http://schemas.microsoft.com/office/drawing/2014/main" id="{32B6F80C-EE83-B39C-FCA5-35474EFFFB05}"/>
              </a:ext>
            </a:extLst>
          </p:cNvPr>
          <p:cNvSpPr txBox="1"/>
          <p:nvPr/>
        </p:nvSpPr>
        <p:spPr>
          <a:xfrm>
            <a:off x="3640666" y="2404765"/>
            <a:ext cx="570089" cy="230832"/>
          </a:xfrm>
          <a:prstGeom prst="rect">
            <a:avLst/>
          </a:prstGeom>
          <a:noFill/>
        </p:spPr>
        <p:txBody>
          <a:bodyPr wrap="square" rtlCol="0">
            <a:spAutoFit/>
          </a:bodyPr>
          <a:lstStyle/>
          <a:p>
            <a:pPr algn="ctr"/>
            <a:r>
              <a:rPr lang="en-US" sz="900" dirty="0"/>
              <a:t>38</a:t>
            </a:r>
          </a:p>
        </p:txBody>
      </p:sp>
      <p:sp>
        <p:nvSpPr>
          <p:cNvPr id="62" name="TextBox 61">
            <a:extLst>
              <a:ext uri="{FF2B5EF4-FFF2-40B4-BE49-F238E27FC236}">
                <a16:creationId xmlns:a16="http://schemas.microsoft.com/office/drawing/2014/main" id="{7F53512A-C7FD-F307-CBB8-6513564B3042}"/>
              </a:ext>
            </a:extLst>
          </p:cNvPr>
          <p:cNvSpPr txBox="1"/>
          <p:nvPr/>
        </p:nvSpPr>
        <p:spPr>
          <a:xfrm>
            <a:off x="3640666" y="2905709"/>
            <a:ext cx="570089" cy="230832"/>
          </a:xfrm>
          <a:prstGeom prst="rect">
            <a:avLst/>
          </a:prstGeom>
          <a:noFill/>
        </p:spPr>
        <p:txBody>
          <a:bodyPr wrap="square" rtlCol="0">
            <a:spAutoFit/>
          </a:bodyPr>
          <a:lstStyle/>
          <a:p>
            <a:pPr algn="ctr"/>
            <a:r>
              <a:rPr lang="en-US" sz="900" dirty="0"/>
              <a:t>83</a:t>
            </a:r>
          </a:p>
        </p:txBody>
      </p:sp>
      <p:sp>
        <p:nvSpPr>
          <p:cNvPr id="63" name="TextBox 62">
            <a:extLst>
              <a:ext uri="{FF2B5EF4-FFF2-40B4-BE49-F238E27FC236}">
                <a16:creationId xmlns:a16="http://schemas.microsoft.com/office/drawing/2014/main" id="{6DDBBD4D-D717-9FB8-EF78-6361E673A298}"/>
              </a:ext>
            </a:extLst>
          </p:cNvPr>
          <p:cNvSpPr txBox="1"/>
          <p:nvPr/>
        </p:nvSpPr>
        <p:spPr>
          <a:xfrm>
            <a:off x="3138310" y="2404765"/>
            <a:ext cx="570089" cy="230832"/>
          </a:xfrm>
          <a:prstGeom prst="rect">
            <a:avLst/>
          </a:prstGeom>
          <a:noFill/>
        </p:spPr>
        <p:txBody>
          <a:bodyPr wrap="square" rtlCol="0">
            <a:spAutoFit/>
          </a:bodyPr>
          <a:lstStyle/>
          <a:p>
            <a:pPr algn="ctr"/>
            <a:r>
              <a:rPr lang="en-US" sz="900" dirty="0"/>
              <a:t>4567</a:t>
            </a:r>
          </a:p>
        </p:txBody>
      </p:sp>
      <p:sp>
        <p:nvSpPr>
          <p:cNvPr id="64" name="TextBox 63">
            <a:extLst>
              <a:ext uri="{FF2B5EF4-FFF2-40B4-BE49-F238E27FC236}">
                <a16:creationId xmlns:a16="http://schemas.microsoft.com/office/drawing/2014/main" id="{3FB2C934-C0AA-5CB8-717A-1CFC37706528}"/>
              </a:ext>
            </a:extLst>
          </p:cNvPr>
          <p:cNvSpPr txBox="1"/>
          <p:nvPr/>
        </p:nvSpPr>
        <p:spPr>
          <a:xfrm>
            <a:off x="3138310" y="2905709"/>
            <a:ext cx="570089" cy="230832"/>
          </a:xfrm>
          <a:prstGeom prst="rect">
            <a:avLst/>
          </a:prstGeom>
          <a:noFill/>
        </p:spPr>
        <p:txBody>
          <a:bodyPr wrap="square" rtlCol="0">
            <a:spAutoFit/>
          </a:bodyPr>
          <a:lstStyle/>
          <a:p>
            <a:pPr algn="ctr"/>
            <a:r>
              <a:rPr lang="en-US" sz="900" dirty="0"/>
              <a:t>4567</a:t>
            </a:r>
          </a:p>
        </p:txBody>
      </p:sp>
      <p:sp>
        <p:nvSpPr>
          <p:cNvPr id="65" name="TextBox 64">
            <a:extLst>
              <a:ext uri="{FF2B5EF4-FFF2-40B4-BE49-F238E27FC236}">
                <a16:creationId xmlns:a16="http://schemas.microsoft.com/office/drawing/2014/main" id="{95E6021A-565F-764B-FD76-F5578807F1A4}"/>
              </a:ext>
            </a:extLst>
          </p:cNvPr>
          <p:cNvSpPr txBox="1"/>
          <p:nvPr/>
        </p:nvSpPr>
        <p:spPr>
          <a:xfrm>
            <a:off x="3138310" y="3406653"/>
            <a:ext cx="570089" cy="230832"/>
          </a:xfrm>
          <a:prstGeom prst="rect">
            <a:avLst/>
          </a:prstGeom>
          <a:noFill/>
        </p:spPr>
        <p:txBody>
          <a:bodyPr wrap="square" rtlCol="0">
            <a:spAutoFit/>
          </a:bodyPr>
          <a:lstStyle/>
          <a:p>
            <a:pPr algn="ctr"/>
            <a:r>
              <a:rPr lang="en-US" sz="900" dirty="0"/>
              <a:t>4567</a:t>
            </a:r>
          </a:p>
        </p:txBody>
      </p:sp>
    </p:spTree>
    <p:extLst>
      <p:ext uri="{BB962C8B-B14F-4D97-AF65-F5344CB8AC3E}">
        <p14:creationId xmlns:p14="http://schemas.microsoft.com/office/powerpoint/2010/main" val="11220815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00D4F-CE16-AA26-6DE2-FB6C89C7A32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B41703-4293-1EC6-477C-A804D19B779F}"/>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0DB97B4-E539-0F5C-B2C8-B73BBB8E51F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E4804AA-1FB0-459E-EEBD-9DA47222BB3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F6CC165-F38A-68B7-E58A-32BAB02D8A8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BF4793B-D6AB-7A14-BD57-1ABDF49FF68A}"/>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4F7D3655-FC26-A46B-37C4-C296FC07BF55}"/>
              </a:ext>
            </a:extLst>
          </p:cNvPr>
          <p:cNvSpPr txBox="1"/>
          <p:nvPr/>
        </p:nvSpPr>
        <p:spPr>
          <a:xfrm>
            <a:off x="3640666"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57</a:t>
            </a:r>
          </a:p>
        </p:txBody>
      </p:sp>
      <p:sp>
        <p:nvSpPr>
          <p:cNvPr id="14" name="TextBox 13">
            <a:extLst>
              <a:ext uri="{FF2B5EF4-FFF2-40B4-BE49-F238E27FC236}">
                <a16:creationId xmlns:a16="http://schemas.microsoft.com/office/drawing/2014/main" id="{C78AA7DE-22AE-F0EF-76B9-B6020A84F797}"/>
              </a:ext>
            </a:extLst>
          </p:cNvPr>
          <p:cNvSpPr txBox="1"/>
          <p:nvPr/>
        </p:nvSpPr>
        <p:spPr>
          <a:xfrm>
            <a:off x="4143022"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75</a:t>
            </a:r>
          </a:p>
        </p:txBody>
      </p:sp>
      <p:sp>
        <p:nvSpPr>
          <p:cNvPr id="17" name="TextBox 16">
            <a:extLst>
              <a:ext uri="{FF2B5EF4-FFF2-40B4-BE49-F238E27FC236}">
                <a16:creationId xmlns:a16="http://schemas.microsoft.com/office/drawing/2014/main" id="{6FF94C5B-D595-EE4A-BC5A-3715223B87CE}"/>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4027B22F-1B51-794F-7877-D48999E7872F}"/>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E2F763A0-CC26-2247-BBD4-BD35EF0490CB}"/>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A95D99C1-EDB5-B317-2D37-CA9229044246}"/>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50F0DA64-2CD9-324A-F0E2-5C8CCDAC22BC}"/>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688A59A3-E882-F985-B67B-33DB630DCB31}"/>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8B7F2FD5-47CE-02D6-55C4-704FA5476A82}"/>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27828F2B-C07E-1FD4-FAF9-123E0A16E4FB}"/>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B99C6E98-884C-F28E-0536-E57A275C0F44}"/>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CA2BB287-5341-5D2D-3909-934CDACA00EE}"/>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FE71942B-9244-4026-0565-76A470A6F93D}"/>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05EB0A8A-F38E-A6D4-AB32-6085F2B955FA}"/>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79AE429E-62C3-01ED-65AC-0A32AF265DC9}"/>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AA13CF51-5BA0-5B35-61EA-5E7B98789C4F}"/>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E84ABB26-6714-18E4-C7B7-5E238D71E371}"/>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F96DCA66-02EF-E88D-ECB4-103DEF66B5AD}"/>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85E2097A-686D-CE80-9238-1B9D13417DBA}"/>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4B58FD4B-0967-C238-B97F-6D4AD0CDA0CC}"/>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5082F30B-CE27-D101-4960-0F9423148914}"/>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7465D831-5CF8-E429-D3DD-92D3875D0CC8}"/>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9AFFB49C-7B85-3C3A-8254-076211C3E50C}"/>
              </a:ext>
            </a:extLst>
          </p:cNvPr>
          <p:cNvSpPr txBox="1"/>
          <p:nvPr/>
        </p:nvSpPr>
        <p:spPr>
          <a:xfrm>
            <a:off x="4143022" y="3406653"/>
            <a:ext cx="570089" cy="230832"/>
          </a:xfrm>
          <a:prstGeom prst="rect">
            <a:avLst/>
          </a:prstGeom>
          <a:solidFill>
            <a:schemeClr val="accent5">
              <a:lumMod val="20000"/>
              <a:lumOff val="80000"/>
            </a:schemeClr>
          </a:solidFill>
        </p:spPr>
        <p:txBody>
          <a:bodyPr wrap="square" rtlCol="0">
            <a:spAutoFit/>
          </a:bodyPr>
          <a:lstStyle/>
          <a:p>
            <a:pPr algn="ctr"/>
            <a:r>
              <a:rPr lang="en-US" sz="900" dirty="0"/>
              <a:t>57</a:t>
            </a:r>
          </a:p>
        </p:txBody>
      </p:sp>
      <p:sp>
        <p:nvSpPr>
          <p:cNvPr id="39" name="TextBox 38">
            <a:extLst>
              <a:ext uri="{FF2B5EF4-FFF2-40B4-BE49-F238E27FC236}">
                <a16:creationId xmlns:a16="http://schemas.microsoft.com/office/drawing/2014/main" id="{7C67EB3E-821E-B6FD-1BAB-1AB53BDBF2C6}"/>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2CD59AC5-9B30-A1F8-D15A-1A6B1766DD94}"/>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72A10C30-AA61-7A06-D6ED-E21D2682E214}"/>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C840C0B3-F11E-5E32-F43C-11B680549B2B}"/>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A5B5BC08-CBD3-9E25-8DD5-6AF73DDEBB1F}"/>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DC45F86E-EC22-25D9-AF16-E42C8215B7DB}"/>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A745DA64-E77F-0C34-6AE8-DB2848476D07}"/>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65A93198-44DC-446D-8CC7-80A5E22CCA17}"/>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DD7829B5-FF76-C8AA-E7A7-8D73E173AD94}"/>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48393F85-4836-289C-C627-F35E0CFF731D}"/>
              </a:ext>
            </a:extLst>
          </p:cNvPr>
          <p:cNvSpPr txBox="1"/>
          <p:nvPr/>
        </p:nvSpPr>
        <p:spPr>
          <a:xfrm>
            <a:off x="3217333" y="172788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C3307D93-13F8-D4F1-8C07-CE9AF86324F5}"/>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19" name="TextBox 18">
            <a:extLst>
              <a:ext uri="{FF2B5EF4-FFF2-40B4-BE49-F238E27FC236}">
                <a16:creationId xmlns:a16="http://schemas.microsoft.com/office/drawing/2014/main" id="{F9629853-735C-4E95-EDD1-465B9E50A61E}"/>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465FB809-2BDC-DF2F-9AFD-4EFD60622566}"/>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8396E7F1-1005-1FFD-4289-534FD7DA4259}"/>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3" name="TextBox 22">
            <a:extLst>
              <a:ext uri="{FF2B5EF4-FFF2-40B4-BE49-F238E27FC236}">
                <a16:creationId xmlns:a16="http://schemas.microsoft.com/office/drawing/2014/main" id="{0D2DC064-2F61-328F-0D32-E7D596BD421F}"/>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4" name="TextBox 23">
            <a:extLst>
              <a:ext uri="{FF2B5EF4-FFF2-40B4-BE49-F238E27FC236}">
                <a16:creationId xmlns:a16="http://schemas.microsoft.com/office/drawing/2014/main" id="{4BC1F52C-FA49-655F-E953-E5841A1C6449}"/>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0" name="TextBox 49">
            <a:extLst>
              <a:ext uri="{FF2B5EF4-FFF2-40B4-BE49-F238E27FC236}">
                <a16:creationId xmlns:a16="http://schemas.microsoft.com/office/drawing/2014/main" id="{42B133A9-E7CB-F620-C3BB-E90760EEE522}"/>
              </a:ext>
            </a:extLst>
          </p:cNvPr>
          <p:cNvSpPr txBox="1"/>
          <p:nvPr/>
        </p:nvSpPr>
        <p:spPr>
          <a:xfrm>
            <a:off x="5215469" y="424456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98D07F1C-033E-CA80-0EA3-ECFE113F2809}"/>
              </a:ext>
            </a:extLst>
          </p:cNvPr>
          <p:cNvSpPr txBox="1"/>
          <p:nvPr/>
        </p:nvSpPr>
        <p:spPr>
          <a:xfrm>
            <a:off x="5715003" y="4244561"/>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C7EFCB39-CCDF-23C0-1245-7FB9C47BE007}"/>
              </a:ext>
            </a:extLst>
          </p:cNvPr>
          <p:cNvSpPr txBox="1"/>
          <p:nvPr/>
        </p:nvSpPr>
        <p:spPr>
          <a:xfrm>
            <a:off x="5215469" y="4747898"/>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1C3833B7-896C-8814-A643-DEF9AFE16075}"/>
              </a:ext>
            </a:extLst>
          </p:cNvPr>
          <p:cNvSpPr txBox="1"/>
          <p:nvPr/>
        </p:nvSpPr>
        <p:spPr>
          <a:xfrm>
            <a:off x="5715003" y="4747898"/>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E50CAC58-6F6A-CC62-0E40-1B757C470D91}"/>
              </a:ext>
            </a:extLst>
          </p:cNvPr>
          <p:cNvSpPr txBox="1"/>
          <p:nvPr/>
        </p:nvSpPr>
        <p:spPr>
          <a:xfrm>
            <a:off x="7213604" y="4244561"/>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52F72F0F-97A1-C96A-60AB-6EA031158D69}"/>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48" name="TextBox 47">
            <a:extLst>
              <a:ext uri="{FF2B5EF4-FFF2-40B4-BE49-F238E27FC236}">
                <a16:creationId xmlns:a16="http://schemas.microsoft.com/office/drawing/2014/main" id="{0D4642F3-5F07-03C6-1516-8E240602E006}"/>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49" name="TextBox 48">
            <a:extLst>
              <a:ext uri="{FF2B5EF4-FFF2-40B4-BE49-F238E27FC236}">
                <a16:creationId xmlns:a16="http://schemas.microsoft.com/office/drawing/2014/main" id="{302AC8DE-5B7D-8741-607D-28F43613F907}"/>
              </a:ext>
            </a:extLst>
          </p:cNvPr>
          <p:cNvSpPr txBox="1"/>
          <p:nvPr/>
        </p:nvSpPr>
        <p:spPr>
          <a:xfrm>
            <a:off x="6214537" y="4747898"/>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BF646D1C-9E9D-1F5D-D0F6-E1823F63C20F}"/>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53CB81BF-F348-ABA7-D71A-9A0E04FAB9AB}"/>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40EEA401-FE94-23A0-572F-3AEA3D423AC3}"/>
              </a:ext>
            </a:extLst>
          </p:cNvPr>
          <p:cNvSpPr txBox="1"/>
          <p:nvPr/>
        </p:nvSpPr>
        <p:spPr>
          <a:xfrm>
            <a:off x="3640666" y="3907597"/>
            <a:ext cx="570089" cy="230832"/>
          </a:xfrm>
          <a:prstGeom prst="rect">
            <a:avLst/>
          </a:prstGeom>
          <a:solidFill>
            <a:schemeClr val="accent5">
              <a:lumMod val="20000"/>
              <a:lumOff val="80000"/>
            </a:schemeClr>
          </a:solidFill>
        </p:spPr>
        <p:txBody>
          <a:bodyPr wrap="square" rtlCol="0">
            <a:spAutoFit/>
          </a:bodyPr>
          <a:lstStyle/>
          <a:p>
            <a:pPr algn="ctr"/>
            <a:r>
              <a:rPr lang="en-US" sz="900" dirty="0"/>
              <a:t>75</a:t>
            </a:r>
          </a:p>
        </p:txBody>
      </p:sp>
      <p:sp>
        <p:nvSpPr>
          <p:cNvPr id="57" name="TextBox 56">
            <a:extLst>
              <a:ext uri="{FF2B5EF4-FFF2-40B4-BE49-F238E27FC236}">
                <a16:creationId xmlns:a16="http://schemas.microsoft.com/office/drawing/2014/main" id="{474DB74C-8908-C02C-B7B1-F5006593B4C7}"/>
              </a:ext>
            </a:extLst>
          </p:cNvPr>
          <p:cNvSpPr txBox="1"/>
          <p:nvPr/>
        </p:nvSpPr>
        <p:spPr>
          <a:xfrm>
            <a:off x="6654802" y="3907597"/>
            <a:ext cx="570089" cy="230832"/>
          </a:xfrm>
          <a:prstGeom prst="rect">
            <a:avLst/>
          </a:prstGeom>
          <a:noFill/>
        </p:spPr>
        <p:txBody>
          <a:bodyPr wrap="square" rtlCol="0">
            <a:spAutoFit/>
          </a:bodyPr>
          <a:lstStyle/>
          <a:p>
            <a:pPr algn="ctr"/>
            <a:r>
              <a:rPr lang="en-US" sz="900" dirty="0"/>
              <a:t>69</a:t>
            </a:r>
          </a:p>
        </p:txBody>
      </p:sp>
      <p:sp>
        <p:nvSpPr>
          <p:cNvPr id="58" name="TextBox 57">
            <a:extLst>
              <a:ext uri="{FF2B5EF4-FFF2-40B4-BE49-F238E27FC236}">
                <a16:creationId xmlns:a16="http://schemas.microsoft.com/office/drawing/2014/main" id="{13994423-8882-0179-7CB7-4849A77559B9}"/>
              </a:ext>
            </a:extLst>
          </p:cNvPr>
          <p:cNvSpPr txBox="1"/>
          <p:nvPr/>
        </p:nvSpPr>
        <p:spPr>
          <a:xfrm>
            <a:off x="7157158" y="3907597"/>
            <a:ext cx="570089" cy="230832"/>
          </a:xfrm>
          <a:prstGeom prst="rect">
            <a:avLst/>
          </a:prstGeom>
          <a:noFill/>
        </p:spPr>
        <p:txBody>
          <a:bodyPr wrap="square" rtlCol="0">
            <a:spAutoFit/>
          </a:bodyPr>
          <a:lstStyle/>
          <a:p>
            <a:pPr algn="ctr"/>
            <a:r>
              <a:rPr lang="en-US" sz="900" dirty="0"/>
              <a:t>96</a:t>
            </a:r>
          </a:p>
        </p:txBody>
      </p:sp>
      <p:sp>
        <p:nvSpPr>
          <p:cNvPr id="59" name="TextBox 58">
            <a:extLst>
              <a:ext uri="{FF2B5EF4-FFF2-40B4-BE49-F238E27FC236}">
                <a16:creationId xmlns:a16="http://schemas.microsoft.com/office/drawing/2014/main" id="{B063C281-0C8C-A0C4-5570-C2D233631664}"/>
              </a:ext>
            </a:extLst>
          </p:cNvPr>
          <p:cNvSpPr txBox="1"/>
          <p:nvPr/>
        </p:nvSpPr>
        <p:spPr>
          <a:xfrm>
            <a:off x="3138310" y="3907597"/>
            <a:ext cx="570089" cy="230832"/>
          </a:xfrm>
          <a:prstGeom prst="rect">
            <a:avLst/>
          </a:prstGeom>
          <a:solidFill>
            <a:schemeClr val="accent5">
              <a:lumMod val="20000"/>
              <a:lumOff val="80000"/>
            </a:schemeClr>
          </a:solidFill>
        </p:spPr>
        <p:txBody>
          <a:bodyPr wrap="square" rtlCol="0">
            <a:spAutoFit/>
          </a:bodyPr>
          <a:lstStyle/>
          <a:p>
            <a:pPr algn="ctr"/>
            <a:r>
              <a:rPr lang="en-US" sz="900" dirty="0"/>
              <a:t>57</a:t>
            </a:r>
          </a:p>
        </p:txBody>
      </p:sp>
      <p:sp>
        <p:nvSpPr>
          <p:cNvPr id="60" name="TextBox 59">
            <a:extLst>
              <a:ext uri="{FF2B5EF4-FFF2-40B4-BE49-F238E27FC236}">
                <a16:creationId xmlns:a16="http://schemas.microsoft.com/office/drawing/2014/main" id="{4BCB7E02-EF46-755C-BE3C-77B468C40DD3}"/>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1" name="TextBox 60">
            <a:extLst>
              <a:ext uri="{FF2B5EF4-FFF2-40B4-BE49-F238E27FC236}">
                <a16:creationId xmlns:a16="http://schemas.microsoft.com/office/drawing/2014/main" id="{405A1616-3725-F5EB-8FC6-6EA3E77C31CC}"/>
              </a:ext>
            </a:extLst>
          </p:cNvPr>
          <p:cNvSpPr txBox="1"/>
          <p:nvPr/>
        </p:nvSpPr>
        <p:spPr>
          <a:xfrm>
            <a:off x="3640666" y="2404765"/>
            <a:ext cx="570089" cy="230832"/>
          </a:xfrm>
          <a:prstGeom prst="rect">
            <a:avLst/>
          </a:prstGeom>
          <a:noFill/>
        </p:spPr>
        <p:txBody>
          <a:bodyPr wrap="square" rtlCol="0">
            <a:spAutoFit/>
          </a:bodyPr>
          <a:lstStyle/>
          <a:p>
            <a:pPr algn="ctr"/>
            <a:r>
              <a:rPr lang="en-US" sz="900" dirty="0"/>
              <a:t>38</a:t>
            </a:r>
          </a:p>
        </p:txBody>
      </p:sp>
      <p:sp>
        <p:nvSpPr>
          <p:cNvPr id="62" name="TextBox 61">
            <a:extLst>
              <a:ext uri="{FF2B5EF4-FFF2-40B4-BE49-F238E27FC236}">
                <a16:creationId xmlns:a16="http://schemas.microsoft.com/office/drawing/2014/main" id="{1199C876-4559-8BA7-D248-015D901E4F85}"/>
              </a:ext>
            </a:extLst>
          </p:cNvPr>
          <p:cNvSpPr txBox="1"/>
          <p:nvPr/>
        </p:nvSpPr>
        <p:spPr>
          <a:xfrm>
            <a:off x="3640666" y="2905709"/>
            <a:ext cx="570089" cy="230832"/>
          </a:xfrm>
          <a:prstGeom prst="rect">
            <a:avLst/>
          </a:prstGeom>
          <a:noFill/>
        </p:spPr>
        <p:txBody>
          <a:bodyPr wrap="square" rtlCol="0">
            <a:spAutoFit/>
          </a:bodyPr>
          <a:lstStyle/>
          <a:p>
            <a:pPr algn="ctr"/>
            <a:r>
              <a:rPr lang="en-US" sz="900" dirty="0"/>
              <a:t>83</a:t>
            </a:r>
          </a:p>
        </p:txBody>
      </p:sp>
      <p:sp>
        <p:nvSpPr>
          <p:cNvPr id="63" name="TextBox 62">
            <a:extLst>
              <a:ext uri="{FF2B5EF4-FFF2-40B4-BE49-F238E27FC236}">
                <a16:creationId xmlns:a16="http://schemas.microsoft.com/office/drawing/2014/main" id="{655773AB-679F-E3A4-7C09-5B93F5D6F65C}"/>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65" name="TextBox 64">
            <a:extLst>
              <a:ext uri="{FF2B5EF4-FFF2-40B4-BE49-F238E27FC236}">
                <a16:creationId xmlns:a16="http://schemas.microsoft.com/office/drawing/2014/main" id="{DE5A3A59-2EC5-3C02-0170-0F21B7458FF1}"/>
              </a:ext>
            </a:extLst>
          </p:cNvPr>
          <p:cNvSpPr txBox="1"/>
          <p:nvPr/>
        </p:nvSpPr>
        <p:spPr>
          <a:xfrm>
            <a:off x="3138310" y="3406653"/>
            <a:ext cx="570089" cy="230832"/>
          </a:xfrm>
          <a:prstGeom prst="rect">
            <a:avLst/>
          </a:prstGeom>
          <a:noFill/>
        </p:spPr>
        <p:txBody>
          <a:bodyPr wrap="square" rtlCol="0">
            <a:spAutoFit/>
          </a:bodyPr>
          <a:lstStyle/>
          <a:p>
            <a:pPr algn="ctr"/>
            <a:r>
              <a:rPr lang="en-US" sz="900" dirty="0"/>
              <a:t>4567</a:t>
            </a:r>
          </a:p>
        </p:txBody>
      </p:sp>
      <p:sp>
        <p:nvSpPr>
          <p:cNvPr id="66" name="TextBox 65">
            <a:extLst>
              <a:ext uri="{FF2B5EF4-FFF2-40B4-BE49-F238E27FC236}">
                <a16:creationId xmlns:a16="http://schemas.microsoft.com/office/drawing/2014/main" id="{DBFC2DF9-0532-F0C8-ADD2-3F186EB111F2}"/>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21380855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76464-85B1-9238-C86A-8542E9F605E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6B3007-A652-09E4-C400-71851EB97D4E}"/>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F949EB5-9AC7-6162-8849-90B818554C9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C0D79C9-5E1F-B594-2E55-CB4A9637011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982D7C0-95F6-AD8A-C67F-24F69CC69BB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C323C8A-FFB3-0AFC-93FB-FE09B6187777}"/>
              </a:ext>
            </a:extLst>
          </p:cNvPr>
          <p:cNvPicPr>
            <a:picLocks noChangeAspect="1"/>
          </p:cNvPicPr>
          <p:nvPr/>
        </p:nvPicPr>
        <p:blipFill>
          <a:blip r:embed="rId6"/>
          <a:stretch>
            <a:fillRect/>
          </a:stretch>
        </p:blipFill>
        <p:spPr>
          <a:xfrm>
            <a:off x="4584700" y="2311400"/>
            <a:ext cx="0" cy="0"/>
          </a:xfrm>
          <a:prstGeom prst="rect">
            <a:avLst/>
          </a:prstGeom>
        </p:spPr>
      </p:pic>
      <p:sp>
        <p:nvSpPr>
          <p:cNvPr id="17" name="TextBox 16">
            <a:extLst>
              <a:ext uri="{FF2B5EF4-FFF2-40B4-BE49-F238E27FC236}">
                <a16:creationId xmlns:a16="http://schemas.microsoft.com/office/drawing/2014/main" id="{D721E2BD-E544-46A4-C350-BBC14BF0DF00}"/>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2550A71C-E6FB-D25E-5C27-C0CEE1028D3F}"/>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8633A87A-16F7-7E40-A333-3608899F49BF}"/>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9F6B2923-2AE4-55E9-8B25-D49C29363BA0}"/>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369B4B71-7C08-767D-E227-C8657859091B}"/>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98E60462-5735-7AAC-A005-3F5AAC470236}"/>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25329406-ABE8-08D1-F226-4B4A02A16D98}"/>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28424964-00F7-2A44-5E1D-2668368433F4}"/>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3C92ABF6-D9B1-EFBA-41DF-90EE614E9EFC}"/>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AB7089B1-16D8-0893-5988-AA56FD7FC034}"/>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02EA5CF9-E451-1623-6262-1CF0451102AD}"/>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B53EB97C-44FA-451C-5F48-03AEFBF73F13}"/>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467B2251-5A7D-684C-5B64-A2DC39CF62EE}"/>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6223CDB7-33FB-0C67-9A22-BBA84C98406A}"/>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4E994658-2740-DA68-3A4C-0C54155B0FA1}"/>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F8097B0A-25C9-55FC-9D54-C7D6DD4B2534}"/>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EF26494E-0BEB-9D49-413B-F9A1E4DE3A98}"/>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E84F4ACA-375A-D477-AD0E-B4FA875B4E67}"/>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655C3A55-2C1E-441A-E5CA-5C0A69A4289E}"/>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976422FB-6C1E-662A-15ED-CA2233CB20D3}"/>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DCB25FB6-D64F-062D-1148-C88AEBC43B82}"/>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3873B736-9611-D9DD-9572-78375819B754}"/>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A719855F-6EF7-E040-48FD-704311E7CBA3}"/>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059FB5C4-83EA-2FC0-F77A-43E53F49771F}"/>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B2F2ADFE-A642-BDDE-CEAF-866E0F0C25EB}"/>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25CC5E85-C252-2E29-D5B6-36CE2BD467FD}"/>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C3EA5697-75F0-9360-B442-48FF3EA33E73}"/>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4D29A145-AFF5-C5EC-BBD9-DC482D7F9A15}"/>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021A2B02-FE24-A13C-7D93-71B715BEC39C}"/>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5F246B86-6062-CA47-680D-F553083F3B80}"/>
              </a:ext>
            </a:extLst>
          </p:cNvPr>
          <p:cNvSpPr txBox="1"/>
          <p:nvPr/>
        </p:nvSpPr>
        <p:spPr>
          <a:xfrm>
            <a:off x="3217333" y="172788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A069CFDB-25F0-7C79-49A4-8635C608F777}"/>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19" name="TextBox 18">
            <a:extLst>
              <a:ext uri="{FF2B5EF4-FFF2-40B4-BE49-F238E27FC236}">
                <a16:creationId xmlns:a16="http://schemas.microsoft.com/office/drawing/2014/main" id="{57A34E70-037A-07FF-56D3-20322183E794}"/>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C461DA5C-97CF-39CD-5F9C-37C87C9C7AAF}"/>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221B6399-4A7F-A288-0225-F629F5E609F0}"/>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3" name="TextBox 22">
            <a:extLst>
              <a:ext uri="{FF2B5EF4-FFF2-40B4-BE49-F238E27FC236}">
                <a16:creationId xmlns:a16="http://schemas.microsoft.com/office/drawing/2014/main" id="{9D8731EB-F60E-4D10-B24F-AB92E8F5CF90}"/>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4" name="TextBox 23">
            <a:extLst>
              <a:ext uri="{FF2B5EF4-FFF2-40B4-BE49-F238E27FC236}">
                <a16:creationId xmlns:a16="http://schemas.microsoft.com/office/drawing/2014/main" id="{05A984FE-59A3-F3CA-7DC9-C6E7F549197F}"/>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0" name="TextBox 49">
            <a:extLst>
              <a:ext uri="{FF2B5EF4-FFF2-40B4-BE49-F238E27FC236}">
                <a16:creationId xmlns:a16="http://schemas.microsoft.com/office/drawing/2014/main" id="{2C07F4A1-93C2-A28A-908F-1D7C9F9DF563}"/>
              </a:ext>
            </a:extLst>
          </p:cNvPr>
          <p:cNvSpPr txBox="1"/>
          <p:nvPr/>
        </p:nvSpPr>
        <p:spPr>
          <a:xfrm>
            <a:off x="5215469" y="424456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6E578503-91D0-0E4F-DB54-9F8C22D2163B}"/>
              </a:ext>
            </a:extLst>
          </p:cNvPr>
          <p:cNvSpPr txBox="1"/>
          <p:nvPr/>
        </p:nvSpPr>
        <p:spPr>
          <a:xfrm>
            <a:off x="5715003" y="4244561"/>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6882FA8C-5AEA-F09D-B5C8-2E8BA10BC180}"/>
              </a:ext>
            </a:extLst>
          </p:cNvPr>
          <p:cNvSpPr txBox="1"/>
          <p:nvPr/>
        </p:nvSpPr>
        <p:spPr>
          <a:xfrm>
            <a:off x="5215469" y="4747898"/>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C6BBFBC9-1E33-F53D-B59C-5886F7590BBB}"/>
              </a:ext>
            </a:extLst>
          </p:cNvPr>
          <p:cNvSpPr txBox="1"/>
          <p:nvPr/>
        </p:nvSpPr>
        <p:spPr>
          <a:xfrm>
            <a:off x="5715003" y="4747898"/>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AFD37E6F-6DB6-FA3A-DF8A-069B40213EE8}"/>
              </a:ext>
            </a:extLst>
          </p:cNvPr>
          <p:cNvSpPr txBox="1"/>
          <p:nvPr/>
        </p:nvSpPr>
        <p:spPr>
          <a:xfrm>
            <a:off x="7213604" y="4244561"/>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7561CDF6-800D-0041-1783-A0CD0E0997B9}"/>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48" name="TextBox 47">
            <a:extLst>
              <a:ext uri="{FF2B5EF4-FFF2-40B4-BE49-F238E27FC236}">
                <a16:creationId xmlns:a16="http://schemas.microsoft.com/office/drawing/2014/main" id="{4132B1DC-6AFC-1284-D7EB-A627CBE0D047}"/>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49" name="TextBox 48">
            <a:extLst>
              <a:ext uri="{FF2B5EF4-FFF2-40B4-BE49-F238E27FC236}">
                <a16:creationId xmlns:a16="http://schemas.microsoft.com/office/drawing/2014/main" id="{26FA789E-8B3A-19DA-651E-8B6652944654}"/>
              </a:ext>
            </a:extLst>
          </p:cNvPr>
          <p:cNvSpPr txBox="1"/>
          <p:nvPr/>
        </p:nvSpPr>
        <p:spPr>
          <a:xfrm>
            <a:off x="6214537" y="4747898"/>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80F3E8AE-C8ED-C1D6-70FA-B0CF36836FD2}"/>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805D81B1-7D6B-5BAA-7BBA-5F5CEE338D45}"/>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4B28E359-0C38-F54E-B0AD-A330F3170FAE}"/>
              </a:ext>
            </a:extLst>
          </p:cNvPr>
          <p:cNvSpPr txBox="1"/>
          <p:nvPr/>
        </p:nvSpPr>
        <p:spPr>
          <a:xfrm>
            <a:off x="6654802" y="3907597"/>
            <a:ext cx="570089" cy="230832"/>
          </a:xfrm>
          <a:prstGeom prst="rect">
            <a:avLst/>
          </a:prstGeom>
          <a:noFill/>
        </p:spPr>
        <p:txBody>
          <a:bodyPr wrap="square" rtlCol="0">
            <a:spAutoFit/>
          </a:bodyPr>
          <a:lstStyle/>
          <a:p>
            <a:pPr algn="ctr"/>
            <a:r>
              <a:rPr lang="en-US" sz="900" dirty="0"/>
              <a:t>69</a:t>
            </a:r>
          </a:p>
        </p:txBody>
      </p:sp>
      <p:sp>
        <p:nvSpPr>
          <p:cNvPr id="58" name="TextBox 57">
            <a:extLst>
              <a:ext uri="{FF2B5EF4-FFF2-40B4-BE49-F238E27FC236}">
                <a16:creationId xmlns:a16="http://schemas.microsoft.com/office/drawing/2014/main" id="{9C6E9AF4-BA16-B15D-CDB1-C710A22A873B}"/>
              </a:ext>
            </a:extLst>
          </p:cNvPr>
          <p:cNvSpPr txBox="1"/>
          <p:nvPr/>
        </p:nvSpPr>
        <p:spPr>
          <a:xfrm>
            <a:off x="7157158" y="3907597"/>
            <a:ext cx="570089" cy="230832"/>
          </a:xfrm>
          <a:prstGeom prst="rect">
            <a:avLst/>
          </a:prstGeom>
          <a:noFill/>
        </p:spPr>
        <p:txBody>
          <a:bodyPr wrap="square" rtlCol="0">
            <a:spAutoFit/>
          </a:bodyPr>
          <a:lstStyle/>
          <a:p>
            <a:pPr algn="ctr"/>
            <a:r>
              <a:rPr lang="en-US" sz="900" dirty="0"/>
              <a:t>96</a:t>
            </a:r>
          </a:p>
        </p:txBody>
      </p:sp>
      <p:sp>
        <p:nvSpPr>
          <p:cNvPr id="60" name="TextBox 59">
            <a:extLst>
              <a:ext uri="{FF2B5EF4-FFF2-40B4-BE49-F238E27FC236}">
                <a16:creationId xmlns:a16="http://schemas.microsoft.com/office/drawing/2014/main" id="{C5F49657-5E07-9A9C-C5E0-CF974F07694E}"/>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1" name="TextBox 60">
            <a:extLst>
              <a:ext uri="{FF2B5EF4-FFF2-40B4-BE49-F238E27FC236}">
                <a16:creationId xmlns:a16="http://schemas.microsoft.com/office/drawing/2014/main" id="{354A48AA-6094-6CED-ECEC-1C414D4BB737}"/>
              </a:ext>
            </a:extLst>
          </p:cNvPr>
          <p:cNvSpPr txBox="1"/>
          <p:nvPr/>
        </p:nvSpPr>
        <p:spPr>
          <a:xfrm>
            <a:off x="3640666" y="2404765"/>
            <a:ext cx="570089" cy="230832"/>
          </a:xfrm>
          <a:prstGeom prst="rect">
            <a:avLst/>
          </a:prstGeom>
          <a:noFill/>
        </p:spPr>
        <p:txBody>
          <a:bodyPr wrap="square" rtlCol="0">
            <a:spAutoFit/>
          </a:bodyPr>
          <a:lstStyle/>
          <a:p>
            <a:pPr algn="ctr"/>
            <a:r>
              <a:rPr lang="en-US" sz="900" dirty="0"/>
              <a:t>38</a:t>
            </a:r>
          </a:p>
        </p:txBody>
      </p:sp>
      <p:sp>
        <p:nvSpPr>
          <p:cNvPr id="62" name="TextBox 61">
            <a:extLst>
              <a:ext uri="{FF2B5EF4-FFF2-40B4-BE49-F238E27FC236}">
                <a16:creationId xmlns:a16="http://schemas.microsoft.com/office/drawing/2014/main" id="{F87E6EE6-2511-43F3-CA85-AD7BA9938435}"/>
              </a:ext>
            </a:extLst>
          </p:cNvPr>
          <p:cNvSpPr txBox="1"/>
          <p:nvPr/>
        </p:nvSpPr>
        <p:spPr>
          <a:xfrm>
            <a:off x="3640666" y="2905709"/>
            <a:ext cx="570089" cy="230832"/>
          </a:xfrm>
          <a:prstGeom prst="rect">
            <a:avLst/>
          </a:prstGeom>
          <a:noFill/>
        </p:spPr>
        <p:txBody>
          <a:bodyPr wrap="square" rtlCol="0">
            <a:spAutoFit/>
          </a:bodyPr>
          <a:lstStyle/>
          <a:p>
            <a:pPr algn="ctr"/>
            <a:r>
              <a:rPr lang="en-US" sz="900" dirty="0"/>
              <a:t>83</a:t>
            </a:r>
          </a:p>
        </p:txBody>
      </p:sp>
      <p:sp>
        <p:nvSpPr>
          <p:cNvPr id="63" name="TextBox 62">
            <a:extLst>
              <a:ext uri="{FF2B5EF4-FFF2-40B4-BE49-F238E27FC236}">
                <a16:creationId xmlns:a16="http://schemas.microsoft.com/office/drawing/2014/main" id="{B9D85914-8C44-3854-33AB-25B3EE457272}"/>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65" name="TextBox 64">
            <a:extLst>
              <a:ext uri="{FF2B5EF4-FFF2-40B4-BE49-F238E27FC236}">
                <a16:creationId xmlns:a16="http://schemas.microsoft.com/office/drawing/2014/main" id="{1DB495AB-FA43-E88B-F16C-9CA6AFC78B86}"/>
              </a:ext>
            </a:extLst>
          </p:cNvPr>
          <p:cNvSpPr txBox="1"/>
          <p:nvPr/>
        </p:nvSpPr>
        <p:spPr>
          <a:xfrm>
            <a:off x="3138310" y="3406653"/>
            <a:ext cx="570089" cy="230832"/>
          </a:xfrm>
          <a:prstGeom prst="rect">
            <a:avLst/>
          </a:prstGeom>
          <a:noFill/>
        </p:spPr>
        <p:txBody>
          <a:bodyPr wrap="square" rtlCol="0">
            <a:spAutoFit/>
          </a:bodyPr>
          <a:lstStyle/>
          <a:p>
            <a:pPr algn="ctr"/>
            <a:r>
              <a:rPr lang="en-US" sz="900" dirty="0"/>
              <a:t>456</a:t>
            </a:r>
          </a:p>
        </p:txBody>
      </p:sp>
      <p:sp>
        <p:nvSpPr>
          <p:cNvPr id="66" name="TextBox 65">
            <a:extLst>
              <a:ext uri="{FF2B5EF4-FFF2-40B4-BE49-F238E27FC236}">
                <a16:creationId xmlns:a16="http://schemas.microsoft.com/office/drawing/2014/main" id="{6A425709-61DB-061B-5365-F8BE09429AA7}"/>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64" name="TextBox 63">
            <a:extLst>
              <a:ext uri="{FF2B5EF4-FFF2-40B4-BE49-F238E27FC236}">
                <a16:creationId xmlns:a16="http://schemas.microsoft.com/office/drawing/2014/main" id="{2262C6B5-4519-BDA8-6C58-774DD9517823}"/>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941DFBEE-0997-4064-D96D-1FD059675312}"/>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135EFDC8-B726-7619-D3A1-F5FDBFE98828}"/>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87146EDC-81DA-1EDC-AE25-B5F5285ABEE3}"/>
              </a:ext>
            </a:extLst>
          </p:cNvPr>
          <p:cNvSpPr txBox="1"/>
          <p:nvPr/>
        </p:nvSpPr>
        <p:spPr>
          <a:xfrm>
            <a:off x="3217333" y="3741226"/>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0820A7E8-9AEB-8DAF-16E3-D567A1110F43}"/>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26493557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85C95-A3ED-B1CA-09CD-92C1174A75C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053406-AAEF-D2A3-78FC-B6203C00DA5C}"/>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94415F89-3FF0-49FB-66E9-1893CDC9E58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97EAA7C-7A49-B95D-E5A3-DE76D05F41B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DE128CE-A866-3D5E-2A88-AE1AF2B6FFE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D175BB1-6DC4-0B49-669A-3CD617B43FC4}"/>
              </a:ext>
            </a:extLst>
          </p:cNvPr>
          <p:cNvPicPr>
            <a:picLocks noChangeAspect="1"/>
          </p:cNvPicPr>
          <p:nvPr/>
        </p:nvPicPr>
        <p:blipFill>
          <a:blip r:embed="rId6"/>
          <a:stretch>
            <a:fillRect/>
          </a:stretch>
        </p:blipFill>
        <p:spPr>
          <a:xfrm>
            <a:off x="4584700" y="2311400"/>
            <a:ext cx="0" cy="0"/>
          </a:xfrm>
          <a:prstGeom prst="rect">
            <a:avLst/>
          </a:prstGeom>
        </p:spPr>
      </p:pic>
      <p:sp>
        <p:nvSpPr>
          <p:cNvPr id="17" name="TextBox 16">
            <a:extLst>
              <a:ext uri="{FF2B5EF4-FFF2-40B4-BE49-F238E27FC236}">
                <a16:creationId xmlns:a16="http://schemas.microsoft.com/office/drawing/2014/main" id="{D8E14546-CB27-5CFD-D737-8B85E96737D4}"/>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9DC10E5C-81C0-8365-4FF5-F96E23E63BE1}"/>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DC24CF21-6F94-39BC-991A-A46A8166F291}"/>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D52E2711-A530-DA85-86CE-BA881540F9D7}"/>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25400961-8C8C-D2A7-EE41-B7C0F13FF9FD}"/>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CF29E23F-139A-A588-A1FC-87E8F1EF28BE}"/>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3839CB41-6399-90F8-3028-4E8B6F8DC1A8}"/>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6489B94F-D828-669B-4F46-DBCC051B0F26}"/>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2B070486-8244-80B2-49D9-9A3ABFBCFF1B}"/>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00ED5547-BA54-6E5B-33D5-1B88DDE1E249}"/>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289F59BC-3526-8DCA-0640-02C85FA7F022}"/>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A5128E96-4B03-DB30-E39A-F46690A911F5}"/>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714F5C45-4BA1-E129-E315-814A3BF25CD8}"/>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4740C559-42D3-1D5B-1443-7C6DB52DB938}"/>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EE8CBDA1-D038-81C6-8618-9E1DCC43D25A}"/>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02F08475-F38A-53DA-851B-EA8E4AD5322E}"/>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70A2BBCA-53C7-A635-2157-F8076659538C}"/>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8886AA3D-D3C2-3FDE-C1FF-C37122872298}"/>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22A4492F-641F-3477-7423-8B3C237EEC8C}"/>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899BD1FE-DE62-C659-7E7F-17F69E2F9841}"/>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9D0674EC-EC9C-4FD6-AD08-4AEFA489A482}"/>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40AD3397-5F8E-D09E-10B4-5A8D769BA11D}"/>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526625E4-AF07-6DFF-4E84-E28609434D60}"/>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F8E3F295-2FA6-643E-B18A-3AD6224CDB61}"/>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161D2815-BD89-7358-9003-22F8921DB467}"/>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D11ADA5A-D2F0-192F-5E24-10BBA557EB24}"/>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F98392F0-AC9D-CA2D-333E-C5B3E9FB3AE6}"/>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2E362400-5047-0276-E8C1-85BB65444E13}"/>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D6A182AB-5374-8F92-92EA-E28139739E3C}"/>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AD180BB9-BAAD-E7F2-D98E-9AD8783ECA0A}"/>
              </a:ext>
            </a:extLst>
          </p:cNvPr>
          <p:cNvSpPr txBox="1"/>
          <p:nvPr/>
        </p:nvSpPr>
        <p:spPr>
          <a:xfrm>
            <a:off x="3217333" y="172788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B4B7F2CF-5147-B197-EF91-FF7BBB12D1FC}"/>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19" name="TextBox 18">
            <a:extLst>
              <a:ext uri="{FF2B5EF4-FFF2-40B4-BE49-F238E27FC236}">
                <a16:creationId xmlns:a16="http://schemas.microsoft.com/office/drawing/2014/main" id="{90796FD0-EDE9-7721-F322-82571C2CB6FE}"/>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7D47BE7F-FA9F-C748-574D-86E5895D40CD}"/>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7B79EA2C-251F-EF8E-0412-23EA3673D6D1}"/>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3" name="TextBox 22">
            <a:extLst>
              <a:ext uri="{FF2B5EF4-FFF2-40B4-BE49-F238E27FC236}">
                <a16:creationId xmlns:a16="http://schemas.microsoft.com/office/drawing/2014/main" id="{0844A2FA-358E-D31D-FC27-B6556638984A}"/>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4" name="TextBox 23">
            <a:extLst>
              <a:ext uri="{FF2B5EF4-FFF2-40B4-BE49-F238E27FC236}">
                <a16:creationId xmlns:a16="http://schemas.microsoft.com/office/drawing/2014/main" id="{891EFD7C-2AC7-E123-BB9C-B527EB5AAEBB}"/>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0" name="TextBox 49">
            <a:extLst>
              <a:ext uri="{FF2B5EF4-FFF2-40B4-BE49-F238E27FC236}">
                <a16:creationId xmlns:a16="http://schemas.microsoft.com/office/drawing/2014/main" id="{0BFB1798-281A-A16A-C857-4F862F75BC33}"/>
              </a:ext>
            </a:extLst>
          </p:cNvPr>
          <p:cNvSpPr txBox="1"/>
          <p:nvPr/>
        </p:nvSpPr>
        <p:spPr>
          <a:xfrm>
            <a:off x="5215469" y="424456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11F2F66B-93F5-12B4-AB5F-83446FA7D4B3}"/>
              </a:ext>
            </a:extLst>
          </p:cNvPr>
          <p:cNvSpPr txBox="1"/>
          <p:nvPr/>
        </p:nvSpPr>
        <p:spPr>
          <a:xfrm>
            <a:off x="5715003" y="4244561"/>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6719435F-FCB2-B7A8-99DB-B070C8B5E530}"/>
              </a:ext>
            </a:extLst>
          </p:cNvPr>
          <p:cNvSpPr txBox="1"/>
          <p:nvPr/>
        </p:nvSpPr>
        <p:spPr>
          <a:xfrm>
            <a:off x="5215469" y="4747898"/>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1B3FDB09-91E7-80B7-330F-A0BC29509388}"/>
              </a:ext>
            </a:extLst>
          </p:cNvPr>
          <p:cNvSpPr txBox="1"/>
          <p:nvPr/>
        </p:nvSpPr>
        <p:spPr>
          <a:xfrm>
            <a:off x="5715003" y="4747898"/>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C29D8561-1B70-3FE6-C470-70A59562A737}"/>
              </a:ext>
            </a:extLst>
          </p:cNvPr>
          <p:cNvSpPr txBox="1"/>
          <p:nvPr/>
        </p:nvSpPr>
        <p:spPr>
          <a:xfrm>
            <a:off x="7213604" y="4244561"/>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E41C4019-FAEA-F3E0-46F1-6578AF72D120}"/>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48" name="TextBox 47">
            <a:extLst>
              <a:ext uri="{FF2B5EF4-FFF2-40B4-BE49-F238E27FC236}">
                <a16:creationId xmlns:a16="http://schemas.microsoft.com/office/drawing/2014/main" id="{49058C17-E646-46B4-C839-D56E05A8D443}"/>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49" name="TextBox 48">
            <a:extLst>
              <a:ext uri="{FF2B5EF4-FFF2-40B4-BE49-F238E27FC236}">
                <a16:creationId xmlns:a16="http://schemas.microsoft.com/office/drawing/2014/main" id="{97E31769-1E0A-02DF-0BEF-FAEDFD89B853}"/>
              </a:ext>
            </a:extLst>
          </p:cNvPr>
          <p:cNvSpPr txBox="1"/>
          <p:nvPr/>
        </p:nvSpPr>
        <p:spPr>
          <a:xfrm>
            <a:off x="6214537" y="4747898"/>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0CAF33F5-0184-1CD6-3E85-1F2A11789D29}"/>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EC7A2EFA-66A3-3927-CB54-D17AD8A3461E}"/>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D238ED1D-8597-A326-638A-AB7189216A8C}"/>
              </a:ext>
            </a:extLst>
          </p:cNvPr>
          <p:cNvSpPr txBox="1"/>
          <p:nvPr/>
        </p:nvSpPr>
        <p:spPr>
          <a:xfrm>
            <a:off x="6654802" y="3907597"/>
            <a:ext cx="570089" cy="230832"/>
          </a:xfrm>
          <a:prstGeom prst="rect">
            <a:avLst/>
          </a:prstGeom>
          <a:noFill/>
        </p:spPr>
        <p:txBody>
          <a:bodyPr wrap="square" rtlCol="0">
            <a:spAutoFit/>
          </a:bodyPr>
          <a:lstStyle/>
          <a:p>
            <a:pPr algn="ctr"/>
            <a:r>
              <a:rPr lang="en-US" sz="900" dirty="0"/>
              <a:t>69</a:t>
            </a:r>
          </a:p>
        </p:txBody>
      </p:sp>
      <p:sp>
        <p:nvSpPr>
          <p:cNvPr id="58" name="TextBox 57">
            <a:extLst>
              <a:ext uri="{FF2B5EF4-FFF2-40B4-BE49-F238E27FC236}">
                <a16:creationId xmlns:a16="http://schemas.microsoft.com/office/drawing/2014/main" id="{9C1C46EE-86D2-7613-024E-5AA7AD5E35EA}"/>
              </a:ext>
            </a:extLst>
          </p:cNvPr>
          <p:cNvSpPr txBox="1"/>
          <p:nvPr/>
        </p:nvSpPr>
        <p:spPr>
          <a:xfrm>
            <a:off x="7157158" y="3907597"/>
            <a:ext cx="570089" cy="230832"/>
          </a:xfrm>
          <a:prstGeom prst="rect">
            <a:avLst/>
          </a:prstGeom>
          <a:noFill/>
        </p:spPr>
        <p:txBody>
          <a:bodyPr wrap="square" rtlCol="0">
            <a:spAutoFit/>
          </a:bodyPr>
          <a:lstStyle/>
          <a:p>
            <a:pPr algn="ctr"/>
            <a:r>
              <a:rPr lang="en-US" sz="900" dirty="0"/>
              <a:t>96</a:t>
            </a:r>
          </a:p>
        </p:txBody>
      </p:sp>
      <p:sp>
        <p:nvSpPr>
          <p:cNvPr id="60" name="TextBox 59">
            <a:extLst>
              <a:ext uri="{FF2B5EF4-FFF2-40B4-BE49-F238E27FC236}">
                <a16:creationId xmlns:a16="http://schemas.microsoft.com/office/drawing/2014/main" id="{D8CBFC79-5B28-966E-8CA9-D0545C305587}"/>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1" name="TextBox 60">
            <a:extLst>
              <a:ext uri="{FF2B5EF4-FFF2-40B4-BE49-F238E27FC236}">
                <a16:creationId xmlns:a16="http://schemas.microsoft.com/office/drawing/2014/main" id="{73F68E0A-B7D6-3006-F981-6CD9636CCCDF}"/>
              </a:ext>
            </a:extLst>
          </p:cNvPr>
          <p:cNvSpPr txBox="1"/>
          <p:nvPr/>
        </p:nvSpPr>
        <p:spPr>
          <a:xfrm>
            <a:off x="3640666" y="2404765"/>
            <a:ext cx="570089" cy="230832"/>
          </a:xfrm>
          <a:prstGeom prst="rect">
            <a:avLst/>
          </a:prstGeom>
          <a:noFill/>
        </p:spPr>
        <p:txBody>
          <a:bodyPr wrap="square" rtlCol="0">
            <a:spAutoFit/>
          </a:bodyPr>
          <a:lstStyle/>
          <a:p>
            <a:pPr algn="ctr"/>
            <a:r>
              <a:rPr lang="en-US" sz="900" dirty="0"/>
              <a:t>38</a:t>
            </a:r>
          </a:p>
        </p:txBody>
      </p:sp>
      <p:sp>
        <p:nvSpPr>
          <p:cNvPr id="62" name="TextBox 61">
            <a:extLst>
              <a:ext uri="{FF2B5EF4-FFF2-40B4-BE49-F238E27FC236}">
                <a16:creationId xmlns:a16="http://schemas.microsoft.com/office/drawing/2014/main" id="{8DB842B6-F901-AE03-6157-1480DAE79F45}"/>
              </a:ext>
            </a:extLst>
          </p:cNvPr>
          <p:cNvSpPr txBox="1"/>
          <p:nvPr/>
        </p:nvSpPr>
        <p:spPr>
          <a:xfrm>
            <a:off x="3640666" y="2905709"/>
            <a:ext cx="570089" cy="230832"/>
          </a:xfrm>
          <a:prstGeom prst="rect">
            <a:avLst/>
          </a:prstGeom>
          <a:noFill/>
        </p:spPr>
        <p:txBody>
          <a:bodyPr wrap="square" rtlCol="0">
            <a:spAutoFit/>
          </a:bodyPr>
          <a:lstStyle/>
          <a:p>
            <a:pPr algn="ctr"/>
            <a:r>
              <a:rPr lang="en-US" sz="900" dirty="0"/>
              <a:t>83</a:t>
            </a:r>
          </a:p>
        </p:txBody>
      </p:sp>
      <p:sp>
        <p:nvSpPr>
          <p:cNvPr id="65" name="TextBox 64">
            <a:extLst>
              <a:ext uri="{FF2B5EF4-FFF2-40B4-BE49-F238E27FC236}">
                <a16:creationId xmlns:a16="http://schemas.microsoft.com/office/drawing/2014/main" id="{34FDE3B8-7773-8925-FE27-4154FDF1C9EE}"/>
              </a:ext>
            </a:extLst>
          </p:cNvPr>
          <p:cNvSpPr txBox="1"/>
          <p:nvPr/>
        </p:nvSpPr>
        <p:spPr>
          <a:xfrm>
            <a:off x="3138310" y="3406653"/>
            <a:ext cx="570089" cy="230832"/>
          </a:xfrm>
          <a:prstGeom prst="rect">
            <a:avLst/>
          </a:prstGeom>
          <a:noFill/>
        </p:spPr>
        <p:txBody>
          <a:bodyPr wrap="square" rtlCol="0">
            <a:spAutoFit/>
          </a:bodyPr>
          <a:lstStyle/>
          <a:p>
            <a:pPr algn="ctr"/>
            <a:r>
              <a:rPr lang="en-US" sz="900" dirty="0"/>
              <a:t>46</a:t>
            </a:r>
          </a:p>
        </p:txBody>
      </p:sp>
      <p:sp>
        <p:nvSpPr>
          <p:cNvPr id="66" name="TextBox 65">
            <a:extLst>
              <a:ext uri="{FF2B5EF4-FFF2-40B4-BE49-F238E27FC236}">
                <a16:creationId xmlns:a16="http://schemas.microsoft.com/office/drawing/2014/main" id="{D292AEAD-DAA0-F2CB-447C-07D7DF10C6F1}"/>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64" name="TextBox 63">
            <a:extLst>
              <a:ext uri="{FF2B5EF4-FFF2-40B4-BE49-F238E27FC236}">
                <a16:creationId xmlns:a16="http://schemas.microsoft.com/office/drawing/2014/main" id="{5D90D290-BF9C-D9FF-8110-4EC38A725D59}"/>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AB386D55-9073-FF78-5082-AF4F77565CD8}"/>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F8BF2DB1-D7B0-3F03-0729-BF1D8AA41D6D}"/>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186B1F1D-3ACF-F4DC-78F6-279D565740F6}"/>
              </a:ext>
            </a:extLst>
          </p:cNvPr>
          <p:cNvSpPr txBox="1"/>
          <p:nvPr/>
        </p:nvSpPr>
        <p:spPr>
          <a:xfrm>
            <a:off x="3217333" y="3741226"/>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682966CF-C8D1-A2AB-88E5-A1BB4DC2272B}"/>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12" name="TextBox 11">
            <a:extLst>
              <a:ext uri="{FF2B5EF4-FFF2-40B4-BE49-F238E27FC236}">
                <a16:creationId xmlns:a16="http://schemas.microsoft.com/office/drawing/2014/main" id="{96E64978-830C-A684-B1BC-17B41B9930F5}"/>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16060536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AF213-A480-ABFC-7A59-4870A7FB261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04F64EB-ED8B-282B-A6F2-E41CC6455E04}"/>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D284728-BF4F-6997-51A9-085B1814B9A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DDB9BD5-75A0-16C1-A5A4-F3553A6EF8B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F895963-8D2B-069F-CDD3-2E6D77EC843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49A8D83-253B-0D51-F390-50CFD061FEFB}"/>
              </a:ext>
            </a:extLst>
          </p:cNvPr>
          <p:cNvPicPr>
            <a:picLocks noChangeAspect="1"/>
          </p:cNvPicPr>
          <p:nvPr/>
        </p:nvPicPr>
        <p:blipFill>
          <a:blip r:embed="rId6"/>
          <a:stretch>
            <a:fillRect/>
          </a:stretch>
        </p:blipFill>
        <p:spPr>
          <a:xfrm>
            <a:off x="4584700" y="2311400"/>
            <a:ext cx="0" cy="0"/>
          </a:xfrm>
          <a:prstGeom prst="rect">
            <a:avLst/>
          </a:prstGeom>
        </p:spPr>
      </p:pic>
      <p:sp>
        <p:nvSpPr>
          <p:cNvPr id="17" name="TextBox 16">
            <a:extLst>
              <a:ext uri="{FF2B5EF4-FFF2-40B4-BE49-F238E27FC236}">
                <a16:creationId xmlns:a16="http://schemas.microsoft.com/office/drawing/2014/main" id="{5337D8D6-23B1-03F1-9489-E99A614273B5}"/>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7167E3F3-054D-87B9-E213-7EA60DD6EB22}"/>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897CCE31-F896-F9CF-1FC8-DFF9FDB79961}"/>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165EB24C-D0BC-EDFF-A68B-6E63ECB1B051}"/>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3A1C5AB3-35D9-2817-4D36-837F34876266}"/>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3938AEDB-D1D3-F95B-E0A5-F8DAA0E0E90F}"/>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A8C41BCE-475B-D902-3103-7C0890244313}"/>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5A64E089-1D8C-5916-DB3C-0135A86B8935}"/>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8D751DD9-0077-7283-A183-DE189FEA2396}"/>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E5255E11-8359-ED9D-218B-C6CBC5555087}"/>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A407E68E-D580-73D8-6937-1659009B3D96}"/>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B32A72F3-A291-8637-C7C7-F5579AD69D11}"/>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C1336A22-D903-417A-2605-D9E0A2E2E895}"/>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1270762F-51EB-DA47-641F-4CE21133C302}"/>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B1037BAB-50AD-0276-83D3-ECB18D703FC6}"/>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2089A392-B8F3-CAAA-A865-61C09C1887D7}"/>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2B5C2781-9F17-948C-C081-FDE1C11B7303}"/>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49B6B1E6-F579-F233-1098-6ACE7744AF9F}"/>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F14D5F50-70C6-8D86-7B4A-62B7503F6164}"/>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6E031828-6A4E-1B77-39AE-E7B494925C9C}"/>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A0A2B69F-80C4-DA5E-BA93-0C0CC2BBB5A0}"/>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54424BC0-1C6E-1299-762A-780AE0C92E43}"/>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19E4D48F-1043-2B20-1E29-FA612614E0EB}"/>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2690DAC6-A047-25DD-3F09-9EFBA6958D6D}"/>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69AFC7C1-665C-48C6-FA82-20E312EDC54C}"/>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039121F5-ACBD-055A-134A-4492DF7CE65E}"/>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E1A4D872-F703-0DD0-A6B7-033346D7A701}"/>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C092F736-2DD7-C2D7-08FE-E9E850643922}"/>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B3601A7B-3005-0980-03F9-02C034F4C258}"/>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3A42881D-196C-3053-31FC-F121CE732962}"/>
              </a:ext>
            </a:extLst>
          </p:cNvPr>
          <p:cNvSpPr txBox="1"/>
          <p:nvPr/>
        </p:nvSpPr>
        <p:spPr>
          <a:xfrm>
            <a:off x="3217333" y="172788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81B30896-B085-7E5D-5855-3B94CECCBD4B}"/>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19" name="TextBox 18">
            <a:extLst>
              <a:ext uri="{FF2B5EF4-FFF2-40B4-BE49-F238E27FC236}">
                <a16:creationId xmlns:a16="http://schemas.microsoft.com/office/drawing/2014/main" id="{19A18942-9505-FE31-4E40-1D6BC1416665}"/>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0A423714-8497-9EF0-3C92-688DC5580224}"/>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77CA5ED8-4121-2CC5-B3D0-6EEFDCB8159B}"/>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3" name="TextBox 22">
            <a:extLst>
              <a:ext uri="{FF2B5EF4-FFF2-40B4-BE49-F238E27FC236}">
                <a16:creationId xmlns:a16="http://schemas.microsoft.com/office/drawing/2014/main" id="{29C8F141-0533-DC03-FCBE-7B04674616BE}"/>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4" name="TextBox 23">
            <a:extLst>
              <a:ext uri="{FF2B5EF4-FFF2-40B4-BE49-F238E27FC236}">
                <a16:creationId xmlns:a16="http://schemas.microsoft.com/office/drawing/2014/main" id="{1608F0AB-5B11-C3E6-5FD3-A205C6D3661F}"/>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0" name="TextBox 49">
            <a:extLst>
              <a:ext uri="{FF2B5EF4-FFF2-40B4-BE49-F238E27FC236}">
                <a16:creationId xmlns:a16="http://schemas.microsoft.com/office/drawing/2014/main" id="{DB67354C-83B6-707C-E362-51E95A0556D5}"/>
              </a:ext>
            </a:extLst>
          </p:cNvPr>
          <p:cNvSpPr txBox="1"/>
          <p:nvPr/>
        </p:nvSpPr>
        <p:spPr>
          <a:xfrm>
            <a:off x="5215469" y="424456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49E8C0DB-9BE7-DD66-3952-54B3102426A4}"/>
              </a:ext>
            </a:extLst>
          </p:cNvPr>
          <p:cNvSpPr txBox="1"/>
          <p:nvPr/>
        </p:nvSpPr>
        <p:spPr>
          <a:xfrm>
            <a:off x="5715003" y="4244561"/>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40504430-6CFA-7D7B-FECE-1C8C3D49C310}"/>
              </a:ext>
            </a:extLst>
          </p:cNvPr>
          <p:cNvSpPr txBox="1"/>
          <p:nvPr/>
        </p:nvSpPr>
        <p:spPr>
          <a:xfrm>
            <a:off x="5215469" y="4747898"/>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4927B7A0-4A0F-9D0C-F052-9B8F1099C0FA}"/>
              </a:ext>
            </a:extLst>
          </p:cNvPr>
          <p:cNvSpPr txBox="1"/>
          <p:nvPr/>
        </p:nvSpPr>
        <p:spPr>
          <a:xfrm>
            <a:off x="5715003" y="4747898"/>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AF1A7B7B-76FA-1B8D-67D8-69B7B2F8E1B6}"/>
              </a:ext>
            </a:extLst>
          </p:cNvPr>
          <p:cNvSpPr txBox="1"/>
          <p:nvPr/>
        </p:nvSpPr>
        <p:spPr>
          <a:xfrm>
            <a:off x="7213604" y="4244561"/>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26010BD0-D30F-A740-5737-C0C45247774C}"/>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48" name="TextBox 47">
            <a:extLst>
              <a:ext uri="{FF2B5EF4-FFF2-40B4-BE49-F238E27FC236}">
                <a16:creationId xmlns:a16="http://schemas.microsoft.com/office/drawing/2014/main" id="{4944025A-1ACE-8353-EB5F-82FC93578620}"/>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49" name="TextBox 48">
            <a:extLst>
              <a:ext uri="{FF2B5EF4-FFF2-40B4-BE49-F238E27FC236}">
                <a16:creationId xmlns:a16="http://schemas.microsoft.com/office/drawing/2014/main" id="{1D9E8FA2-1271-A18E-E4DF-2CE5174A6A91}"/>
              </a:ext>
            </a:extLst>
          </p:cNvPr>
          <p:cNvSpPr txBox="1"/>
          <p:nvPr/>
        </p:nvSpPr>
        <p:spPr>
          <a:xfrm>
            <a:off x="6214537" y="4747898"/>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8B2283BB-E452-23B5-45BA-1A1DAF226513}"/>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7242F0FA-394A-7004-B782-0A61050F2E67}"/>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7821861B-E8E5-223E-85B9-C6223623DF6D}"/>
              </a:ext>
            </a:extLst>
          </p:cNvPr>
          <p:cNvSpPr txBox="1"/>
          <p:nvPr/>
        </p:nvSpPr>
        <p:spPr>
          <a:xfrm>
            <a:off x="6654802" y="3907597"/>
            <a:ext cx="570089" cy="230832"/>
          </a:xfrm>
          <a:prstGeom prst="rect">
            <a:avLst/>
          </a:prstGeom>
          <a:noFill/>
        </p:spPr>
        <p:txBody>
          <a:bodyPr wrap="square" rtlCol="0">
            <a:spAutoFit/>
          </a:bodyPr>
          <a:lstStyle/>
          <a:p>
            <a:pPr algn="ctr"/>
            <a:r>
              <a:rPr lang="en-US" sz="900" dirty="0"/>
              <a:t>69</a:t>
            </a:r>
          </a:p>
        </p:txBody>
      </p:sp>
      <p:sp>
        <p:nvSpPr>
          <p:cNvPr id="58" name="TextBox 57">
            <a:extLst>
              <a:ext uri="{FF2B5EF4-FFF2-40B4-BE49-F238E27FC236}">
                <a16:creationId xmlns:a16="http://schemas.microsoft.com/office/drawing/2014/main" id="{A4A5A973-61F2-421C-B462-42D1315631C5}"/>
              </a:ext>
            </a:extLst>
          </p:cNvPr>
          <p:cNvSpPr txBox="1"/>
          <p:nvPr/>
        </p:nvSpPr>
        <p:spPr>
          <a:xfrm>
            <a:off x="7157158" y="3907597"/>
            <a:ext cx="570089" cy="230832"/>
          </a:xfrm>
          <a:prstGeom prst="rect">
            <a:avLst/>
          </a:prstGeom>
          <a:noFill/>
        </p:spPr>
        <p:txBody>
          <a:bodyPr wrap="square" rtlCol="0">
            <a:spAutoFit/>
          </a:bodyPr>
          <a:lstStyle/>
          <a:p>
            <a:pPr algn="ctr"/>
            <a:r>
              <a:rPr lang="en-US" sz="900" dirty="0"/>
              <a:t>96</a:t>
            </a:r>
          </a:p>
        </p:txBody>
      </p:sp>
      <p:sp>
        <p:nvSpPr>
          <p:cNvPr id="60" name="TextBox 59">
            <a:extLst>
              <a:ext uri="{FF2B5EF4-FFF2-40B4-BE49-F238E27FC236}">
                <a16:creationId xmlns:a16="http://schemas.microsoft.com/office/drawing/2014/main" id="{8CA2A965-3D91-F2E6-E6EC-0BE36CB7D56E}"/>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1" name="TextBox 60">
            <a:extLst>
              <a:ext uri="{FF2B5EF4-FFF2-40B4-BE49-F238E27FC236}">
                <a16:creationId xmlns:a16="http://schemas.microsoft.com/office/drawing/2014/main" id="{226EC3C2-3656-ED60-95C1-82DC64E2FA65}"/>
              </a:ext>
            </a:extLst>
          </p:cNvPr>
          <p:cNvSpPr txBox="1"/>
          <p:nvPr/>
        </p:nvSpPr>
        <p:spPr>
          <a:xfrm>
            <a:off x="3640666" y="2404765"/>
            <a:ext cx="570089" cy="230832"/>
          </a:xfrm>
          <a:prstGeom prst="rect">
            <a:avLst/>
          </a:prstGeom>
          <a:noFill/>
        </p:spPr>
        <p:txBody>
          <a:bodyPr wrap="square" rtlCol="0">
            <a:spAutoFit/>
          </a:bodyPr>
          <a:lstStyle/>
          <a:p>
            <a:pPr algn="ctr"/>
            <a:r>
              <a:rPr lang="en-US" sz="900" dirty="0"/>
              <a:t>38</a:t>
            </a:r>
          </a:p>
        </p:txBody>
      </p:sp>
      <p:sp>
        <p:nvSpPr>
          <p:cNvPr id="62" name="TextBox 61">
            <a:extLst>
              <a:ext uri="{FF2B5EF4-FFF2-40B4-BE49-F238E27FC236}">
                <a16:creationId xmlns:a16="http://schemas.microsoft.com/office/drawing/2014/main" id="{E3E0EAEF-787D-5CED-1B5E-A276698460CA}"/>
              </a:ext>
            </a:extLst>
          </p:cNvPr>
          <p:cNvSpPr txBox="1"/>
          <p:nvPr/>
        </p:nvSpPr>
        <p:spPr>
          <a:xfrm>
            <a:off x="3640666" y="2905709"/>
            <a:ext cx="570089" cy="230832"/>
          </a:xfrm>
          <a:prstGeom prst="rect">
            <a:avLst/>
          </a:prstGeom>
          <a:noFill/>
        </p:spPr>
        <p:txBody>
          <a:bodyPr wrap="square" rtlCol="0">
            <a:spAutoFit/>
          </a:bodyPr>
          <a:lstStyle/>
          <a:p>
            <a:pPr algn="ctr"/>
            <a:r>
              <a:rPr lang="en-US" sz="900" dirty="0"/>
              <a:t>83</a:t>
            </a:r>
          </a:p>
        </p:txBody>
      </p:sp>
      <p:sp>
        <p:nvSpPr>
          <p:cNvPr id="66" name="TextBox 65">
            <a:extLst>
              <a:ext uri="{FF2B5EF4-FFF2-40B4-BE49-F238E27FC236}">
                <a16:creationId xmlns:a16="http://schemas.microsoft.com/office/drawing/2014/main" id="{7C57B3E1-62A9-2263-D0A3-C2513BECF309}"/>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64" name="TextBox 63">
            <a:extLst>
              <a:ext uri="{FF2B5EF4-FFF2-40B4-BE49-F238E27FC236}">
                <a16:creationId xmlns:a16="http://schemas.microsoft.com/office/drawing/2014/main" id="{CC5FF824-0C29-CBC3-0535-64C7F6F37931}"/>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DF3748E8-C9DE-DB93-96C1-77F967AFAD17}"/>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CFED8CC6-BA93-AD61-2AE3-46D893EB68A4}"/>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67FCE095-87EA-824D-4355-E3578F68120B}"/>
              </a:ext>
            </a:extLst>
          </p:cNvPr>
          <p:cNvSpPr txBox="1"/>
          <p:nvPr/>
        </p:nvSpPr>
        <p:spPr>
          <a:xfrm>
            <a:off x="3217333" y="3741226"/>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7CE50932-206A-BCB5-F02F-C6D52CEB1A75}"/>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12" name="TextBox 11">
            <a:extLst>
              <a:ext uri="{FF2B5EF4-FFF2-40B4-BE49-F238E27FC236}">
                <a16:creationId xmlns:a16="http://schemas.microsoft.com/office/drawing/2014/main" id="{FDBC7AD0-1349-95CC-57BA-208D0E05CB79}"/>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FAF917F8-9225-CDD0-788A-6B0DBBB9391A}"/>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19810436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70894-761A-0131-E0A9-206E0C2D3C3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F10165-8542-52C2-5E7A-EE7A7304BC7F}"/>
              </a:ext>
            </a:extLst>
          </p:cNvPr>
          <p:cNvSpPr>
            <a:spLocks noGrp="1"/>
          </p:cNvSpPr>
          <p:nvPr>
            <p:ph sz="half" idx="1"/>
          </p:nvPr>
        </p:nvSpPr>
        <p:spPr/>
        <p:txBody>
          <a:bodyPr>
            <a:normAutofit/>
          </a:bodyPr>
          <a:lstStyle/>
          <a:p>
            <a:r>
              <a:rPr lang="en-US" dirty="0"/>
              <a:t>Complete Rows 1–6.</a:t>
            </a:r>
          </a:p>
        </p:txBody>
      </p:sp>
      <p:pic>
        <p:nvPicPr>
          <p:cNvPr id="4" name="Picture 3" descr="A grid of sudoku puzzle&#10;&#10;Description automatically generated">
            <a:extLst>
              <a:ext uri="{FF2B5EF4-FFF2-40B4-BE49-F238E27FC236}">
                <a16:creationId xmlns:a16="http://schemas.microsoft.com/office/drawing/2014/main" id="{0E6364AF-86C2-260B-E157-264E9FBF2CE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0040D38-A31D-5E06-0465-7CE6B72F82B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824AA42-A88E-CBC9-E6F7-27E61FAF693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2FD27D8-536D-8E72-79D4-5F0791CFC559}"/>
              </a:ext>
            </a:extLst>
          </p:cNvPr>
          <p:cNvPicPr>
            <a:picLocks noChangeAspect="1"/>
          </p:cNvPicPr>
          <p:nvPr/>
        </p:nvPicPr>
        <p:blipFill>
          <a:blip r:embed="rId6"/>
          <a:stretch>
            <a:fillRect/>
          </a:stretch>
        </p:blipFill>
        <p:spPr>
          <a:xfrm>
            <a:off x="4584700" y="2311400"/>
            <a:ext cx="0" cy="0"/>
          </a:xfrm>
          <a:prstGeom prst="rect">
            <a:avLst/>
          </a:prstGeom>
        </p:spPr>
      </p:pic>
      <p:sp>
        <p:nvSpPr>
          <p:cNvPr id="17" name="TextBox 16">
            <a:extLst>
              <a:ext uri="{FF2B5EF4-FFF2-40B4-BE49-F238E27FC236}">
                <a16:creationId xmlns:a16="http://schemas.microsoft.com/office/drawing/2014/main" id="{69B5BDF8-597F-2968-99D1-317A45D47D72}"/>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3F961726-AAC8-447B-BABB-13524429F040}"/>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4782CE1F-547A-5CA3-F209-81977D17AC4C}"/>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E17D0825-7DEA-DB82-03A2-63AD9A908A41}"/>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894CACE5-E07B-AE5E-6EFF-52E5DC218FF6}"/>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B3030AEA-13C1-C548-2E50-DAC5946EC0AD}"/>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A1D34185-AB97-1839-7617-7F8830883406}"/>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0C8F1FF4-8347-A230-5372-139201DF5D4E}"/>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003416F7-1352-F82C-2D72-25D6A932C4D5}"/>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A0220D00-DBE9-B478-C095-1566D8B92293}"/>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6EEC0988-19F3-68CB-0902-52D50607BB25}"/>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B8E38EAB-8F5E-214C-E1F7-88803CE3B769}"/>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716FD677-2CF0-FD40-7188-949FDADC8D61}"/>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4FE9A919-6DED-B07E-4BCA-6AE7170A8022}"/>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9C6B7A0E-E56A-F9F1-CF26-BE5455C84155}"/>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168D5138-420D-D63C-BEA1-C7E3D23EE520}"/>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3E76CA9E-652F-AC59-A04C-EF223FBB2106}"/>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F0B8BE42-9383-5C95-2A96-722FF4A0608C}"/>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F2D31433-67E9-3413-B275-17E1891F212F}"/>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F6DC9285-79EF-CF35-DE4F-8D6CD2F68F1E}"/>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97FF4B35-7896-BD7C-B8EB-99080E3BC214}"/>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27669AC9-98AB-E3A3-D91A-EE3859C3D8A4}"/>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5DAB16E3-997D-B864-64C1-75C00CC2E96E}"/>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787B4014-871B-FE45-BFCD-47E3E6BE361D}"/>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A485DB18-F5BF-9457-CFAF-46D013901BF8}"/>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B292C4FF-E35B-DBD0-79C8-B83685A4DF73}"/>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CD6FC8B9-D6B4-19CE-41A1-8254882700AA}"/>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06E62D73-DF8F-9954-80D2-099D53E88EBD}"/>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3A296108-6D1E-1ABB-3AD2-BE5F5020A123}"/>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5A4D4592-EDA8-A498-D84A-7796443AD3A5}"/>
              </a:ext>
            </a:extLst>
          </p:cNvPr>
          <p:cNvSpPr txBox="1"/>
          <p:nvPr/>
        </p:nvSpPr>
        <p:spPr>
          <a:xfrm>
            <a:off x="3217333" y="172788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58C42B16-C7D2-80C3-B6ED-94910ED2D835}"/>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19" name="TextBox 18">
            <a:extLst>
              <a:ext uri="{FF2B5EF4-FFF2-40B4-BE49-F238E27FC236}">
                <a16:creationId xmlns:a16="http://schemas.microsoft.com/office/drawing/2014/main" id="{80ADF669-14B4-DEA7-2549-FBA00C283A91}"/>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8504B0C8-2197-80EB-1A8A-96C187A4699B}"/>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29DBC08F-0A36-5099-A5EC-7B1372CE80A5}"/>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3" name="TextBox 22">
            <a:extLst>
              <a:ext uri="{FF2B5EF4-FFF2-40B4-BE49-F238E27FC236}">
                <a16:creationId xmlns:a16="http://schemas.microsoft.com/office/drawing/2014/main" id="{B5DD51A9-4490-7068-31C3-1170FD649BB8}"/>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4" name="TextBox 23">
            <a:extLst>
              <a:ext uri="{FF2B5EF4-FFF2-40B4-BE49-F238E27FC236}">
                <a16:creationId xmlns:a16="http://schemas.microsoft.com/office/drawing/2014/main" id="{9D938594-B1AA-DF24-F87C-A94949242C3C}"/>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0" name="TextBox 49">
            <a:extLst>
              <a:ext uri="{FF2B5EF4-FFF2-40B4-BE49-F238E27FC236}">
                <a16:creationId xmlns:a16="http://schemas.microsoft.com/office/drawing/2014/main" id="{228ED9EE-AC4E-2854-C677-DCF60F8A4278}"/>
              </a:ext>
            </a:extLst>
          </p:cNvPr>
          <p:cNvSpPr txBox="1"/>
          <p:nvPr/>
        </p:nvSpPr>
        <p:spPr>
          <a:xfrm>
            <a:off x="5215469" y="424456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F643FD68-8BAE-7CAF-9836-9A481957A91C}"/>
              </a:ext>
            </a:extLst>
          </p:cNvPr>
          <p:cNvSpPr txBox="1"/>
          <p:nvPr/>
        </p:nvSpPr>
        <p:spPr>
          <a:xfrm>
            <a:off x="5715003" y="4244561"/>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3AD842A7-3C28-9182-61BB-21F0A4B08921}"/>
              </a:ext>
            </a:extLst>
          </p:cNvPr>
          <p:cNvSpPr txBox="1"/>
          <p:nvPr/>
        </p:nvSpPr>
        <p:spPr>
          <a:xfrm>
            <a:off x="5215469" y="4747898"/>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6365F066-8FD6-D81A-25A7-3F546517328E}"/>
              </a:ext>
            </a:extLst>
          </p:cNvPr>
          <p:cNvSpPr txBox="1"/>
          <p:nvPr/>
        </p:nvSpPr>
        <p:spPr>
          <a:xfrm>
            <a:off x="5715003" y="4747898"/>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66CCA43C-3675-F12B-75FE-FF6FA48E53F5}"/>
              </a:ext>
            </a:extLst>
          </p:cNvPr>
          <p:cNvSpPr txBox="1"/>
          <p:nvPr/>
        </p:nvSpPr>
        <p:spPr>
          <a:xfrm>
            <a:off x="7213604" y="4244561"/>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64E763E2-E028-E134-66E9-317C1FAAAD2F}"/>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48" name="TextBox 47">
            <a:extLst>
              <a:ext uri="{FF2B5EF4-FFF2-40B4-BE49-F238E27FC236}">
                <a16:creationId xmlns:a16="http://schemas.microsoft.com/office/drawing/2014/main" id="{D63DA60B-2673-A0C6-F410-A455C2517D53}"/>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49" name="TextBox 48">
            <a:extLst>
              <a:ext uri="{FF2B5EF4-FFF2-40B4-BE49-F238E27FC236}">
                <a16:creationId xmlns:a16="http://schemas.microsoft.com/office/drawing/2014/main" id="{00E01491-1123-5121-A4D6-0F309760A01B}"/>
              </a:ext>
            </a:extLst>
          </p:cNvPr>
          <p:cNvSpPr txBox="1"/>
          <p:nvPr/>
        </p:nvSpPr>
        <p:spPr>
          <a:xfrm>
            <a:off x="6214537" y="4747898"/>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903D98CD-AAA8-0CF3-E428-5E67077E976D}"/>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5300ABAD-0FAF-9BC5-0C66-736AC8FF9716}"/>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87609705-E744-4F24-081F-04B87F36576B}"/>
              </a:ext>
            </a:extLst>
          </p:cNvPr>
          <p:cNvSpPr txBox="1"/>
          <p:nvPr/>
        </p:nvSpPr>
        <p:spPr>
          <a:xfrm>
            <a:off x="6654802" y="3907597"/>
            <a:ext cx="570089" cy="230832"/>
          </a:xfrm>
          <a:prstGeom prst="rect">
            <a:avLst/>
          </a:prstGeom>
          <a:noFill/>
        </p:spPr>
        <p:txBody>
          <a:bodyPr wrap="square" rtlCol="0">
            <a:spAutoFit/>
          </a:bodyPr>
          <a:lstStyle/>
          <a:p>
            <a:pPr algn="ctr"/>
            <a:r>
              <a:rPr lang="en-US" sz="900" dirty="0"/>
              <a:t>69</a:t>
            </a:r>
          </a:p>
        </p:txBody>
      </p:sp>
      <p:sp>
        <p:nvSpPr>
          <p:cNvPr id="58" name="TextBox 57">
            <a:extLst>
              <a:ext uri="{FF2B5EF4-FFF2-40B4-BE49-F238E27FC236}">
                <a16:creationId xmlns:a16="http://schemas.microsoft.com/office/drawing/2014/main" id="{3DC9504B-869B-33E1-27E2-A746A270E9B9}"/>
              </a:ext>
            </a:extLst>
          </p:cNvPr>
          <p:cNvSpPr txBox="1"/>
          <p:nvPr/>
        </p:nvSpPr>
        <p:spPr>
          <a:xfrm>
            <a:off x="7157158" y="3907597"/>
            <a:ext cx="570089" cy="230832"/>
          </a:xfrm>
          <a:prstGeom prst="rect">
            <a:avLst/>
          </a:prstGeom>
          <a:noFill/>
        </p:spPr>
        <p:txBody>
          <a:bodyPr wrap="square" rtlCol="0">
            <a:spAutoFit/>
          </a:bodyPr>
          <a:lstStyle/>
          <a:p>
            <a:pPr algn="ctr"/>
            <a:r>
              <a:rPr lang="en-US" sz="900" dirty="0"/>
              <a:t>96</a:t>
            </a:r>
          </a:p>
        </p:txBody>
      </p:sp>
      <p:sp>
        <p:nvSpPr>
          <p:cNvPr id="60" name="TextBox 59">
            <a:extLst>
              <a:ext uri="{FF2B5EF4-FFF2-40B4-BE49-F238E27FC236}">
                <a16:creationId xmlns:a16="http://schemas.microsoft.com/office/drawing/2014/main" id="{164F1893-CEB4-604F-C28A-C58F69B343C7}"/>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1" name="TextBox 60">
            <a:extLst>
              <a:ext uri="{FF2B5EF4-FFF2-40B4-BE49-F238E27FC236}">
                <a16:creationId xmlns:a16="http://schemas.microsoft.com/office/drawing/2014/main" id="{C5A5B20A-80C6-B0C2-A199-45BF2A718845}"/>
              </a:ext>
            </a:extLst>
          </p:cNvPr>
          <p:cNvSpPr txBox="1"/>
          <p:nvPr/>
        </p:nvSpPr>
        <p:spPr>
          <a:xfrm>
            <a:off x="3640666" y="2404765"/>
            <a:ext cx="570089" cy="230832"/>
          </a:xfrm>
          <a:prstGeom prst="rect">
            <a:avLst/>
          </a:prstGeom>
          <a:noFill/>
        </p:spPr>
        <p:txBody>
          <a:bodyPr wrap="square" rtlCol="0">
            <a:spAutoFit/>
          </a:bodyPr>
          <a:lstStyle/>
          <a:p>
            <a:pPr algn="ctr"/>
            <a:r>
              <a:rPr lang="en-US" sz="900" dirty="0"/>
              <a:t>38</a:t>
            </a:r>
          </a:p>
        </p:txBody>
      </p:sp>
      <p:sp>
        <p:nvSpPr>
          <p:cNvPr id="62" name="TextBox 61">
            <a:extLst>
              <a:ext uri="{FF2B5EF4-FFF2-40B4-BE49-F238E27FC236}">
                <a16:creationId xmlns:a16="http://schemas.microsoft.com/office/drawing/2014/main" id="{3C7C1AEE-62CF-845F-2536-8F18A779EBC5}"/>
              </a:ext>
            </a:extLst>
          </p:cNvPr>
          <p:cNvSpPr txBox="1"/>
          <p:nvPr/>
        </p:nvSpPr>
        <p:spPr>
          <a:xfrm>
            <a:off x="3640666" y="2905709"/>
            <a:ext cx="570089" cy="230832"/>
          </a:xfrm>
          <a:prstGeom prst="rect">
            <a:avLst/>
          </a:prstGeom>
          <a:noFill/>
        </p:spPr>
        <p:txBody>
          <a:bodyPr wrap="square" rtlCol="0">
            <a:spAutoFit/>
          </a:bodyPr>
          <a:lstStyle/>
          <a:p>
            <a:pPr algn="ctr"/>
            <a:r>
              <a:rPr lang="en-US" sz="900" dirty="0"/>
              <a:t>83</a:t>
            </a:r>
          </a:p>
        </p:txBody>
      </p:sp>
      <p:sp>
        <p:nvSpPr>
          <p:cNvPr id="66" name="TextBox 65">
            <a:extLst>
              <a:ext uri="{FF2B5EF4-FFF2-40B4-BE49-F238E27FC236}">
                <a16:creationId xmlns:a16="http://schemas.microsoft.com/office/drawing/2014/main" id="{9B4F96BA-7660-E748-386D-98073CBD60DD}"/>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64" name="TextBox 63">
            <a:extLst>
              <a:ext uri="{FF2B5EF4-FFF2-40B4-BE49-F238E27FC236}">
                <a16:creationId xmlns:a16="http://schemas.microsoft.com/office/drawing/2014/main" id="{77189C9E-1104-807B-E7B3-646D027D88AC}"/>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30BED8B6-87BA-6B0A-E4F8-E10C3A34F9FC}"/>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BBFAD5D8-BBD2-7A34-55CB-E954F53BC01A}"/>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DD52080C-8570-EC3A-634B-31E1BCE82DB4}"/>
              </a:ext>
            </a:extLst>
          </p:cNvPr>
          <p:cNvSpPr txBox="1"/>
          <p:nvPr/>
        </p:nvSpPr>
        <p:spPr>
          <a:xfrm>
            <a:off x="3217333" y="3741226"/>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8FF477D6-4AA0-8455-FA42-B4DCC762B3B0}"/>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12" name="TextBox 11">
            <a:extLst>
              <a:ext uri="{FF2B5EF4-FFF2-40B4-BE49-F238E27FC236}">
                <a16:creationId xmlns:a16="http://schemas.microsoft.com/office/drawing/2014/main" id="{3A02A0E5-1573-6C55-8678-6C67807E25F2}"/>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73B665B3-D85E-C9CC-EBA9-84B6EC347674}"/>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27" name="TextBox 26">
            <a:extLst>
              <a:ext uri="{FF2B5EF4-FFF2-40B4-BE49-F238E27FC236}">
                <a16:creationId xmlns:a16="http://schemas.microsoft.com/office/drawing/2014/main" id="{4175CCFF-AD8C-254E-A118-82FE389ECD75}"/>
              </a:ext>
            </a:extLst>
          </p:cNvPr>
          <p:cNvSpPr txBox="1"/>
          <p:nvPr/>
        </p:nvSpPr>
        <p:spPr>
          <a:xfrm>
            <a:off x="6152446" y="2404765"/>
            <a:ext cx="570089" cy="230832"/>
          </a:xfrm>
          <a:prstGeom prst="rect">
            <a:avLst/>
          </a:prstGeom>
          <a:noFill/>
        </p:spPr>
        <p:txBody>
          <a:bodyPr wrap="square" rtlCol="0">
            <a:spAutoFit/>
          </a:bodyPr>
          <a:lstStyle/>
          <a:p>
            <a:pPr algn="ctr"/>
            <a:r>
              <a:rPr lang="en-US" sz="900" dirty="0"/>
              <a:t>3589</a:t>
            </a:r>
          </a:p>
        </p:txBody>
      </p:sp>
      <p:sp>
        <p:nvSpPr>
          <p:cNvPr id="56" name="TextBox 55">
            <a:extLst>
              <a:ext uri="{FF2B5EF4-FFF2-40B4-BE49-F238E27FC236}">
                <a16:creationId xmlns:a16="http://schemas.microsoft.com/office/drawing/2014/main" id="{422F0B20-18F4-215D-3260-99B5941DD980}"/>
              </a:ext>
            </a:extLst>
          </p:cNvPr>
          <p:cNvSpPr txBox="1"/>
          <p:nvPr/>
        </p:nvSpPr>
        <p:spPr>
          <a:xfrm>
            <a:off x="6654802" y="2404765"/>
            <a:ext cx="570089" cy="230832"/>
          </a:xfrm>
          <a:prstGeom prst="rect">
            <a:avLst/>
          </a:prstGeom>
          <a:noFill/>
        </p:spPr>
        <p:txBody>
          <a:bodyPr wrap="square" rtlCol="0">
            <a:spAutoFit/>
          </a:bodyPr>
          <a:lstStyle/>
          <a:p>
            <a:pPr algn="ctr"/>
            <a:r>
              <a:rPr lang="en-US" sz="900" dirty="0"/>
              <a:t>3589</a:t>
            </a:r>
          </a:p>
        </p:txBody>
      </p:sp>
      <p:sp>
        <p:nvSpPr>
          <p:cNvPr id="59" name="TextBox 58">
            <a:extLst>
              <a:ext uri="{FF2B5EF4-FFF2-40B4-BE49-F238E27FC236}">
                <a16:creationId xmlns:a16="http://schemas.microsoft.com/office/drawing/2014/main" id="{5E869DD4-8363-0780-4086-BBA6A6D350F8}"/>
              </a:ext>
            </a:extLst>
          </p:cNvPr>
          <p:cNvSpPr txBox="1"/>
          <p:nvPr/>
        </p:nvSpPr>
        <p:spPr>
          <a:xfrm>
            <a:off x="7157158" y="2404765"/>
            <a:ext cx="570089" cy="230832"/>
          </a:xfrm>
          <a:prstGeom prst="rect">
            <a:avLst/>
          </a:prstGeom>
          <a:noFill/>
        </p:spPr>
        <p:txBody>
          <a:bodyPr wrap="square" rtlCol="0">
            <a:spAutoFit/>
          </a:bodyPr>
          <a:lstStyle/>
          <a:p>
            <a:pPr algn="ctr"/>
            <a:r>
              <a:rPr lang="en-US" sz="900" dirty="0"/>
              <a:t>3589</a:t>
            </a:r>
          </a:p>
        </p:txBody>
      </p:sp>
      <p:sp>
        <p:nvSpPr>
          <p:cNvPr id="63" name="TextBox 62">
            <a:extLst>
              <a:ext uri="{FF2B5EF4-FFF2-40B4-BE49-F238E27FC236}">
                <a16:creationId xmlns:a16="http://schemas.microsoft.com/office/drawing/2014/main" id="{6106CB7E-F36E-C638-DC40-D44C01109F77}"/>
              </a:ext>
            </a:extLst>
          </p:cNvPr>
          <p:cNvSpPr txBox="1"/>
          <p:nvPr/>
        </p:nvSpPr>
        <p:spPr>
          <a:xfrm>
            <a:off x="6654802" y="2905709"/>
            <a:ext cx="570089" cy="230832"/>
          </a:xfrm>
          <a:prstGeom prst="rect">
            <a:avLst/>
          </a:prstGeom>
          <a:noFill/>
        </p:spPr>
        <p:txBody>
          <a:bodyPr wrap="square" rtlCol="0">
            <a:spAutoFit/>
          </a:bodyPr>
          <a:lstStyle/>
          <a:p>
            <a:pPr algn="ctr"/>
            <a:r>
              <a:rPr lang="en-US" sz="900" dirty="0"/>
              <a:t>138</a:t>
            </a:r>
          </a:p>
        </p:txBody>
      </p:sp>
      <p:sp>
        <p:nvSpPr>
          <p:cNvPr id="65" name="TextBox 64">
            <a:extLst>
              <a:ext uri="{FF2B5EF4-FFF2-40B4-BE49-F238E27FC236}">
                <a16:creationId xmlns:a16="http://schemas.microsoft.com/office/drawing/2014/main" id="{73E4ED67-EB90-0C33-4464-16EBBFF000F9}"/>
              </a:ext>
            </a:extLst>
          </p:cNvPr>
          <p:cNvSpPr txBox="1"/>
          <p:nvPr/>
        </p:nvSpPr>
        <p:spPr>
          <a:xfrm>
            <a:off x="7157158" y="2905709"/>
            <a:ext cx="570089" cy="230832"/>
          </a:xfrm>
          <a:prstGeom prst="rect">
            <a:avLst/>
          </a:prstGeom>
          <a:noFill/>
        </p:spPr>
        <p:txBody>
          <a:bodyPr wrap="square" rtlCol="0">
            <a:spAutoFit/>
          </a:bodyPr>
          <a:lstStyle/>
          <a:p>
            <a:pPr algn="ctr"/>
            <a:r>
              <a:rPr lang="en-US" sz="900" dirty="0"/>
              <a:t>138</a:t>
            </a:r>
          </a:p>
        </p:txBody>
      </p:sp>
      <p:sp>
        <p:nvSpPr>
          <p:cNvPr id="71" name="TextBox 70">
            <a:extLst>
              <a:ext uri="{FF2B5EF4-FFF2-40B4-BE49-F238E27FC236}">
                <a16:creationId xmlns:a16="http://schemas.microsoft.com/office/drawing/2014/main" id="{6B2F0E7E-0BB0-272F-001D-8722D9F3551F}"/>
              </a:ext>
            </a:extLst>
          </p:cNvPr>
          <p:cNvSpPr txBox="1"/>
          <p:nvPr/>
        </p:nvSpPr>
        <p:spPr>
          <a:xfrm>
            <a:off x="6152446" y="3406653"/>
            <a:ext cx="570089" cy="230832"/>
          </a:xfrm>
          <a:prstGeom prst="rect">
            <a:avLst/>
          </a:prstGeom>
          <a:noFill/>
        </p:spPr>
        <p:txBody>
          <a:bodyPr wrap="square" rtlCol="0">
            <a:spAutoFit/>
          </a:bodyPr>
          <a:lstStyle/>
          <a:p>
            <a:pPr algn="ctr"/>
            <a:r>
              <a:rPr lang="en-US" sz="900" dirty="0"/>
              <a:t>247</a:t>
            </a:r>
          </a:p>
        </p:txBody>
      </p:sp>
      <p:sp>
        <p:nvSpPr>
          <p:cNvPr id="72" name="TextBox 71">
            <a:extLst>
              <a:ext uri="{FF2B5EF4-FFF2-40B4-BE49-F238E27FC236}">
                <a16:creationId xmlns:a16="http://schemas.microsoft.com/office/drawing/2014/main" id="{55E2A55A-904C-8D36-C5F3-4A3131087E79}"/>
              </a:ext>
            </a:extLst>
          </p:cNvPr>
          <p:cNvSpPr txBox="1"/>
          <p:nvPr/>
        </p:nvSpPr>
        <p:spPr>
          <a:xfrm>
            <a:off x="6654802" y="3406653"/>
            <a:ext cx="570089" cy="230832"/>
          </a:xfrm>
          <a:prstGeom prst="rect">
            <a:avLst/>
          </a:prstGeom>
          <a:noFill/>
        </p:spPr>
        <p:txBody>
          <a:bodyPr wrap="square" rtlCol="0">
            <a:spAutoFit/>
          </a:bodyPr>
          <a:lstStyle/>
          <a:p>
            <a:pPr algn="ctr"/>
            <a:r>
              <a:rPr lang="en-US" sz="900" dirty="0"/>
              <a:t>247</a:t>
            </a:r>
          </a:p>
        </p:txBody>
      </p:sp>
      <p:sp>
        <p:nvSpPr>
          <p:cNvPr id="73" name="TextBox 72">
            <a:extLst>
              <a:ext uri="{FF2B5EF4-FFF2-40B4-BE49-F238E27FC236}">
                <a16:creationId xmlns:a16="http://schemas.microsoft.com/office/drawing/2014/main" id="{4D469B72-6802-49B8-C899-4C3BCA8EBCF5}"/>
              </a:ext>
            </a:extLst>
          </p:cNvPr>
          <p:cNvSpPr txBox="1"/>
          <p:nvPr/>
        </p:nvSpPr>
        <p:spPr>
          <a:xfrm>
            <a:off x="7157158" y="3406653"/>
            <a:ext cx="570089" cy="230832"/>
          </a:xfrm>
          <a:prstGeom prst="rect">
            <a:avLst/>
          </a:prstGeom>
          <a:noFill/>
        </p:spPr>
        <p:txBody>
          <a:bodyPr wrap="square" rtlCol="0">
            <a:spAutoFit/>
          </a:bodyPr>
          <a:lstStyle/>
          <a:p>
            <a:pPr algn="ctr"/>
            <a:r>
              <a:rPr lang="en-US" sz="900" dirty="0"/>
              <a:t>247</a:t>
            </a:r>
          </a:p>
        </p:txBody>
      </p:sp>
      <p:sp>
        <p:nvSpPr>
          <p:cNvPr id="74" name="TextBox 73">
            <a:extLst>
              <a:ext uri="{FF2B5EF4-FFF2-40B4-BE49-F238E27FC236}">
                <a16:creationId xmlns:a16="http://schemas.microsoft.com/office/drawing/2014/main" id="{6350B24D-814F-440C-C19D-E52EAE990C12}"/>
              </a:ext>
            </a:extLst>
          </p:cNvPr>
          <p:cNvSpPr txBox="1"/>
          <p:nvPr/>
        </p:nvSpPr>
        <p:spPr>
          <a:xfrm>
            <a:off x="5147734" y="901933"/>
            <a:ext cx="570089" cy="230832"/>
          </a:xfrm>
          <a:prstGeom prst="rect">
            <a:avLst/>
          </a:prstGeom>
          <a:noFill/>
        </p:spPr>
        <p:txBody>
          <a:bodyPr wrap="square" rtlCol="0">
            <a:spAutoFit/>
          </a:bodyPr>
          <a:lstStyle/>
          <a:p>
            <a:pPr algn="ctr"/>
            <a:r>
              <a:rPr lang="en-US" sz="900" dirty="0"/>
              <a:t>12478</a:t>
            </a:r>
          </a:p>
        </p:txBody>
      </p:sp>
      <p:sp>
        <p:nvSpPr>
          <p:cNvPr id="75" name="TextBox 74">
            <a:extLst>
              <a:ext uri="{FF2B5EF4-FFF2-40B4-BE49-F238E27FC236}">
                <a16:creationId xmlns:a16="http://schemas.microsoft.com/office/drawing/2014/main" id="{472F3755-F2D7-B3B7-CCBF-7425CEB62D80}"/>
              </a:ext>
            </a:extLst>
          </p:cNvPr>
          <p:cNvSpPr txBox="1"/>
          <p:nvPr/>
        </p:nvSpPr>
        <p:spPr>
          <a:xfrm>
            <a:off x="5650090" y="901933"/>
            <a:ext cx="570089" cy="230832"/>
          </a:xfrm>
          <a:prstGeom prst="rect">
            <a:avLst/>
          </a:prstGeom>
          <a:noFill/>
        </p:spPr>
        <p:txBody>
          <a:bodyPr wrap="square" rtlCol="0">
            <a:spAutoFit/>
          </a:bodyPr>
          <a:lstStyle/>
          <a:p>
            <a:pPr algn="ctr"/>
            <a:r>
              <a:rPr lang="en-US" sz="900" dirty="0"/>
              <a:t>12478</a:t>
            </a:r>
          </a:p>
        </p:txBody>
      </p:sp>
      <p:sp>
        <p:nvSpPr>
          <p:cNvPr id="76" name="TextBox 75">
            <a:extLst>
              <a:ext uri="{FF2B5EF4-FFF2-40B4-BE49-F238E27FC236}">
                <a16:creationId xmlns:a16="http://schemas.microsoft.com/office/drawing/2014/main" id="{896598FD-00EB-3B3E-19CD-A3A48936EDB2}"/>
              </a:ext>
            </a:extLst>
          </p:cNvPr>
          <p:cNvSpPr txBox="1"/>
          <p:nvPr/>
        </p:nvSpPr>
        <p:spPr>
          <a:xfrm>
            <a:off x="6152446" y="901933"/>
            <a:ext cx="570089" cy="230832"/>
          </a:xfrm>
          <a:prstGeom prst="rect">
            <a:avLst/>
          </a:prstGeom>
          <a:noFill/>
        </p:spPr>
        <p:txBody>
          <a:bodyPr wrap="square" rtlCol="0">
            <a:spAutoFit/>
          </a:bodyPr>
          <a:lstStyle/>
          <a:p>
            <a:pPr algn="ctr"/>
            <a:r>
              <a:rPr lang="en-US" sz="900" dirty="0"/>
              <a:t>12478</a:t>
            </a:r>
          </a:p>
        </p:txBody>
      </p:sp>
      <p:sp>
        <p:nvSpPr>
          <p:cNvPr id="77" name="TextBox 76">
            <a:extLst>
              <a:ext uri="{FF2B5EF4-FFF2-40B4-BE49-F238E27FC236}">
                <a16:creationId xmlns:a16="http://schemas.microsoft.com/office/drawing/2014/main" id="{09FB346C-3B04-38AB-21E3-A3E616FB517F}"/>
              </a:ext>
            </a:extLst>
          </p:cNvPr>
          <p:cNvSpPr txBox="1"/>
          <p:nvPr/>
        </p:nvSpPr>
        <p:spPr>
          <a:xfrm>
            <a:off x="6654802" y="901933"/>
            <a:ext cx="570089" cy="230832"/>
          </a:xfrm>
          <a:prstGeom prst="rect">
            <a:avLst/>
          </a:prstGeom>
          <a:noFill/>
        </p:spPr>
        <p:txBody>
          <a:bodyPr wrap="square" rtlCol="0">
            <a:spAutoFit/>
          </a:bodyPr>
          <a:lstStyle/>
          <a:p>
            <a:pPr algn="ctr"/>
            <a:r>
              <a:rPr lang="en-US" sz="900" dirty="0"/>
              <a:t>12478</a:t>
            </a:r>
          </a:p>
        </p:txBody>
      </p:sp>
      <p:sp>
        <p:nvSpPr>
          <p:cNvPr id="78" name="TextBox 77">
            <a:extLst>
              <a:ext uri="{FF2B5EF4-FFF2-40B4-BE49-F238E27FC236}">
                <a16:creationId xmlns:a16="http://schemas.microsoft.com/office/drawing/2014/main" id="{021EF02C-CAF6-A679-E447-10860EBE3CFE}"/>
              </a:ext>
            </a:extLst>
          </p:cNvPr>
          <p:cNvSpPr txBox="1"/>
          <p:nvPr/>
        </p:nvSpPr>
        <p:spPr>
          <a:xfrm>
            <a:off x="7157158" y="901933"/>
            <a:ext cx="570089" cy="230832"/>
          </a:xfrm>
          <a:prstGeom prst="rect">
            <a:avLst/>
          </a:prstGeom>
          <a:noFill/>
        </p:spPr>
        <p:txBody>
          <a:bodyPr wrap="square" rtlCol="0">
            <a:spAutoFit/>
          </a:bodyPr>
          <a:lstStyle/>
          <a:p>
            <a:pPr algn="ctr"/>
            <a:r>
              <a:rPr lang="en-US" sz="900" dirty="0"/>
              <a:t>12478</a:t>
            </a:r>
          </a:p>
        </p:txBody>
      </p:sp>
      <p:sp>
        <p:nvSpPr>
          <p:cNvPr id="79" name="TextBox 78">
            <a:extLst>
              <a:ext uri="{FF2B5EF4-FFF2-40B4-BE49-F238E27FC236}">
                <a16:creationId xmlns:a16="http://schemas.microsoft.com/office/drawing/2014/main" id="{E01DFF9D-8036-2ACA-0E7B-B1A93AB44645}"/>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12359</a:t>
            </a:r>
          </a:p>
        </p:txBody>
      </p:sp>
      <p:sp>
        <p:nvSpPr>
          <p:cNvPr id="80" name="TextBox 79">
            <a:extLst>
              <a:ext uri="{FF2B5EF4-FFF2-40B4-BE49-F238E27FC236}">
                <a16:creationId xmlns:a16="http://schemas.microsoft.com/office/drawing/2014/main" id="{A3CFA1B6-1D7B-989E-DD96-A87130C4EAB2}"/>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12359</a:t>
            </a:r>
          </a:p>
        </p:txBody>
      </p:sp>
      <p:sp>
        <p:nvSpPr>
          <p:cNvPr id="81" name="TextBox 80">
            <a:extLst>
              <a:ext uri="{FF2B5EF4-FFF2-40B4-BE49-F238E27FC236}">
                <a16:creationId xmlns:a16="http://schemas.microsoft.com/office/drawing/2014/main" id="{35107207-193B-61FB-E65F-B4FFC6A29DD7}"/>
              </a:ext>
            </a:extLst>
          </p:cNvPr>
          <p:cNvSpPr txBox="1"/>
          <p:nvPr/>
        </p:nvSpPr>
        <p:spPr>
          <a:xfrm>
            <a:off x="6152446" y="1402877"/>
            <a:ext cx="570089" cy="230832"/>
          </a:xfrm>
          <a:prstGeom prst="rect">
            <a:avLst/>
          </a:prstGeom>
          <a:noFill/>
        </p:spPr>
        <p:txBody>
          <a:bodyPr wrap="square" rtlCol="0">
            <a:spAutoFit/>
          </a:bodyPr>
          <a:lstStyle/>
          <a:p>
            <a:pPr algn="ctr"/>
            <a:r>
              <a:rPr lang="en-US" sz="900" dirty="0"/>
              <a:t>12359</a:t>
            </a:r>
          </a:p>
        </p:txBody>
      </p:sp>
      <p:sp>
        <p:nvSpPr>
          <p:cNvPr id="82" name="TextBox 81">
            <a:extLst>
              <a:ext uri="{FF2B5EF4-FFF2-40B4-BE49-F238E27FC236}">
                <a16:creationId xmlns:a16="http://schemas.microsoft.com/office/drawing/2014/main" id="{078812EA-A543-07B2-FC7D-062EA701F0AB}"/>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12359</a:t>
            </a:r>
          </a:p>
        </p:txBody>
      </p:sp>
      <p:sp>
        <p:nvSpPr>
          <p:cNvPr id="83" name="TextBox 82">
            <a:extLst>
              <a:ext uri="{FF2B5EF4-FFF2-40B4-BE49-F238E27FC236}">
                <a16:creationId xmlns:a16="http://schemas.microsoft.com/office/drawing/2014/main" id="{BDAD5837-48BD-93B6-67AC-5323D8D48346}"/>
              </a:ext>
            </a:extLst>
          </p:cNvPr>
          <p:cNvSpPr txBox="1"/>
          <p:nvPr/>
        </p:nvSpPr>
        <p:spPr>
          <a:xfrm>
            <a:off x="7157158" y="1402877"/>
            <a:ext cx="570089" cy="230832"/>
          </a:xfrm>
          <a:prstGeom prst="rect">
            <a:avLst/>
          </a:prstGeom>
          <a:noFill/>
        </p:spPr>
        <p:txBody>
          <a:bodyPr wrap="square" rtlCol="0">
            <a:spAutoFit/>
          </a:bodyPr>
          <a:lstStyle/>
          <a:p>
            <a:pPr algn="ctr"/>
            <a:r>
              <a:rPr lang="en-US" sz="900" dirty="0"/>
              <a:t>12359</a:t>
            </a:r>
          </a:p>
        </p:txBody>
      </p:sp>
      <p:sp>
        <p:nvSpPr>
          <p:cNvPr id="84" name="TextBox 83">
            <a:extLst>
              <a:ext uri="{FF2B5EF4-FFF2-40B4-BE49-F238E27FC236}">
                <a16:creationId xmlns:a16="http://schemas.microsoft.com/office/drawing/2014/main" id="{67B517E3-C70D-3FCD-0575-3C5FCCDE5184}"/>
              </a:ext>
            </a:extLst>
          </p:cNvPr>
          <p:cNvSpPr txBox="1"/>
          <p:nvPr/>
        </p:nvSpPr>
        <p:spPr>
          <a:xfrm>
            <a:off x="5650090" y="1903821"/>
            <a:ext cx="570089" cy="230832"/>
          </a:xfrm>
          <a:prstGeom prst="rect">
            <a:avLst/>
          </a:prstGeom>
          <a:noFill/>
        </p:spPr>
        <p:txBody>
          <a:bodyPr wrap="square" rtlCol="0">
            <a:spAutoFit/>
          </a:bodyPr>
          <a:lstStyle/>
          <a:p>
            <a:pPr algn="ctr"/>
            <a:r>
              <a:rPr lang="en-US" sz="900" dirty="0"/>
              <a:t>4569</a:t>
            </a:r>
          </a:p>
        </p:txBody>
      </p:sp>
      <p:sp>
        <p:nvSpPr>
          <p:cNvPr id="85" name="TextBox 84">
            <a:extLst>
              <a:ext uri="{FF2B5EF4-FFF2-40B4-BE49-F238E27FC236}">
                <a16:creationId xmlns:a16="http://schemas.microsoft.com/office/drawing/2014/main" id="{7D0B5AD9-B6EE-CD49-0600-64BEEAD36050}"/>
              </a:ext>
            </a:extLst>
          </p:cNvPr>
          <p:cNvSpPr txBox="1"/>
          <p:nvPr/>
        </p:nvSpPr>
        <p:spPr>
          <a:xfrm>
            <a:off x="6152446" y="1903821"/>
            <a:ext cx="570089" cy="230832"/>
          </a:xfrm>
          <a:prstGeom prst="rect">
            <a:avLst/>
          </a:prstGeom>
          <a:noFill/>
        </p:spPr>
        <p:txBody>
          <a:bodyPr wrap="square" rtlCol="0">
            <a:spAutoFit/>
          </a:bodyPr>
          <a:lstStyle/>
          <a:p>
            <a:pPr algn="ctr"/>
            <a:r>
              <a:rPr lang="en-US" sz="900" dirty="0"/>
              <a:t>4569</a:t>
            </a:r>
          </a:p>
        </p:txBody>
      </p:sp>
      <p:sp>
        <p:nvSpPr>
          <p:cNvPr id="86" name="TextBox 85">
            <a:extLst>
              <a:ext uri="{FF2B5EF4-FFF2-40B4-BE49-F238E27FC236}">
                <a16:creationId xmlns:a16="http://schemas.microsoft.com/office/drawing/2014/main" id="{0002FAC8-656B-5152-06F8-C3AE15E5FCFA}"/>
              </a:ext>
            </a:extLst>
          </p:cNvPr>
          <p:cNvSpPr txBox="1"/>
          <p:nvPr/>
        </p:nvSpPr>
        <p:spPr>
          <a:xfrm>
            <a:off x="6654802" y="1903821"/>
            <a:ext cx="570089" cy="230832"/>
          </a:xfrm>
          <a:prstGeom prst="rect">
            <a:avLst/>
          </a:prstGeom>
          <a:noFill/>
        </p:spPr>
        <p:txBody>
          <a:bodyPr wrap="square" rtlCol="0">
            <a:spAutoFit/>
          </a:bodyPr>
          <a:lstStyle/>
          <a:p>
            <a:pPr algn="ctr"/>
            <a:r>
              <a:rPr lang="en-US" sz="900" dirty="0"/>
              <a:t>4569</a:t>
            </a:r>
          </a:p>
        </p:txBody>
      </p:sp>
      <p:sp>
        <p:nvSpPr>
          <p:cNvPr id="87" name="TextBox 86">
            <a:extLst>
              <a:ext uri="{FF2B5EF4-FFF2-40B4-BE49-F238E27FC236}">
                <a16:creationId xmlns:a16="http://schemas.microsoft.com/office/drawing/2014/main" id="{76E0786C-F4DB-39D5-9424-4147B37AB283}"/>
              </a:ext>
            </a:extLst>
          </p:cNvPr>
          <p:cNvSpPr txBox="1"/>
          <p:nvPr/>
        </p:nvSpPr>
        <p:spPr>
          <a:xfrm>
            <a:off x="7157158" y="1903821"/>
            <a:ext cx="570089" cy="230832"/>
          </a:xfrm>
          <a:prstGeom prst="rect">
            <a:avLst/>
          </a:prstGeom>
          <a:noFill/>
        </p:spPr>
        <p:txBody>
          <a:bodyPr wrap="square" rtlCol="0">
            <a:spAutoFit/>
          </a:bodyPr>
          <a:lstStyle/>
          <a:p>
            <a:pPr algn="ctr"/>
            <a:r>
              <a:rPr lang="en-US" sz="900" dirty="0"/>
              <a:t>4569</a:t>
            </a:r>
          </a:p>
        </p:txBody>
      </p:sp>
    </p:spTree>
    <p:extLst>
      <p:ext uri="{BB962C8B-B14F-4D97-AF65-F5344CB8AC3E}">
        <p14:creationId xmlns:p14="http://schemas.microsoft.com/office/powerpoint/2010/main" val="39058868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976D4-D9F4-6E10-8F82-C1B38C0E140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AA9FB2-2EE0-10D0-FACE-890F31F10F90}"/>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8C2514C-6DD3-7C82-A169-3CC3609FAE0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471A0F4-741F-197B-CA20-880786EDEF7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4C581CB-22AB-0A1F-A8DF-01078563CEC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1248022-68DA-0470-83DD-F3D5D77338E5}"/>
              </a:ext>
            </a:extLst>
          </p:cNvPr>
          <p:cNvPicPr>
            <a:picLocks noChangeAspect="1"/>
          </p:cNvPicPr>
          <p:nvPr/>
        </p:nvPicPr>
        <p:blipFill>
          <a:blip r:embed="rId6"/>
          <a:stretch>
            <a:fillRect/>
          </a:stretch>
        </p:blipFill>
        <p:spPr>
          <a:xfrm>
            <a:off x="4584700" y="2311400"/>
            <a:ext cx="0" cy="0"/>
          </a:xfrm>
          <a:prstGeom prst="rect">
            <a:avLst/>
          </a:prstGeom>
        </p:spPr>
      </p:pic>
      <p:sp>
        <p:nvSpPr>
          <p:cNvPr id="17" name="TextBox 16">
            <a:extLst>
              <a:ext uri="{FF2B5EF4-FFF2-40B4-BE49-F238E27FC236}">
                <a16:creationId xmlns:a16="http://schemas.microsoft.com/office/drawing/2014/main" id="{B6D012FF-28DF-BA95-739C-0FB78051819F}"/>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8272CBBA-9138-147A-7EAA-4115270F18C8}"/>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69A2052B-F5FF-4C22-3188-27EA77654BE4}"/>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8D393E21-9103-BDFC-C835-A06ECE9A99BD}"/>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7FD91A70-0305-D1DD-9DE5-021A58108B87}"/>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33D5CC30-44E1-892A-A8E7-D5B223D51B77}"/>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EDD04510-4890-28AC-C612-581A939E4A15}"/>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294294F2-640D-C215-59FE-9C251A5DF969}"/>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C6384AE0-2496-2026-9361-B0EE713E32E4}"/>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575AAF83-BAAA-0815-C7DB-3FC4452D3627}"/>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B0665DAB-A23A-A75A-3F76-98173CFE00DE}"/>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251CA1A3-FCE0-B259-F317-A05F255F32E2}"/>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CE5A2A1C-DD3F-0E25-6D3F-9D766E4EF40F}"/>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CB6CA73F-524E-6149-E1E6-673920DA7A08}"/>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D4D31CEC-B380-3FBA-702C-6EDFDA9FEBFC}"/>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F207B12D-D2E9-A0AC-DB95-A5BF61EED3CF}"/>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EF52D819-71BE-C450-C02E-CD319C5CA434}"/>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0150A4E1-6F2E-3935-9AB2-7DA721EA66A5}"/>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ED9DF272-D306-A30D-E294-054C04B76986}"/>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0F469D49-1D48-1C84-5AB7-DDA6FBA7211B}"/>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26CD0CFB-CFF0-9160-4874-CCA502A79C78}"/>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841238F5-A346-DB09-0A04-C7E03C042C4C}"/>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6ED0CFE7-3F38-1523-84D1-D49B3EE44331}"/>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2F63B897-81CC-DE51-EF6C-F3137D43F26D}"/>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2EBBB766-EFA5-978F-2205-305E138043DA}"/>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861005A7-BD94-C747-81C3-07E412298DE3}"/>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A6342A8B-2000-EA55-0FEB-889CA9613575}"/>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3F8784AD-4DC8-65D6-1893-D3F6E960AD59}"/>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76E67956-FABE-5CE6-D57C-D125AB25EB83}"/>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BE9910DE-02CB-A82B-BD5F-6F2C19AF33E7}"/>
              </a:ext>
            </a:extLst>
          </p:cNvPr>
          <p:cNvSpPr txBox="1"/>
          <p:nvPr/>
        </p:nvSpPr>
        <p:spPr>
          <a:xfrm>
            <a:off x="3217333" y="172788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BCADD1F3-2514-6AD2-57DB-DA9FCE29D407}"/>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19" name="TextBox 18">
            <a:extLst>
              <a:ext uri="{FF2B5EF4-FFF2-40B4-BE49-F238E27FC236}">
                <a16:creationId xmlns:a16="http://schemas.microsoft.com/office/drawing/2014/main" id="{F5A7B2D5-F3F8-C1D6-FE91-6A88C5BC401A}"/>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5CD8630D-F412-5B61-A847-B07BCF15A018}"/>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9EB00DEC-DA26-1B50-AA94-80D9B1C38B1D}"/>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3" name="TextBox 22">
            <a:extLst>
              <a:ext uri="{FF2B5EF4-FFF2-40B4-BE49-F238E27FC236}">
                <a16:creationId xmlns:a16="http://schemas.microsoft.com/office/drawing/2014/main" id="{E8D92844-29C1-C60A-BF48-2B6D74EA32DC}"/>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4" name="TextBox 23">
            <a:extLst>
              <a:ext uri="{FF2B5EF4-FFF2-40B4-BE49-F238E27FC236}">
                <a16:creationId xmlns:a16="http://schemas.microsoft.com/office/drawing/2014/main" id="{96B60D94-4126-BFBC-3D87-EF20629D8313}"/>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0" name="TextBox 49">
            <a:extLst>
              <a:ext uri="{FF2B5EF4-FFF2-40B4-BE49-F238E27FC236}">
                <a16:creationId xmlns:a16="http://schemas.microsoft.com/office/drawing/2014/main" id="{79EF1CA8-6B39-E63F-7959-466B4D0FEFF0}"/>
              </a:ext>
            </a:extLst>
          </p:cNvPr>
          <p:cNvSpPr txBox="1"/>
          <p:nvPr/>
        </p:nvSpPr>
        <p:spPr>
          <a:xfrm>
            <a:off x="5215469" y="424456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DB216DA1-40F8-C6B9-7567-8A5640EACCEE}"/>
              </a:ext>
            </a:extLst>
          </p:cNvPr>
          <p:cNvSpPr txBox="1"/>
          <p:nvPr/>
        </p:nvSpPr>
        <p:spPr>
          <a:xfrm>
            <a:off x="5715003" y="4244561"/>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171B60EA-BD70-1644-2FBC-16130497F72E}"/>
              </a:ext>
            </a:extLst>
          </p:cNvPr>
          <p:cNvSpPr txBox="1"/>
          <p:nvPr/>
        </p:nvSpPr>
        <p:spPr>
          <a:xfrm>
            <a:off x="5215469" y="4747898"/>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106D8B10-E03E-CF27-DFF8-F0796F6CDFCB}"/>
              </a:ext>
            </a:extLst>
          </p:cNvPr>
          <p:cNvSpPr txBox="1"/>
          <p:nvPr/>
        </p:nvSpPr>
        <p:spPr>
          <a:xfrm>
            <a:off x="5715003" y="4747898"/>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2BE49125-2A37-FBD9-097B-24FF5359FF4F}"/>
              </a:ext>
            </a:extLst>
          </p:cNvPr>
          <p:cNvSpPr txBox="1"/>
          <p:nvPr/>
        </p:nvSpPr>
        <p:spPr>
          <a:xfrm>
            <a:off x="7213604" y="4244561"/>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9F6B7291-F9C2-8037-5186-4381D44CE164}"/>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48" name="TextBox 47">
            <a:extLst>
              <a:ext uri="{FF2B5EF4-FFF2-40B4-BE49-F238E27FC236}">
                <a16:creationId xmlns:a16="http://schemas.microsoft.com/office/drawing/2014/main" id="{99842A8E-132D-6910-4622-37AF2A67738E}"/>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49" name="TextBox 48">
            <a:extLst>
              <a:ext uri="{FF2B5EF4-FFF2-40B4-BE49-F238E27FC236}">
                <a16:creationId xmlns:a16="http://schemas.microsoft.com/office/drawing/2014/main" id="{0338756A-80A7-D1D2-BFA9-BA45DBB44E75}"/>
              </a:ext>
            </a:extLst>
          </p:cNvPr>
          <p:cNvSpPr txBox="1"/>
          <p:nvPr/>
        </p:nvSpPr>
        <p:spPr>
          <a:xfrm>
            <a:off x="6214537" y="4747898"/>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5A2FA32B-2E9A-71CE-D765-0BFB33AA3E5F}"/>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DED10F3C-50E0-9A21-84BF-C6B15B3A5437}"/>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CD0050B0-DB05-65B5-38CA-16E55A1E112E}"/>
              </a:ext>
            </a:extLst>
          </p:cNvPr>
          <p:cNvSpPr txBox="1"/>
          <p:nvPr/>
        </p:nvSpPr>
        <p:spPr>
          <a:xfrm>
            <a:off x="6654802" y="3907597"/>
            <a:ext cx="570089" cy="230832"/>
          </a:xfrm>
          <a:prstGeom prst="rect">
            <a:avLst/>
          </a:prstGeom>
          <a:noFill/>
        </p:spPr>
        <p:txBody>
          <a:bodyPr wrap="square" rtlCol="0">
            <a:spAutoFit/>
          </a:bodyPr>
          <a:lstStyle/>
          <a:p>
            <a:pPr algn="ctr"/>
            <a:r>
              <a:rPr lang="en-US" sz="900" dirty="0"/>
              <a:t>69</a:t>
            </a:r>
          </a:p>
        </p:txBody>
      </p:sp>
      <p:sp>
        <p:nvSpPr>
          <p:cNvPr id="58" name="TextBox 57">
            <a:extLst>
              <a:ext uri="{FF2B5EF4-FFF2-40B4-BE49-F238E27FC236}">
                <a16:creationId xmlns:a16="http://schemas.microsoft.com/office/drawing/2014/main" id="{B95AA0EF-CA19-656D-8BAE-CE53C33CBCD4}"/>
              </a:ext>
            </a:extLst>
          </p:cNvPr>
          <p:cNvSpPr txBox="1"/>
          <p:nvPr/>
        </p:nvSpPr>
        <p:spPr>
          <a:xfrm>
            <a:off x="7157158" y="3907597"/>
            <a:ext cx="570089" cy="230832"/>
          </a:xfrm>
          <a:prstGeom prst="rect">
            <a:avLst/>
          </a:prstGeom>
          <a:noFill/>
        </p:spPr>
        <p:txBody>
          <a:bodyPr wrap="square" rtlCol="0">
            <a:spAutoFit/>
          </a:bodyPr>
          <a:lstStyle/>
          <a:p>
            <a:pPr algn="ctr"/>
            <a:r>
              <a:rPr lang="en-US" sz="900" dirty="0"/>
              <a:t>96</a:t>
            </a:r>
          </a:p>
        </p:txBody>
      </p:sp>
      <p:sp>
        <p:nvSpPr>
          <p:cNvPr id="60" name="TextBox 59">
            <a:extLst>
              <a:ext uri="{FF2B5EF4-FFF2-40B4-BE49-F238E27FC236}">
                <a16:creationId xmlns:a16="http://schemas.microsoft.com/office/drawing/2014/main" id="{FCEEC050-1A37-191D-8164-456B1E219D6E}"/>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1" name="TextBox 60">
            <a:extLst>
              <a:ext uri="{FF2B5EF4-FFF2-40B4-BE49-F238E27FC236}">
                <a16:creationId xmlns:a16="http://schemas.microsoft.com/office/drawing/2014/main" id="{9D34D708-75BB-21AD-0B36-2897EBC0080E}"/>
              </a:ext>
            </a:extLst>
          </p:cNvPr>
          <p:cNvSpPr txBox="1"/>
          <p:nvPr/>
        </p:nvSpPr>
        <p:spPr>
          <a:xfrm>
            <a:off x="3640666" y="2404765"/>
            <a:ext cx="570089" cy="230832"/>
          </a:xfrm>
          <a:prstGeom prst="rect">
            <a:avLst/>
          </a:prstGeom>
          <a:noFill/>
        </p:spPr>
        <p:txBody>
          <a:bodyPr wrap="square" rtlCol="0">
            <a:spAutoFit/>
          </a:bodyPr>
          <a:lstStyle/>
          <a:p>
            <a:pPr algn="ctr"/>
            <a:r>
              <a:rPr lang="en-US" sz="900" dirty="0"/>
              <a:t>38</a:t>
            </a:r>
          </a:p>
        </p:txBody>
      </p:sp>
      <p:sp>
        <p:nvSpPr>
          <p:cNvPr id="62" name="TextBox 61">
            <a:extLst>
              <a:ext uri="{FF2B5EF4-FFF2-40B4-BE49-F238E27FC236}">
                <a16:creationId xmlns:a16="http://schemas.microsoft.com/office/drawing/2014/main" id="{1447F208-F19F-7CB3-2F82-E46B14EF35D5}"/>
              </a:ext>
            </a:extLst>
          </p:cNvPr>
          <p:cNvSpPr txBox="1"/>
          <p:nvPr/>
        </p:nvSpPr>
        <p:spPr>
          <a:xfrm>
            <a:off x="3640666" y="2905709"/>
            <a:ext cx="570089" cy="230832"/>
          </a:xfrm>
          <a:prstGeom prst="rect">
            <a:avLst/>
          </a:prstGeom>
          <a:noFill/>
        </p:spPr>
        <p:txBody>
          <a:bodyPr wrap="square" rtlCol="0">
            <a:spAutoFit/>
          </a:bodyPr>
          <a:lstStyle/>
          <a:p>
            <a:pPr algn="ctr"/>
            <a:r>
              <a:rPr lang="en-US" sz="900" dirty="0"/>
              <a:t>83</a:t>
            </a:r>
          </a:p>
        </p:txBody>
      </p:sp>
      <p:sp>
        <p:nvSpPr>
          <p:cNvPr id="66" name="TextBox 65">
            <a:extLst>
              <a:ext uri="{FF2B5EF4-FFF2-40B4-BE49-F238E27FC236}">
                <a16:creationId xmlns:a16="http://schemas.microsoft.com/office/drawing/2014/main" id="{8EE520B2-8EC6-7B3C-B3C9-537A22D85630}"/>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64" name="TextBox 63">
            <a:extLst>
              <a:ext uri="{FF2B5EF4-FFF2-40B4-BE49-F238E27FC236}">
                <a16:creationId xmlns:a16="http://schemas.microsoft.com/office/drawing/2014/main" id="{A09CA401-3998-3FE3-5621-72C74DF3A5EB}"/>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648D8E34-FDAA-BB21-769E-DA3582B3CE47}"/>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C215796D-AFB1-FD88-B6CA-CCD3BB58D251}"/>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B520A1E7-E8CB-3BE4-BC6F-282688988155}"/>
              </a:ext>
            </a:extLst>
          </p:cNvPr>
          <p:cNvSpPr txBox="1"/>
          <p:nvPr/>
        </p:nvSpPr>
        <p:spPr>
          <a:xfrm>
            <a:off x="3217333" y="3741226"/>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532B6A42-F932-3153-D4E8-3D4820DBC085}"/>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12" name="TextBox 11">
            <a:extLst>
              <a:ext uri="{FF2B5EF4-FFF2-40B4-BE49-F238E27FC236}">
                <a16:creationId xmlns:a16="http://schemas.microsoft.com/office/drawing/2014/main" id="{931B1A6D-03AD-ABE1-3223-BD8F7C287B4B}"/>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2B032D7D-C606-BEFB-90BF-7B81BB5A6DDF}"/>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27" name="TextBox 26">
            <a:extLst>
              <a:ext uri="{FF2B5EF4-FFF2-40B4-BE49-F238E27FC236}">
                <a16:creationId xmlns:a16="http://schemas.microsoft.com/office/drawing/2014/main" id="{AA74DF65-0403-B8F1-FF5B-50702CD4D5FC}"/>
              </a:ext>
            </a:extLst>
          </p:cNvPr>
          <p:cNvSpPr txBox="1"/>
          <p:nvPr/>
        </p:nvSpPr>
        <p:spPr>
          <a:xfrm>
            <a:off x="6152446" y="2404765"/>
            <a:ext cx="570089" cy="230832"/>
          </a:xfrm>
          <a:prstGeom prst="rect">
            <a:avLst/>
          </a:prstGeom>
          <a:noFill/>
        </p:spPr>
        <p:txBody>
          <a:bodyPr wrap="square" rtlCol="0">
            <a:spAutoFit/>
          </a:bodyPr>
          <a:lstStyle/>
          <a:p>
            <a:pPr algn="ctr"/>
            <a:r>
              <a:rPr lang="en-US" sz="900" dirty="0"/>
              <a:t>3589</a:t>
            </a:r>
          </a:p>
        </p:txBody>
      </p:sp>
      <p:sp>
        <p:nvSpPr>
          <p:cNvPr id="56" name="TextBox 55">
            <a:extLst>
              <a:ext uri="{FF2B5EF4-FFF2-40B4-BE49-F238E27FC236}">
                <a16:creationId xmlns:a16="http://schemas.microsoft.com/office/drawing/2014/main" id="{42CD7398-D462-EDD6-CA67-39F691832517}"/>
              </a:ext>
            </a:extLst>
          </p:cNvPr>
          <p:cNvSpPr txBox="1"/>
          <p:nvPr/>
        </p:nvSpPr>
        <p:spPr>
          <a:xfrm>
            <a:off x="6654802" y="2404765"/>
            <a:ext cx="570089" cy="230832"/>
          </a:xfrm>
          <a:prstGeom prst="rect">
            <a:avLst/>
          </a:prstGeom>
          <a:noFill/>
        </p:spPr>
        <p:txBody>
          <a:bodyPr wrap="square" rtlCol="0">
            <a:spAutoFit/>
          </a:bodyPr>
          <a:lstStyle/>
          <a:p>
            <a:pPr algn="ctr"/>
            <a:r>
              <a:rPr lang="en-US" sz="900" dirty="0"/>
              <a:t>589</a:t>
            </a:r>
          </a:p>
        </p:txBody>
      </p:sp>
      <p:sp>
        <p:nvSpPr>
          <p:cNvPr id="59" name="TextBox 58">
            <a:extLst>
              <a:ext uri="{FF2B5EF4-FFF2-40B4-BE49-F238E27FC236}">
                <a16:creationId xmlns:a16="http://schemas.microsoft.com/office/drawing/2014/main" id="{641AEB46-E182-4870-9158-10D2D7A297E3}"/>
              </a:ext>
            </a:extLst>
          </p:cNvPr>
          <p:cNvSpPr txBox="1"/>
          <p:nvPr/>
        </p:nvSpPr>
        <p:spPr>
          <a:xfrm>
            <a:off x="7157158" y="2404765"/>
            <a:ext cx="570089" cy="230832"/>
          </a:xfrm>
          <a:prstGeom prst="rect">
            <a:avLst/>
          </a:prstGeom>
          <a:noFill/>
        </p:spPr>
        <p:txBody>
          <a:bodyPr wrap="square" rtlCol="0">
            <a:spAutoFit/>
          </a:bodyPr>
          <a:lstStyle/>
          <a:p>
            <a:pPr algn="ctr"/>
            <a:r>
              <a:rPr lang="en-US" sz="900" dirty="0"/>
              <a:t>39</a:t>
            </a:r>
          </a:p>
        </p:txBody>
      </p:sp>
      <p:sp>
        <p:nvSpPr>
          <p:cNvPr id="63" name="TextBox 62">
            <a:extLst>
              <a:ext uri="{FF2B5EF4-FFF2-40B4-BE49-F238E27FC236}">
                <a16:creationId xmlns:a16="http://schemas.microsoft.com/office/drawing/2014/main" id="{7A5B9BDE-21EC-F01D-A03D-BA5625CD743C}"/>
              </a:ext>
            </a:extLst>
          </p:cNvPr>
          <p:cNvSpPr txBox="1"/>
          <p:nvPr/>
        </p:nvSpPr>
        <p:spPr>
          <a:xfrm>
            <a:off x="6654802" y="2905709"/>
            <a:ext cx="570089" cy="230832"/>
          </a:xfrm>
          <a:prstGeom prst="rect">
            <a:avLst/>
          </a:prstGeom>
          <a:noFill/>
        </p:spPr>
        <p:txBody>
          <a:bodyPr wrap="square" rtlCol="0">
            <a:spAutoFit/>
          </a:bodyPr>
          <a:lstStyle/>
          <a:p>
            <a:pPr algn="ctr"/>
            <a:r>
              <a:rPr lang="en-US" sz="900" dirty="0"/>
              <a:t>18</a:t>
            </a:r>
          </a:p>
        </p:txBody>
      </p:sp>
      <p:sp>
        <p:nvSpPr>
          <p:cNvPr id="65" name="TextBox 64">
            <a:extLst>
              <a:ext uri="{FF2B5EF4-FFF2-40B4-BE49-F238E27FC236}">
                <a16:creationId xmlns:a16="http://schemas.microsoft.com/office/drawing/2014/main" id="{871289CE-491F-E8A7-AF8C-E11F6D3B003F}"/>
              </a:ext>
            </a:extLst>
          </p:cNvPr>
          <p:cNvSpPr txBox="1"/>
          <p:nvPr/>
        </p:nvSpPr>
        <p:spPr>
          <a:xfrm>
            <a:off x="7157158" y="2905709"/>
            <a:ext cx="570089" cy="230832"/>
          </a:xfrm>
          <a:prstGeom prst="rect">
            <a:avLst/>
          </a:prstGeom>
          <a:noFill/>
        </p:spPr>
        <p:txBody>
          <a:bodyPr wrap="square" rtlCol="0">
            <a:spAutoFit/>
          </a:bodyPr>
          <a:lstStyle/>
          <a:p>
            <a:pPr algn="ctr"/>
            <a:r>
              <a:rPr lang="en-US" sz="900" dirty="0"/>
              <a:t>31</a:t>
            </a:r>
          </a:p>
        </p:txBody>
      </p:sp>
      <p:sp>
        <p:nvSpPr>
          <p:cNvPr id="72" name="TextBox 71">
            <a:extLst>
              <a:ext uri="{FF2B5EF4-FFF2-40B4-BE49-F238E27FC236}">
                <a16:creationId xmlns:a16="http://schemas.microsoft.com/office/drawing/2014/main" id="{1296F220-90FA-66C8-35BB-36F03C31F181}"/>
              </a:ext>
            </a:extLst>
          </p:cNvPr>
          <p:cNvSpPr txBox="1"/>
          <p:nvPr/>
        </p:nvSpPr>
        <p:spPr>
          <a:xfrm>
            <a:off x="6654802" y="3406653"/>
            <a:ext cx="570089" cy="230832"/>
          </a:xfrm>
          <a:prstGeom prst="rect">
            <a:avLst/>
          </a:prstGeom>
          <a:noFill/>
        </p:spPr>
        <p:txBody>
          <a:bodyPr wrap="square" rtlCol="0">
            <a:spAutoFit/>
          </a:bodyPr>
          <a:lstStyle/>
          <a:p>
            <a:pPr algn="ctr"/>
            <a:r>
              <a:rPr lang="en-US" sz="900" dirty="0"/>
              <a:t>27</a:t>
            </a:r>
          </a:p>
        </p:txBody>
      </p:sp>
      <p:sp>
        <p:nvSpPr>
          <p:cNvPr id="73" name="TextBox 72">
            <a:extLst>
              <a:ext uri="{FF2B5EF4-FFF2-40B4-BE49-F238E27FC236}">
                <a16:creationId xmlns:a16="http://schemas.microsoft.com/office/drawing/2014/main" id="{C0112BE5-D435-B617-49BF-D0B76F3B272D}"/>
              </a:ext>
            </a:extLst>
          </p:cNvPr>
          <p:cNvSpPr txBox="1"/>
          <p:nvPr/>
        </p:nvSpPr>
        <p:spPr>
          <a:xfrm>
            <a:off x="7157158" y="3406653"/>
            <a:ext cx="570089" cy="230832"/>
          </a:xfrm>
          <a:prstGeom prst="rect">
            <a:avLst/>
          </a:prstGeom>
          <a:noFill/>
        </p:spPr>
        <p:txBody>
          <a:bodyPr wrap="square" rtlCol="0">
            <a:spAutoFit/>
          </a:bodyPr>
          <a:lstStyle/>
          <a:p>
            <a:pPr algn="ctr"/>
            <a:r>
              <a:rPr lang="en-US" sz="900" dirty="0"/>
              <a:t>247</a:t>
            </a:r>
          </a:p>
        </p:txBody>
      </p:sp>
      <p:sp>
        <p:nvSpPr>
          <p:cNvPr id="75" name="TextBox 74">
            <a:extLst>
              <a:ext uri="{FF2B5EF4-FFF2-40B4-BE49-F238E27FC236}">
                <a16:creationId xmlns:a16="http://schemas.microsoft.com/office/drawing/2014/main" id="{565C36C9-704B-6321-2F6D-E5B009C4BA20}"/>
              </a:ext>
            </a:extLst>
          </p:cNvPr>
          <p:cNvSpPr txBox="1"/>
          <p:nvPr/>
        </p:nvSpPr>
        <p:spPr>
          <a:xfrm>
            <a:off x="5650090" y="901933"/>
            <a:ext cx="570089" cy="230832"/>
          </a:xfrm>
          <a:prstGeom prst="rect">
            <a:avLst/>
          </a:prstGeom>
          <a:noFill/>
        </p:spPr>
        <p:txBody>
          <a:bodyPr wrap="square" rtlCol="0">
            <a:spAutoFit/>
          </a:bodyPr>
          <a:lstStyle/>
          <a:p>
            <a:pPr algn="ctr"/>
            <a:r>
              <a:rPr lang="en-US" sz="900" dirty="0"/>
              <a:t>14</a:t>
            </a:r>
          </a:p>
        </p:txBody>
      </p:sp>
      <p:sp>
        <p:nvSpPr>
          <p:cNvPr id="76" name="TextBox 75">
            <a:extLst>
              <a:ext uri="{FF2B5EF4-FFF2-40B4-BE49-F238E27FC236}">
                <a16:creationId xmlns:a16="http://schemas.microsoft.com/office/drawing/2014/main" id="{5EF0D4B0-CBB0-D99F-5253-6473D761E278}"/>
              </a:ext>
            </a:extLst>
          </p:cNvPr>
          <p:cNvSpPr txBox="1"/>
          <p:nvPr/>
        </p:nvSpPr>
        <p:spPr>
          <a:xfrm>
            <a:off x="6152446" y="901933"/>
            <a:ext cx="570089" cy="230832"/>
          </a:xfrm>
          <a:prstGeom prst="rect">
            <a:avLst/>
          </a:prstGeom>
          <a:noFill/>
        </p:spPr>
        <p:txBody>
          <a:bodyPr wrap="square" rtlCol="0">
            <a:spAutoFit/>
          </a:bodyPr>
          <a:lstStyle/>
          <a:p>
            <a:pPr algn="ctr"/>
            <a:r>
              <a:rPr lang="en-US" sz="900" dirty="0"/>
              <a:t>48</a:t>
            </a:r>
          </a:p>
        </p:txBody>
      </p:sp>
      <p:sp>
        <p:nvSpPr>
          <p:cNvPr id="77" name="TextBox 76">
            <a:extLst>
              <a:ext uri="{FF2B5EF4-FFF2-40B4-BE49-F238E27FC236}">
                <a16:creationId xmlns:a16="http://schemas.microsoft.com/office/drawing/2014/main" id="{B96B496A-87D5-A017-2B08-105C35E46C62}"/>
              </a:ext>
            </a:extLst>
          </p:cNvPr>
          <p:cNvSpPr txBox="1"/>
          <p:nvPr/>
        </p:nvSpPr>
        <p:spPr>
          <a:xfrm>
            <a:off x="6654802" y="901933"/>
            <a:ext cx="570089" cy="230832"/>
          </a:xfrm>
          <a:prstGeom prst="rect">
            <a:avLst/>
          </a:prstGeom>
          <a:noFill/>
        </p:spPr>
        <p:txBody>
          <a:bodyPr wrap="square" rtlCol="0">
            <a:spAutoFit/>
          </a:bodyPr>
          <a:lstStyle/>
          <a:p>
            <a:pPr algn="ctr"/>
            <a:r>
              <a:rPr lang="en-US" sz="900" dirty="0"/>
              <a:t>1278</a:t>
            </a:r>
          </a:p>
        </p:txBody>
      </p:sp>
      <p:sp>
        <p:nvSpPr>
          <p:cNvPr id="78" name="TextBox 77">
            <a:extLst>
              <a:ext uri="{FF2B5EF4-FFF2-40B4-BE49-F238E27FC236}">
                <a16:creationId xmlns:a16="http://schemas.microsoft.com/office/drawing/2014/main" id="{EBAF45C4-4227-D794-53EF-B479CFC62E23}"/>
              </a:ext>
            </a:extLst>
          </p:cNvPr>
          <p:cNvSpPr txBox="1"/>
          <p:nvPr/>
        </p:nvSpPr>
        <p:spPr>
          <a:xfrm>
            <a:off x="7157158" y="901933"/>
            <a:ext cx="570089" cy="230832"/>
          </a:xfrm>
          <a:prstGeom prst="rect">
            <a:avLst/>
          </a:prstGeom>
          <a:noFill/>
        </p:spPr>
        <p:txBody>
          <a:bodyPr wrap="square" rtlCol="0">
            <a:spAutoFit/>
          </a:bodyPr>
          <a:lstStyle/>
          <a:p>
            <a:pPr algn="ctr"/>
            <a:r>
              <a:rPr lang="en-US" sz="900" dirty="0"/>
              <a:t>1247</a:t>
            </a:r>
          </a:p>
        </p:txBody>
      </p:sp>
      <p:sp>
        <p:nvSpPr>
          <p:cNvPr id="79" name="TextBox 78">
            <a:extLst>
              <a:ext uri="{FF2B5EF4-FFF2-40B4-BE49-F238E27FC236}">
                <a16:creationId xmlns:a16="http://schemas.microsoft.com/office/drawing/2014/main" id="{D3B91377-A0B2-98F8-AF15-4A3B286C4736}"/>
              </a:ext>
            </a:extLst>
          </p:cNvPr>
          <p:cNvSpPr txBox="1"/>
          <p:nvPr/>
        </p:nvSpPr>
        <p:spPr>
          <a:xfrm>
            <a:off x="5147734" y="1402877"/>
            <a:ext cx="570089" cy="230832"/>
          </a:xfrm>
          <a:prstGeom prst="rect">
            <a:avLst/>
          </a:prstGeom>
          <a:noFill/>
        </p:spPr>
        <p:txBody>
          <a:bodyPr wrap="square" rtlCol="0">
            <a:spAutoFit/>
          </a:bodyPr>
          <a:lstStyle/>
          <a:p>
            <a:pPr algn="ctr"/>
            <a:r>
              <a:rPr lang="en-US" sz="900" dirty="0"/>
              <a:t>25</a:t>
            </a:r>
          </a:p>
        </p:txBody>
      </p:sp>
      <p:sp>
        <p:nvSpPr>
          <p:cNvPr id="80" name="TextBox 79">
            <a:extLst>
              <a:ext uri="{FF2B5EF4-FFF2-40B4-BE49-F238E27FC236}">
                <a16:creationId xmlns:a16="http://schemas.microsoft.com/office/drawing/2014/main" id="{B996986B-5E0E-370E-A1B2-A79BA8746C1D}"/>
              </a:ext>
            </a:extLst>
          </p:cNvPr>
          <p:cNvSpPr txBox="1"/>
          <p:nvPr/>
        </p:nvSpPr>
        <p:spPr>
          <a:xfrm>
            <a:off x="5650090" y="1402877"/>
            <a:ext cx="570089" cy="230832"/>
          </a:xfrm>
          <a:prstGeom prst="rect">
            <a:avLst/>
          </a:prstGeom>
          <a:noFill/>
        </p:spPr>
        <p:txBody>
          <a:bodyPr wrap="square" rtlCol="0">
            <a:spAutoFit/>
          </a:bodyPr>
          <a:lstStyle/>
          <a:p>
            <a:pPr algn="ctr"/>
            <a:r>
              <a:rPr lang="en-US" sz="900" dirty="0"/>
              <a:t>91</a:t>
            </a:r>
          </a:p>
        </p:txBody>
      </p:sp>
      <p:sp>
        <p:nvSpPr>
          <p:cNvPr id="81" name="TextBox 80">
            <a:extLst>
              <a:ext uri="{FF2B5EF4-FFF2-40B4-BE49-F238E27FC236}">
                <a16:creationId xmlns:a16="http://schemas.microsoft.com/office/drawing/2014/main" id="{C6A540B2-74CB-6CC1-A8BE-7243D6FA391B}"/>
              </a:ext>
            </a:extLst>
          </p:cNvPr>
          <p:cNvSpPr txBox="1"/>
          <p:nvPr/>
        </p:nvSpPr>
        <p:spPr>
          <a:xfrm>
            <a:off x="6152446" y="1402877"/>
            <a:ext cx="570089" cy="230832"/>
          </a:xfrm>
          <a:prstGeom prst="rect">
            <a:avLst/>
          </a:prstGeom>
          <a:noFill/>
        </p:spPr>
        <p:txBody>
          <a:bodyPr wrap="square" rtlCol="0">
            <a:spAutoFit/>
          </a:bodyPr>
          <a:lstStyle/>
          <a:p>
            <a:pPr algn="ctr"/>
            <a:r>
              <a:rPr lang="en-US" sz="900" dirty="0"/>
              <a:t>359</a:t>
            </a:r>
          </a:p>
        </p:txBody>
      </p:sp>
      <p:sp>
        <p:nvSpPr>
          <p:cNvPr id="82" name="TextBox 81">
            <a:extLst>
              <a:ext uri="{FF2B5EF4-FFF2-40B4-BE49-F238E27FC236}">
                <a16:creationId xmlns:a16="http://schemas.microsoft.com/office/drawing/2014/main" id="{7DFE59B2-AE16-6348-CB01-03408B8E902F}"/>
              </a:ext>
            </a:extLst>
          </p:cNvPr>
          <p:cNvSpPr txBox="1"/>
          <p:nvPr/>
        </p:nvSpPr>
        <p:spPr>
          <a:xfrm>
            <a:off x="6654802" y="1402877"/>
            <a:ext cx="570089" cy="230832"/>
          </a:xfrm>
          <a:prstGeom prst="rect">
            <a:avLst/>
          </a:prstGeom>
          <a:noFill/>
        </p:spPr>
        <p:txBody>
          <a:bodyPr wrap="square" rtlCol="0">
            <a:spAutoFit/>
          </a:bodyPr>
          <a:lstStyle/>
          <a:p>
            <a:pPr algn="ctr"/>
            <a:r>
              <a:rPr lang="en-US" sz="900" dirty="0"/>
              <a:t>1259</a:t>
            </a:r>
          </a:p>
        </p:txBody>
      </p:sp>
      <p:sp>
        <p:nvSpPr>
          <p:cNvPr id="83" name="TextBox 82">
            <a:extLst>
              <a:ext uri="{FF2B5EF4-FFF2-40B4-BE49-F238E27FC236}">
                <a16:creationId xmlns:a16="http://schemas.microsoft.com/office/drawing/2014/main" id="{BFF45005-2E73-F3DD-D7E5-1CD472080CE0}"/>
              </a:ext>
            </a:extLst>
          </p:cNvPr>
          <p:cNvSpPr txBox="1"/>
          <p:nvPr/>
        </p:nvSpPr>
        <p:spPr>
          <a:xfrm>
            <a:off x="7157158" y="1402877"/>
            <a:ext cx="570089" cy="230832"/>
          </a:xfrm>
          <a:prstGeom prst="rect">
            <a:avLst/>
          </a:prstGeom>
          <a:noFill/>
        </p:spPr>
        <p:txBody>
          <a:bodyPr wrap="square" rtlCol="0">
            <a:spAutoFit/>
          </a:bodyPr>
          <a:lstStyle/>
          <a:p>
            <a:pPr algn="ctr"/>
            <a:r>
              <a:rPr lang="en-US" sz="900" dirty="0"/>
              <a:t>1239</a:t>
            </a:r>
          </a:p>
        </p:txBody>
      </p:sp>
      <p:sp>
        <p:nvSpPr>
          <p:cNvPr id="84" name="TextBox 83">
            <a:extLst>
              <a:ext uri="{FF2B5EF4-FFF2-40B4-BE49-F238E27FC236}">
                <a16:creationId xmlns:a16="http://schemas.microsoft.com/office/drawing/2014/main" id="{BC8201BD-8A92-31DE-60CE-05CB1F36A2CB}"/>
              </a:ext>
            </a:extLst>
          </p:cNvPr>
          <p:cNvSpPr txBox="1"/>
          <p:nvPr/>
        </p:nvSpPr>
        <p:spPr>
          <a:xfrm>
            <a:off x="5650090" y="1903821"/>
            <a:ext cx="570089" cy="230832"/>
          </a:xfrm>
          <a:prstGeom prst="rect">
            <a:avLst/>
          </a:prstGeom>
          <a:noFill/>
        </p:spPr>
        <p:txBody>
          <a:bodyPr wrap="square" rtlCol="0">
            <a:spAutoFit/>
          </a:bodyPr>
          <a:lstStyle/>
          <a:p>
            <a:pPr algn="ctr"/>
            <a:r>
              <a:rPr lang="en-US" sz="900" dirty="0"/>
              <a:t>49</a:t>
            </a:r>
          </a:p>
        </p:txBody>
      </p:sp>
      <p:sp>
        <p:nvSpPr>
          <p:cNvPr id="85" name="TextBox 84">
            <a:extLst>
              <a:ext uri="{FF2B5EF4-FFF2-40B4-BE49-F238E27FC236}">
                <a16:creationId xmlns:a16="http://schemas.microsoft.com/office/drawing/2014/main" id="{EF0E6923-AAF6-3459-05DB-4E147246C486}"/>
              </a:ext>
            </a:extLst>
          </p:cNvPr>
          <p:cNvSpPr txBox="1"/>
          <p:nvPr/>
        </p:nvSpPr>
        <p:spPr>
          <a:xfrm>
            <a:off x="6152446" y="1903821"/>
            <a:ext cx="570089" cy="230832"/>
          </a:xfrm>
          <a:prstGeom prst="rect">
            <a:avLst/>
          </a:prstGeom>
          <a:noFill/>
        </p:spPr>
        <p:txBody>
          <a:bodyPr wrap="square" rtlCol="0">
            <a:spAutoFit/>
          </a:bodyPr>
          <a:lstStyle/>
          <a:p>
            <a:pPr algn="ctr"/>
            <a:r>
              <a:rPr lang="en-US" sz="900" dirty="0"/>
              <a:t>459</a:t>
            </a:r>
          </a:p>
        </p:txBody>
      </p:sp>
      <p:sp>
        <p:nvSpPr>
          <p:cNvPr id="86" name="TextBox 85">
            <a:extLst>
              <a:ext uri="{FF2B5EF4-FFF2-40B4-BE49-F238E27FC236}">
                <a16:creationId xmlns:a16="http://schemas.microsoft.com/office/drawing/2014/main" id="{2A83C8C5-6B71-6E13-D1B4-456F44E4682A}"/>
              </a:ext>
            </a:extLst>
          </p:cNvPr>
          <p:cNvSpPr txBox="1"/>
          <p:nvPr/>
        </p:nvSpPr>
        <p:spPr>
          <a:xfrm>
            <a:off x="6654802" y="1903821"/>
            <a:ext cx="570089" cy="230832"/>
          </a:xfrm>
          <a:prstGeom prst="rect">
            <a:avLst/>
          </a:prstGeom>
          <a:noFill/>
        </p:spPr>
        <p:txBody>
          <a:bodyPr wrap="square" rtlCol="0">
            <a:spAutoFit/>
          </a:bodyPr>
          <a:lstStyle/>
          <a:p>
            <a:pPr algn="ctr"/>
            <a:r>
              <a:rPr lang="en-US" sz="900" dirty="0"/>
              <a:t>569</a:t>
            </a:r>
          </a:p>
        </p:txBody>
      </p:sp>
      <p:sp>
        <p:nvSpPr>
          <p:cNvPr id="87" name="TextBox 86">
            <a:extLst>
              <a:ext uri="{FF2B5EF4-FFF2-40B4-BE49-F238E27FC236}">
                <a16:creationId xmlns:a16="http://schemas.microsoft.com/office/drawing/2014/main" id="{F7091730-4187-2DE3-39AE-86DCEB77EC2C}"/>
              </a:ext>
            </a:extLst>
          </p:cNvPr>
          <p:cNvSpPr txBox="1"/>
          <p:nvPr/>
        </p:nvSpPr>
        <p:spPr>
          <a:xfrm>
            <a:off x="7157158" y="1903821"/>
            <a:ext cx="570089" cy="230832"/>
          </a:xfrm>
          <a:prstGeom prst="rect">
            <a:avLst/>
          </a:prstGeom>
          <a:noFill/>
        </p:spPr>
        <p:txBody>
          <a:bodyPr wrap="square" rtlCol="0">
            <a:spAutoFit/>
          </a:bodyPr>
          <a:lstStyle/>
          <a:p>
            <a:pPr algn="ctr"/>
            <a:r>
              <a:rPr lang="en-US" sz="900" dirty="0"/>
              <a:t>469</a:t>
            </a:r>
          </a:p>
        </p:txBody>
      </p:sp>
      <p:sp>
        <p:nvSpPr>
          <p:cNvPr id="88" name="TextBox 87">
            <a:extLst>
              <a:ext uri="{FF2B5EF4-FFF2-40B4-BE49-F238E27FC236}">
                <a16:creationId xmlns:a16="http://schemas.microsoft.com/office/drawing/2014/main" id="{26DBDDB1-CC33-A327-F2FB-1F7E4C34521C}"/>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89" name="TextBox 88">
            <a:extLst>
              <a:ext uri="{FF2B5EF4-FFF2-40B4-BE49-F238E27FC236}">
                <a16:creationId xmlns:a16="http://schemas.microsoft.com/office/drawing/2014/main" id="{4EFEF266-77ED-2071-6BFE-05272641C18E}"/>
              </a:ext>
            </a:extLst>
          </p:cNvPr>
          <p:cNvSpPr txBox="1"/>
          <p:nvPr/>
        </p:nvSpPr>
        <p:spPr>
          <a:xfrm>
            <a:off x="6214537" y="323789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32007363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BA4B5-A680-08B7-30CA-E44574AE936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BD2414C-FE21-985C-A8C4-5DD66210BBFC}"/>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7E12DDD-AA98-69C9-9D83-79C2B6F01D1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61E65D8-54F6-52CF-C6E2-65C5A7EC80C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388DFE3-575D-1301-C0F9-DF1C0C102E7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2C1EE56-30ED-CD9C-BA41-9624995673C6}"/>
              </a:ext>
            </a:extLst>
          </p:cNvPr>
          <p:cNvPicPr>
            <a:picLocks noChangeAspect="1"/>
          </p:cNvPicPr>
          <p:nvPr/>
        </p:nvPicPr>
        <p:blipFill>
          <a:blip r:embed="rId6"/>
          <a:stretch>
            <a:fillRect/>
          </a:stretch>
        </p:blipFill>
        <p:spPr>
          <a:xfrm>
            <a:off x="4584700" y="2311400"/>
            <a:ext cx="0" cy="0"/>
          </a:xfrm>
          <a:prstGeom prst="rect">
            <a:avLst/>
          </a:prstGeom>
        </p:spPr>
      </p:pic>
      <p:sp>
        <p:nvSpPr>
          <p:cNvPr id="17" name="TextBox 16">
            <a:extLst>
              <a:ext uri="{FF2B5EF4-FFF2-40B4-BE49-F238E27FC236}">
                <a16:creationId xmlns:a16="http://schemas.microsoft.com/office/drawing/2014/main" id="{0AC2BE0E-0ADB-6976-858A-64A817B0FB43}"/>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FDCBBE56-1309-D9A1-C919-CACA450611BE}"/>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F2D49710-D249-558E-4C76-C8ADBD6FE834}"/>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AEA84C9F-8F8E-61D1-21B2-0CFBD7BB45C1}"/>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A34A7681-4ED0-5403-4A5C-953FC9A51C2B}"/>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9F0C014A-9DDE-D906-3A58-300B34E8F2C3}"/>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7307B536-9C4C-4503-1D1A-52F407BFA640}"/>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EAF0B4D7-6134-7534-2746-56EF3CD8BFF2}"/>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A97B4C92-7101-E684-E755-909690BDD1FF}"/>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7615C36D-7CD4-AC1C-AA38-514B6E7895F1}"/>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1EB48FAE-1309-07D5-1361-48C5CC457C37}"/>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D82AEBA0-2807-86F9-1510-2B2755983812}"/>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A7DCBF1D-29C8-D4C3-0117-46832792BC8F}"/>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F323595C-514B-F728-F299-88D1F6BF57EB}"/>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47F90C0A-3226-F445-1C2D-8770C6F324D0}"/>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00A911B9-30DF-C9C4-35F7-9E2B85ECB956}"/>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30CE08CD-A249-A60F-5B0C-ADE7A9E0F903}"/>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2075FBF2-1200-8F26-5907-A090412827F4}"/>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5C873AB4-9F48-20C7-5E09-CDE54FB4043A}"/>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BD97CB98-5568-B9EF-DFF3-39CB6D3DD2C1}"/>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B169CB9F-8E1C-27B6-434E-6C5C130DBB8C}"/>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53270B99-5614-38B1-B44E-4E1FA3669D6E}"/>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5F88B449-81D2-014F-C8FA-1815E18F481B}"/>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1D8FF0CD-360B-9BF7-8B31-885D8D12E269}"/>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3A99C8D0-EE1D-174D-3692-C0301AF879AE}"/>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C0883B37-CB6E-B3B9-AFC9-D85DBEB4968E}"/>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40DFF5E2-1CFC-7034-BF69-82B290C0E0D7}"/>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B695AB08-0FD0-DE4D-FF6E-E93E03F57C9C}"/>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262E236C-A43B-0F06-8D7C-B91BC26B1DAE}"/>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E6970259-AAB4-ED21-8137-58B3EC9F9941}"/>
              </a:ext>
            </a:extLst>
          </p:cNvPr>
          <p:cNvSpPr txBox="1"/>
          <p:nvPr/>
        </p:nvSpPr>
        <p:spPr>
          <a:xfrm>
            <a:off x="3217333" y="172788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24A00045-E254-9038-F56C-05BD80520160}"/>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19" name="TextBox 18">
            <a:extLst>
              <a:ext uri="{FF2B5EF4-FFF2-40B4-BE49-F238E27FC236}">
                <a16:creationId xmlns:a16="http://schemas.microsoft.com/office/drawing/2014/main" id="{D844A9B5-4DEA-F9A0-7447-5116D799CB75}"/>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42EEEF5F-1FAA-DB7C-F2A5-7CBBDF4F5A0D}"/>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88B05DA1-7DED-ED6D-6F7F-E4A36A709EBF}"/>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3" name="TextBox 22">
            <a:extLst>
              <a:ext uri="{FF2B5EF4-FFF2-40B4-BE49-F238E27FC236}">
                <a16:creationId xmlns:a16="http://schemas.microsoft.com/office/drawing/2014/main" id="{50E353AC-E56D-2130-806D-ABB18331DBEE}"/>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4" name="TextBox 23">
            <a:extLst>
              <a:ext uri="{FF2B5EF4-FFF2-40B4-BE49-F238E27FC236}">
                <a16:creationId xmlns:a16="http://schemas.microsoft.com/office/drawing/2014/main" id="{DDB0E220-2C02-7AE1-0833-C6C3DCE5256F}"/>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0" name="TextBox 49">
            <a:extLst>
              <a:ext uri="{FF2B5EF4-FFF2-40B4-BE49-F238E27FC236}">
                <a16:creationId xmlns:a16="http://schemas.microsoft.com/office/drawing/2014/main" id="{FAA01A09-B8FC-5964-51F5-86FBF57B0B03}"/>
              </a:ext>
            </a:extLst>
          </p:cNvPr>
          <p:cNvSpPr txBox="1"/>
          <p:nvPr/>
        </p:nvSpPr>
        <p:spPr>
          <a:xfrm>
            <a:off x="5215469" y="424456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DCBD1129-4395-26C0-344D-9FB53B118349}"/>
              </a:ext>
            </a:extLst>
          </p:cNvPr>
          <p:cNvSpPr txBox="1"/>
          <p:nvPr/>
        </p:nvSpPr>
        <p:spPr>
          <a:xfrm>
            <a:off x="5715003" y="4244561"/>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0DDA9828-69ED-9BFE-C903-94B120848B6C}"/>
              </a:ext>
            </a:extLst>
          </p:cNvPr>
          <p:cNvSpPr txBox="1"/>
          <p:nvPr/>
        </p:nvSpPr>
        <p:spPr>
          <a:xfrm>
            <a:off x="5215469" y="4747898"/>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69D0638A-6DB2-2239-23C3-FEA4CBDFB389}"/>
              </a:ext>
            </a:extLst>
          </p:cNvPr>
          <p:cNvSpPr txBox="1"/>
          <p:nvPr/>
        </p:nvSpPr>
        <p:spPr>
          <a:xfrm>
            <a:off x="5715003" y="4747898"/>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EA826129-0A41-C8B6-8ABB-8E0A6AAB7719}"/>
              </a:ext>
            </a:extLst>
          </p:cNvPr>
          <p:cNvSpPr txBox="1"/>
          <p:nvPr/>
        </p:nvSpPr>
        <p:spPr>
          <a:xfrm>
            <a:off x="7213604" y="4244561"/>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5DCA58A6-0507-0169-ACE2-C069DF32052E}"/>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48" name="TextBox 47">
            <a:extLst>
              <a:ext uri="{FF2B5EF4-FFF2-40B4-BE49-F238E27FC236}">
                <a16:creationId xmlns:a16="http://schemas.microsoft.com/office/drawing/2014/main" id="{67800C78-5000-DBCD-02B7-93C94FDF07AA}"/>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49" name="TextBox 48">
            <a:extLst>
              <a:ext uri="{FF2B5EF4-FFF2-40B4-BE49-F238E27FC236}">
                <a16:creationId xmlns:a16="http://schemas.microsoft.com/office/drawing/2014/main" id="{B40786C6-3405-5462-3121-639A262104FE}"/>
              </a:ext>
            </a:extLst>
          </p:cNvPr>
          <p:cNvSpPr txBox="1"/>
          <p:nvPr/>
        </p:nvSpPr>
        <p:spPr>
          <a:xfrm>
            <a:off x="6214537" y="4747898"/>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B77957BA-17B5-425D-C033-0C25C73AA52A}"/>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16089761-88B0-2FD4-AD8F-CC8209B0675E}"/>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D4FA49B8-4345-2237-C93E-4CDAAE73D6FD}"/>
              </a:ext>
            </a:extLst>
          </p:cNvPr>
          <p:cNvSpPr txBox="1"/>
          <p:nvPr/>
        </p:nvSpPr>
        <p:spPr>
          <a:xfrm>
            <a:off x="6654802" y="3907597"/>
            <a:ext cx="570089" cy="230832"/>
          </a:xfrm>
          <a:prstGeom prst="rect">
            <a:avLst/>
          </a:prstGeom>
          <a:noFill/>
        </p:spPr>
        <p:txBody>
          <a:bodyPr wrap="square" rtlCol="0">
            <a:spAutoFit/>
          </a:bodyPr>
          <a:lstStyle/>
          <a:p>
            <a:pPr algn="ctr"/>
            <a:r>
              <a:rPr lang="en-US" sz="900" dirty="0"/>
              <a:t>69</a:t>
            </a:r>
          </a:p>
        </p:txBody>
      </p:sp>
      <p:sp>
        <p:nvSpPr>
          <p:cNvPr id="58" name="TextBox 57">
            <a:extLst>
              <a:ext uri="{FF2B5EF4-FFF2-40B4-BE49-F238E27FC236}">
                <a16:creationId xmlns:a16="http://schemas.microsoft.com/office/drawing/2014/main" id="{CDFA3A91-B358-2CBE-224E-1A63BA3A00A5}"/>
              </a:ext>
            </a:extLst>
          </p:cNvPr>
          <p:cNvSpPr txBox="1"/>
          <p:nvPr/>
        </p:nvSpPr>
        <p:spPr>
          <a:xfrm>
            <a:off x="7157158" y="3907597"/>
            <a:ext cx="570089" cy="230832"/>
          </a:xfrm>
          <a:prstGeom prst="rect">
            <a:avLst/>
          </a:prstGeom>
          <a:noFill/>
        </p:spPr>
        <p:txBody>
          <a:bodyPr wrap="square" rtlCol="0">
            <a:spAutoFit/>
          </a:bodyPr>
          <a:lstStyle/>
          <a:p>
            <a:pPr algn="ctr"/>
            <a:r>
              <a:rPr lang="en-US" sz="900" dirty="0"/>
              <a:t>96</a:t>
            </a:r>
          </a:p>
        </p:txBody>
      </p:sp>
      <p:sp>
        <p:nvSpPr>
          <p:cNvPr id="60" name="TextBox 59">
            <a:extLst>
              <a:ext uri="{FF2B5EF4-FFF2-40B4-BE49-F238E27FC236}">
                <a16:creationId xmlns:a16="http://schemas.microsoft.com/office/drawing/2014/main" id="{76BBDCC4-F14E-E3CE-FBC6-5D30CE55BC44}"/>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1" name="TextBox 60">
            <a:extLst>
              <a:ext uri="{FF2B5EF4-FFF2-40B4-BE49-F238E27FC236}">
                <a16:creationId xmlns:a16="http://schemas.microsoft.com/office/drawing/2014/main" id="{CB690545-C1B1-D111-F263-52F4C53E3D9F}"/>
              </a:ext>
            </a:extLst>
          </p:cNvPr>
          <p:cNvSpPr txBox="1"/>
          <p:nvPr/>
        </p:nvSpPr>
        <p:spPr>
          <a:xfrm>
            <a:off x="3640666" y="2404765"/>
            <a:ext cx="570089" cy="230832"/>
          </a:xfrm>
          <a:prstGeom prst="rect">
            <a:avLst/>
          </a:prstGeom>
          <a:noFill/>
        </p:spPr>
        <p:txBody>
          <a:bodyPr wrap="square" rtlCol="0">
            <a:spAutoFit/>
          </a:bodyPr>
          <a:lstStyle/>
          <a:p>
            <a:pPr algn="ctr"/>
            <a:r>
              <a:rPr lang="en-US" sz="900" dirty="0"/>
              <a:t>38</a:t>
            </a:r>
          </a:p>
        </p:txBody>
      </p:sp>
      <p:sp>
        <p:nvSpPr>
          <p:cNvPr id="62" name="TextBox 61">
            <a:extLst>
              <a:ext uri="{FF2B5EF4-FFF2-40B4-BE49-F238E27FC236}">
                <a16:creationId xmlns:a16="http://schemas.microsoft.com/office/drawing/2014/main" id="{062162B6-B0AA-24F4-194C-569621E6F187}"/>
              </a:ext>
            </a:extLst>
          </p:cNvPr>
          <p:cNvSpPr txBox="1"/>
          <p:nvPr/>
        </p:nvSpPr>
        <p:spPr>
          <a:xfrm>
            <a:off x="3640666" y="2905709"/>
            <a:ext cx="570089" cy="230832"/>
          </a:xfrm>
          <a:prstGeom prst="rect">
            <a:avLst/>
          </a:prstGeom>
          <a:noFill/>
        </p:spPr>
        <p:txBody>
          <a:bodyPr wrap="square" rtlCol="0">
            <a:spAutoFit/>
          </a:bodyPr>
          <a:lstStyle/>
          <a:p>
            <a:pPr algn="ctr"/>
            <a:r>
              <a:rPr lang="en-US" sz="900" dirty="0"/>
              <a:t>83</a:t>
            </a:r>
          </a:p>
        </p:txBody>
      </p:sp>
      <p:sp>
        <p:nvSpPr>
          <p:cNvPr id="66" name="TextBox 65">
            <a:extLst>
              <a:ext uri="{FF2B5EF4-FFF2-40B4-BE49-F238E27FC236}">
                <a16:creationId xmlns:a16="http://schemas.microsoft.com/office/drawing/2014/main" id="{769CEB25-9128-C51D-B231-A2C1DE461231}"/>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64" name="TextBox 63">
            <a:extLst>
              <a:ext uri="{FF2B5EF4-FFF2-40B4-BE49-F238E27FC236}">
                <a16:creationId xmlns:a16="http://schemas.microsoft.com/office/drawing/2014/main" id="{B88584CA-7C77-6A4D-CF6D-AC98DB3365A3}"/>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DD66BE23-4E97-4FA5-4BAF-9861FD2A4773}"/>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63329C73-9D6D-F53C-B6C7-89308F755FD4}"/>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E29D2441-3890-4336-2973-40A403B618AB}"/>
              </a:ext>
            </a:extLst>
          </p:cNvPr>
          <p:cNvSpPr txBox="1"/>
          <p:nvPr/>
        </p:nvSpPr>
        <p:spPr>
          <a:xfrm>
            <a:off x="3217333" y="3741226"/>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EC2B2D89-C009-2E52-346B-B4FFDA54F7A1}"/>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12" name="TextBox 11">
            <a:extLst>
              <a:ext uri="{FF2B5EF4-FFF2-40B4-BE49-F238E27FC236}">
                <a16:creationId xmlns:a16="http://schemas.microsoft.com/office/drawing/2014/main" id="{8BA5757A-9686-58CF-31EB-F610D779290F}"/>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F9EE9E02-8D45-B172-5DB9-7C93E1D9AA3F}"/>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27" name="TextBox 26">
            <a:extLst>
              <a:ext uri="{FF2B5EF4-FFF2-40B4-BE49-F238E27FC236}">
                <a16:creationId xmlns:a16="http://schemas.microsoft.com/office/drawing/2014/main" id="{7017F69D-BA0C-7B9C-08F1-6743C89744A3}"/>
              </a:ext>
            </a:extLst>
          </p:cNvPr>
          <p:cNvSpPr txBox="1"/>
          <p:nvPr/>
        </p:nvSpPr>
        <p:spPr>
          <a:xfrm>
            <a:off x="6152446" y="2404765"/>
            <a:ext cx="570089" cy="230832"/>
          </a:xfrm>
          <a:prstGeom prst="rect">
            <a:avLst/>
          </a:prstGeom>
          <a:noFill/>
        </p:spPr>
        <p:txBody>
          <a:bodyPr wrap="square" rtlCol="0">
            <a:spAutoFit/>
          </a:bodyPr>
          <a:lstStyle/>
          <a:p>
            <a:pPr algn="ctr"/>
            <a:r>
              <a:rPr lang="en-US" sz="900" dirty="0"/>
              <a:t>3589</a:t>
            </a:r>
          </a:p>
        </p:txBody>
      </p:sp>
      <p:sp>
        <p:nvSpPr>
          <p:cNvPr id="56" name="TextBox 55">
            <a:extLst>
              <a:ext uri="{FF2B5EF4-FFF2-40B4-BE49-F238E27FC236}">
                <a16:creationId xmlns:a16="http://schemas.microsoft.com/office/drawing/2014/main" id="{4731F329-4DB3-763D-D2E2-3AF2ECD6216F}"/>
              </a:ext>
            </a:extLst>
          </p:cNvPr>
          <p:cNvSpPr txBox="1"/>
          <p:nvPr/>
        </p:nvSpPr>
        <p:spPr>
          <a:xfrm>
            <a:off x="6654802" y="2404765"/>
            <a:ext cx="570089" cy="230832"/>
          </a:xfrm>
          <a:prstGeom prst="rect">
            <a:avLst/>
          </a:prstGeom>
          <a:noFill/>
        </p:spPr>
        <p:txBody>
          <a:bodyPr wrap="square" rtlCol="0">
            <a:spAutoFit/>
          </a:bodyPr>
          <a:lstStyle/>
          <a:p>
            <a:pPr algn="ctr"/>
            <a:r>
              <a:rPr lang="en-US" sz="900" dirty="0"/>
              <a:t>589</a:t>
            </a:r>
          </a:p>
        </p:txBody>
      </p:sp>
      <p:sp>
        <p:nvSpPr>
          <p:cNvPr id="59" name="TextBox 58">
            <a:extLst>
              <a:ext uri="{FF2B5EF4-FFF2-40B4-BE49-F238E27FC236}">
                <a16:creationId xmlns:a16="http://schemas.microsoft.com/office/drawing/2014/main" id="{6823DBE8-7349-C9D6-AC4E-FD7011DCFFDC}"/>
              </a:ext>
            </a:extLst>
          </p:cNvPr>
          <p:cNvSpPr txBox="1"/>
          <p:nvPr/>
        </p:nvSpPr>
        <p:spPr>
          <a:xfrm>
            <a:off x="7157158" y="2404765"/>
            <a:ext cx="570089" cy="230832"/>
          </a:xfrm>
          <a:prstGeom prst="rect">
            <a:avLst/>
          </a:prstGeom>
          <a:noFill/>
        </p:spPr>
        <p:txBody>
          <a:bodyPr wrap="square" rtlCol="0">
            <a:spAutoFit/>
          </a:bodyPr>
          <a:lstStyle/>
          <a:p>
            <a:pPr algn="ctr"/>
            <a:r>
              <a:rPr lang="en-US" sz="900" dirty="0"/>
              <a:t>39</a:t>
            </a:r>
          </a:p>
        </p:txBody>
      </p:sp>
      <p:sp>
        <p:nvSpPr>
          <p:cNvPr id="63" name="TextBox 62">
            <a:extLst>
              <a:ext uri="{FF2B5EF4-FFF2-40B4-BE49-F238E27FC236}">
                <a16:creationId xmlns:a16="http://schemas.microsoft.com/office/drawing/2014/main" id="{20B0ED66-3E09-D653-210A-48500023E7A4}"/>
              </a:ext>
            </a:extLst>
          </p:cNvPr>
          <p:cNvSpPr txBox="1"/>
          <p:nvPr/>
        </p:nvSpPr>
        <p:spPr>
          <a:xfrm>
            <a:off x="6654802" y="2905709"/>
            <a:ext cx="570089" cy="230832"/>
          </a:xfrm>
          <a:prstGeom prst="rect">
            <a:avLst/>
          </a:prstGeom>
          <a:noFill/>
        </p:spPr>
        <p:txBody>
          <a:bodyPr wrap="square" rtlCol="0">
            <a:spAutoFit/>
          </a:bodyPr>
          <a:lstStyle/>
          <a:p>
            <a:pPr algn="ctr"/>
            <a:r>
              <a:rPr lang="en-US" sz="900" dirty="0"/>
              <a:t>18</a:t>
            </a:r>
          </a:p>
        </p:txBody>
      </p:sp>
      <p:sp>
        <p:nvSpPr>
          <p:cNvPr id="65" name="TextBox 64">
            <a:extLst>
              <a:ext uri="{FF2B5EF4-FFF2-40B4-BE49-F238E27FC236}">
                <a16:creationId xmlns:a16="http://schemas.microsoft.com/office/drawing/2014/main" id="{384AC094-C896-D409-5D3F-57A46FADB8A8}"/>
              </a:ext>
            </a:extLst>
          </p:cNvPr>
          <p:cNvSpPr txBox="1"/>
          <p:nvPr/>
        </p:nvSpPr>
        <p:spPr>
          <a:xfrm>
            <a:off x="7157158" y="2905709"/>
            <a:ext cx="570089" cy="230832"/>
          </a:xfrm>
          <a:prstGeom prst="rect">
            <a:avLst/>
          </a:prstGeom>
          <a:noFill/>
        </p:spPr>
        <p:txBody>
          <a:bodyPr wrap="square" rtlCol="0">
            <a:spAutoFit/>
          </a:bodyPr>
          <a:lstStyle/>
          <a:p>
            <a:pPr algn="ctr"/>
            <a:r>
              <a:rPr lang="en-US" sz="900" dirty="0"/>
              <a:t>31</a:t>
            </a:r>
          </a:p>
        </p:txBody>
      </p:sp>
      <p:sp>
        <p:nvSpPr>
          <p:cNvPr id="72" name="TextBox 71">
            <a:extLst>
              <a:ext uri="{FF2B5EF4-FFF2-40B4-BE49-F238E27FC236}">
                <a16:creationId xmlns:a16="http://schemas.microsoft.com/office/drawing/2014/main" id="{10FD9F4B-FA9D-8E64-48EE-8D4D4CE2B2E1}"/>
              </a:ext>
            </a:extLst>
          </p:cNvPr>
          <p:cNvSpPr txBox="1"/>
          <p:nvPr/>
        </p:nvSpPr>
        <p:spPr>
          <a:xfrm>
            <a:off x="6654802" y="3406653"/>
            <a:ext cx="570089" cy="230832"/>
          </a:xfrm>
          <a:prstGeom prst="rect">
            <a:avLst/>
          </a:prstGeom>
          <a:noFill/>
        </p:spPr>
        <p:txBody>
          <a:bodyPr wrap="square" rtlCol="0">
            <a:spAutoFit/>
          </a:bodyPr>
          <a:lstStyle/>
          <a:p>
            <a:pPr algn="ctr"/>
            <a:r>
              <a:rPr lang="en-US" sz="900" dirty="0"/>
              <a:t>27</a:t>
            </a:r>
          </a:p>
        </p:txBody>
      </p:sp>
      <p:sp>
        <p:nvSpPr>
          <p:cNvPr id="73" name="TextBox 72">
            <a:extLst>
              <a:ext uri="{FF2B5EF4-FFF2-40B4-BE49-F238E27FC236}">
                <a16:creationId xmlns:a16="http://schemas.microsoft.com/office/drawing/2014/main" id="{E7191716-DE6E-C720-D376-E03A209A0EDA}"/>
              </a:ext>
            </a:extLst>
          </p:cNvPr>
          <p:cNvSpPr txBox="1"/>
          <p:nvPr/>
        </p:nvSpPr>
        <p:spPr>
          <a:xfrm>
            <a:off x="7157158" y="3406653"/>
            <a:ext cx="570089" cy="230832"/>
          </a:xfrm>
          <a:prstGeom prst="rect">
            <a:avLst/>
          </a:prstGeom>
          <a:noFill/>
        </p:spPr>
        <p:txBody>
          <a:bodyPr wrap="square" rtlCol="0">
            <a:spAutoFit/>
          </a:bodyPr>
          <a:lstStyle/>
          <a:p>
            <a:pPr algn="ctr"/>
            <a:r>
              <a:rPr lang="en-US" sz="900" dirty="0"/>
              <a:t>72</a:t>
            </a:r>
          </a:p>
        </p:txBody>
      </p:sp>
      <p:sp>
        <p:nvSpPr>
          <p:cNvPr id="75" name="TextBox 74">
            <a:extLst>
              <a:ext uri="{FF2B5EF4-FFF2-40B4-BE49-F238E27FC236}">
                <a16:creationId xmlns:a16="http://schemas.microsoft.com/office/drawing/2014/main" id="{D05E46D1-EDBF-F111-8D5D-C34F11ECD05A}"/>
              </a:ext>
            </a:extLst>
          </p:cNvPr>
          <p:cNvSpPr txBox="1"/>
          <p:nvPr/>
        </p:nvSpPr>
        <p:spPr>
          <a:xfrm>
            <a:off x="5650090" y="901933"/>
            <a:ext cx="570089" cy="230832"/>
          </a:xfrm>
          <a:prstGeom prst="rect">
            <a:avLst/>
          </a:prstGeom>
          <a:noFill/>
        </p:spPr>
        <p:txBody>
          <a:bodyPr wrap="square" rtlCol="0">
            <a:spAutoFit/>
          </a:bodyPr>
          <a:lstStyle/>
          <a:p>
            <a:pPr algn="ctr"/>
            <a:r>
              <a:rPr lang="en-US" sz="900" dirty="0"/>
              <a:t>14</a:t>
            </a:r>
          </a:p>
        </p:txBody>
      </p:sp>
      <p:sp>
        <p:nvSpPr>
          <p:cNvPr id="77" name="TextBox 76">
            <a:extLst>
              <a:ext uri="{FF2B5EF4-FFF2-40B4-BE49-F238E27FC236}">
                <a16:creationId xmlns:a16="http://schemas.microsoft.com/office/drawing/2014/main" id="{CE8D6CED-7279-19A9-E615-DCAFF52B4F0D}"/>
              </a:ext>
            </a:extLst>
          </p:cNvPr>
          <p:cNvSpPr txBox="1"/>
          <p:nvPr/>
        </p:nvSpPr>
        <p:spPr>
          <a:xfrm>
            <a:off x="6654802" y="901933"/>
            <a:ext cx="570089" cy="230832"/>
          </a:xfrm>
          <a:prstGeom prst="rect">
            <a:avLst/>
          </a:prstGeom>
          <a:noFill/>
        </p:spPr>
        <p:txBody>
          <a:bodyPr wrap="square" rtlCol="0">
            <a:spAutoFit/>
          </a:bodyPr>
          <a:lstStyle/>
          <a:p>
            <a:pPr algn="ctr"/>
            <a:r>
              <a:rPr lang="en-US" sz="900" dirty="0"/>
              <a:t>178</a:t>
            </a:r>
          </a:p>
        </p:txBody>
      </p:sp>
      <p:sp>
        <p:nvSpPr>
          <p:cNvPr id="78" name="TextBox 77">
            <a:extLst>
              <a:ext uri="{FF2B5EF4-FFF2-40B4-BE49-F238E27FC236}">
                <a16:creationId xmlns:a16="http://schemas.microsoft.com/office/drawing/2014/main" id="{98C21A25-439C-F455-33E3-799B646BD245}"/>
              </a:ext>
            </a:extLst>
          </p:cNvPr>
          <p:cNvSpPr txBox="1"/>
          <p:nvPr/>
        </p:nvSpPr>
        <p:spPr>
          <a:xfrm>
            <a:off x="7157158" y="901933"/>
            <a:ext cx="570089" cy="230832"/>
          </a:xfrm>
          <a:prstGeom prst="rect">
            <a:avLst/>
          </a:prstGeom>
          <a:noFill/>
        </p:spPr>
        <p:txBody>
          <a:bodyPr wrap="square" rtlCol="0">
            <a:spAutoFit/>
          </a:bodyPr>
          <a:lstStyle/>
          <a:p>
            <a:pPr algn="ctr"/>
            <a:r>
              <a:rPr lang="en-US" sz="900" dirty="0"/>
              <a:t>147</a:t>
            </a:r>
          </a:p>
        </p:txBody>
      </p:sp>
      <p:sp>
        <p:nvSpPr>
          <p:cNvPr id="80" name="TextBox 79">
            <a:extLst>
              <a:ext uri="{FF2B5EF4-FFF2-40B4-BE49-F238E27FC236}">
                <a16:creationId xmlns:a16="http://schemas.microsoft.com/office/drawing/2014/main" id="{0E24EE70-91E3-8738-8F50-40C7C16E0E90}"/>
              </a:ext>
            </a:extLst>
          </p:cNvPr>
          <p:cNvSpPr txBox="1"/>
          <p:nvPr/>
        </p:nvSpPr>
        <p:spPr>
          <a:xfrm>
            <a:off x="5650090" y="1402877"/>
            <a:ext cx="570089" cy="230832"/>
          </a:xfrm>
          <a:prstGeom prst="rect">
            <a:avLst/>
          </a:prstGeom>
          <a:noFill/>
        </p:spPr>
        <p:txBody>
          <a:bodyPr wrap="square" rtlCol="0">
            <a:spAutoFit/>
          </a:bodyPr>
          <a:lstStyle/>
          <a:p>
            <a:pPr algn="ctr"/>
            <a:r>
              <a:rPr lang="en-US" sz="900" dirty="0"/>
              <a:t>91</a:t>
            </a:r>
          </a:p>
        </p:txBody>
      </p:sp>
      <p:sp>
        <p:nvSpPr>
          <p:cNvPr id="81" name="TextBox 80">
            <a:extLst>
              <a:ext uri="{FF2B5EF4-FFF2-40B4-BE49-F238E27FC236}">
                <a16:creationId xmlns:a16="http://schemas.microsoft.com/office/drawing/2014/main" id="{03146C72-B6EC-30D4-7BF0-9C5E4FEC85E1}"/>
              </a:ext>
            </a:extLst>
          </p:cNvPr>
          <p:cNvSpPr txBox="1"/>
          <p:nvPr/>
        </p:nvSpPr>
        <p:spPr>
          <a:xfrm>
            <a:off x="6152446" y="1402877"/>
            <a:ext cx="570089" cy="230832"/>
          </a:xfrm>
          <a:prstGeom prst="rect">
            <a:avLst/>
          </a:prstGeom>
          <a:noFill/>
        </p:spPr>
        <p:txBody>
          <a:bodyPr wrap="square" rtlCol="0">
            <a:spAutoFit/>
          </a:bodyPr>
          <a:lstStyle/>
          <a:p>
            <a:pPr algn="ctr"/>
            <a:r>
              <a:rPr lang="en-US" sz="900" dirty="0"/>
              <a:t>359</a:t>
            </a:r>
          </a:p>
        </p:txBody>
      </p:sp>
      <p:sp>
        <p:nvSpPr>
          <p:cNvPr id="82" name="TextBox 81">
            <a:extLst>
              <a:ext uri="{FF2B5EF4-FFF2-40B4-BE49-F238E27FC236}">
                <a16:creationId xmlns:a16="http://schemas.microsoft.com/office/drawing/2014/main" id="{42C29F8A-8A06-6CD4-E5FF-D5D6A3366E5F}"/>
              </a:ext>
            </a:extLst>
          </p:cNvPr>
          <p:cNvSpPr txBox="1"/>
          <p:nvPr/>
        </p:nvSpPr>
        <p:spPr>
          <a:xfrm>
            <a:off x="6654802" y="1402877"/>
            <a:ext cx="570089" cy="230832"/>
          </a:xfrm>
          <a:prstGeom prst="rect">
            <a:avLst/>
          </a:prstGeom>
          <a:noFill/>
        </p:spPr>
        <p:txBody>
          <a:bodyPr wrap="square" rtlCol="0">
            <a:spAutoFit/>
          </a:bodyPr>
          <a:lstStyle/>
          <a:p>
            <a:pPr algn="ctr"/>
            <a:r>
              <a:rPr lang="en-US" sz="900" dirty="0"/>
              <a:t>1259</a:t>
            </a:r>
          </a:p>
        </p:txBody>
      </p:sp>
      <p:sp>
        <p:nvSpPr>
          <p:cNvPr id="83" name="TextBox 82">
            <a:extLst>
              <a:ext uri="{FF2B5EF4-FFF2-40B4-BE49-F238E27FC236}">
                <a16:creationId xmlns:a16="http://schemas.microsoft.com/office/drawing/2014/main" id="{83F9D5FD-5F28-1D4D-ED96-DD2E5AF91731}"/>
              </a:ext>
            </a:extLst>
          </p:cNvPr>
          <p:cNvSpPr txBox="1"/>
          <p:nvPr/>
        </p:nvSpPr>
        <p:spPr>
          <a:xfrm>
            <a:off x="7157158" y="1402877"/>
            <a:ext cx="570089" cy="230832"/>
          </a:xfrm>
          <a:prstGeom prst="rect">
            <a:avLst/>
          </a:prstGeom>
          <a:noFill/>
        </p:spPr>
        <p:txBody>
          <a:bodyPr wrap="square" rtlCol="0">
            <a:spAutoFit/>
          </a:bodyPr>
          <a:lstStyle/>
          <a:p>
            <a:pPr algn="ctr"/>
            <a:r>
              <a:rPr lang="en-US" sz="900" dirty="0"/>
              <a:t>1239</a:t>
            </a:r>
          </a:p>
        </p:txBody>
      </p:sp>
      <p:sp>
        <p:nvSpPr>
          <p:cNvPr id="84" name="TextBox 83">
            <a:extLst>
              <a:ext uri="{FF2B5EF4-FFF2-40B4-BE49-F238E27FC236}">
                <a16:creationId xmlns:a16="http://schemas.microsoft.com/office/drawing/2014/main" id="{B4C5A52F-D7F1-BE5F-D96C-3241E442E3EB}"/>
              </a:ext>
            </a:extLst>
          </p:cNvPr>
          <p:cNvSpPr txBox="1"/>
          <p:nvPr/>
        </p:nvSpPr>
        <p:spPr>
          <a:xfrm>
            <a:off x="5650090" y="1903821"/>
            <a:ext cx="570089" cy="230832"/>
          </a:xfrm>
          <a:prstGeom prst="rect">
            <a:avLst/>
          </a:prstGeom>
          <a:noFill/>
        </p:spPr>
        <p:txBody>
          <a:bodyPr wrap="square" rtlCol="0">
            <a:spAutoFit/>
          </a:bodyPr>
          <a:lstStyle/>
          <a:p>
            <a:pPr algn="ctr"/>
            <a:r>
              <a:rPr lang="en-US" sz="900" dirty="0"/>
              <a:t>49</a:t>
            </a:r>
          </a:p>
        </p:txBody>
      </p:sp>
      <p:sp>
        <p:nvSpPr>
          <p:cNvPr id="85" name="TextBox 84">
            <a:extLst>
              <a:ext uri="{FF2B5EF4-FFF2-40B4-BE49-F238E27FC236}">
                <a16:creationId xmlns:a16="http://schemas.microsoft.com/office/drawing/2014/main" id="{637E9AF7-B538-5842-5B70-D6EB3D3A1D0F}"/>
              </a:ext>
            </a:extLst>
          </p:cNvPr>
          <p:cNvSpPr txBox="1"/>
          <p:nvPr/>
        </p:nvSpPr>
        <p:spPr>
          <a:xfrm>
            <a:off x="6152446" y="1903821"/>
            <a:ext cx="570089" cy="230832"/>
          </a:xfrm>
          <a:prstGeom prst="rect">
            <a:avLst/>
          </a:prstGeom>
          <a:noFill/>
        </p:spPr>
        <p:txBody>
          <a:bodyPr wrap="square" rtlCol="0">
            <a:spAutoFit/>
          </a:bodyPr>
          <a:lstStyle/>
          <a:p>
            <a:pPr algn="ctr"/>
            <a:r>
              <a:rPr lang="en-US" sz="900" dirty="0"/>
              <a:t>59</a:t>
            </a:r>
          </a:p>
        </p:txBody>
      </p:sp>
      <p:sp>
        <p:nvSpPr>
          <p:cNvPr id="86" name="TextBox 85">
            <a:extLst>
              <a:ext uri="{FF2B5EF4-FFF2-40B4-BE49-F238E27FC236}">
                <a16:creationId xmlns:a16="http://schemas.microsoft.com/office/drawing/2014/main" id="{FCB034AE-35D6-A053-D583-967C83E1A6F6}"/>
              </a:ext>
            </a:extLst>
          </p:cNvPr>
          <p:cNvSpPr txBox="1"/>
          <p:nvPr/>
        </p:nvSpPr>
        <p:spPr>
          <a:xfrm>
            <a:off x="6654802" y="1903821"/>
            <a:ext cx="570089" cy="230832"/>
          </a:xfrm>
          <a:prstGeom prst="rect">
            <a:avLst/>
          </a:prstGeom>
          <a:noFill/>
        </p:spPr>
        <p:txBody>
          <a:bodyPr wrap="square" rtlCol="0">
            <a:spAutoFit/>
          </a:bodyPr>
          <a:lstStyle/>
          <a:p>
            <a:pPr algn="ctr"/>
            <a:r>
              <a:rPr lang="en-US" sz="900" dirty="0"/>
              <a:t>569</a:t>
            </a:r>
          </a:p>
        </p:txBody>
      </p:sp>
      <p:sp>
        <p:nvSpPr>
          <p:cNvPr id="87" name="TextBox 86">
            <a:extLst>
              <a:ext uri="{FF2B5EF4-FFF2-40B4-BE49-F238E27FC236}">
                <a16:creationId xmlns:a16="http://schemas.microsoft.com/office/drawing/2014/main" id="{73D230FB-3881-2E60-E461-130CFC41A32B}"/>
              </a:ext>
            </a:extLst>
          </p:cNvPr>
          <p:cNvSpPr txBox="1"/>
          <p:nvPr/>
        </p:nvSpPr>
        <p:spPr>
          <a:xfrm>
            <a:off x="7157158" y="1903821"/>
            <a:ext cx="570089" cy="230832"/>
          </a:xfrm>
          <a:prstGeom prst="rect">
            <a:avLst/>
          </a:prstGeom>
          <a:noFill/>
        </p:spPr>
        <p:txBody>
          <a:bodyPr wrap="square" rtlCol="0">
            <a:spAutoFit/>
          </a:bodyPr>
          <a:lstStyle/>
          <a:p>
            <a:pPr algn="ctr"/>
            <a:r>
              <a:rPr lang="en-US" sz="900" dirty="0"/>
              <a:t>469</a:t>
            </a:r>
          </a:p>
        </p:txBody>
      </p:sp>
      <p:sp>
        <p:nvSpPr>
          <p:cNvPr id="88" name="TextBox 87">
            <a:extLst>
              <a:ext uri="{FF2B5EF4-FFF2-40B4-BE49-F238E27FC236}">
                <a16:creationId xmlns:a16="http://schemas.microsoft.com/office/drawing/2014/main" id="{14DF15DC-3BFC-C891-9A46-467E4055A7F1}"/>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89" name="TextBox 88">
            <a:extLst>
              <a:ext uri="{FF2B5EF4-FFF2-40B4-BE49-F238E27FC236}">
                <a16:creationId xmlns:a16="http://schemas.microsoft.com/office/drawing/2014/main" id="{DEC6D4CF-E706-5328-97CA-726DEA92C236}"/>
              </a:ext>
            </a:extLst>
          </p:cNvPr>
          <p:cNvSpPr txBox="1"/>
          <p:nvPr/>
        </p:nvSpPr>
        <p:spPr>
          <a:xfrm>
            <a:off x="6214537" y="3237891"/>
            <a:ext cx="462845" cy="584775"/>
          </a:xfrm>
          <a:prstGeom prst="rect">
            <a:avLst/>
          </a:prstGeom>
          <a:noFill/>
        </p:spPr>
        <p:txBody>
          <a:bodyPr wrap="square" rtlCol="0">
            <a:spAutoFit/>
          </a:bodyPr>
          <a:lstStyle/>
          <a:p>
            <a:pPr algn="ctr"/>
            <a:r>
              <a:rPr lang="en-US" sz="3200" dirty="0"/>
              <a:t>4</a:t>
            </a:r>
          </a:p>
        </p:txBody>
      </p:sp>
      <p:sp>
        <p:nvSpPr>
          <p:cNvPr id="71" name="TextBox 70">
            <a:extLst>
              <a:ext uri="{FF2B5EF4-FFF2-40B4-BE49-F238E27FC236}">
                <a16:creationId xmlns:a16="http://schemas.microsoft.com/office/drawing/2014/main" id="{1E3BF676-BB84-7828-2854-300243B86293}"/>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74" name="TextBox 73">
            <a:extLst>
              <a:ext uri="{FF2B5EF4-FFF2-40B4-BE49-F238E27FC236}">
                <a16:creationId xmlns:a16="http://schemas.microsoft.com/office/drawing/2014/main" id="{2245D69F-5FC3-190F-EC59-9A59FD8C7EE6}"/>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17666456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70327-2CFC-0BA2-AAA1-94CF94CE892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A5A7ED-2405-0535-85AA-1A7C7F8D08A7}"/>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8D38801-BC1A-7D3B-57A7-5E6534AEA00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1C134D6-8BE4-631D-C528-5FDC8AC9FC6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0509C82-0FEC-065B-99EF-C45BC190F8C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5AE8899-30FF-705E-0CD2-D1EFE4A98A93}"/>
              </a:ext>
            </a:extLst>
          </p:cNvPr>
          <p:cNvPicPr>
            <a:picLocks noChangeAspect="1"/>
          </p:cNvPicPr>
          <p:nvPr/>
        </p:nvPicPr>
        <p:blipFill>
          <a:blip r:embed="rId6"/>
          <a:stretch>
            <a:fillRect/>
          </a:stretch>
        </p:blipFill>
        <p:spPr>
          <a:xfrm>
            <a:off x="4584700" y="2311400"/>
            <a:ext cx="0" cy="0"/>
          </a:xfrm>
          <a:prstGeom prst="rect">
            <a:avLst/>
          </a:prstGeom>
        </p:spPr>
      </p:pic>
      <p:sp>
        <p:nvSpPr>
          <p:cNvPr id="17" name="TextBox 16">
            <a:extLst>
              <a:ext uri="{FF2B5EF4-FFF2-40B4-BE49-F238E27FC236}">
                <a16:creationId xmlns:a16="http://schemas.microsoft.com/office/drawing/2014/main" id="{05E1C266-74DB-ACB0-C89C-2516094E142B}"/>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700CEAF3-527B-B471-BC26-E90CC173EC83}"/>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72988BCA-F2FB-2697-08C8-DB6DD038373C}"/>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50DCA392-99A2-473C-BB09-094A014B4509}"/>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5CB69E06-10E9-27F2-181A-5A8ADA2AF634}"/>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D398AA71-0102-2956-41FD-8A7B33E9385B}"/>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F7E9CC05-E806-BAFE-4081-28A03D7FA1FE}"/>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0CDB2376-47B9-422E-23F2-0057EE9B916C}"/>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E2FEE290-E67A-F37B-1A11-2F7A8E0EC01D}"/>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5C57081F-9E52-2752-E293-6CA53260C0DD}"/>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D5500AAA-8AEB-6EC9-7071-1413A41823CF}"/>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D17CDF24-3028-A7FC-90E4-56220204CC45}"/>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5367E2FC-5D48-940F-D55E-F670571982D2}"/>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AE58D13D-6D25-071A-32E2-FBBAE2F044C2}"/>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87506056-3553-0F93-16F8-10485F4C0BC5}"/>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794F19E8-B187-3B7E-737C-1FB4FB265EC7}"/>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051DEBE0-D151-05A4-0AB8-2E0E0B4C9003}"/>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238F2D2B-8971-1B1F-C1E2-5F8B26463849}"/>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4CE28F20-6B4E-79B8-8D73-0E51AA083775}"/>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3087CC5F-E530-1A8B-7AEB-EAD8BFDE7DAA}"/>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FFFCEA7E-5015-1F76-70AC-9CB3F8C24667}"/>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514D7FFF-55F0-490F-B0AA-40200D7961CC}"/>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8CCCA3B6-CE9F-EE3A-7EAE-B77D6411D499}"/>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5FA208DF-3F26-EA07-39FC-870446BA9DCB}"/>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5629E4E3-18BE-38A3-F6AE-4405F34F40A9}"/>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5098FA66-6075-ABB2-E9F8-842021A9B82F}"/>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B4329205-06D7-BDBB-A516-5466A241CBE0}"/>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53C4D5BE-F4DF-D091-F7CD-750CA0C8754E}"/>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E0F02B91-C9C6-206F-5AAB-485D6A8F10C6}"/>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01B6B204-6183-0B8B-6960-9FDC3B123FDB}"/>
              </a:ext>
            </a:extLst>
          </p:cNvPr>
          <p:cNvSpPr txBox="1"/>
          <p:nvPr/>
        </p:nvSpPr>
        <p:spPr>
          <a:xfrm>
            <a:off x="3217333" y="172788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3789D3A2-A2FA-CA88-F353-782A8B3A7F45}"/>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19" name="TextBox 18">
            <a:extLst>
              <a:ext uri="{FF2B5EF4-FFF2-40B4-BE49-F238E27FC236}">
                <a16:creationId xmlns:a16="http://schemas.microsoft.com/office/drawing/2014/main" id="{EC4C8940-632C-F2E0-DCCE-B37AFAA159C6}"/>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C7BF5D34-80CC-9791-7358-89B7A940F95E}"/>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46BE1D26-D1E1-43E1-DC94-BEC654CD0363}"/>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3" name="TextBox 22">
            <a:extLst>
              <a:ext uri="{FF2B5EF4-FFF2-40B4-BE49-F238E27FC236}">
                <a16:creationId xmlns:a16="http://schemas.microsoft.com/office/drawing/2014/main" id="{DC98AEED-87FE-B357-D35A-31A47B6C0CAC}"/>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4" name="TextBox 23">
            <a:extLst>
              <a:ext uri="{FF2B5EF4-FFF2-40B4-BE49-F238E27FC236}">
                <a16:creationId xmlns:a16="http://schemas.microsoft.com/office/drawing/2014/main" id="{D046CC1A-0518-7D0C-CCBD-FD2850532702}"/>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0" name="TextBox 49">
            <a:extLst>
              <a:ext uri="{FF2B5EF4-FFF2-40B4-BE49-F238E27FC236}">
                <a16:creationId xmlns:a16="http://schemas.microsoft.com/office/drawing/2014/main" id="{05106CDE-28A9-A0BF-7E90-2FCE50EFFBB4}"/>
              </a:ext>
            </a:extLst>
          </p:cNvPr>
          <p:cNvSpPr txBox="1"/>
          <p:nvPr/>
        </p:nvSpPr>
        <p:spPr>
          <a:xfrm>
            <a:off x="5215469" y="424456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3F46215C-C8C4-83DA-05FB-760F14CEB7C3}"/>
              </a:ext>
            </a:extLst>
          </p:cNvPr>
          <p:cNvSpPr txBox="1"/>
          <p:nvPr/>
        </p:nvSpPr>
        <p:spPr>
          <a:xfrm>
            <a:off x="5715003" y="4244561"/>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55292DED-6A01-C4D6-F81C-28E0EF1E36ED}"/>
              </a:ext>
            </a:extLst>
          </p:cNvPr>
          <p:cNvSpPr txBox="1"/>
          <p:nvPr/>
        </p:nvSpPr>
        <p:spPr>
          <a:xfrm>
            <a:off x="5215469" y="4747898"/>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1EBE2EF0-9B6F-6810-0555-BFB986E323F5}"/>
              </a:ext>
            </a:extLst>
          </p:cNvPr>
          <p:cNvSpPr txBox="1"/>
          <p:nvPr/>
        </p:nvSpPr>
        <p:spPr>
          <a:xfrm>
            <a:off x="5715003" y="4747898"/>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75608029-5A8F-569B-541B-6BBF9FAAB27A}"/>
              </a:ext>
            </a:extLst>
          </p:cNvPr>
          <p:cNvSpPr txBox="1"/>
          <p:nvPr/>
        </p:nvSpPr>
        <p:spPr>
          <a:xfrm>
            <a:off x="7213604" y="4244561"/>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99B88692-2D5D-1228-CE07-97F1B7A54ACD}"/>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48" name="TextBox 47">
            <a:extLst>
              <a:ext uri="{FF2B5EF4-FFF2-40B4-BE49-F238E27FC236}">
                <a16:creationId xmlns:a16="http://schemas.microsoft.com/office/drawing/2014/main" id="{1ECDD549-9CC8-16A5-30AB-70C54CC1809A}"/>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49" name="TextBox 48">
            <a:extLst>
              <a:ext uri="{FF2B5EF4-FFF2-40B4-BE49-F238E27FC236}">
                <a16:creationId xmlns:a16="http://schemas.microsoft.com/office/drawing/2014/main" id="{A263E5F2-E57D-54D5-CA74-90507A551519}"/>
              </a:ext>
            </a:extLst>
          </p:cNvPr>
          <p:cNvSpPr txBox="1"/>
          <p:nvPr/>
        </p:nvSpPr>
        <p:spPr>
          <a:xfrm>
            <a:off x="6214537" y="4747898"/>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03D085AB-559F-F982-8E57-F665FB610910}"/>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C0661831-9B22-0019-5386-D82B30441EE3}"/>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0D21A894-39A1-FF39-5822-E0C178303BF6}"/>
              </a:ext>
            </a:extLst>
          </p:cNvPr>
          <p:cNvSpPr txBox="1"/>
          <p:nvPr/>
        </p:nvSpPr>
        <p:spPr>
          <a:xfrm>
            <a:off x="6654802" y="3907597"/>
            <a:ext cx="570089" cy="230832"/>
          </a:xfrm>
          <a:prstGeom prst="rect">
            <a:avLst/>
          </a:prstGeom>
          <a:noFill/>
        </p:spPr>
        <p:txBody>
          <a:bodyPr wrap="square" rtlCol="0">
            <a:spAutoFit/>
          </a:bodyPr>
          <a:lstStyle/>
          <a:p>
            <a:pPr algn="ctr"/>
            <a:r>
              <a:rPr lang="en-US" sz="900" dirty="0"/>
              <a:t>69</a:t>
            </a:r>
          </a:p>
        </p:txBody>
      </p:sp>
      <p:sp>
        <p:nvSpPr>
          <p:cNvPr id="58" name="TextBox 57">
            <a:extLst>
              <a:ext uri="{FF2B5EF4-FFF2-40B4-BE49-F238E27FC236}">
                <a16:creationId xmlns:a16="http://schemas.microsoft.com/office/drawing/2014/main" id="{D2EF57E2-9938-18FB-120A-5EB1E139FAC9}"/>
              </a:ext>
            </a:extLst>
          </p:cNvPr>
          <p:cNvSpPr txBox="1"/>
          <p:nvPr/>
        </p:nvSpPr>
        <p:spPr>
          <a:xfrm>
            <a:off x="7157158" y="3907597"/>
            <a:ext cx="570089" cy="230832"/>
          </a:xfrm>
          <a:prstGeom prst="rect">
            <a:avLst/>
          </a:prstGeom>
          <a:noFill/>
        </p:spPr>
        <p:txBody>
          <a:bodyPr wrap="square" rtlCol="0">
            <a:spAutoFit/>
          </a:bodyPr>
          <a:lstStyle/>
          <a:p>
            <a:pPr algn="ctr"/>
            <a:r>
              <a:rPr lang="en-US" sz="900" dirty="0"/>
              <a:t>96</a:t>
            </a:r>
          </a:p>
        </p:txBody>
      </p:sp>
      <p:sp>
        <p:nvSpPr>
          <p:cNvPr id="60" name="TextBox 59">
            <a:extLst>
              <a:ext uri="{FF2B5EF4-FFF2-40B4-BE49-F238E27FC236}">
                <a16:creationId xmlns:a16="http://schemas.microsoft.com/office/drawing/2014/main" id="{5487A8BA-3A77-BC96-ED1A-55C412D176EB}"/>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1" name="TextBox 60">
            <a:extLst>
              <a:ext uri="{FF2B5EF4-FFF2-40B4-BE49-F238E27FC236}">
                <a16:creationId xmlns:a16="http://schemas.microsoft.com/office/drawing/2014/main" id="{A105B9BA-65A6-F93F-7F14-89020BA70C87}"/>
              </a:ext>
            </a:extLst>
          </p:cNvPr>
          <p:cNvSpPr txBox="1"/>
          <p:nvPr/>
        </p:nvSpPr>
        <p:spPr>
          <a:xfrm>
            <a:off x="3640666" y="2404765"/>
            <a:ext cx="570089" cy="230832"/>
          </a:xfrm>
          <a:prstGeom prst="rect">
            <a:avLst/>
          </a:prstGeom>
          <a:noFill/>
        </p:spPr>
        <p:txBody>
          <a:bodyPr wrap="square" rtlCol="0">
            <a:spAutoFit/>
          </a:bodyPr>
          <a:lstStyle/>
          <a:p>
            <a:pPr algn="ctr"/>
            <a:r>
              <a:rPr lang="en-US" sz="900" dirty="0"/>
              <a:t>38</a:t>
            </a:r>
          </a:p>
        </p:txBody>
      </p:sp>
      <p:sp>
        <p:nvSpPr>
          <p:cNvPr id="62" name="TextBox 61">
            <a:extLst>
              <a:ext uri="{FF2B5EF4-FFF2-40B4-BE49-F238E27FC236}">
                <a16:creationId xmlns:a16="http://schemas.microsoft.com/office/drawing/2014/main" id="{5A072EC7-0C83-52D3-39FC-7DB7464D4157}"/>
              </a:ext>
            </a:extLst>
          </p:cNvPr>
          <p:cNvSpPr txBox="1"/>
          <p:nvPr/>
        </p:nvSpPr>
        <p:spPr>
          <a:xfrm>
            <a:off x="3640666" y="2905709"/>
            <a:ext cx="570089" cy="230832"/>
          </a:xfrm>
          <a:prstGeom prst="rect">
            <a:avLst/>
          </a:prstGeom>
          <a:noFill/>
        </p:spPr>
        <p:txBody>
          <a:bodyPr wrap="square" rtlCol="0">
            <a:spAutoFit/>
          </a:bodyPr>
          <a:lstStyle/>
          <a:p>
            <a:pPr algn="ctr"/>
            <a:r>
              <a:rPr lang="en-US" sz="900" dirty="0"/>
              <a:t>83</a:t>
            </a:r>
          </a:p>
        </p:txBody>
      </p:sp>
      <p:sp>
        <p:nvSpPr>
          <p:cNvPr id="66" name="TextBox 65">
            <a:extLst>
              <a:ext uri="{FF2B5EF4-FFF2-40B4-BE49-F238E27FC236}">
                <a16:creationId xmlns:a16="http://schemas.microsoft.com/office/drawing/2014/main" id="{9255C399-1762-5D35-F073-5B8E0D977F72}"/>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64" name="TextBox 63">
            <a:extLst>
              <a:ext uri="{FF2B5EF4-FFF2-40B4-BE49-F238E27FC236}">
                <a16:creationId xmlns:a16="http://schemas.microsoft.com/office/drawing/2014/main" id="{D1D561D2-1059-D846-BF29-BC2B56C1D48A}"/>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9207B616-1E0E-F92E-142C-C4268666884B}"/>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0F195FBD-5081-3CE3-5F8C-38DC1A94950A}"/>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C3E119AC-0213-9C82-9234-50B386343BCC}"/>
              </a:ext>
            </a:extLst>
          </p:cNvPr>
          <p:cNvSpPr txBox="1"/>
          <p:nvPr/>
        </p:nvSpPr>
        <p:spPr>
          <a:xfrm>
            <a:off x="3217333" y="3741226"/>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A3EBE4D1-810D-1869-38B3-53F73A30CFC0}"/>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12" name="TextBox 11">
            <a:extLst>
              <a:ext uri="{FF2B5EF4-FFF2-40B4-BE49-F238E27FC236}">
                <a16:creationId xmlns:a16="http://schemas.microsoft.com/office/drawing/2014/main" id="{2E074C8F-90F1-8473-3982-711DA027AFE0}"/>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568D3783-6B47-4469-1972-67D053CAF8A4}"/>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27" name="TextBox 26">
            <a:extLst>
              <a:ext uri="{FF2B5EF4-FFF2-40B4-BE49-F238E27FC236}">
                <a16:creationId xmlns:a16="http://schemas.microsoft.com/office/drawing/2014/main" id="{0ACF7900-E465-822E-BDFE-1CC914A85642}"/>
              </a:ext>
            </a:extLst>
          </p:cNvPr>
          <p:cNvSpPr txBox="1"/>
          <p:nvPr/>
        </p:nvSpPr>
        <p:spPr>
          <a:xfrm>
            <a:off x="6152446" y="2404765"/>
            <a:ext cx="570089" cy="230832"/>
          </a:xfrm>
          <a:prstGeom prst="rect">
            <a:avLst/>
          </a:prstGeom>
          <a:noFill/>
        </p:spPr>
        <p:txBody>
          <a:bodyPr wrap="square" rtlCol="0">
            <a:spAutoFit/>
          </a:bodyPr>
          <a:lstStyle/>
          <a:p>
            <a:pPr algn="ctr"/>
            <a:r>
              <a:rPr lang="en-US" sz="900" dirty="0"/>
              <a:t>359</a:t>
            </a:r>
          </a:p>
        </p:txBody>
      </p:sp>
      <p:sp>
        <p:nvSpPr>
          <p:cNvPr id="56" name="TextBox 55">
            <a:extLst>
              <a:ext uri="{FF2B5EF4-FFF2-40B4-BE49-F238E27FC236}">
                <a16:creationId xmlns:a16="http://schemas.microsoft.com/office/drawing/2014/main" id="{C332E238-6A52-4EBB-9980-0DB5B09AAEAD}"/>
              </a:ext>
            </a:extLst>
          </p:cNvPr>
          <p:cNvSpPr txBox="1"/>
          <p:nvPr/>
        </p:nvSpPr>
        <p:spPr>
          <a:xfrm>
            <a:off x="6654802" y="2404765"/>
            <a:ext cx="570089" cy="230832"/>
          </a:xfrm>
          <a:prstGeom prst="rect">
            <a:avLst/>
          </a:prstGeom>
          <a:noFill/>
        </p:spPr>
        <p:txBody>
          <a:bodyPr wrap="square" rtlCol="0">
            <a:spAutoFit/>
          </a:bodyPr>
          <a:lstStyle/>
          <a:p>
            <a:pPr algn="ctr"/>
            <a:r>
              <a:rPr lang="en-US" sz="900" dirty="0"/>
              <a:t>589</a:t>
            </a:r>
          </a:p>
        </p:txBody>
      </p:sp>
      <p:sp>
        <p:nvSpPr>
          <p:cNvPr id="59" name="TextBox 58">
            <a:extLst>
              <a:ext uri="{FF2B5EF4-FFF2-40B4-BE49-F238E27FC236}">
                <a16:creationId xmlns:a16="http://schemas.microsoft.com/office/drawing/2014/main" id="{4B444712-00BD-9DA7-35BD-2856E9AF9976}"/>
              </a:ext>
            </a:extLst>
          </p:cNvPr>
          <p:cNvSpPr txBox="1"/>
          <p:nvPr/>
        </p:nvSpPr>
        <p:spPr>
          <a:xfrm>
            <a:off x="7157158" y="2404765"/>
            <a:ext cx="570089" cy="230832"/>
          </a:xfrm>
          <a:prstGeom prst="rect">
            <a:avLst/>
          </a:prstGeom>
          <a:noFill/>
        </p:spPr>
        <p:txBody>
          <a:bodyPr wrap="square" rtlCol="0">
            <a:spAutoFit/>
          </a:bodyPr>
          <a:lstStyle/>
          <a:p>
            <a:pPr algn="ctr"/>
            <a:r>
              <a:rPr lang="en-US" sz="900" dirty="0"/>
              <a:t>39</a:t>
            </a:r>
          </a:p>
        </p:txBody>
      </p:sp>
      <p:sp>
        <p:nvSpPr>
          <p:cNvPr id="63" name="TextBox 62">
            <a:extLst>
              <a:ext uri="{FF2B5EF4-FFF2-40B4-BE49-F238E27FC236}">
                <a16:creationId xmlns:a16="http://schemas.microsoft.com/office/drawing/2014/main" id="{0400F07E-F04A-FCB7-F986-B92CE4C6A37B}"/>
              </a:ext>
            </a:extLst>
          </p:cNvPr>
          <p:cNvSpPr txBox="1"/>
          <p:nvPr/>
        </p:nvSpPr>
        <p:spPr>
          <a:xfrm>
            <a:off x="6654802" y="2905709"/>
            <a:ext cx="570089" cy="230832"/>
          </a:xfrm>
          <a:prstGeom prst="rect">
            <a:avLst/>
          </a:prstGeom>
          <a:noFill/>
        </p:spPr>
        <p:txBody>
          <a:bodyPr wrap="square" rtlCol="0">
            <a:spAutoFit/>
          </a:bodyPr>
          <a:lstStyle/>
          <a:p>
            <a:pPr algn="ctr"/>
            <a:r>
              <a:rPr lang="en-US" sz="900" dirty="0"/>
              <a:t>18</a:t>
            </a:r>
          </a:p>
        </p:txBody>
      </p:sp>
      <p:sp>
        <p:nvSpPr>
          <p:cNvPr id="65" name="TextBox 64">
            <a:extLst>
              <a:ext uri="{FF2B5EF4-FFF2-40B4-BE49-F238E27FC236}">
                <a16:creationId xmlns:a16="http://schemas.microsoft.com/office/drawing/2014/main" id="{89F30E79-33CD-1E3F-2BDA-36F27BD30568}"/>
              </a:ext>
            </a:extLst>
          </p:cNvPr>
          <p:cNvSpPr txBox="1"/>
          <p:nvPr/>
        </p:nvSpPr>
        <p:spPr>
          <a:xfrm>
            <a:off x="7157158" y="2905709"/>
            <a:ext cx="570089" cy="230832"/>
          </a:xfrm>
          <a:prstGeom prst="rect">
            <a:avLst/>
          </a:prstGeom>
          <a:noFill/>
        </p:spPr>
        <p:txBody>
          <a:bodyPr wrap="square" rtlCol="0">
            <a:spAutoFit/>
          </a:bodyPr>
          <a:lstStyle/>
          <a:p>
            <a:pPr algn="ctr"/>
            <a:r>
              <a:rPr lang="en-US" sz="900" dirty="0"/>
              <a:t>31</a:t>
            </a:r>
          </a:p>
        </p:txBody>
      </p:sp>
      <p:sp>
        <p:nvSpPr>
          <p:cNvPr id="72" name="TextBox 71">
            <a:extLst>
              <a:ext uri="{FF2B5EF4-FFF2-40B4-BE49-F238E27FC236}">
                <a16:creationId xmlns:a16="http://schemas.microsoft.com/office/drawing/2014/main" id="{2787B60C-AA70-177A-09B8-0A8E9435C733}"/>
              </a:ext>
            </a:extLst>
          </p:cNvPr>
          <p:cNvSpPr txBox="1"/>
          <p:nvPr/>
        </p:nvSpPr>
        <p:spPr>
          <a:xfrm>
            <a:off x="6654802" y="3406653"/>
            <a:ext cx="570089" cy="230832"/>
          </a:xfrm>
          <a:prstGeom prst="rect">
            <a:avLst/>
          </a:prstGeom>
          <a:noFill/>
        </p:spPr>
        <p:txBody>
          <a:bodyPr wrap="square" rtlCol="0">
            <a:spAutoFit/>
          </a:bodyPr>
          <a:lstStyle/>
          <a:p>
            <a:pPr algn="ctr"/>
            <a:r>
              <a:rPr lang="en-US" sz="900" dirty="0"/>
              <a:t>27</a:t>
            </a:r>
          </a:p>
        </p:txBody>
      </p:sp>
      <p:sp>
        <p:nvSpPr>
          <p:cNvPr id="73" name="TextBox 72">
            <a:extLst>
              <a:ext uri="{FF2B5EF4-FFF2-40B4-BE49-F238E27FC236}">
                <a16:creationId xmlns:a16="http://schemas.microsoft.com/office/drawing/2014/main" id="{EB1DCBD1-2E55-EA5F-94AC-981247BFF13E}"/>
              </a:ext>
            </a:extLst>
          </p:cNvPr>
          <p:cNvSpPr txBox="1"/>
          <p:nvPr/>
        </p:nvSpPr>
        <p:spPr>
          <a:xfrm>
            <a:off x="7157158" y="3406653"/>
            <a:ext cx="570089" cy="230832"/>
          </a:xfrm>
          <a:prstGeom prst="rect">
            <a:avLst/>
          </a:prstGeom>
          <a:noFill/>
        </p:spPr>
        <p:txBody>
          <a:bodyPr wrap="square" rtlCol="0">
            <a:spAutoFit/>
          </a:bodyPr>
          <a:lstStyle/>
          <a:p>
            <a:pPr algn="ctr"/>
            <a:r>
              <a:rPr lang="en-US" sz="900" dirty="0"/>
              <a:t>72</a:t>
            </a:r>
          </a:p>
        </p:txBody>
      </p:sp>
      <p:sp>
        <p:nvSpPr>
          <p:cNvPr id="75" name="TextBox 74">
            <a:extLst>
              <a:ext uri="{FF2B5EF4-FFF2-40B4-BE49-F238E27FC236}">
                <a16:creationId xmlns:a16="http://schemas.microsoft.com/office/drawing/2014/main" id="{B3DC850C-811A-B9C0-521F-8A9AA8B4D312}"/>
              </a:ext>
            </a:extLst>
          </p:cNvPr>
          <p:cNvSpPr txBox="1"/>
          <p:nvPr/>
        </p:nvSpPr>
        <p:spPr>
          <a:xfrm>
            <a:off x="5650090" y="901933"/>
            <a:ext cx="570089" cy="230832"/>
          </a:xfrm>
          <a:prstGeom prst="rect">
            <a:avLst/>
          </a:prstGeom>
          <a:noFill/>
        </p:spPr>
        <p:txBody>
          <a:bodyPr wrap="square" rtlCol="0">
            <a:spAutoFit/>
          </a:bodyPr>
          <a:lstStyle/>
          <a:p>
            <a:pPr algn="ctr"/>
            <a:r>
              <a:rPr lang="en-US" sz="900" dirty="0"/>
              <a:t>14</a:t>
            </a:r>
          </a:p>
        </p:txBody>
      </p:sp>
      <p:sp>
        <p:nvSpPr>
          <p:cNvPr id="77" name="TextBox 76">
            <a:extLst>
              <a:ext uri="{FF2B5EF4-FFF2-40B4-BE49-F238E27FC236}">
                <a16:creationId xmlns:a16="http://schemas.microsoft.com/office/drawing/2014/main" id="{F0435D52-98A3-80E7-30D3-C636606C0E00}"/>
              </a:ext>
            </a:extLst>
          </p:cNvPr>
          <p:cNvSpPr txBox="1"/>
          <p:nvPr/>
        </p:nvSpPr>
        <p:spPr>
          <a:xfrm>
            <a:off x="6654802" y="901933"/>
            <a:ext cx="570089" cy="230832"/>
          </a:xfrm>
          <a:prstGeom prst="rect">
            <a:avLst/>
          </a:prstGeom>
          <a:noFill/>
        </p:spPr>
        <p:txBody>
          <a:bodyPr wrap="square" rtlCol="0">
            <a:spAutoFit/>
          </a:bodyPr>
          <a:lstStyle/>
          <a:p>
            <a:pPr algn="ctr"/>
            <a:r>
              <a:rPr lang="en-US" sz="900" dirty="0"/>
              <a:t>17</a:t>
            </a:r>
          </a:p>
        </p:txBody>
      </p:sp>
      <p:sp>
        <p:nvSpPr>
          <p:cNvPr id="78" name="TextBox 77">
            <a:extLst>
              <a:ext uri="{FF2B5EF4-FFF2-40B4-BE49-F238E27FC236}">
                <a16:creationId xmlns:a16="http://schemas.microsoft.com/office/drawing/2014/main" id="{F2A9EE08-8394-96B3-ACF6-D429CE236EBB}"/>
              </a:ext>
            </a:extLst>
          </p:cNvPr>
          <p:cNvSpPr txBox="1"/>
          <p:nvPr/>
        </p:nvSpPr>
        <p:spPr>
          <a:xfrm>
            <a:off x="7157158" y="901933"/>
            <a:ext cx="570089" cy="230832"/>
          </a:xfrm>
          <a:prstGeom prst="rect">
            <a:avLst/>
          </a:prstGeom>
          <a:noFill/>
        </p:spPr>
        <p:txBody>
          <a:bodyPr wrap="square" rtlCol="0">
            <a:spAutoFit/>
          </a:bodyPr>
          <a:lstStyle/>
          <a:p>
            <a:pPr algn="ctr"/>
            <a:r>
              <a:rPr lang="en-US" sz="900" dirty="0"/>
              <a:t>147</a:t>
            </a:r>
          </a:p>
        </p:txBody>
      </p:sp>
      <p:sp>
        <p:nvSpPr>
          <p:cNvPr id="80" name="TextBox 79">
            <a:extLst>
              <a:ext uri="{FF2B5EF4-FFF2-40B4-BE49-F238E27FC236}">
                <a16:creationId xmlns:a16="http://schemas.microsoft.com/office/drawing/2014/main" id="{2151C4B3-D568-0B94-0011-51031382DB20}"/>
              </a:ext>
            </a:extLst>
          </p:cNvPr>
          <p:cNvSpPr txBox="1"/>
          <p:nvPr/>
        </p:nvSpPr>
        <p:spPr>
          <a:xfrm>
            <a:off x="5650090" y="1402877"/>
            <a:ext cx="570089" cy="230832"/>
          </a:xfrm>
          <a:prstGeom prst="rect">
            <a:avLst/>
          </a:prstGeom>
          <a:noFill/>
        </p:spPr>
        <p:txBody>
          <a:bodyPr wrap="square" rtlCol="0">
            <a:spAutoFit/>
          </a:bodyPr>
          <a:lstStyle/>
          <a:p>
            <a:pPr algn="ctr"/>
            <a:r>
              <a:rPr lang="en-US" sz="900" dirty="0"/>
              <a:t>91</a:t>
            </a:r>
          </a:p>
        </p:txBody>
      </p:sp>
      <p:sp>
        <p:nvSpPr>
          <p:cNvPr id="81" name="TextBox 80">
            <a:extLst>
              <a:ext uri="{FF2B5EF4-FFF2-40B4-BE49-F238E27FC236}">
                <a16:creationId xmlns:a16="http://schemas.microsoft.com/office/drawing/2014/main" id="{FCA1025F-B374-0B9E-97A0-6FDCBD9E6ABE}"/>
              </a:ext>
            </a:extLst>
          </p:cNvPr>
          <p:cNvSpPr txBox="1"/>
          <p:nvPr/>
        </p:nvSpPr>
        <p:spPr>
          <a:xfrm>
            <a:off x="6152446" y="1402877"/>
            <a:ext cx="570089" cy="230832"/>
          </a:xfrm>
          <a:prstGeom prst="rect">
            <a:avLst/>
          </a:prstGeom>
          <a:noFill/>
        </p:spPr>
        <p:txBody>
          <a:bodyPr wrap="square" rtlCol="0">
            <a:spAutoFit/>
          </a:bodyPr>
          <a:lstStyle/>
          <a:p>
            <a:pPr algn="ctr"/>
            <a:r>
              <a:rPr lang="en-US" sz="900" dirty="0"/>
              <a:t>39</a:t>
            </a:r>
          </a:p>
        </p:txBody>
      </p:sp>
      <p:sp>
        <p:nvSpPr>
          <p:cNvPr id="82" name="TextBox 81">
            <a:extLst>
              <a:ext uri="{FF2B5EF4-FFF2-40B4-BE49-F238E27FC236}">
                <a16:creationId xmlns:a16="http://schemas.microsoft.com/office/drawing/2014/main" id="{403AE162-AEBB-1409-219E-6C099ECA4F16}"/>
              </a:ext>
            </a:extLst>
          </p:cNvPr>
          <p:cNvSpPr txBox="1"/>
          <p:nvPr/>
        </p:nvSpPr>
        <p:spPr>
          <a:xfrm>
            <a:off x="6654802" y="1402877"/>
            <a:ext cx="570089" cy="230832"/>
          </a:xfrm>
          <a:prstGeom prst="rect">
            <a:avLst/>
          </a:prstGeom>
          <a:noFill/>
        </p:spPr>
        <p:txBody>
          <a:bodyPr wrap="square" rtlCol="0">
            <a:spAutoFit/>
          </a:bodyPr>
          <a:lstStyle/>
          <a:p>
            <a:pPr algn="ctr"/>
            <a:r>
              <a:rPr lang="en-US" sz="900" dirty="0"/>
              <a:t>129</a:t>
            </a:r>
          </a:p>
        </p:txBody>
      </p:sp>
      <p:sp>
        <p:nvSpPr>
          <p:cNvPr id="83" name="TextBox 82">
            <a:extLst>
              <a:ext uri="{FF2B5EF4-FFF2-40B4-BE49-F238E27FC236}">
                <a16:creationId xmlns:a16="http://schemas.microsoft.com/office/drawing/2014/main" id="{B983EF7B-D556-5C43-73FD-809D8509C106}"/>
              </a:ext>
            </a:extLst>
          </p:cNvPr>
          <p:cNvSpPr txBox="1"/>
          <p:nvPr/>
        </p:nvSpPr>
        <p:spPr>
          <a:xfrm>
            <a:off x="7157158" y="1402877"/>
            <a:ext cx="570089" cy="230832"/>
          </a:xfrm>
          <a:prstGeom prst="rect">
            <a:avLst/>
          </a:prstGeom>
          <a:noFill/>
        </p:spPr>
        <p:txBody>
          <a:bodyPr wrap="square" rtlCol="0">
            <a:spAutoFit/>
          </a:bodyPr>
          <a:lstStyle/>
          <a:p>
            <a:pPr algn="ctr"/>
            <a:r>
              <a:rPr lang="en-US" sz="900" dirty="0"/>
              <a:t>1239</a:t>
            </a:r>
          </a:p>
        </p:txBody>
      </p:sp>
      <p:sp>
        <p:nvSpPr>
          <p:cNvPr id="84" name="TextBox 83">
            <a:extLst>
              <a:ext uri="{FF2B5EF4-FFF2-40B4-BE49-F238E27FC236}">
                <a16:creationId xmlns:a16="http://schemas.microsoft.com/office/drawing/2014/main" id="{AC4E3009-ACFA-B44C-AC31-DCC8CDD56A30}"/>
              </a:ext>
            </a:extLst>
          </p:cNvPr>
          <p:cNvSpPr txBox="1"/>
          <p:nvPr/>
        </p:nvSpPr>
        <p:spPr>
          <a:xfrm>
            <a:off x="5650090" y="1903821"/>
            <a:ext cx="570089" cy="230832"/>
          </a:xfrm>
          <a:prstGeom prst="rect">
            <a:avLst/>
          </a:prstGeom>
          <a:noFill/>
        </p:spPr>
        <p:txBody>
          <a:bodyPr wrap="square" rtlCol="0">
            <a:spAutoFit/>
          </a:bodyPr>
          <a:lstStyle/>
          <a:p>
            <a:pPr algn="ctr"/>
            <a:r>
              <a:rPr lang="en-US" sz="900" dirty="0"/>
              <a:t>49</a:t>
            </a:r>
          </a:p>
        </p:txBody>
      </p:sp>
      <p:sp>
        <p:nvSpPr>
          <p:cNvPr id="85" name="TextBox 84">
            <a:extLst>
              <a:ext uri="{FF2B5EF4-FFF2-40B4-BE49-F238E27FC236}">
                <a16:creationId xmlns:a16="http://schemas.microsoft.com/office/drawing/2014/main" id="{1B3305AE-559C-16E9-1F87-E253BD796092}"/>
              </a:ext>
            </a:extLst>
          </p:cNvPr>
          <p:cNvSpPr txBox="1"/>
          <p:nvPr/>
        </p:nvSpPr>
        <p:spPr>
          <a:xfrm>
            <a:off x="6152446" y="1903821"/>
            <a:ext cx="570089" cy="230832"/>
          </a:xfrm>
          <a:prstGeom prst="rect">
            <a:avLst/>
          </a:prstGeom>
          <a:noFill/>
        </p:spPr>
        <p:txBody>
          <a:bodyPr wrap="square" rtlCol="0">
            <a:spAutoFit/>
          </a:bodyPr>
          <a:lstStyle/>
          <a:p>
            <a:pPr algn="ctr"/>
            <a:r>
              <a:rPr lang="en-US" sz="900" dirty="0"/>
              <a:t>59</a:t>
            </a:r>
          </a:p>
        </p:txBody>
      </p:sp>
      <p:sp>
        <p:nvSpPr>
          <p:cNvPr id="86" name="TextBox 85">
            <a:extLst>
              <a:ext uri="{FF2B5EF4-FFF2-40B4-BE49-F238E27FC236}">
                <a16:creationId xmlns:a16="http://schemas.microsoft.com/office/drawing/2014/main" id="{F0BAC855-CFC6-4B54-8E0D-05ABA1603289}"/>
              </a:ext>
            </a:extLst>
          </p:cNvPr>
          <p:cNvSpPr txBox="1"/>
          <p:nvPr/>
        </p:nvSpPr>
        <p:spPr>
          <a:xfrm>
            <a:off x="6654802" y="1903821"/>
            <a:ext cx="570089" cy="230832"/>
          </a:xfrm>
          <a:prstGeom prst="rect">
            <a:avLst/>
          </a:prstGeom>
          <a:noFill/>
        </p:spPr>
        <p:txBody>
          <a:bodyPr wrap="square" rtlCol="0">
            <a:spAutoFit/>
          </a:bodyPr>
          <a:lstStyle/>
          <a:p>
            <a:pPr algn="ctr"/>
            <a:r>
              <a:rPr lang="en-US" sz="900" dirty="0"/>
              <a:t>569</a:t>
            </a:r>
          </a:p>
        </p:txBody>
      </p:sp>
      <p:sp>
        <p:nvSpPr>
          <p:cNvPr id="87" name="TextBox 86">
            <a:extLst>
              <a:ext uri="{FF2B5EF4-FFF2-40B4-BE49-F238E27FC236}">
                <a16:creationId xmlns:a16="http://schemas.microsoft.com/office/drawing/2014/main" id="{6C41BA1D-54FC-55C6-0E7E-E70349A4E91C}"/>
              </a:ext>
            </a:extLst>
          </p:cNvPr>
          <p:cNvSpPr txBox="1"/>
          <p:nvPr/>
        </p:nvSpPr>
        <p:spPr>
          <a:xfrm>
            <a:off x="7157158" y="1903821"/>
            <a:ext cx="570089" cy="230832"/>
          </a:xfrm>
          <a:prstGeom prst="rect">
            <a:avLst/>
          </a:prstGeom>
          <a:noFill/>
        </p:spPr>
        <p:txBody>
          <a:bodyPr wrap="square" rtlCol="0">
            <a:spAutoFit/>
          </a:bodyPr>
          <a:lstStyle/>
          <a:p>
            <a:pPr algn="ctr"/>
            <a:r>
              <a:rPr lang="en-US" sz="900" dirty="0"/>
              <a:t>469</a:t>
            </a:r>
          </a:p>
        </p:txBody>
      </p:sp>
      <p:sp>
        <p:nvSpPr>
          <p:cNvPr id="88" name="TextBox 87">
            <a:extLst>
              <a:ext uri="{FF2B5EF4-FFF2-40B4-BE49-F238E27FC236}">
                <a16:creationId xmlns:a16="http://schemas.microsoft.com/office/drawing/2014/main" id="{E3EFBCC8-9051-4886-A2AE-1A39918E74FF}"/>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89" name="TextBox 88">
            <a:extLst>
              <a:ext uri="{FF2B5EF4-FFF2-40B4-BE49-F238E27FC236}">
                <a16:creationId xmlns:a16="http://schemas.microsoft.com/office/drawing/2014/main" id="{97719C34-C338-E66C-88DA-A5D1E76D8E47}"/>
              </a:ext>
            </a:extLst>
          </p:cNvPr>
          <p:cNvSpPr txBox="1"/>
          <p:nvPr/>
        </p:nvSpPr>
        <p:spPr>
          <a:xfrm>
            <a:off x="6214537" y="3237891"/>
            <a:ext cx="462845" cy="584775"/>
          </a:xfrm>
          <a:prstGeom prst="rect">
            <a:avLst/>
          </a:prstGeom>
          <a:noFill/>
        </p:spPr>
        <p:txBody>
          <a:bodyPr wrap="square" rtlCol="0">
            <a:spAutoFit/>
          </a:bodyPr>
          <a:lstStyle/>
          <a:p>
            <a:pPr algn="ctr"/>
            <a:r>
              <a:rPr lang="en-US" sz="3200" dirty="0"/>
              <a:t>4</a:t>
            </a:r>
          </a:p>
        </p:txBody>
      </p:sp>
      <p:sp>
        <p:nvSpPr>
          <p:cNvPr id="71" name="TextBox 70">
            <a:extLst>
              <a:ext uri="{FF2B5EF4-FFF2-40B4-BE49-F238E27FC236}">
                <a16:creationId xmlns:a16="http://schemas.microsoft.com/office/drawing/2014/main" id="{E617E6C8-CB19-8C48-9453-554E803F3B8C}"/>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74" name="TextBox 73">
            <a:extLst>
              <a:ext uri="{FF2B5EF4-FFF2-40B4-BE49-F238E27FC236}">
                <a16:creationId xmlns:a16="http://schemas.microsoft.com/office/drawing/2014/main" id="{149524E6-1005-7D6B-DAD4-4D177A1C75CA}"/>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11771032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9E57C-C822-CD55-5CCA-3E26D2EFD04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3C8A7B8-7D93-1771-77FF-3A7963272901}"/>
              </a:ext>
            </a:extLst>
          </p:cNvPr>
          <p:cNvSpPr>
            <a:spLocks noGrp="1"/>
          </p:cNvSpPr>
          <p:nvPr>
            <p:ph sz="half" idx="1"/>
          </p:nvPr>
        </p:nvSpPr>
        <p:spPr/>
        <p:txBody>
          <a:bodyPr>
            <a:normAutofit/>
          </a:bodyPr>
          <a:lstStyle/>
          <a:p>
            <a:r>
              <a:rPr lang="en-US" dirty="0"/>
              <a:t>Only fit on the last circle.</a:t>
            </a:r>
          </a:p>
        </p:txBody>
      </p:sp>
      <p:pic>
        <p:nvPicPr>
          <p:cNvPr id="4" name="Picture 3" descr="A grid of sudoku puzzle&#10;&#10;Description automatically generated">
            <a:extLst>
              <a:ext uri="{FF2B5EF4-FFF2-40B4-BE49-F238E27FC236}">
                <a16:creationId xmlns:a16="http://schemas.microsoft.com/office/drawing/2014/main" id="{38556EC9-91AE-095D-633C-95180C455EE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C299744-D6CA-64E3-58B4-1A6BE409C4F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AB1D24B-B500-38AD-E17B-FDA5A0D1779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E38832E-40AF-265E-8A8F-30A4366EAC70}"/>
              </a:ext>
            </a:extLst>
          </p:cNvPr>
          <p:cNvPicPr>
            <a:picLocks noChangeAspect="1"/>
          </p:cNvPicPr>
          <p:nvPr/>
        </p:nvPicPr>
        <p:blipFill>
          <a:blip r:embed="rId6"/>
          <a:stretch>
            <a:fillRect/>
          </a:stretch>
        </p:blipFill>
        <p:spPr>
          <a:xfrm>
            <a:off x="4584700" y="2311400"/>
            <a:ext cx="0" cy="0"/>
          </a:xfrm>
          <a:prstGeom prst="rect">
            <a:avLst/>
          </a:prstGeom>
        </p:spPr>
      </p:pic>
      <p:sp>
        <p:nvSpPr>
          <p:cNvPr id="17" name="TextBox 16">
            <a:extLst>
              <a:ext uri="{FF2B5EF4-FFF2-40B4-BE49-F238E27FC236}">
                <a16:creationId xmlns:a16="http://schemas.microsoft.com/office/drawing/2014/main" id="{E4C1EDD1-8CF0-2B94-EB08-3922124AC8D3}"/>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0E84C51D-C497-ED28-72BD-3F672C777A39}"/>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9894952B-B368-DF44-3E67-0DD906F02B53}"/>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CE01C909-3D7B-334B-2829-B335CBBE453A}"/>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C3B6E694-19C2-E8F8-5811-0919ADBFCCEE}"/>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CC5EF66D-0C4E-5847-323C-601D6E78E44D}"/>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95F0DAB7-0759-C068-7DCF-B39DF9A040DC}"/>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A5983324-DF01-8898-51E6-0679F55E4B05}"/>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D50E24F9-FBB9-6642-BB98-DDD51EC22421}"/>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9CCC68B2-12F7-E7B5-86FF-CBE237B442A6}"/>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E5245AFA-3F60-BB01-A090-577EEE645D01}"/>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B046A4FE-47B0-D30E-E5E2-EE0C9810BBC8}"/>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FFA5FDBF-9D76-9360-1103-F95184AD1699}"/>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96F7DA32-1BA6-6BD6-1724-AD2B604FAD38}"/>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0FEFB0BB-4904-0B39-0902-69F1732C6C06}"/>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2B0CEA19-687E-F49A-F483-26B5B13C5674}"/>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AD70AD3F-9713-37DA-79F1-81065C74A83A}"/>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B1963F90-3977-3035-FF21-4319287C7E3B}"/>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0B3B1FCA-2D9A-890A-E96A-98E27F724723}"/>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D397DE16-F784-18B3-CA14-632E79D02F41}"/>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F60CD051-AFAB-6350-34E0-9FFE978550DC}"/>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7EB40094-BC77-FE58-63D6-69E63F252A59}"/>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CC20DBC9-2C2C-E111-A0E9-C32C2CEC7F98}"/>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1875A2A0-24A3-7791-8BBB-6A60BB0D7421}"/>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0D97F467-2B93-2186-0119-10F1655130D0}"/>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A44715F6-3B14-F4E3-BDE2-CAD30816920A}"/>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8C56DA06-561A-CB2A-7F6A-7AF81DEEA3E8}"/>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ECA0A32D-A86F-B11E-B7B4-6321E3480395}"/>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37DCBE12-BC32-9E50-DCE5-6D6DFE0BECAA}"/>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62527C43-C721-9405-CE68-781CF63AB658}"/>
              </a:ext>
            </a:extLst>
          </p:cNvPr>
          <p:cNvSpPr txBox="1"/>
          <p:nvPr/>
        </p:nvSpPr>
        <p:spPr>
          <a:xfrm>
            <a:off x="3217333" y="172788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7D58795B-5C1D-0549-36E2-55B78593419C}"/>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19" name="TextBox 18">
            <a:extLst>
              <a:ext uri="{FF2B5EF4-FFF2-40B4-BE49-F238E27FC236}">
                <a16:creationId xmlns:a16="http://schemas.microsoft.com/office/drawing/2014/main" id="{8032312D-C285-6A5C-5A26-A9D232B684DC}"/>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7C1ED895-EEB6-8A89-E2AD-9D2746CDBD23}"/>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07EC1CBB-8A80-C50E-753C-1847DBB99A5F}"/>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3" name="TextBox 22">
            <a:extLst>
              <a:ext uri="{FF2B5EF4-FFF2-40B4-BE49-F238E27FC236}">
                <a16:creationId xmlns:a16="http://schemas.microsoft.com/office/drawing/2014/main" id="{6015E5ED-0132-E43E-54B4-99320235C73B}"/>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4" name="TextBox 23">
            <a:extLst>
              <a:ext uri="{FF2B5EF4-FFF2-40B4-BE49-F238E27FC236}">
                <a16:creationId xmlns:a16="http://schemas.microsoft.com/office/drawing/2014/main" id="{FE86647D-5C59-2B58-5E16-A285D3579B14}"/>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0" name="TextBox 49">
            <a:extLst>
              <a:ext uri="{FF2B5EF4-FFF2-40B4-BE49-F238E27FC236}">
                <a16:creationId xmlns:a16="http://schemas.microsoft.com/office/drawing/2014/main" id="{363595BA-20D7-9D24-9D4B-3E747BDB9B9D}"/>
              </a:ext>
            </a:extLst>
          </p:cNvPr>
          <p:cNvSpPr txBox="1"/>
          <p:nvPr/>
        </p:nvSpPr>
        <p:spPr>
          <a:xfrm>
            <a:off x="5215469" y="424456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15B801D7-0AE7-5160-AE7A-D9AF2D8BB401}"/>
              </a:ext>
            </a:extLst>
          </p:cNvPr>
          <p:cNvSpPr txBox="1"/>
          <p:nvPr/>
        </p:nvSpPr>
        <p:spPr>
          <a:xfrm>
            <a:off x="5715003" y="4244561"/>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5DF8ECB7-26EC-54EA-12C0-1A936C060B7F}"/>
              </a:ext>
            </a:extLst>
          </p:cNvPr>
          <p:cNvSpPr txBox="1"/>
          <p:nvPr/>
        </p:nvSpPr>
        <p:spPr>
          <a:xfrm>
            <a:off x="5215469" y="4747898"/>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12545BF7-8E1E-ADE0-CB32-6E4C1C7267B4}"/>
              </a:ext>
            </a:extLst>
          </p:cNvPr>
          <p:cNvSpPr txBox="1"/>
          <p:nvPr/>
        </p:nvSpPr>
        <p:spPr>
          <a:xfrm>
            <a:off x="5715003" y="4747898"/>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A5DBEA4A-AFB2-9B17-425D-D896A4DD0C66}"/>
              </a:ext>
            </a:extLst>
          </p:cNvPr>
          <p:cNvSpPr txBox="1"/>
          <p:nvPr/>
        </p:nvSpPr>
        <p:spPr>
          <a:xfrm>
            <a:off x="7213604" y="4244561"/>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E0BD2CFB-2F0F-05C9-6672-3D27D36B09D0}"/>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48" name="TextBox 47">
            <a:extLst>
              <a:ext uri="{FF2B5EF4-FFF2-40B4-BE49-F238E27FC236}">
                <a16:creationId xmlns:a16="http://schemas.microsoft.com/office/drawing/2014/main" id="{F65DF206-F0DC-1730-539C-FF998C669189}"/>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49" name="TextBox 48">
            <a:extLst>
              <a:ext uri="{FF2B5EF4-FFF2-40B4-BE49-F238E27FC236}">
                <a16:creationId xmlns:a16="http://schemas.microsoft.com/office/drawing/2014/main" id="{105C2300-3A89-8552-5652-8AE424B4D70C}"/>
              </a:ext>
            </a:extLst>
          </p:cNvPr>
          <p:cNvSpPr txBox="1"/>
          <p:nvPr/>
        </p:nvSpPr>
        <p:spPr>
          <a:xfrm>
            <a:off x="6214537" y="4747898"/>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B3C800C7-8CAB-E5E9-8B19-5D7CB70664EA}"/>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2C8C08DD-3918-7823-28A5-D5B253B7A6EE}"/>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021E6DA0-373D-D2FE-3307-919E93D1796D}"/>
              </a:ext>
            </a:extLst>
          </p:cNvPr>
          <p:cNvSpPr txBox="1"/>
          <p:nvPr/>
        </p:nvSpPr>
        <p:spPr>
          <a:xfrm>
            <a:off x="6654802" y="3907597"/>
            <a:ext cx="570089" cy="230832"/>
          </a:xfrm>
          <a:prstGeom prst="rect">
            <a:avLst/>
          </a:prstGeom>
          <a:noFill/>
        </p:spPr>
        <p:txBody>
          <a:bodyPr wrap="square" rtlCol="0">
            <a:spAutoFit/>
          </a:bodyPr>
          <a:lstStyle/>
          <a:p>
            <a:pPr algn="ctr"/>
            <a:r>
              <a:rPr lang="en-US" sz="900" dirty="0"/>
              <a:t>69</a:t>
            </a:r>
          </a:p>
        </p:txBody>
      </p:sp>
      <p:sp>
        <p:nvSpPr>
          <p:cNvPr id="58" name="TextBox 57">
            <a:extLst>
              <a:ext uri="{FF2B5EF4-FFF2-40B4-BE49-F238E27FC236}">
                <a16:creationId xmlns:a16="http://schemas.microsoft.com/office/drawing/2014/main" id="{FA3C1C60-CAAC-DE64-33C9-CAE1329C1E21}"/>
              </a:ext>
            </a:extLst>
          </p:cNvPr>
          <p:cNvSpPr txBox="1"/>
          <p:nvPr/>
        </p:nvSpPr>
        <p:spPr>
          <a:xfrm>
            <a:off x="7157158" y="3907597"/>
            <a:ext cx="570089" cy="230832"/>
          </a:xfrm>
          <a:prstGeom prst="rect">
            <a:avLst/>
          </a:prstGeom>
          <a:noFill/>
        </p:spPr>
        <p:txBody>
          <a:bodyPr wrap="square" rtlCol="0">
            <a:spAutoFit/>
          </a:bodyPr>
          <a:lstStyle/>
          <a:p>
            <a:pPr algn="ctr"/>
            <a:r>
              <a:rPr lang="en-US" sz="900" dirty="0"/>
              <a:t>96</a:t>
            </a:r>
          </a:p>
        </p:txBody>
      </p:sp>
      <p:sp>
        <p:nvSpPr>
          <p:cNvPr id="60" name="TextBox 59">
            <a:extLst>
              <a:ext uri="{FF2B5EF4-FFF2-40B4-BE49-F238E27FC236}">
                <a16:creationId xmlns:a16="http://schemas.microsoft.com/office/drawing/2014/main" id="{EE5A22BE-CFBB-080A-D527-D550B7D5A1B2}"/>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1" name="TextBox 60">
            <a:extLst>
              <a:ext uri="{FF2B5EF4-FFF2-40B4-BE49-F238E27FC236}">
                <a16:creationId xmlns:a16="http://schemas.microsoft.com/office/drawing/2014/main" id="{FAEBFD2C-2A87-CCA0-39AF-520BC3D40CEE}"/>
              </a:ext>
            </a:extLst>
          </p:cNvPr>
          <p:cNvSpPr txBox="1"/>
          <p:nvPr/>
        </p:nvSpPr>
        <p:spPr>
          <a:xfrm>
            <a:off x="3640666" y="2404765"/>
            <a:ext cx="570089" cy="230832"/>
          </a:xfrm>
          <a:prstGeom prst="rect">
            <a:avLst/>
          </a:prstGeom>
          <a:noFill/>
        </p:spPr>
        <p:txBody>
          <a:bodyPr wrap="square" rtlCol="0">
            <a:spAutoFit/>
          </a:bodyPr>
          <a:lstStyle/>
          <a:p>
            <a:pPr algn="ctr"/>
            <a:r>
              <a:rPr lang="en-US" sz="900" dirty="0"/>
              <a:t>38</a:t>
            </a:r>
          </a:p>
        </p:txBody>
      </p:sp>
      <p:sp>
        <p:nvSpPr>
          <p:cNvPr id="62" name="TextBox 61">
            <a:extLst>
              <a:ext uri="{FF2B5EF4-FFF2-40B4-BE49-F238E27FC236}">
                <a16:creationId xmlns:a16="http://schemas.microsoft.com/office/drawing/2014/main" id="{2666A317-2935-320C-C041-510139086084}"/>
              </a:ext>
            </a:extLst>
          </p:cNvPr>
          <p:cNvSpPr txBox="1"/>
          <p:nvPr/>
        </p:nvSpPr>
        <p:spPr>
          <a:xfrm>
            <a:off x="3640666" y="2905709"/>
            <a:ext cx="570089" cy="230832"/>
          </a:xfrm>
          <a:prstGeom prst="rect">
            <a:avLst/>
          </a:prstGeom>
          <a:noFill/>
        </p:spPr>
        <p:txBody>
          <a:bodyPr wrap="square" rtlCol="0">
            <a:spAutoFit/>
          </a:bodyPr>
          <a:lstStyle/>
          <a:p>
            <a:pPr algn="ctr"/>
            <a:r>
              <a:rPr lang="en-US" sz="900" dirty="0"/>
              <a:t>83</a:t>
            </a:r>
          </a:p>
        </p:txBody>
      </p:sp>
      <p:sp>
        <p:nvSpPr>
          <p:cNvPr id="66" name="TextBox 65">
            <a:extLst>
              <a:ext uri="{FF2B5EF4-FFF2-40B4-BE49-F238E27FC236}">
                <a16:creationId xmlns:a16="http://schemas.microsoft.com/office/drawing/2014/main" id="{7B495350-0AF4-703D-632C-0CF57BD38E65}"/>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64" name="TextBox 63">
            <a:extLst>
              <a:ext uri="{FF2B5EF4-FFF2-40B4-BE49-F238E27FC236}">
                <a16:creationId xmlns:a16="http://schemas.microsoft.com/office/drawing/2014/main" id="{2B24CB38-E06E-EA3B-D8C0-420E426F87BB}"/>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BE80C2F8-7E42-4700-61B1-E43018BF04BC}"/>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FCC9B894-22D8-8400-F589-CC0FE5DF2E2E}"/>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2055A75F-3856-1A14-7860-79AD342CBC3B}"/>
              </a:ext>
            </a:extLst>
          </p:cNvPr>
          <p:cNvSpPr txBox="1"/>
          <p:nvPr/>
        </p:nvSpPr>
        <p:spPr>
          <a:xfrm>
            <a:off x="3217333" y="3741226"/>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7D56B16D-1AC6-2686-1A18-970F58FD46FE}"/>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12" name="TextBox 11">
            <a:extLst>
              <a:ext uri="{FF2B5EF4-FFF2-40B4-BE49-F238E27FC236}">
                <a16:creationId xmlns:a16="http://schemas.microsoft.com/office/drawing/2014/main" id="{C74016F9-94EA-B035-28A6-5DD4ADBC7478}"/>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5EAF17DE-D327-7EA1-3714-AA83E26688DD}"/>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27" name="TextBox 26">
            <a:extLst>
              <a:ext uri="{FF2B5EF4-FFF2-40B4-BE49-F238E27FC236}">
                <a16:creationId xmlns:a16="http://schemas.microsoft.com/office/drawing/2014/main" id="{4E19AD38-3141-27AC-E0BD-59E4486292F6}"/>
              </a:ext>
            </a:extLst>
          </p:cNvPr>
          <p:cNvSpPr txBox="1"/>
          <p:nvPr/>
        </p:nvSpPr>
        <p:spPr>
          <a:xfrm>
            <a:off x="6152446" y="2404765"/>
            <a:ext cx="570089" cy="230832"/>
          </a:xfrm>
          <a:prstGeom prst="rect">
            <a:avLst/>
          </a:prstGeom>
          <a:noFill/>
        </p:spPr>
        <p:txBody>
          <a:bodyPr wrap="square" rtlCol="0">
            <a:spAutoFit/>
          </a:bodyPr>
          <a:lstStyle/>
          <a:p>
            <a:pPr algn="ctr"/>
            <a:r>
              <a:rPr lang="en-US" sz="900" dirty="0"/>
              <a:t>359</a:t>
            </a:r>
          </a:p>
        </p:txBody>
      </p:sp>
      <p:sp>
        <p:nvSpPr>
          <p:cNvPr id="56" name="TextBox 55">
            <a:extLst>
              <a:ext uri="{FF2B5EF4-FFF2-40B4-BE49-F238E27FC236}">
                <a16:creationId xmlns:a16="http://schemas.microsoft.com/office/drawing/2014/main" id="{39077FB3-BB83-892F-A88F-4B2D0D7D4556}"/>
              </a:ext>
            </a:extLst>
          </p:cNvPr>
          <p:cNvSpPr txBox="1"/>
          <p:nvPr/>
        </p:nvSpPr>
        <p:spPr>
          <a:xfrm>
            <a:off x="6654802" y="2404765"/>
            <a:ext cx="570089" cy="230832"/>
          </a:xfrm>
          <a:prstGeom prst="rect">
            <a:avLst/>
          </a:prstGeom>
          <a:noFill/>
        </p:spPr>
        <p:txBody>
          <a:bodyPr wrap="square" rtlCol="0">
            <a:spAutoFit/>
          </a:bodyPr>
          <a:lstStyle/>
          <a:p>
            <a:pPr algn="ctr"/>
            <a:r>
              <a:rPr lang="en-US" sz="900" dirty="0"/>
              <a:t>589</a:t>
            </a:r>
          </a:p>
        </p:txBody>
      </p:sp>
      <p:sp>
        <p:nvSpPr>
          <p:cNvPr id="59" name="TextBox 58">
            <a:extLst>
              <a:ext uri="{FF2B5EF4-FFF2-40B4-BE49-F238E27FC236}">
                <a16:creationId xmlns:a16="http://schemas.microsoft.com/office/drawing/2014/main" id="{480A8EEF-C27B-2DAC-BA05-28AA101C5747}"/>
              </a:ext>
            </a:extLst>
          </p:cNvPr>
          <p:cNvSpPr txBox="1"/>
          <p:nvPr/>
        </p:nvSpPr>
        <p:spPr>
          <a:xfrm>
            <a:off x="7157158" y="2404765"/>
            <a:ext cx="570089" cy="230832"/>
          </a:xfrm>
          <a:prstGeom prst="rect">
            <a:avLst/>
          </a:prstGeom>
          <a:noFill/>
        </p:spPr>
        <p:txBody>
          <a:bodyPr wrap="square" rtlCol="0">
            <a:spAutoFit/>
          </a:bodyPr>
          <a:lstStyle/>
          <a:p>
            <a:pPr algn="ctr"/>
            <a:r>
              <a:rPr lang="en-US" sz="900" dirty="0"/>
              <a:t>39</a:t>
            </a:r>
          </a:p>
        </p:txBody>
      </p:sp>
      <p:sp>
        <p:nvSpPr>
          <p:cNvPr id="63" name="TextBox 62">
            <a:extLst>
              <a:ext uri="{FF2B5EF4-FFF2-40B4-BE49-F238E27FC236}">
                <a16:creationId xmlns:a16="http://schemas.microsoft.com/office/drawing/2014/main" id="{DEA9AA8B-475A-8372-7885-DAF2EDBE48AE}"/>
              </a:ext>
            </a:extLst>
          </p:cNvPr>
          <p:cNvSpPr txBox="1"/>
          <p:nvPr/>
        </p:nvSpPr>
        <p:spPr>
          <a:xfrm>
            <a:off x="6654802" y="2905709"/>
            <a:ext cx="570089" cy="230832"/>
          </a:xfrm>
          <a:prstGeom prst="rect">
            <a:avLst/>
          </a:prstGeom>
          <a:noFill/>
        </p:spPr>
        <p:txBody>
          <a:bodyPr wrap="square" rtlCol="0">
            <a:spAutoFit/>
          </a:bodyPr>
          <a:lstStyle/>
          <a:p>
            <a:pPr algn="ctr"/>
            <a:r>
              <a:rPr lang="en-US" sz="900" dirty="0"/>
              <a:t>18</a:t>
            </a:r>
          </a:p>
        </p:txBody>
      </p:sp>
      <p:sp>
        <p:nvSpPr>
          <p:cNvPr id="65" name="TextBox 64">
            <a:extLst>
              <a:ext uri="{FF2B5EF4-FFF2-40B4-BE49-F238E27FC236}">
                <a16:creationId xmlns:a16="http://schemas.microsoft.com/office/drawing/2014/main" id="{682228FD-B6AB-B400-E83A-1CCE426338F9}"/>
              </a:ext>
            </a:extLst>
          </p:cNvPr>
          <p:cNvSpPr txBox="1"/>
          <p:nvPr/>
        </p:nvSpPr>
        <p:spPr>
          <a:xfrm>
            <a:off x="7157158" y="2905709"/>
            <a:ext cx="570089" cy="230832"/>
          </a:xfrm>
          <a:prstGeom prst="rect">
            <a:avLst/>
          </a:prstGeom>
          <a:noFill/>
        </p:spPr>
        <p:txBody>
          <a:bodyPr wrap="square" rtlCol="0">
            <a:spAutoFit/>
          </a:bodyPr>
          <a:lstStyle/>
          <a:p>
            <a:pPr algn="ctr"/>
            <a:r>
              <a:rPr lang="en-US" sz="900" dirty="0"/>
              <a:t>31</a:t>
            </a:r>
          </a:p>
        </p:txBody>
      </p:sp>
      <p:sp>
        <p:nvSpPr>
          <p:cNvPr id="72" name="TextBox 71">
            <a:extLst>
              <a:ext uri="{FF2B5EF4-FFF2-40B4-BE49-F238E27FC236}">
                <a16:creationId xmlns:a16="http://schemas.microsoft.com/office/drawing/2014/main" id="{8E4C5394-E9FA-0106-D2D4-99F680C4C96C}"/>
              </a:ext>
            </a:extLst>
          </p:cNvPr>
          <p:cNvSpPr txBox="1"/>
          <p:nvPr/>
        </p:nvSpPr>
        <p:spPr>
          <a:xfrm>
            <a:off x="6654802" y="3406653"/>
            <a:ext cx="570089" cy="230832"/>
          </a:xfrm>
          <a:prstGeom prst="rect">
            <a:avLst/>
          </a:prstGeom>
          <a:noFill/>
        </p:spPr>
        <p:txBody>
          <a:bodyPr wrap="square" rtlCol="0">
            <a:spAutoFit/>
          </a:bodyPr>
          <a:lstStyle/>
          <a:p>
            <a:pPr algn="ctr"/>
            <a:r>
              <a:rPr lang="en-US" sz="900" dirty="0"/>
              <a:t>27</a:t>
            </a:r>
          </a:p>
        </p:txBody>
      </p:sp>
      <p:sp>
        <p:nvSpPr>
          <p:cNvPr id="73" name="TextBox 72">
            <a:extLst>
              <a:ext uri="{FF2B5EF4-FFF2-40B4-BE49-F238E27FC236}">
                <a16:creationId xmlns:a16="http://schemas.microsoft.com/office/drawing/2014/main" id="{01C0CE54-3049-AA63-713A-268EB68CAA07}"/>
              </a:ext>
            </a:extLst>
          </p:cNvPr>
          <p:cNvSpPr txBox="1"/>
          <p:nvPr/>
        </p:nvSpPr>
        <p:spPr>
          <a:xfrm>
            <a:off x="7157158" y="3406653"/>
            <a:ext cx="570089" cy="230832"/>
          </a:xfrm>
          <a:prstGeom prst="rect">
            <a:avLst/>
          </a:prstGeom>
          <a:noFill/>
        </p:spPr>
        <p:txBody>
          <a:bodyPr wrap="square" rtlCol="0">
            <a:spAutoFit/>
          </a:bodyPr>
          <a:lstStyle/>
          <a:p>
            <a:pPr algn="ctr"/>
            <a:r>
              <a:rPr lang="en-US" sz="900" dirty="0"/>
              <a:t>72</a:t>
            </a:r>
          </a:p>
        </p:txBody>
      </p:sp>
      <p:sp>
        <p:nvSpPr>
          <p:cNvPr id="75" name="TextBox 74">
            <a:extLst>
              <a:ext uri="{FF2B5EF4-FFF2-40B4-BE49-F238E27FC236}">
                <a16:creationId xmlns:a16="http://schemas.microsoft.com/office/drawing/2014/main" id="{21887A52-4BCE-16D8-AE75-0B95A599975B}"/>
              </a:ext>
            </a:extLst>
          </p:cNvPr>
          <p:cNvSpPr txBox="1"/>
          <p:nvPr/>
        </p:nvSpPr>
        <p:spPr>
          <a:xfrm>
            <a:off x="5650090" y="901933"/>
            <a:ext cx="570089" cy="230832"/>
          </a:xfrm>
          <a:prstGeom prst="rect">
            <a:avLst/>
          </a:prstGeom>
          <a:solidFill>
            <a:schemeClr val="accent4">
              <a:lumMod val="20000"/>
              <a:lumOff val="80000"/>
            </a:schemeClr>
          </a:solidFill>
        </p:spPr>
        <p:txBody>
          <a:bodyPr wrap="square" rtlCol="0">
            <a:spAutoFit/>
          </a:bodyPr>
          <a:lstStyle/>
          <a:p>
            <a:pPr algn="ctr"/>
            <a:r>
              <a:rPr lang="en-US" sz="900" dirty="0"/>
              <a:t>14</a:t>
            </a:r>
          </a:p>
        </p:txBody>
      </p:sp>
      <p:sp>
        <p:nvSpPr>
          <p:cNvPr id="77" name="TextBox 76">
            <a:extLst>
              <a:ext uri="{FF2B5EF4-FFF2-40B4-BE49-F238E27FC236}">
                <a16:creationId xmlns:a16="http://schemas.microsoft.com/office/drawing/2014/main" id="{48A6603E-86DC-0BCD-2252-D2904BA2AC12}"/>
              </a:ext>
            </a:extLst>
          </p:cNvPr>
          <p:cNvSpPr txBox="1"/>
          <p:nvPr/>
        </p:nvSpPr>
        <p:spPr>
          <a:xfrm>
            <a:off x="6654802" y="901933"/>
            <a:ext cx="570089" cy="230832"/>
          </a:xfrm>
          <a:prstGeom prst="rect">
            <a:avLst/>
          </a:prstGeom>
          <a:noFill/>
        </p:spPr>
        <p:txBody>
          <a:bodyPr wrap="square" rtlCol="0">
            <a:spAutoFit/>
          </a:bodyPr>
          <a:lstStyle/>
          <a:p>
            <a:pPr algn="ctr"/>
            <a:r>
              <a:rPr lang="en-US" sz="900" dirty="0"/>
              <a:t>17</a:t>
            </a:r>
          </a:p>
        </p:txBody>
      </p:sp>
      <p:sp>
        <p:nvSpPr>
          <p:cNvPr id="78" name="TextBox 77">
            <a:extLst>
              <a:ext uri="{FF2B5EF4-FFF2-40B4-BE49-F238E27FC236}">
                <a16:creationId xmlns:a16="http://schemas.microsoft.com/office/drawing/2014/main" id="{A954DF2E-F3D9-412F-1DD8-004CC332FB82}"/>
              </a:ext>
            </a:extLst>
          </p:cNvPr>
          <p:cNvSpPr txBox="1"/>
          <p:nvPr/>
        </p:nvSpPr>
        <p:spPr>
          <a:xfrm>
            <a:off x="7157158" y="901933"/>
            <a:ext cx="570089" cy="230832"/>
          </a:xfrm>
          <a:prstGeom prst="rect">
            <a:avLst/>
          </a:prstGeom>
          <a:noFill/>
        </p:spPr>
        <p:txBody>
          <a:bodyPr wrap="square" rtlCol="0">
            <a:spAutoFit/>
          </a:bodyPr>
          <a:lstStyle/>
          <a:p>
            <a:pPr algn="ctr"/>
            <a:r>
              <a:rPr lang="en-US" sz="900" dirty="0"/>
              <a:t>147</a:t>
            </a:r>
          </a:p>
        </p:txBody>
      </p:sp>
      <p:sp>
        <p:nvSpPr>
          <p:cNvPr id="80" name="TextBox 79">
            <a:extLst>
              <a:ext uri="{FF2B5EF4-FFF2-40B4-BE49-F238E27FC236}">
                <a16:creationId xmlns:a16="http://schemas.microsoft.com/office/drawing/2014/main" id="{EA62A4C6-B9BE-C572-1FC9-3E8E3FCD4BC2}"/>
              </a:ext>
            </a:extLst>
          </p:cNvPr>
          <p:cNvSpPr txBox="1"/>
          <p:nvPr/>
        </p:nvSpPr>
        <p:spPr>
          <a:xfrm>
            <a:off x="5650090" y="1402877"/>
            <a:ext cx="570089" cy="230832"/>
          </a:xfrm>
          <a:prstGeom prst="rect">
            <a:avLst/>
          </a:prstGeom>
          <a:solidFill>
            <a:schemeClr val="accent4">
              <a:lumMod val="20000"/>
              <a:lumOff val="80000"/>
            </a:schemeClr>
          </a:solidFill>
        </p:spPr>
        <p:txBody>
          <a:bodyPr wrap="square" rtlCol="0">
            <a:spAutoFit/>
          </a:bodyPr>
          <a:lstStyle/>
          <a:p>
            <a:pPr algn="ctr"/>
            <a:r>
              <a:rPr lang="en-US" sz="900" dirty="0"/>
              <a:t>91</a:t>
            </a:r>
          </a:p>
        </p:txBody>
      </p:sp>
      <p:sp>
        <p:nvSpPr>
          <p:cNvPr id="82" name="TextBox 81">
            <a:extLst>
              <a:ext uri="{FF2B5EF4-FFF2-40B4-BE49-F238E27FC236}">
                <a16:creationId xmlns:a16="http://schemas.microsoft.com/office/drawing/2014/main" id="{30F85D44-EE0B-C4AD-0016-23F50452A8E5}"/>
              </a:ext>
            </a:extLst>
          </p:cNvPr>
          <p:cNvSpPr txBox="1"/>
          <p:nvPr/>
        </p:nvSpPr>
        <p:spPr>
          <a:xfrm>
            <a:off x="6654802" y="1402877"/>
            <a:ext cx="570089" cy="230832"/>
          </a:xfrm>
          <a:prstGeom prst="rect">
            <a:avLst/>
          </a:prstGeom>
          <a:noFill/>
        </p:spPr>
        <p:txBody>
          <a:bodyPr wrap="square" rtlCol="0">
            <a:spAutoFit/>
          </a:bodyPr>
          <a:lstStyle/>
          <a:p>
            <a:pPr algn="ctr"/>
            <a:r>
              <a:rPr lang="en-US" sz="900" dirty="0"/>
              <a:t>129</a:t>
            </a:r>
          </a:p>
        </p:txBody>
      </p:sp>
      <p:sp>
        <p:nvSpPr>
          <p:cNvPr id="83" name="TextBox 82">
            <a:extLst>
              <a:ext uri="{FF2B5EF4-FFF2-40B4-BE49-F238E27FC236}">
                <a16:creationId xmlns:a16="http://schemas.microsoft.com/office/drawing/2014/main" id="{CB415DBE-60DD-96C7-209C-338746002937}"/>
              </a:ext>
            </a:extLst>
          </p:cNvPr>
          <p:cNvSpPr txBox="1"/>
          <p:nvPr/>
        </p:nvSpPr>
        <p:spPr>
          <a:xfrm>
            <a:off x="7157158" y="1402877"/>
            <a:ext cx="570089" cy="230832"/>
          </a:xfrm>
          <a:prstGeom prst="rect">
            <a:avLst/>
          </a:prstGeom>
          <a:noFill/>
        </p:spPr>
        <p:txBody>
          <a:bodyPr wrap="square" rtlCol="0">
            <a:spAutoFit/>
          </a:bodyPr>
          <a:lstStyle/>
          <a:p>
            <a:pPr algn="ctr"/>
            <a:r>
              <a:rPr lang="en-US" sz="900" dirty="0"/>
              <a:t>1239</a:t>
            </a:r>
          </a:p>
        </p:txBody>
      </p:sp>
      <p:sp>
        <p:nvSpPr>
          <p:cNvPr id="84" name="TextBox 83">
            <a:extLst>
              <a:ext uri="{FF2B5EF4-FFF2-40B4-BE49-F238E27FC236}">
                <a16:creationId xmlns:a16="http://schemas.microsoft.com/office/drawing/2014/main" id="{531228AC-34B4-8BBB-AFBD-E784063C317A}"/>
              </a:ext>
            </a:extLst>
          </p:cNvPr>
          <p:cNvSpPr txBox="1"/>
          <p:nvPr/>
        </p:nvSpPr>
        <p:spPr>
          <a:xfrm>
            <a:off x="5650090" y="1903821"/>
            <a:ext cx="570089" cy="230832"/>
          </a:xfrm>
          <a:prstGeom prst="rect">
            <a:avLst/>
          </a:prstGeom>
          <a:solidFill>
            <a:schemeClr val="accent4">
              <a:lumMod val="20000"/>
              <a:lumOff val="80000"/>
            </a:schemeClr>
          </a:solidFill>
        </p:spPr>
        <p:txBody>
          <a:bodyPr wrap="square" rtlCol="0">
            <a:spAutoFit/>
          </a:bodyPr>
          <a:lstStyle/>
          <a:p>
            <a:pPr algn="ctr"/>
            <a:r>
              <a:rPr lang="en-US" sz="900" dirty="0"/>
              <a:t>49</a:t>
            </a:r>
          </a:p>
        </p:txBody>
      </p:sp>
      <p:sp>
        <p:nvSpPr>
          <p:cNvPr id="85" name="TextBox 84">
            <a:extLst>
              <a:ext uri="{FF2B5EF4-FFF2-40B4-BE49-F238E27FC236}">
                <a16:creationId xmlns:a16="http://schemas.microsoft.com/office/drawing/2014/main" id="{C7452285-9AC9-BC97-14CF-FA1F91D58620}"/>
              </a:ext>
            </a:extLst>
          </p:cNvPr>
          <p:cNvSpPr txBox="1"/>
          <p:nvPr/>
        </p:nvSpPr>
        <p:spPr>
          <a:xfrm>
            <a:off x="6152446" y="1903821"/>
            <a:ext cx="570089" cy="230832"/>
          </a:xfrm>
          <a:prstGeom prst="rect">
            <a:avLst/>
          </a:prstGeom>
          <a:noFill/>
        </p:spPr>
        <p:txBody>
          <a:bodyPr wrap="square" rtlCol="0">
            <a:spAutoFit/>
          </a:bodyPr>
          <a:lstStyle/>
          <a:p>
            <a:pPr algn="ctr"/>
            <a:r>
              <a:rPr lang="en-US" sz="900" dirty="0"/>
              <a:t>59</a:t>
            </a:r>
          </a:p>
        </p:txBody>
      </p:sp>
      <p:sp>
        <p:nvSpPr>
          <p:cNvPr id="86" name="TextBox 85">
            <a:extLst>
              <a:ext uri="{FF2B5EF4-FFF2-40B4-BE49-F238E27FC236}">
                <a16:creationId xmlns:a16="http://schemas.microsoft.com/office/drawing/2014/main" id="{99E34663-CA6C-76FC-3412-0A9DA36F774E}"/>
              </a:ext>
            </a:extLst>
          </p:cNvPr>
          <p:cNvSpPr txBox="1"/>
          <p:nvPr/>
        </p:nvSpPr>
        <p:spPr>
          <a:xfrm>
            <a:off x="6654802" y="1903821"/>
            <a:ext cx="570089" cy="230832"/>
          </a:xfrm>
          <a:prstGeom prst="rect">
            <a:avLst/>
          </a:prstGeom>
          <a:noFill/>
        </p:spPr>
        <p:txBody>
          <a:bodyPr wrap="square" rtlCol="0">
            <a:spAutoFit/>
          </a:bodyPr>
          <a:lstStyle/>
          <a:p>
            <a:pPr algn="ctr"/>
            <a:r>
              <a:rPr lang="en-US" sz="900" dirty="0"/>
              <a:t>569</a:t>
            </a:r>
          </a:p>
        </p:txBody>
      </p:sp>
      <p:sp>
        <p:nvSpPr>
          <p:cNvPr id="87" name="TextBox 86">
            <a:extLst>
              <a:ext uri="{FF2B5EF4-FFF2-40B4-BE49-F238E27FC236}">
                <a16:creationId xmlns:a16="http://schemas.microsoft.com/office/drawing/2014/main" id="{39FC4C3C-84F5-DC4A-8D4B-560DDDA0442E}"/>
              </a:ext>
            </a:extLst>
          </p:cNvPr>
          <p:cNvSpPr txBox="1"/>
          <p:nvPr/>
        </p:nvSpPr>
        <p:spPr>
          <a:xfrm>
            <a:off x="7157158" y="1903821"/>
            <a:ext cx="570089" cy="230832"/>
          </a:xfrm>
          <a:prstGeom prst="rect">
            <a:avLst/>
          </a:prstGeom>
          <a:noFill/>
        </p:spPr>
        <p:txBody>
          <a:bodyPr wrap="square" rtlCol="0">
            <a:spAutoFit/>
          </a:bodyPr>
          <a:lstStyle/>
          <a:p>
            <a:pPr algn="ctr"/>
            <a:r>
              <a:rPr lang="en-US" sz="900" dirty="0"/>
              <a:t>469</a:t>
            </a:r>
          </a:p>
        </p:txBody>
      </p:sp>
      <p:sp>
        <p:nvSpPr>
          <p:cNvPr id="88" name="TextBox 87">
            <a:extLst>
              <a:ext uri="{FF2B5EF4-FFF2-40B4-BE49-F238E27FC236}">
                <a16:creationId xmlns:a16="http://schemas.microsoft.com/office/drawing/2014/main" id="{C28B7FEE-5420-DFF8-E25F-9A36F24DAD88}"/>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89" name="TextBox 88">
            <a:extLst>
              <a:ext uri="{FF2B5EF4-FFF2-40B4-BE49-F238E27FC236}">
                <a16:creationId xmlns:a16="http://schemas.microsoft.com/office/drawing/2014/main" id="{68136C27-7FCC-83DE-FEFD-88A811EA17E0}"/>
              </a:ext>
            </a:extLst>
          </p:cNvPr>
          <p:cNvSpPr txBox="1"/>
          <p:nvPr/>
        </p:nvSpPr>
        <p:spPr>
          <a:xfrm>
            <a:off x="6214537" y="3237891"/>
            <a:ext cx="462845" cy="584775"/>
          </a:xfrm>
          <a:prstGeom prst="rect">
            <a:avLst/>
          </a:prstGeom>
          <a:noFill/>
        </p:spPr>
        <p:txBody>
          <a:bodyPr wrap="square" rtlCol="0">
            <a:spAutoFit/>
          </a:bodyPr>
          <a:lstStyle/>
          <a:p>
            <a:pPr algn="ctr"/>
            <a:r>
              <a:rPr lang="en-US" sz="3200" dirty="0"/>
              <a:t>4</a:t>
            </a:r>
          </a:p>
        </p:txBody>
      </p:sp>
      <p:sp>
        <p:nvSpPr>
          <p:cNvPr id="71" name="TextBox 70">
            <a:extLst>
              <a:ext uri="{FF2B5EF4-FFF2-40B4-BE49-F238E27FC236}">
                <a16:creationId xmlns:a16="http://schemas.microsoft.com/office/drawing/2014/main" id="{0CDFCAF9-532D-F4D7-ED2B-C44503AD8DFC}"/>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74" name="TextBox 73">
            <a:extLst>
              <a:ext uri="{FF2B5EF4-FFF2-40B4-BE49-F238E27FC236}">
                <a16:creationId xmlns:a16="http://schemas.microsoft.com/office/drawing/2014/main" id="{904F1EF9-1686-7C3B-A06E-C1C234C773F9}"/>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8AAA8E2B-875D-FDA5-0FA5-0558701159C1}"/>
              </a:ext>
            </a:extLst>
          </p:cNvPr>
          <p:cNvSpPr txBox="1"/>
          <p:nvPr/>
        </p:nvSpPr>
        <p:spPr>
          <a:xfrm>
            <a:off x="6214537" y="1224551"/>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1609939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97F4F-CCA2-76CB-F2A8-2671E6ACC4E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856317-AC4C-E00C-28CF-D2F87FC5533D}"/>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DE30713-1C7D-B5BE-9F93-2C1D2CA93B9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83BFFDE-8290-006F-D3D1-B96ADE0467D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D78A3FC-260D-935D-0019-F2C3DF0CB4D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4D6E5B7-FB49-6ADF-BE09-82EF2C902217}"/>
              </a:ext>
            </a:extLst>
          </p:cNvPr>
          <p:cNvPicPr>
            <a:picLocks noChangeAspect="1"/>
          </p:cNvPicPr>
          <p:nvPr/>
        </p:nvPicPr>
        <p:blipFill>
          <a:blip r:embed="rId6"/>
          <a:stretch>
            <a:fillRect/>
          </a:stretch>
        </p:blipFill>
        <p:spPr>
          <a:xfrm>
            <a:off x="4584700" y="2311400"/>
            <a:ext cx="0" cy="0"/>
          </a:xfrm>
          <a:prstGeom prst="rect">
            <a:avLst/>
          </a:prstGeom>
        </p:spPr>
      </p:pic>
      <p:sp>
        <p:nvSpPr>
          <p:cNvPr id="17" name="TextBox 16">
            <a:extLst>
              <a:ext uri="{FF2B5EF4-FFF2-40B4-BE49-F238E27FC236}">
                <a16:creationId xmlns:a16="http://schemas.microsoft.com/office/drawing/2014/main" id="{65DD12B9-0777-0B78-A09B-B5C04531547A}"/>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937E57C9-5F98-23F9-B8CB-B23048F374C2}"/>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EB69E301-DDEC-F6B1-A00F-5D87DB419170}"/>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18EFA9B6-C62F-F8E1-5C7E-8B24E1E49E28}"/>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AD66D276-F0A3-E7A7-21A7-A257F32576F3}"/>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AF89C64C-5A39-DA15-7325-41C8EB33E310}"/>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FF3A516E-3CBF-233C-884F-8736CC0FB343}"/>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00E139D4-25D7-936C-682B-7030721ADC82}"/>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DCD2B5C3-D9A5-CE13-378A-807E221470DA}"/>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0CD2759B-D955-7789-F180-4AF6C3EF1613}"/>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167F8496-62DF-E10E-FEAD-CCAF56ADA6C0}"/>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86A12676-9D15-3C9E-0F70-9DD1AA316E8C}"/>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5EE7C632-8869-F9B1-0605-B71185BF407A}"/>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03A4B035-8AA0-37AF-217D-11F3C9D1C17F}"/>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1EFBB094-2272-24B6-92F4-F689EDB3BB80}"/>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DA0D6AB9-24DE-3EC6-5A12-4335209695E9}"/>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AE5DC2AD-728F-B348-65E8-DF5D8D475F8D}"/>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70F59ADE-4702-858F-B64A-366935325B22}"/>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87F63DC8-C473-677B-C332-5172943928E2}"/>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344C7627-59EF-F341-5B4C-EEBB7DEFEEE5}"/>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1EDDB060-18EC-4DFE-F80E-F35C77EDC5B8}"/>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CF2E3C24-5782-5D64-3552-275201305D22}"/>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FC95AB58-5266-4FE8-EEA4-CB86D64B33D6}"/>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0D18FAEC-4DD3-A579-E75E-327733058BEF}"/>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B5BCF8CB-8AD9-8163-8C12-F32E0EC7C54F}"/>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FBEB4637-DED2-BDCB-C0E5-99E1084FEB80}"/>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C5850124-E793-5662-D523-E19196DC4937}"/>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E5F4D268-420E-A3DB-A03F-7B3B2349D568}"/>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3D9F54AD-12E2-1004-E4C8-B425732B0A3C}"/>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16456190-52D7-0534-89DB-582AD8880A25}"/>
              </a:ext>
            </a:extLst>
          </p:cNvPr>
          <p:cNvSpPr txBox="1"/>
          <p:nvPr/>
        </p:nvSpPr>
        <p:spPr>
          <a:xfrm>
            <a:off x="3217333" y="172788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87022860-5FE1-5113-6139-F40F17530759}"/>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19" name="TextBox 18">
            <a:extLst>
              <a:ext uri="{FF2B5EF4-FFF2-40B4-BE49-F238E27FC236}">
                <a16:creationId xmlns:a16="http://schemas.microsoft.com/office/drawing/2014/main" id="{FB789BC3-F7FC-81F3-3380-2E4098D40177}"/>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1420446C-9811-98CD-B2B0-CD9E696DA011}"/>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40F04A42-2E36-BE9F-DE0B-9B3322C99D1E}"/>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3" name="TextBox 22">
            <a:extLst>
              <a:ext uri="{FF2B5EF4-FFF2-40B4-BE49-F238E27FC236}">
                <a16:creationId xmlns:a16="http://schemas.microsoft.com/office/drawing/2014/main" id="{CDA74998-6ACF-4F6B-DF4E-15A0861226A9}"/>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4" name="TextBox 23">
            <a:extLst>
              <a:ext uri="{FF2B5EF4-FFF2-40B4-BE49-F238E27FC236}">
                <a16:creationId xmlns:a16="http://schemas.microsoft.com/office/drawing/2014/main" id="{E9B08F82-160A-E38F-4DC6-1A46DBBF7759}"/>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0" name="TextBox 49">
            <a:extLst>
              <a:ext uri="{FF2B5EF4-FFF2-40B4-BE49-F238E27FC236}">
                <a16:creationId xmlns:a16="http://schemas.microsoft.com/office/drawing/2014/main" id="{E3599FD8-F422-A365-57E5-67191401E689}"/>
              </a:ext>
            </a:extLst>
          </p:cNvPr>
          <p:cNvSpPr txBox="1"/>
          <p:nvPr/>
        </p:nvSpPr>
        <p:spPr>
          <a:xfrm>
            <a:off x="5215469" y="424456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F8411777-CA16-D111-CEAD-09A16B783788}"/>
              </a:ext>
            </a:extLst>
          </p:cNvPr>
          <p:cNvSpPr txBox="1"/>
          <p:nvPr/>
        </p:nvSpPr>
        <p:spPr>
          <a:xfrm>
            <a:off x="5715003" y="4244561"/>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4E098DEB-CBD1-D3BE-005E-83E5BDAEBE3F}"/>
              </a:ext>
            </a:extLst>
          </p:cNvPr>
          <p:cNvSpPr txBox="1"/>
          <p:nvPr/>
        </p:nvSpPr>
        <p:spPr>
          <a:xfrm>
            <a:off x="5215469" y="4747898"/>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4336D095-60E5-8398-560F-C2F88AE2BC7C}"/>
              </a:ext>
            </a:extLst>
          </p:cNvPr>
          <p:cNvSpPr txBox="1"/>
          <p:nvPr/>
        </p:nvSpPr>
        <p:spPr>
          <a:xfrm>
            <a:off x="5715003" y="4747898"/>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1870881E-61C8-9BE5-B8E6-F678D7AD61BD}"/>
              </a:ext>
            </a:extLst>
          </p:cNvPr>
          <p:cNvSpPr txBox="1"/>
          <p:nvPr/>
        </p:nvSpPr>
        <p:spPr>
          <a:xfrm>
            <a:off x="7213604" y="4244561"/>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306430D6-7FFF-280F-BDE7-B8CAD0FCD78E}"/>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48" name="TextBox 47">
            <a:extLst>
              <a:ext uri="{FF2B5EF4-FFF2-40B4-BE49-F238E27FC236}">
                <a16:creationId xmlns:a16="http://schemas.microsoft.com/office/drawing/2014/main" id="{A56F5EB4-E577-7C0A-6959-A90EB7354956}"/>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49" name="TextBox 48">
            <a:extLst>
              <a:ext uri="{FF2B5EF4-FFF2-40B4-BE49-F238E27FC236}">
                <a16:creationId xmlns:a16="http://schemas.microsoft.com/office/drawing/2014/main" id="{0F983D0B-6D95-EE37-2294-42A6A9C60BE6}"/>
              </a:ext>
            </a:extLst>
          </p:cNvPr>
          <p:cNvSpPr txBox="1"/>
          <p:nvPr/>
        </p:nvSpPr>
        <p:spPr>
          <a:xfrm>
            <a:off x="6214537" y="4747898"/>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30FDDA07-4429-A86B-015D-86CD1FFD689C}"/>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C3C116FC-DFB6-BC91-717A-655D5F8906CA}"/>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16AE4856-17A2-AE93-8CAA-44B7B030E950}"/>
              </a:ext>
            </a:extLst>
          </p:cNvPr>
          <p:cNvSpPr txBox="1"/>
          <p:nvPr/>
        </p:nvSpPr>
        <p:spPr>
          <a:xfrm>
            <a:off x="6654802" y="3907597"/>
            <a:ext cx="570089" cy="230832"/>
          </a:xfrm>
          <a:prstGeom prst="rect">
            <a:avLst/>
          </a:prstGeom>
          <a:noFill/>
        </p:spPr>
        <p:txBody>
          <a:bodyPr wrap="square" rtlCol="0">
            <a:spAutoFit/>
          </a:bodyPr>
          <a:lstStyle/>
          <a:p>
            <a:pPr algn="ctr"/>
            <a:r>
              <a:rPr lang="en-US" sz="900" dirty="0"/>
              <a:t>69</a:t>
            </a:r>
          </a:p>
        </p:txBody>
      </p:sp>
      <p:sp>
        <p:nvSpPr>
          <p:cNvPr id="58" name="TextBox 57">
            <a:extLst>
              <a:ext uri="{FF2B5EF4-FFF2-40B4-BE49-F238E27FC236}">
                <a16:creationId xmlns:a16="http://schemas.microsoft.com/office/drawing/2014/main" id="{7B0F5691-D5DA-2B00-A333-D75EABE57D2E}"/>
              </a:ext>
            </a:extLst>
          </p:cNvPr>
          <p:cNvSpPr txBox="1"/>
          <p:nvPr/>
        </p:nvSpPr>
        <p:spPr>
          <a:xfrm>
            <a:off x="7157158" y="3907597"/>
            <a:ext cx="570089" cy="230832"/>
          </a:xfrm>
          <a:prstGeom prst="rect">
            <a:avLst/>
          </a:prstGeom>
          <a:noFill/>
        </p:spPr>
        <p:txBody>
          <a:bodyPr wrap="square" rtlCol="0">
            <a:spAutoFit/>
          </a:bodyPr>
          <a:lstStyle/>
          <a:p>
            <a:pPr algn="ctr"/>
            <a:r>
              <a:rPr lang="en-US" sz="900" dirty="0"/>
              <a:t>96</a:t>
            </a:r>
          </a:p>
        </p:txBody>
      </p:sp>
      <p:sp>
        <p:nvSpPr>
          <p:cNvPr id="60" name="TextBox 59">
            <a:extLst>
              <a:ext uri="{FF2B5EF4-FFF2-40B4-BE49-F238E27FC236}">
                <a16:creationId xmlns:a16="http://schemas.microsoft.com/office/drawing/2014/main" id="{00288512-2997-6F7A-922B-BDF7E826F2CE}"/>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1" name="TextBox 60">
            <a:extLst>
              <a:ext uri="{FF2B5EF4-FFF2-40B4-BE49-F238E27FC236}">
                <a16:creationId xmlns:a16="http://schemas.microsoft.com/office/drawing/2014/main" id="{B8F930E3-CE13-B5EA-2111-798234A37A58}"/>
              </a:ext>
            </a:extLst>
          </p:cNvPr>
          <p:cNvSpPr txBox="1"/>
          <p:nvPr/>
        </p:nvSpPr>
        <p:spPr>
          <a:xfrm>
            <a:off x="3640666" y="2404765"/>
            <a:ext cx="570089" cy="230832"/>
          </a:xfrm>
          <a:prstGeom prst="rect">
            <a:avLst/>
          </a:prstGeom>
          <a:noFill/>
        </p:spPr>
        <p:txBody>
          <a:bodyPr wrap="square" rtlCol="0">
            <a:spAutoFit/>
          </a:bodyPr>
          <a:lstStyle/>
          <a:p>
            <a:pPr algn="ctr"/>
            <a:r>
              <a:rPr lang="en-US" sz="900" dirty="0"/>
              <a:t>38</a:t>
            </a:r>
          </a:p>
        </p:txBody>
      </p:sp>
      <p:sp>
        <p:nvSpPr>
          <p:cNvPr id="62" name="TextBox 61">
            <a:extLst>
              <a:ext uri="{FF2B5EF4-FFF2-40B4-BE49-F238E27FC236}">
                <a16:creationId xmlns:a16="http://schemas.microsoft.com/office/drawing/2014/main" id="{F575D2BF-13C2-3E1B-A691-F3FA7E9AC012}"/>
              </a:ext>
            </a:extLst>
          </p:cNvPr>
          <p:cNvSpPr txBox="1"/>
          <p:nvPr/>
        </p:nvSpPr>
        <p:spPr>
          <a:xfrm>
            <a:off x="3640666" y="2905709"/>
            <a:ext cx="570089" cy="230832"/>
          </a:xfrm>
          <a:prstGeom prst="rect">
            <a:avLst/>
          </a:prstGeom>
          <a:noFill/>
        </p:spPr>
        <p:txBody>
          <a:bodyPr wrap="square" rtlCol="0">
            <a:spAutoFit/>
          </a:bodyPr>
          <a:lstStyle/>
          <a:p>
            <a:pPr algn="ctr"/>
            <a:r>
              <a:rPr lang="en-US" sz="900" dirty="0"/>
              <a:t>83</a:t>
            </a:r>
          </a:p>
        </p:txBody>
      </p:sp>
      <p:sp>
        <p:nvSpPr>
          <p:cNvPr id="66" name="TextBox 65">
            <a:extLst>
              <a:ext uri="{FF2B5EF4-FFF2-40B4-BE49-F238E27FC236}">
                <a16:creationId xmlns:a16="http://schemas.microsoft.com/office/drawing/2014/main" id="{5FF78FA2-ABC8-C76A-A6CD-2CC0C35149EB}"/>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64" name="TextBox 63">
            <a:extLst>
              <a:ext uri="{FF2B5EF4-FFF2-40B4-BE49-F238E27FC236}">
                <a16:creationId xmlns:a16="http://schemas.microsoft.com/office/drawing/2014/main" id="{2F422FF0-CB18-24C4-2052-2B214E326859}"/>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49FEC57D-05D5-239B-FDC5-A45F79FB5264}"/>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2DEA8CBC-29C2-EC93-8EEF-D036A9465DFD}"/>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339D89CC-D49B-4A4D-FC34-DD40EF2D5754}"/>
              </a:ext>
            </a:extLst>
          </p:cNvPr>
          <p:cNvSpPr txBox="1"/>
          <p:nvPr/>
        </p:nvSpPr>
        <p:spPr>
          <a:xfrm>
            <a:off x="3217333" y="3741226"/>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D07E370B-C636-8837-913E-91953CF35F5D}"/>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12" name="TextBox 11">
            <a:extLst>
              <a:ext uri="{FF2B5EF4-FFF2-40B4-BE49-F238E27FC236}">
                <a16:creationId xmlns:a16="http://schemas.microsoft.com/office/drawing/2014/main" id="{DC539D9C-E0E1-DD75-333A-4017248E1887}"/>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8C72E3A4-6C95-62D2-21C5-2D5D16229687}"/>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27" name="TextBox 26">
            <a:extLst>
              <a:ext uri="{FF2B5EF4-FFF2-40B4-BE49-F238E27FC236}">
                <a16:creationId xmlns:a16="http://schemas.microsoft.com/office/drawing/2014/main" id="{6CF9D7DA-1363-1411-1346-D45CF4FE44DF}"/>
              </a:ext>
            </a:extLst>
          </p:cNvPr>
          <p:cNvSpPr txBox="1"/>
          <p:nvPr/>
        </p:nvSpPr>
        <p:spPr>
          <a:xfrm>
            <a:off x="6152446" y="2404765"/>
            <a:ext cx="570089" cy="230832"/>
          </a:xfrm>
          <a:prstGeom prst="rect">
            <a:avLst/>
          </a:prstGeom>
          <a:noFill/>
        </p:spPr>
        <p:txBody>
          <a:bodyPr wrap="square" rtlCol="0">
            <a:spAutoFit/>
          </a:bodyPr>
          <a:lstStyle/>
          <a:p>
            <a:pPr algn="ctr"/>
            <a:r>
              <a:rPr lang="en-US" sz="900" dirty="0"/>
              <a:t>35</a:t>
            </a:r>
          </a:p>
        </p:txBody>
      </p:sp>
      <p:sp>
        <p:nvSpPr>
          <p:cNvPr id="56" name="TextBox 55">
            <a:extLst>
              <a:ext uri="{FF2B5EF4-FFF2-40B4-BE49-F238E27FC236}">
                <a16:creationId xmlns:a16="http://schemas.microsoft.com/office/drawing/2014/main" id="{B2709523-80ED-844F-259A-2BB0021C5EF7}"/>
              </a:ext>
            </a:extLst>
          </p:cNvPr>
          <p:cNvSpPr txBox="1"/>
          <p:nvPr/>
        </p:nvSpPr>
        <p:spPr>
          <a:xfrm>
            <a:off x="6654802" y="2404765"/>
            <a:ext cx="570089" cy="230832"/>
          </a:xfrm>
          <a:prstGeom prst="rect">
            <a:avLst/>
          </a:prstGeom>
          <a:noFill/>
        </p:spPr>
        <p:txBody>
          <a:bodyPr wrap="square" rtlCol="0">
            <a:spAutoFit/>
          </a:bodyPr>
          <a:lstStyle/>
          <a:p>
            <a:pPr algn="ctr"/>
            <a:r>
              <a:rPr lang="en-US" sz="900" dirty="0"/>
              <a:t>589</a:t>
            </a:r>
          </a:p>
        </p:txBody>
      </p:sp>
      <p:sp>
        <p:nvSpPr>
          <p:cNvPr id="59" name="TextBox 58">
            <a:extLst>
              <a:ext uri="{FF2B5EF4-FFF2-40B4-BE49-F238E27FC236}">
                <a16:creationId xmlns:a16="http://schemas.microsoft.com/office/drawing/2014/main" id="{036EE893-5979-EDC5-3E38-9C409C490AD9}"/>
              </a:ext>
            </a:extLst>
          </p:cNvPr>
          <p:cNvSpPr txBox="1"/>
          <p:nvPr/>
        </p:nvSpPr>
        <p:spPr>
          <a:xfrm>
            <a:off x="7157158" y="2404765"/>
            <a:ext cx="570089" cy="230832"/>
          </a:xfrm>
          <a:prstGeom prst="rect">
            <a:avLst/>
          </a:prstGeom>
          <a:noFill/>
        </p:spPr>
        <p:txBody>
          <a:bodyPr wrap="square" rtlCol="0">
            <a:spAutoFit/>
          </a:bodyPr>
          <a:lstStyle/>
          <a:p>
            <a:pPr algn="ctr"/>
            <a:r>
              <a:rPr lang="en-US" sz="900" dirty="0"/>
              <a:t>39</a:t>
            </a:r>
          </a:p>
        </p:txBody>
      </p:sp>
      <p:sp>
        <p:nvSpPr>
          <p:cNvPr id="63" name="TextBox 62">
            <a:extLst>
              <a:ext uri="{FF2B5EF4-FFF2-40B4-BE49-F238E27FC236}">
                <a16:creationId xmlns:a16="http://schemas.microsoft.com/office/drawing/2014/main" id="{67704EDC-17B8-15C9-6F3C-F61716ED7F52}"/>
              </a:ext>
            </a:extLst>
          </p:cNvPr>
          <p:cNvSpPr txBox="1"/>
          <p:nvPr/>
        </p:nvSpPr>
        <p:spPr>
          <a:xfrm>
            <a:off x="6654802" y="2905709"/>
            <a:ext cx="570089" cy="230832"/>
          </a:xfrm>
          <a:prstGeom prst="rect">
            <a:avLst/>
          </a:prstGeom>
          <a:noFill/>
        </p:spPr>
        <p:txBody>
          <a:bodyPr wrap="square" rtlCol="0">
            <a:spAutoFit/>
          </a:bodyPr>
          <a:lstStyle/>
          <a:p>
            <a:pPr algn="ctr"/>
            <a:r>
              <a:rPr lang="en-US" sz="900" dirty="0"/>
              <a:t>18</a:t>
            </a:r>
          </a:p>
        </p:txBody>
      </p:sp>
      <p:sp>
        <p:nvSpPr>
          <p:cNvPr id="65" name="TextBox 64">
            <a:extLst>
              <a:ext uri="{FF2B5EF4-FFF2-40B4-BE49-F238E27FC236}">
                <a16:creationId xmlns:a16="http://schemas.microsoft.com/office/drawing/2014/main" id="{F4030804-08CD-10AE-94F7-28FDC33993BC}"/>
              </a:ext>
            </a:extLst>
          </p:cNvPr>
          <p:cNvSpPr txBox="1"/>
          <p:nvPr/>
        </p:nvSpPr>
        <p:spPr>
          <a:xfrm>
            <a:off x="7157158" y="2905709"/>
            <a:ext cx="570089" cy="230832"/>
          </a:xfrm>
          <a:prstGeom prst="rect">
            <a:avLst/>
          </a:prstGeom>
          <a:noFill/>
        </p:spPr>
        <p:txBody>
          <a:bodyPr wrap="square" rtlCol="0">
            <a:spAutoFit/>
          </a:bodyPr>
          <a:lstStyle/>
          <a:p>
            <a:pPr algn="ctr"/>
            <a:r>
              <a:rPr lang="en-US" sz="900" dirty="0"/>
              <a:t>31</a:t>
            </a:r>
          </a:p>
        </p:txBody>
      </p:sp>
      <p:sp>
        <p:nvSpPr>
          <p:cNvPr id="72" name="TextBox 71">
            <a:extLst>
              <a:ext uri="{FF2B5EF4-FFF2-40B4-BE49-F238E27FC236}">
                <a16:creationId xmlns:a16="http://schemas.microsoft.com/office/drawing/2014/main" id="{A1B136B5-93CA-B633-E0DA-00CB2F4B6A41}"/>
              </a:ext>
            </a:extLst>
          </p:cNvPr>
          <p:cNvSpPr txBox="1"/>
          <p:nvPr/>
        </p:nvSpPr>
        <p:spPr>
          <a:xfrm>
            <a:off x="6654802" y="3406653"/>
            <a:ext cx="570089" cy="230832"/>
          </a:xfrm>
          <a:prstGeom prst="rect">
            <a:avLst/>
          </a:prstGeom>
          <a:noFill/>
        </p:spPr>
        <p:txBody>
          <a:bodyPr wrap="square" rtlCol="0">
            <a:spAutoFit/>
          </a:bodyPr>
          <a:lstStyle/>
          <a:p>
            <a:pPr algn="ctr"/>
            <a:r>
              <a:rPr lang="en-US" sz="900" dirty="0"/>
              <a:t>27</a:t>
            </a:r>
          </a:p>
        </p:txBody>
      </p:sp>
      <p:sp>
        <p:nvSpPr>
          <p:cNvPr id="73" name="TextBox 72">
            <a:extLst>
              <a:ext uri="{FF2B5EF4-FFF2-40B4-BE49-F238E27FC236}">
                <a16:creationId xmlns:a16="http://schemas.microsoft.com/office/drawing/2014/main" id="{9D062B89-2509-E8D1-4AFE-A0323B0ED7C2}"/>
              </a:ext>
            </a:extLst>
          </p:cNvPr>
          <p:cNvSpPr txBox="1"/>
          <p:nvPr/>
        </p:nvSpPr>
        <p:spPr>
          <a:xfrm>
            <a:off x="7157158" y="3406653"/>
            <a:ext cx="570089" cy="230832"/>
          </a:xfrm>
          <a:prstGeom prst="rect">
            <a:avLst/>
          </a:prstGeom>
          <a:noFill/>
        </p:spPr>
        <p:txBody>
          <a:bodyPr wrap="square" rtlCol="0">
            <a:spAutoFit/>
          </a:bodyPr>
          <a:lstStyle/>
          <a:p>
            <a:pPr algn="ctr"/>
            <a:r>
              <a:rPr lang="en-US" sz="900" dirty="0"/>
              <a:t>72</a:t>
            </a:r>
          </a:p>
        </p:txBody>
      </p:sp>
      <p:sp>
        <p:nvSpPr>
          <p:cNvPr id="77" name="TextBox 76">
            <a:extLst>
              <a:ext uri="{FF2B5EF4-FFF2-40B4-BE49-F238E27FC236}">
                <a16:creationId xmlns:a16="http://schemas.microsoft.com/office/drawing/2014/main" id="{3A1AD1C0-40E8-3181-4442-0D2D4D9E29A8}"/>
              </a:ext>
            </a:extLst>
          </p:cNvPr>
          <p:cNvSpPr txBox="1"/>
          <p:nvPr/>
        </p:nvSpPr>
        <p:spPr>
          <a:xfrm>
            <a:off x="6654802" y="901933"/>
            <a:ext cx="570089" cy="230832"/>
          </a:xfrm>
          <a:prstGeom prst="rect">
            <a:avLst/>
          </a:prstGeom>
          <a:noFill/>
        </p:spPr>
        <p:txBody>
          <a:bodyPr wrap="square" rtlCol="0">
            <a:spAutoFit/>
          </a:bodyPr>
          <a:lstStyle/>
          <a:p>
            <a:pPr algn="ctr"/>
            <a:r>
              <a:rPr lang="en-US" sz="900" dirty="0"/>
              <a:t>17</a:t>
            </a:r>
          </a:p>
        </p:txBody>
      </p:sp>
      <p:sp>
        <p:nvSpPr>
          <p:cNvPr id="78" name="TextBox 77">
            <a:extLst>
              <a:ext uri="{FF2B5EF4-FFF2-40B4-BE49-F238E27FC236}">
                <a16:creationId xmlns:a16="http://schemas.microsoft.com/office/drawing/2014/main" id="{B7AD0A0A-36A3-0DEE-DBDA-0832D2A543E6}"/>
              </a:ext>
            </a:extLst>
          </p:cNvPr>
          <p:cNvSpPr txBox="1"/>
          <p:nvPr/>
        </p:nvSpPr>
        <p:spPr>
          <a:xfrm>
            <a:off x="7157158" y="901933"/>
            <a:ext cx="570089" cy="230832"/>
          </a:xfrm>
          <a:prstGeom prst="rect">
            <a:avLst/>
          </a:prstGeom>
          <a:noFill/>
        </p:spPr>
        <p:txBody>
          <a:bodyPr wrap="square" rtlCol="0">
            <a:spAutoFit/>
          </a:bodyPr>
          <a:lstStyle/>
          <a:p>
            <a:pPr algn="ctr"/>
            <a:r>
              <a:rPr lang="en-US" sz="900" dirty="0"/>
              <a:t>147</a:t>
            </a:r>
          </a:p>
        </p:txBody>
      </p:sp>
      <p:sp>
        <p:nvSpPr>
          <p:cNvPr id="82" name="TextBox 81">
            <a:extLst>
              <a:ext uri="{FF2B5EF4-FFF2-40B4-BE49-F238E27FC236}">
                <a16:creationId xmlns:a16="http://schemas.microsoft.com/office/drawing/2014/main" id="{38B69233-A890-56FB-5614-385C0B3826E4}"/>
              </a:ext>
            </a:extLst>
          </p:cNvPr>
          <p:cNvSpPr txBox="1"/>
          <p:nvPr/>
        </p:nvSpPr>
        <p:spPr>
          <a:xfrm>
            <a:off x="6654802" y="1402877"/>
            <a:ext cx="570089" cy="230832"/>
          </a:xfrm>
          <a:prstGeom prst="rect">
            <a:avLst/>
          </a:prstGeom>
          <a:noFill/>
        </p:spPr>
        <p:txBody>
          <a:bodyPr wrap="square" rtlCol="0">
            <a:spAutoFit/>
          </a:bodyPr>
          <a:lstStyle/>
          <a:p>
            <a:pPr algn="ctr"/>
            <a:r>
              <a:rPr lang="en-US" sz="900" dirty="0"/>
              <a:t>12</a:t>
            </a:r>
          </a:p>
        </p:txBody>
      </p:sp>
      <p:sp>
        <p:nvSpPr>
          <p:cNvPr id="83" name="TextBox 82">
            <a:extLst>
              <a:ext uri="{FF2B5EF4-FFF2-40B4-BE49-F238E27FC236}">
                <a16:creationId xmlns:a16="http://schemas.microsoft.com/office/drawing/2014/main" id="{5AA27CD1-1D9D-360F-46C4-021A9C85BD74}"/>
              </a:ext>
            </a:extLst>
          </p:cNvPr>
          <p:cNvSpPr txBox="1"/>
          <p:nvPr/>
        </p:nvSpPr>
        <p:spPr>
          <a:xfrm>
            <a:off x="7157158" y="1402877"/>
            <a:ext cx="570089" cy="230832"/>
          </a:xfrm>
          <a:prstGeom prst="rect">
            <a:avLst/>
          </a:prstGeom>
          <a:noFill/>
        </p:spPr>
        <p:txBody>
          <a:bodyPr wrap="square" rtlCol="0">
            <a:spAutoFit/>
          </a:bodyPr>
          <a:lstStyle/>
          <a:p>
            <a:pPr algn="ctr"/>
            <a:r>
              <a:rPr lang="en-US" sz="900" dirty="0"/>
              <a:t>123</a:t>
            </a:r>
          </a:p>
        </p:txBody>
      </p:sp>
      <p:sp>
        <p:nvSpPr>
          <p:cNvPr id="86" name="TextBox 85">
            <a:extLst>
              <a:ext uri="{FF2B5EF4-FFF2-40B4-BE49-F238E27FC236}">
                <a16:creationId xmlns:a16="http://schemas.microsoft.com/office/drawing/2014/main" id="{E7040262-3747-22C0-4716-3B4C61A4603E}"/>
              </a:ext>
            </a:extLst>
          </p:cNvPr>
          <p:cNvSpPr txBox="1"/>
          <p:nvPr/>
        </p:nvSpPr>
        <p:spPr>
          <a:xfrm>
            <a:off x="6654802" y="1903821"/>
            <a:ext cx="570089" cy="230832"/>
          </a:xfrm>
          <a:prstGeom prst="rect">
            <a:avLst/>
          </a:prstGeom>
          <a:noFill/>
        </p:spPr>
        <p:txBody>
          <a:bodyPr wrap="square" rtlCol="0">
            <a:spAutoFit/>
          </a:bodyPr>
          <a:lstStyle/>
          <a:p>
            <a:pPr algn="ctr"/>
            <a:r>
              <a:rPr lang="en-US" sz="900" dirty="0"/>
              <a:t>56</a:t>
            </a:r>
          </a:p>
        </p:txBody>
      </p:sp>
      <p:sp>
        <p:nvSpPr>
          <p:cNvPr id="87" name="TextBox 86">
            <a:extLst>
              <a:ext uri="{FF2B5EF4-FFF2-40B4-BE49-F238E27FC236}">
                <a16:creationId xmlns:a16="http://schemas.microsoft.com/office/drawing/2014/main" id="{771017AC-5155-D5D1-29D2-6CC241C636CB}"/>
              </a:ext>
            </a:extLst>
          </p:cNvPr>
          <p:cNvSpPr txBox="1"/>
          <p:nvPr/>
        </p:nvSpPr>
        <p:spPr>
          <a:xfrm>
            <a:off x="7157158" y="1903821"/>
            <a:ext cx="570089" cy="230832"/>
          </a:xfrm>
          <a:prstGeom prst="rect">
            <a:avLst/>
          </a:prstGeom>
          <a:noFill/>
        </p:spPr>
        <p:txBody>
          <a:bodyPr wrap="square" rtlCol="0">
            <a:spAutoFit/>
          </a:bodyPr>
          <a:lstStyle/>
          <a:p>
            <a:pPr algn="ctr"/>
            <a:r>
              <a:rPr lang="en-US" sz="900" dirty="0"/>
              <a:t>46</a:t>
            </a:r>
          </a:p>
        </p:txBody>
      </p:sp>
      <p:sp>
        <p:nvSpPr>
          <p:cNvPr id="88" name="TextBox 87">
            <a:extLst>
              <a:ext uri="{FF2B5EF4-FFF2-40B4-BE49-F238E27FC236}">
                <a16:creationId xmlns:a16="http://schemas.microsoft.com/office/drawing/2014/main" id="{3A747B92-916E-D66B-D35D-199820187C63}"/>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89" name="TextBox 88">
            <a:extLst>
              <a:ext uri="{FF2B5EF4-FFF2-40B4-BE49-F238E27FC236}">
                <a16:creationId xmlns:a16="http://schemas.microsoft.com/office/drawing/2014/main" id="{E8B15398-3C72-C0EC-3A73-E066DFBBB598}"/>
              </a:ext>
            </a:extLst>
          </p:cNvPr>
          <p:cNvSpPr txBox="1"/>
          <p:nvPr/>
        </p:nvSpPr>
        <p:spPr>
          <a:xfrm>
            <a:off x="6214537" y="3237891"/>
            <a:ext cx="462845" cy="584775"/>
          </a:xfrm>
          <a:prstGeom prst="rect">
            <a:avLst/>
          </a:prstGeom>
          <a:noFill/>
        </p:spPr>
        <p:txBody>
          <a:bodyPr wrap="square" rtlCol="0">
            <a:spAutoFit/>
          </a:bodyPr>
          <a:lstStyle/>
          <a:p>
            <a:pPr algn="ctr"/>
            <a:r>
              <a:rPr lang="en-US" sz="3200" dirty="0"/>
              <a:t>4</a:t>
            </a:r>
          </a:p>
        </p:txBody>
      </p:sp>
      <p:sp>
        <p:nvSpPr>
          <p:cNvPr id="71" name="TextBox 70">
            <a:extLst>
              <a:ext uri="{FF2B5EF4-FFF2-40B4-BE49-F238E27FC236}">
                <a16:creationId xmlns:a16="http://schemas.microsoft.com/office/drawing/2014/main" id="{5605BB42-1661-2999-761E-69CE8E921532}"/>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74" name="TextBox 73">
            <a:extLst>
              <a:ext uri="{FF2B5EF4-FFF2-40B4-BE49-F238E27FC236}">
                <a16:creationId xmlns:a16="http://schemas.microsoft.com/office/drawing/2014/main" id="{22680110-D3AA-1389-D836-838BBCC28714}"/>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1D1EBC0A-AD87-EA90-8AFF-6F37B215CA2F}"/>
              </a:ext>
            </a:extLst>
          </p:cNvPr>
          <p:cNvSpPr txBox="1"/>
          <p:nvPr/>
        </p:nvSpPr>
        <p:spPr>
          <a:xfrm>
            <a:off x="6214537" y="1224551"/>
            <a:ext cx="462845" cy="584775"/>
          </a:xfrm>
          <a:prstGeom prst="rect">
            <a:avLst/>
          </a:prstGeom>
          <a:noFill/>
        </p:spPr>
        <p:txBody>
          <a:bodyPr wrap="square" rtlCol="0">
            <a:spAutoFit/>
          </a:bodyPr>
          <a:lstStyle/>
          <a:p>
            <a:pPr algn="ctr"/>
            <a:r>
              <a:rPr lang="en-US" sz="3200" dirty="0"/>
              <a:t>9</a:t>
            </a:r>
          </a:p>
        </p:txBody>
      </p:sp>
      <p:sp>
        <p:nvSpPr>
          <p:cNvPr id="79" name="TextBox 78">
            <a:extLst>
              <a:ext uri="{FF2B5EF4-FFF2-40B4-BE49-F238E27FC236}">
                <a16:creationId xmlns:a16="http://schemas.microsoft.com/office/drawing/2014/main" id="{4966497B-914F-6F92-C1EA-94BB03789287}"/>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81" name="TextBox 80">
            <a:extLst>
              <a:ext uri="{FF2B5EF4-FFF2-40B4-BE49-F238E27FC236}">
                <a16:creationId xmlns:a16="http://schemas.microsoft.com/office/drawing/2014/main" id="{191CE2FA-97BA-A26B-6AF2-52C9E5BCAC4C}"/>
              </a:ext>
            </a:extLst>
          </p:cNvPr>
          <p:cNvSpPr txBox="1"/>
          <p:nvPr/>
        </p:nvSpPr>
        <p:spPr>
          <a:xfrm>
            <a:off x="5715003" y="721216"/>
            <a:ext cx="462845" cy="584775"/>
          </a:xfrm>
          <a:prstGeom prst="rect">
            <a:avLst/>
          </a:prstGeom>
          <a:noFill/>
        </p:spPr>
        <p:txBody>
          <a:bodyPr wrap="square" rtlCol="0">
            <a:spAutoFit/>
          </a:bodyPr>
          <a:lstStyle/>
          <a:p>
            <a:pPr algn="ctr"/>
            <a:r>
              <a:rPr lang="en-US" sz="3200" dirty="0"/>
              <a:t>4</a:t>
            </a:r>
          </a:p>
        </p:txBody>
      </p:sp>
      <p:sp>
        <p:nvSpPr>
          <p:cNvPr id="90" name="TextBox 89">
            <a:extLst>
              <a:ext uri="{FF2B5EF4-FFF2-40B4-BE49-F238E27FC236}">
                <a16:creationId xmlns:a16="http://schemas.microsoft.com/office/drawing/2014/main" id="{779E1966-2E24-1311-FE00-441B212C7138}"/>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91" name="TextBox 90">
            <a:extLst>
              <a:ext uri="{FF2B5EF4-FFF2-40B4-BE49-F238E27FC236}">
                <a16:creationId xmlns:a16="http://schemas.microsoft.com/office/drawing/2014/main" id="{D7A018E4-B308-378B-D982-5B132DDA1A22}"/>
              </a:ext>
            </a:extLst>
          </p:cNvPr>
          <p:cNvSpPr txBox="1"/>
          <p:nvPr/>
        </p:nvSpPr>
        <p:spPr>
          <a:xfrm>
            <a:off x="6214537" y="1727886"/>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26081799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BADB0-E8F1-CF11-FC9F-F102316DE9A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4CFC7E-5BBF-8F25-F4A5-D1DD8D37AC68}"/>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F89EB4B-C6D7-DD2E-C981-DAD7A9A560B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BAED5C8-28BC-BBC9-8AA5-75814D5A54D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EFA31B1-C399-6B83-5CD6-9111FFAF45D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4153812-6C31-DE69-1BB7-F6B99879FEF5}"/>
              </a:ext>
            </a:extLst>
          </p:cNvPr>
          <p:cNvPicPr>
            <a:picLocks noChangeAspect="1"/>
          </p:cNvPicPr>
          <p:nvPr/>
        </p:nvPicPr>
        <p:blipFill>
          <a:blip r:embed="rId6"/>
          <a:stretch>
            <a:fillRect/>
          </a:stretch>
        </p:blipFill>
        <p:spPr>
          <a:xfrm>
            <a:off x="4584700" y="2311400"/>
            <a:ext cx="0" cy="0"/>
          </a:xfrm>
          <a:prstGeom prst="rect">
            <a:avLst/>
          </a:prstGeom>
        </p:spPr>
      </p:pic>
      <p:sp>
        <p:nvSpPr>
          <p:cNvPr id="17" name="TextBox 16">
            <a:extLst>
              <a:ext uri="{FF2B5EF4-FFF2-40B4-BE49-F238E27FC236}">
                <a16:creationId xmlns:a16="http://schemas.microsoft.com/office/drawing/2014/main" id="{70246E56-1ED7-B215-9B40-78D3552C06D8}"/>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9CD5130A-6AE4-0F3F-846B-7E74033A2D67}"/>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D2EE06DB-D8DB-F2D1-D3D4-30E750F9E4A5}"/>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FA343FA5-122C-DBDA-93B4-BA537D0D5BFD}"/>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5BB931FF-7A50-D800-F306-4C8724C01F08}"/>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51372CDD-D910-9CBF-1E7B-08D16B4B2A32}"/>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74024F54-E571-0A16-A258-9A135F334C7B}"/>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4761E577-7582-92CA-E857-6FB55C2E8611}"/>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2E2874E7-F7A9-B015-8AF4-200ECA0D2E74}"/>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0F97EF75-6FD6-01CA-1541-14E60A4756E1}"/>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66167E0A-3B8E-91EC-1A28-E5E4C78C39F3}"/>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54CF4972-ACF8-04DA-A23D-562D9A98989E}"/>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8952B24A-F357-7B18-F490-0FCE91957DDE}"/>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65C2AB4F-8EEB-1E2E-EC92-4070AD2353CA}"/>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DBF37890-4D31-9725-0420-2D8EF1ABE465}"/>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DAF721EA-A41F-ED21-3FAD-4CEB72914094}"/>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2DE56294-3BF6-8DD3-7423-769D77C83E70}"/>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90744BCC-4C35-8F09-7022-98E70BB9FF55}"/>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75032CC0-E8C7-4965-AD85-7097CB50BABA}"/>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6FD43616-D5C9-E47A-9445-998AEC914BEB}"/>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340E255A-4C1D-C723-DFD9-484D088BB5EB}"/>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8BB34C9E-25C1-21C6-9915-0F3B15C5953D}"/>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11C76D75-CE27-EEC4-C2E8-6E90B5E6722A}"/>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F15CA65C-92C0-7894-BDF5-2971D364E2EE}"/>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FF085316-F3A3-7A43-607F-85321A20D0BA}"/>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1BD01CF3-033B-0845-2C3C-CDA1C8606FFB}"/>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768E02B7-1ECA-DF2E-7128-8D29540FD19D}"/>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A8AF20E5-5C52-963B-88E2-BA5A02D6F705}"/>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63F9B0BA-7710-5AE8-C546-7BB4C5D784C0}"/>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7FF6CD7A-F61A-C885-1C16-1319142F9798}"/>
              </a:ext>
            </a:extLst>
          </p:cNvPr>
          <p:cNvSpPr txBox="1"/>
          <p:nvPr/>
        </p:nvSpPr>
        <p:spPr>
          <a:xfrm>
            <a:off x="3217333" y="172788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ECE691FD-8F90-6811-04FA-0E7E7E228B6A}"/>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19" name="TextBox 18">
            <a:extLst>
              <a:ext uri="{FF2B5EF4-FFF2-40B4-BE49-F238E27FC236}">
                <a16:creationId xmlns:a16="http://schemas.microsoft.com/office/drawing/2014/main" id="{B080E44B-D4F7-E813-59EF-E9F17C697EB0}"/>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942000EB-F2A7-C9ED-6151-3C995079701B}"/>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8F3E038B-0517-7B9D-5D4D-539EF34BDB23}"/>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3" name="TextBox 22">
            <a:extLst>
              <a:ext uri="{FF2B5EF4-FFF2-40B4-BE49-F238E27FC236}">
                <a16:creationId xmlns:a16="http://schemas.microsoft.com/office/drawing/2014/main" id="{343D46EB-6AC1-AAAD-3D49-07D3C407CC04}"/>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4" name="TextBox 23">
            <a:extLst>
              <a:ext uri="{FF2B5EF4-FFF2-40B4-BE49-F238E27FC236}">
                <a16:creationId xmlns:a16="http://schemas.microsoft.com/office/drawing/2014/main" id="{35382DFA-BF54-53E7-6A4B-C20714B1E145}"/>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0" name="TextBox 49">
            <a:extLst>
              <a:ext uri="{FF2B5EF4-FFF2-40B4-BE49-F238E27FC236}">
                <a16:creationId xmlns:a16="http://schemas.microsoft.com/office/drawing/2014/main" id="{CFFADEC6-5061-2236-8349-FF15CD57B5B1}"/>
              </a:ext>
            </a:extLst>
          </p:cNvPr>
          <p:cNvSpPr txBox="1"/>
          <p:nvPr/>
        </p:nvSpPr>
        <p:spPr>
          <a:xfrm>
            <a:off x="5215469" y="424456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09F9141E-3FF6-7617-3379-54953B5FAED3}"/>
              </a:ext>
            </a:extLst>
          </p:cNvPr>
          <p:cNvSpPr txBox="1"/>
          <p:nvPr/>
        </p:nvSpPr>
        <p:spPr>
          <a:xfrm>
            <a:off x="5715003" y="4244561"/>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6951BA52-3502-19C5-9A1F-D385D1796D6A}"/>
              </a:ext>
            </a:extLst>
          </p:cNvPr>
          <p:cNvSpPr txBox="1"/>
          <p:nvPr/>
        </p:nvSpPr>
        <p:spPr>
          <a:xfrm>
            <a:off x="5215469" y="4747898"/>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3DF80E65-43AF-E7E9-652A-D318C687DB07}"/>
              </a:ext>
            </a:extLst>
          </p:cNvPr>
          <p:cNvSpPr txBox="1"/>
          <p:nvPr/>
        </p:nvSpPr>
        <p:spPr>
          <a:xfrm>
            <a:off x="5715003" y="4747898"/>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B5282D13-99D9-A263-186C-EAE55A17C597}"/>
              </a:ext>
            </a:extLst>
          </p:cNvPr>
          <p:cNvSpPr txBox="1"/>
          <p:nvPr/>
        </p:nvSpPr>
        <p:spPr>
          <a:xfrm>
            <a:off x="7213604" y="4244561"/>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96299B27-6C2C-105D-CD4C-FA06CFDA7359}"/>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48" name="TextBox 47">
            <a:extLst>
              <a:ext uri="{FF2B5EF4-FFF2-40B4-BE49-F238E27FC236}">
                <a16:creationId xmlns:a16="http://schemas.microsoft.com/office/drawing/2014/main" id="{EF222158-FBF6-EC0B-C2E4-4F4A0BFBE1E5}"/>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49" name="TextBox 48">
            <a:extLst>
              <a:ext uri="{FF2B5EF4-FFF2-40B4-BE49-F238E27FC236}">
                <a16:creationId xmlns:a16="http://schemas.microsoft.com/office/drawing/2014/main" id="{4A9E1F39-45BA-25F0-C065-6AE5F2DE8D19}"/>
              </a:ext>
            </a:extLst>
          </p:cNvPr>
          <p:cNvSpPr txBox="1"/>
          <p:nvPr/>
        </p:nvSpPr>
        <p:spPr>
          <a:xfrm>
            <a:off x="6214537" y="4747898"/>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58AE7E8C-62F3-D392-23C7-9A3DB134A1AE}"/>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29736715-4A44-51E8-1DD5-07489BB39B55}"/>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60AC14D0-BF01-CA14-4D1D-E31062505CA0}"/>
              </a:ext>
            </a:extLst>
          </p:cNvPr>
          <p:cNvSpPr txBox="1"/>
          <p:nvPr/>
        </p:nvSpPr>
        <p:spPr>
          <a:xfrm>
            <a:off x="6654802" y="3907597"/>
            <a:ext cx="570089" cy="230832"/>
          </a:xfrm>
          <a:prstGeom prst="rect">
            <a:avLst/>
          </a:prstGeom>
          <a:noFill/>
        </p:spPr>
        <p:txBody>
          <a:bodyPr wrap="square" rtlCol="0">
            <a:spAutoFit/>
          </a:bodyPr>
          <a:lstStyle/>
          <a:p>
            <a:pPr algn="ctr"/>
            <a:r>
              <a:rPr lang="en-US" sz="900" dirty="0"/>
              <a:t>69</a:t>
            </a:r>
          </a:p>
        </p:txBody>
      </p:sp>
      <p:sp>
        <p:nvSpPr>
          <p:cNvPr id="58" name="TextBox 57">
            <a:extLst>
              <a:ext uri="{FF2B5EF4-FFF2-40B4-BE49-F238E27FC236}">
                <a16:creationId xmlns:a16="http://schemas.microsoft.com/office/drawing/2014/main" id="{8573DAA6-786A-7818-B70D-A8667E4FD02D}"/>
              </a:ext>
            </a:extLst>
          </p:cNvPr>
          <p:cNvSpPr txBox="1"/>
          <p:nvPr/>
        </p:nvSpPr>
        <p:spPr>
          <a:xfrm>
            <a:off x="7157158" y="3907597"/>
            <a:ext cx="570089" cy="230832"/>
          </a:xfrm>
          <a:prstGeom prst="rect">
            <a:avLst/>
          </a:prstGeom>
          <a:noFill/>
        </p:spPr>
        <p:txBody>
          <a:bodyPr wrap="square" rtlCol="0">
            <a:spAutoFit/>
          </a:bodyPr>
          <a:lstStyle/>
          <a:p>
            <a:pPr algn="ctr"/>
            <a:r>
              <a:rPr lang="en-US" sz="900" dirty="0"/>
              <a:t>96</a:t>
            </a:r>
          </a:p>
        </p:txBody>
      </p:sp>
      <p:sp>
        <p:nvSpPr>
          <p:cNvPr id="60" name="TextBox 59">
            <a:extLst>
              <a:ext uri="{FF2B5EF4-FFF2-40B4-BE49-F238E27FC236}">
                <a16:creationId xmlns:a16="http://schemas.microsoft.com/office/drawing/2014/main" id="{E30EF652-93A4-E557-0E39-7195C7C98C3F}"/>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1" name="TextBox 60">
            <a:extLst>
              <a:ext uri="{FF2B5EF4-FFF2-40B4-BE49-F238E27FC236}">
                <a16:creationId xmlns:a16="http://schemas.microsoft.com/office/drawing/2014/main" id="{A76D9CC9-8CF3-35D2-2F01-C01FF3F47B39}"/>
              </a:ext>
            </a:extLst>
          </p:cNvPr>
          <p:cNvSpPr txBox="1"/>
          <p:nvPr/>
        </p:nvSpPr>
        <p:spPr>
          <a:xfrm>
            <a:off x="3640666" y="2404765"/>
            <a:ext cx="570089" cy="230832"/>
          </a:xfrm>
          <a:prstGeom prst="rect">
            <a:avLst/>
          </a:prstGeom>
          <a:noFill/>
        </p:spPr>
        <p:txBody>
          <a:bodyPr wrap="square" rtlCol="0">
            <a:spAutoFit/>
          </a:bodyPr>
          <a:lstStyle/>
          <a:p>
            <a:pPr algn="ctr"/>
            <a:r>
              <a:rPr lang="en-US" sz="900" dirty="0"/>
              <a:t>38</a:t>
            </a:r>
          </a:p>
        </p:txBody>
      </p:sp>
      <p:sp>
        <p:nvSpPr>
          <p:cNvPr id="62" name="TextBox 61">
            <a:extLst>
              <a:ext uri="{FF2B5EF4-FFF2-40B4-BE49-F238E27FC236}">
                <a16:creationId xmlns:a16="http://schemas.microsoft.com/office/drawing/2014/main" id="{34E1BE2E-5FD0-F6D1-35E5-19093AB84786}"/>
              </a:ext>
            </a:extLst>
          </p:cNvPr>
          <p:cNvSpPr txBox="1"/>
          <p:nvPr/>
        </p:nvSpPr>
        <p:spPr>
          <a:xfrm>
            <a:off x="3640666" y="2905709"/>
            <a:ext cx="570089" cy="230832"/>
          </a:xfrm>
          <a:prstGeom prst="rect">
            <a:avLst/>
          </a:prstGeom>
          <a:noFill/>
        </p:spPr>
        <p:txBody>
          <a:bodyPr wrap="square" rtlCol="0">
            <a:spAutoFit/>
          </a:bodyPr>
          <a:lstStyle/>
          <a:p>
            <a:pPr algn="ctr"/>
            <a:r>
              <a:rPr lang="en-US" sz="900" dirty="0"/>
              <a:t>83</a:t>
            </a:r>
          </a:p>
        </p:txBody>
      </p:sp>
      <p:sp>
        <p:nvSpPr>
          <p:cNvPr id="66" name="TextBox 65">
            <a:extLst>
              <a:ext uri="{FF2B5EF4-FFF2-40B4-BE49-F238E27FC236}">
                <a16:creationId xmlns:a16="http://schemas.microsoft.com/office/drawing/2014/main" id="{7707C7E9-3656-E84D-F3FE-10EFF7FEEE6F}"/>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64" name="TextBox 63">
            <a:extLst>
              <a:ext uri="{FF2B5EF4-FFF2-40B4-BE49-F238E27FC236}">
                <a16:creationId xmlns:a16="http://schemas.microsoft.com/office/drawing/2014/main" id="{35A81EA2-1D36-6976-C8D6-E76871BF73EA}"/>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08730ADC-79FD-C3C4-47EF-72A0CFFF04EB}"/>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8DC871A8-AF1C-3BC9-C0C0-09B3FD4E6A2C}"/>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72D893F8-0BE4-F797-663A-C750AEE46DAC}"/>
              </a:ext>
            </a:extLst>
          </p:cNvPr>
          <p:cNvSpPr txBox="1"/>
          <p:nvPr/>
        </p:nvSpPr>
        <p:spPr>
          <a:xfrm>
            <a:off x="3217333" y="3741226"/>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3C7AAF50-F5E1-94E4-8456-E87A25E1B093}"/>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12" name="TextBox 11">
            <a:extLst>
              <a:ext uri="{FF2B5EF4-FFF2-40B4-BE49-F238E27FC236}">
                <a16:creationId xmlns:a16="http://schemas.microsoft.com/office/drawing/2014/main" id="{A6853B11-722B-7326-11C6-AAACD9F2C629}"/>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F8E43BF2-F9A7-8AFB-49FE-0A061974B2F4}"/>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56" name="TextBox 55">
            <a:extLst>
              <a:ext uri="{FF2B5EF4-FFF2-40B4-BE49-F238E27FC236}">
                <a16:creationId xmlns:a16="http://schemas.microsoft.com/office/drawing/2014/main" id="{F402F194-0D21-80C7-767C-407E96DA73C9}"/>
              </a:ext>
            </a:extLst>
          </p:cNvPr>
          <p:cNvSpPr txBox="1"/>
          <p:nvPr/>
        </p:nvSpPr>
        <p:spPr>
          <a:xfrm>
            <a:off x="6654802" y="2404765"/>
            <a:ext cx="570089" cy="230832"/>
          </a:xfrm>
          <a:prstGeom prst="rect">
            <a:avLst/>
          </a:prstGeom>
          <a:noFill/>
        </p:spPr>
        <p:txBody>
          <a:bodyPr wrap="square" rtlCol="0">
            <a:spAutoFit/>
          </a:bodyPr>
          <a:lstStyle/>
          <a:p>
            <a:pPr algn="ctr"/>
            <a:r>
              <a:rPr lang="en-US" sz="900" dirty="0"/>
              <a:t>589</a:t>
            </a:r>
          </a:p>
        </p:txBody>
      </p:sp>
      <p:sp>
        <p:nvSpPr>
          <p:cNvPr id="59" name="TextBox 58">
            <a:extLst>
              <a:ext uri="{FF2B5EF4-FFF2-40B4-BE49-F238E27FC236}">
                <a16:creationId xmlns:a16="http://schemas.microsoft.com/office/drawing/2014/main" id="{EC9A79B8-1F9D-1800-6A47-6B3E3AC91730}"/>
              </a:ext>
            </a:extLst>
          </p:cNvPr>
          <p:cNvSpPr txBox="1"/>
          <p:nvPr/>
        </p:nvSpPr>
        <p:spPr>
          <a:xfrm>
            <a:off x="7157158" y="2404765"/>
            <a:ext cx="570089" cy="230832"/>
          </a:xfrm>
          <a:prstGeom prst="rect">
            <a:avLst/>
          </a:prstGeom>
          <a:noFill/>
        </p:spPr>
        <p:txBody>
          <a:bodyPr wrap="square" rtlCol="0">
            <a:spAutoFit/>
          </a:bodyPr>
          <a:lstStyle/>
          <a:p>
            <a:pPr algn="ctr"/>
            <a:r>
              <a:rPr lang="en-US" sz="900" dirty="0"/>
              <a:t>39</a:t>
            </a:r>
          </a:p>
        </p:txBody>
      </p:sp>
      <p:sp>
        <p:nvSpPr>
          <p:cNvPr id="63" name="TextBox 62">
            <a:extLst>
              <a:ext uri="{FF2B5EF4-FFF2-40B4-BE49-F238E27FC236}">
                <a16:creationId xmlns:a16="http://schemas.microsoft.com/office/drawing/2014/main" id="{0DB4255B-8996-6042-5BFB-46837310A944}"/>
              </a:ext>
            </a:extLst>
          </p:cNvPr>
          <p:cNvSpPr txBox="1"/>
          <p:nvPr/>
        </p:nvSpPr>
        <p:spPr>
          <a:xfrm>
            <a:off x="6654802" y="2905709"/>
            <a:ext cx="570089" cy="230832"/>
          </a:xfrm>
          <a:prstGeom prst="rect">
            <a:avLst/>
          </a:prstGeom>
          <a:noFill/>
        </p:spPr>
        <p:txBody>
          <a:bodyPr wrap="square" rtlCol="0">
            <a:spAutoFit/>
          </a:bodyPr>
          <a:lstStyle/>
          <a:p>
            <a:pPr algn="ctr"/>
            <a:r>
              <a:rPr lang="en-US" sz="900" dirty="0"/>
              <a:t>18</a:t>
            </a:r>
          </a:p>
        </p:txBody>
      </p:sp>
      <p:sp>
        <p:nvSpPr>
          <p:cNvPr id="65" name="TextBox 64">
            <a:extLst>
              <a:ext uri="{FF2B5EF4-FFF2-40B4-BE49-F238E27FC236}">
                <a16:creationId xmlns:a16="http://schemas.microsoft.com/office/drawing/2014/main" id="{660CA9F3-FA10-2547-7285-25B980D411B7}"/>
              </a:ext>
            </a:extLst>
          </p:cNvPr>
          <p:cNvSpPr txBox="1"/>
          <p:nvPr/>
        </p:nvSpPr>
        <p:spPr>
          <a:xfrm>
            <a:off x="7157158" y="2905709"/>
            <a:ext cx="570089" cy="230832"/>
          </a:xfrm>
          <a:prstGeom prst="rect">
            <a:avLst/>
          </a:prstGeom>
          <a:noFill/>
        </p:spPr>
        <p:txBody>
          <a:bodyPr wrap="square" rtlCol="0">
            <a:spAutoFit/>
          </a:bodyPr>
          <a:lstStyle/>
          <a:p>
            <a:pPr algn="ctr"/>
            <a:r>
              <a:rPr lang="en-US" sz="900" dirty="0"/>
              <a:t>31</a:t>
            </a:r>
          </a:p>
        </p:txBody>
      </p:sp>
      <p:sp>
        <p:nvSpPr>
          <p:cNvPr id="72" name="TextBox 71">
            <a:extLst>
              <a:ext uri="{FF2B5EF4-FFF2-40B4-BE49-F238E27FC236}">
                <a16:creationId xmlns:a16="http://schemas.microsoft.com/office/drawing/2014/main" id="{5815C1CA-E248-FDEA-A69C-2E68EA4318FA}"/>
              </a:ext>
            </a:extLst>
          </p:cNvPr>
          <p:cNvSpPr txBox="1"/>
          <p:nvPr/>
        </p:nvSpPr>
        <p:spPr>
          <a:xfrm>
            <a:off x="6654802" y="3406653"/>
            <a:ext cx="570089" cy="230832"/>
          </a:xfrm>
          <a:prstGeom prst="rect">
            <a:avLst/>
          </a:prstGeom>
          <a:noFill/>
        </p:spPr>
        <p:txBody>
          <a:bodyPr wrap="square" rtlCol="0">
            <a:spAutoFit/>
          </a:bodyPr>
          <a:lstStyle/>
          <a:p>
            <a:pPr algn="ctr"/>
            <a:r>
              <a:rPr lang="en-US" sz="900" dirty="0"/>
              <a:t>27</a:t>
            </a:r>
          </a:p>
        </p:txBody>
      </p:sp>
      <p:sp>
        <p:nvSpPr>
          <p:cNvPr id="73" name="TextBox 72">
            <a:extLst>
              <a:ext uri="{FF2B5EF4-FFF2-40B4-BE49-F238E27FC236}">
                <a16:creationId xmlns:a16="http://schemas.microsoft.com/office/drawing/2014/main" id="{3C6B1BAC-E0A4-EA15-FA84-EE6BF2DCC739}"/>
              </a:ext>
            </a:extLst>
          </p:cNvPr>
          <p:cNvSpPr txBox="1"/>
          <p:nvPr/>
        </p:nvSpPr>
        <p:spPr>
          <a:xfrm>
            <a:off x="7157158" y="3406653"/>
            <a:ext cx="570089" cy="230832"/>
          </a:xfrm>
          <a:prstGeom prst="rect">
            <a:avLst/>
          </a:prstGeom>
          <a:noFill/>
        </p:spPr>
        <p:txBody>
          <a:bodyPr wrap="square" rtlCol="0">
            <a:spAutoFit/>
          </a:bodyPr>
          <a:lstStyle/>
          <a:p>
            <a:pPr algn="ctr"/>
            <a:r>
              <a:rPr lang="en-US" sz="900" dirty="0"/>
              <a:t>72</a:t>
            </a:r>
          </a:p>
        </p:txBody>
      </p:sp>
      <p:sp>
        <p:nvSpPr>
          <p:cNvPr id="77" name="TextBox 76">
            <a:extLst>
              <a:ext uri="{FF2B5EF4-FFF2-40B4-BE49-F238E27FC236}">
                <a16:creationId xmlns:a16="http://schemas.microsoft.com/office/drawing/2014/main" id="{6E2BF52D-D7EA-1980-740C-7B4CA79EF169}"/>
              </a:ext>
            </a:extLst>
          </p:cNvPr>
          <p:cNvSpPr txBox="1"/>
          <p:nvPr/>
        </p:nvSpPr>
        <p:spPr>
          <a:xfrm>
            <a:off x="6654802" y="901933"/>
            <a:ext cx="570089" cy="230832"/>
          </a:xfrm>
          <a:prstGeom prst="rect">
            <a:avLst/>
          </a:prstGeom>
          <a:noFill/>
        </p:spPr>
        <p:txBody>
          <a:bodyPr wrap="square" rtlCol="0">
            <a:spAutoFit/>
          </a:bodyPr>
          <a:lstStyle/>
          <a:p>
            <a:pPr algn="ctr"/>
            <a:r>
              <a:rPr lang="en-US" sz="900" dirty="0"/>
              <a:t>17</a:t>
            </a:r>
          </a:p>
        </p:txBody>
      </p:sp>
      <p:sp>
        <p:nvSpPr>
          <p:cNvPr id="78" name="TextBox 77">
            <a:extLst>
              <a:ext uri="{FF2B5EF4-FFF2-40B4-BE49-F238E27FC236}">
                <a16:creationId xmlns:a16="http://schemas.microsoft.com/office/drawing/2014/main" id="{4EE5415F-B98B-2473-E9B9-34F5DF37A946}"/>
              </a:ext>
            </a:extLst>
          </p:cNvPr>
          <p:cNvSpPr txBox="1"/>
          <p:nvPr/>
        </p:nvSpPr>
        <p:spPr>
          <a:xfrm>
            <a:off x="7157158" y="901933"/>
            <a:ext cx="570089" cy="230832"/>
          </a:xfrm>
          <a:prstGeom prst="rect">
            <a:avLst/>
          </a:prstGeom>
          <a:noFill/>
        </p:spPr>
        <p:txBody>
          <a:bodyPr wrap="square" rtlCol="0">
            <a:spAutoFit/>
          </a:bodyPr>
          <a:lstStyle/>
          <a:p>
            <a:pPr algn="ctr"/>
            <a:r>
              <a:rPr lang="en-US" sz="900" dirty="0"/>
              <a:t>71</a:t>
            </a:r>
          </a:p>
        </p:txBody>
      </p:sp>
      <p:sp>
        <p:nvSpPr>
          <p:cNvPr id="83" name="TextBox 82">
            <a:extLst>
              <a:ext uri="{FF2B5EF4-FFF2-40B4-BE49-F238E27FC236}">
                <a16:creationId xmlns:a16="http://schemas.microsoft.com/office/drawing/2014/main" id="{0E66995D-BC08-EAA9-B45B-EFD3A61279D1}"/>
              </a:ext>
            </a:extLst>
          </p:cNvPr>
          <p:cNvSpPr txBox="1"/>
          <p:nvPr/>
        </p:nvSpPr>
        <p:spPr>
          <a:xfrm>
            <a:off x="7157158" y="1402877"/>
            <a:ext cx="570089" cy="230832"/>
          </a:xfrm>
          <a:prstGeom prst="rect">
            <a:avLst/>
          </a:prstGeom>
          <a:noFill/>
        </p:spPr>
        <p:txBody>
          <a:bodyPr wrap="square" rtlCol="0">
            <a:spAutoFit/>
          </a:bodyPr>
          <a:lstStyle/>
          <a:p>
            <a:pPr algn="ctr"/>
            <a:r>
              <a:rPr lang="en-US" sz="900" dirty="0"/>
              <a:t>23</a:t>
            </a:r>
          </a:p>
        </p:txBody>
      </p:sp>
      <p:sp>
        <p:nvSpPr>
          <p:cNvPr id="87" name="TextBox 86">
            <a:extLst>
              <a:ext uri="{FF2B5EF4-FFF2-40B4-BE49-F238E27FC236}">
                <a16:creationId xmlns:a16="http://schemas.microsoft.com/office/drawing/2014/main" id="{48200DCC-4BA6-490F-BE55-37609020245F}"/>
              </a:ext>
            </a:extLst>
          </p:cNvPr>
          <p:cNvSpPr txBox="1"/>
          <p:nvPr/>
        </p:nvSpPr>
        <p:spPr>
          <a:xfrm>
            <a:off x="7157158" y="1903821"/>
            <a:ext cx="570089" cy="230832"/>
          </a:xfrm>
          <a:prstGeom prst="rect">
            <a:avLst/>
          </a:prstGeom>
          <a:noFill/>
        </p:spPr>
        <p:txBody>
          <a:bodyPr wrap="square" rtlCol="0">
            <a:spAutoFit/>
          </a:bodyPr>
          <a:lstStyle/>
          <a:p>
            <a:pPr algn="ctr"/>
            <a:r>
              <a:rPr lang="en-US" sz="900" dirty="0"/>
              <a:t>46</a:t>
            </a:r>
          </a:p>
        </p:txBody>
      </p:sp>
      <p:sp>
        <p:nvSpPr>
          <p:cNvPr id="88" name="TextBox 87">
            <a:extLst>
              <a:ext uri="{FF2B5EF4-FFF2-40B4-BE49-F238E27FC236}">
                <a16:creationId xmlns:a16="http://schemas.microsoft.com/office/drawing/2014/main" id="{169FBC2B-62A1-D8F4-AAB6-2C1C02AA6AB1}"/>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89" name="TextBox 88">
            <a:extLst>
              <a:ext uri="{FF2B5EF4-FFF2-40B4-BE49-F238E27FC236}">
                <a16:creationId xmlns:a16="http://schemas.microsoft.com/office/drawing/2014/main" id="{63795012-4D71-0D7F-B70B-BF536679A25F}"/>
              </a:ext>
            </a:extLst>
          </p:cNvPr>
          <p:cNvSpPr txBox="1"/>
          <p:nvPr/>
        </p:nvSpPr>
        <p:spPr>
          <a:xfrm>
            <a:off x="6214537" y="3237891"/>
            <a:ext cx="462845" cy="584775"/>
          </a:xfrm>
          <a:prstGeom prst="rect">
            <a:avLst/>
          </a:prstGeom>
          <a:noFill/>
        </p:spPr>
        <p:txBody>
          <a:bodyPr wrap="square" rtlCol="0">
            <a:spAutoFit/>
          </a:bodyPr>
          <a:lstStyle/>
          <a:p>
            <a:pPr algn="ctr"/>
            <a:r>
              <a:rPr lang="en-US" sz="3200" dirty="0"/>
              <a:t>4</a:t>
            </a:r>
          </a:p>
        </p:txBody>
      </p:sp>
      <p:sp>
        <p:nvSpPr>
          <p:cNvPr id="71" name="TextBox 70">
            <a:extLst>
              <a:ext uri="{FF2B5EF4-FFF2-40B4-BE49-F238E27FC236}">
                <a16:creationId xmlns:a16="http://schemas.microsoft.com/office/drawing/2014/main" id="{0B87ADD2-E279-612A-EBE4-9AAB07F08718}"/>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74" name="TextBox 73">
            <a:extLst>
              <a:ext uri="{FF2B5EF4-FFF2-40B4-BE49-F238E27FC236}">
                <a16:creationId xmlns:a16="http://schemas.microsoft.com/office/drawing/2014/main" id="{8C4CB75F-3639-B96D-69DC-E81B1A2EF3A9}"/>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E33C5991-78A6-66B0-334D-E5AFBEEC7EB5}"/>
              </a:ext>
            </a:extLst>
          </p:cNvPr>
          <p:cNvSpPr txBox="1"/>
          <p:nvPr/>
        </p:nvSpPr>
        <p:spPr>
          <a:xfrm>
            <a:off x="6214537" y="1224551"/>
            <a:ext cx="462845" cy="584775"/>
          </a:xfrm>
          <a:prstGeom prst="rect">
            <a:avLst/>
          </a:prstGeom>
          <a:noFill/>
        </p:spPr>
        <p:txBody>
          <a:bodyPr wrap="square" rtlCol="0">
            <a:spAutoFit/>
          </a:bodyPr>
          <a:lstStyle/>
          <a:p>
            <a:pPr algn="ctr"/>
            <a:r>
              <a:rPr lang="en-US" sz="3200" dirty="0"/>
              <a:t>9</a:t>
            </a:r>
          </a:p>
        </p:txBody>
      </p:sp>
      <p:sp>
        <p:nvSpPr>
          <p:cNvPr id="79" name="TextBox 78">
            <a:extLst>
              <a:ext uri="{FF2B5EF4-FFF2-40B4-BE49-F238E27FC236}">
                <a16:creationId xmlns:a16="http://schemas.microsoft.com/office/drawing/2014/main" id="{EF73C07F-D6F0-F209-E08D-AD1F2D008681}"/>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81" name="TextBox 80">
            <a:extLst>
              <a:ext uri="{FF2B5EF4-FFF2-40B4-BE49-F238E27FC236}">
                <a16:creationId xmlns:a16="http://schemas.microsoft.com/office/drawing/2014/main" id="{B1A1BBF8-B367-A830-E5F6-275A5E812CFC}"/>
              </a:ext>
            </a:extLst>
          </p:cNvPr>
          <p:cNvSpPr txBox="1"/>
          <p:nvPr/>
        </p:nvSpPr>
        <p:spPr>
          <a:xfrm>
            <a:off x="5715003" y="721216"/>
            <a:ext cx="462845" cy="584775"/>
          </a:xfrm>
          <a:prstGeom prst="rect">
            <a:avLst/>
          </a:prstGeom>
          <a:noFill/>
        </p:spPr>
        <p:txBody>
          <a:bodyPr wrap="square" rtlCol="0">
            <a:spAutoFit/>
          </a:bodyPr>
          <a:lstStyle/>
          <a:p>
            <a:pPr algn="ctr"/>
            <a:r>
              <a:rPr lang="en-US" sz="3200" dirty="0"/>
              <a:t>4</a:t>
            </a:r>
          </a:p>
        </p:txBody>
      </p:sp>
      <p:sp>
        <p:nvSpPr>
          <p:cNvPr id="90" name="TextBox 89">
            <a:extLst>
              <a:ext uri="{FF2B5EF4-FFF2-40B4-BE49-F238E27FC236}">
                <a16:creationId xmlns:a16="http://schemas.microsoft.com/office/drawing/2014/main" id="{0DFEA63B-56E4-43F6-1AD6-62011904C50F}"/>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91" name="TextBox 90">
            <a:extLst>
              <a:ext uri="{FF2B5EF4-FFF2-40B4-BE49-F238E27FC236}">
                <a16:creationId xmlns:a16="http://schemas.microsoft.com/office/drawing/2014/main" id="{AF02484F-942D-911D-1874-9524F2189950}"/>
              </a:ext>
            </a:extLst>
          </p:cNvPr>
          <p:cNvSpPr txBox="1"/>
          <p:nvPr/>
        </p:nvSpPr>
        <p:spPr>
          <a:xfrm>
            <a:off x="6214537" y="1727886"/>
            <a:ext cx="462845" cy="584775"/>
          </a:xfrm>
          <a:prstGeom prst="rect">
            <a:avLst/>
          </a:prstGeom>
          <a:noFill/>
        </p:spPr>
        <p:txBody>
          <a:bodyPr wrap="square" rtlCol="0">
            <a:spAutoFit/>
          </a:bodyPr>
          <a:lstStyle/>
          <a:p>
            <a:pPr algn="ctr"/>
            <a:r>
              <a:rPr lang="en-US" sz="3200" dirty="0"/>
              <a:t>5</a:t>
            </a:r>
          </a:p>
        </p:txBody>
      </p:sp>
      <p:sp>
        <p:nvSpPr>
          <p:cNvPr id="75" name="TextBox 74">
            <a:extLst>
              <a:ext uri="{FF2B5EF4-FFF2-40B4-BE49-F238E27FC236}">
                <a16:creationId xmlns:a16="http://schemas.microsoft.com/office/drawing/2014/main" id="{1DB13BDE-F0FB-098A-98E4-0E056AD74364}"/>
              </a:ext>
            </a:extLst>
          </p:cNvPr>
          <p:cNvSpPr txBox="1"/>
          <p:nvPr/>
        </p:nvSpPr>
        <p:spPr>
          <a:xfrm>
            <a:off x="6714071" y="172788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739AE7EB-E635-3571-4E4E-B168B89052F0}"/>
              </a:ext>
            </a:extLst>
          </p:cNvPr>
          <p:cNvSpPr txBox="1"/>
          <p:nvPr/>
        </p:nvSpPr>
        <p:spPr>
          <a:xfrm>
            <a:off x="6214537" y="2231221"/>
            <a:ext cx="462845" cy="584775"/>
          </a:xfrm>
          <a:prstGeom prst="rect">
            <a:avLst/>
          </a:prstGeom>
          <a:noFill/>
        </p:spPr>
        <p:txBody>
          <a:bodyPr wrap="square" rtlCol="0">
            <a:spAutoFit/>
          </a:bodyPr>
          <a:lstStyle/>
          <a:p>
            <a:pPr algn="ctr"/>
            <a:r>
              <a:rPr lang="en-US" sz="3200" dirty="0"/>
              <a:t>3</a:t>
            </a:r>
          </a:p>
        </p:txBody>
      </p:sp>
      <p:sp>
        <p:nvSpPr>
          <p:cNvPr id="84" name="TextBox 83">
            <a:extLst>
              <a:ext uri="{FF2B5EF4-FFF2-40B4-BE49-F238E27FC236}">
                <a16:creationId xmlns:a16="http://schemas.microsoft.com/office/drawing/2014/main" id="{69AA13A5-4757-CE68-9BBF-50FBF7E51CB8}"/>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7195403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4193C-4D80-2B0E-F664-963B7ABF61F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9E194C-E60C-024F-3529-DA536A19BBBB}"/>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DBA1EB7-3C1D-3730-9975-1B3FBD6F0A3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9408B4A-4302-2EA1-F038-44C7C7D4D6A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8088E20-7EFD-1E14-50FC-493EAC017B7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706CBF0-6E74-8BB1-22B7-F9894F810077}"/>
              </a:ext>
            </a:extLst>
          </p:cNvPr>
          <p:cNvPicPr>
            <a:picLocks noChangeAspect="1"/>
          </p:cNvPicPr>
          <p:nvPr/>
        </p:nvPicPr>
        <p:blipFill>
          <a:blip r:embed="rId6"/>
          <a:stretch>
            <a:fillRect/>
          </a:stretch>
        </p:blipFill>
        <p:spPr>
          <a:xfrm>
            <a:off x="4584700" y="2311400"/>
            <a:ext cx="0" cy="0"/>
          </a:xfrm>
          <a:prstGeom prst="rect">
            <a:avLst/>
          </a:prstGeom>
        </p:spPr>
      </p:pic>
      <p:sp>
        <p:nvSpPr>
          <p:cNvPr id="17" name="TextBox 16">
            <a:extLst>
              <a:ext uri="{FF2B5EF4-FFF2-40B4-BE49-F238E27FC236}">
                <a16:creationId xmlns:a16="http://schemas.microsoft.com/office/drawing/2014/main" id="{9B7A24F8-BA25-7439-F74C-7D740EE38964}"/>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C8858C8F-3CE8-2BB0-5CAF-60136A66941D}"/>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C4F2E92E-82F6-3A38-ECD4-7FE7C29753A1}"/>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E27019E7-DB6B-13D3-92AF-E4F1FF5F81B8}"/>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26B5F72B-E899-F466-6AB6-FB2A01C74D91}"/>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1D58F7A6-F79A-92F2-37BA-49C0A11F8DBF}"/>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23DE19D0-9A3D-D941-3316-182016C4596E}"/>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9D3AD570-C8B6-3563-35B1-2F71C18FDEF7}"/>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1582F431-19C2-A285-0B7D-A22FAD249E4B}"/>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052EACA8-6AFE-1477-DF1F-464F98B15E19}"/>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4F47DFBB-9510-0D64-563A-DF34F50B59B2}"/>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604E76A3-B377-7A52-2940-5F2C7CE673C7}"/>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80A2F693-0527-AAFC-2E56-005C372C6904}"/>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8F37A238-6DAC-53A5-7074-BF7100EF7D20}"/>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38A69E44-6B63-F8CE-D74A-5F9711E61297}"/>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A881FDF8-21E1-39DC-4D5C-23B96743A58C}"/>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2B5A1DF9-01E2-FD1C-7456-A69A03EA1B35}"/>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832E693C-F886-2C2A-D7B8-47F7D4E77DAB}"/>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F3A6B724-F326-E61E-1B02-0582750A3D07}"/>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EAC88852-6AB5-9BBF-474D-2D541E36EF69}"/>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26777A1F-77F1-A0C7-94BA-71678B22D30B}"/>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D80624BD-9356-C335-7EBD-847B323E88D9}"/>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D442B077-1963-10E4-5629-8B0BF4B4D3DE}"/>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33A3E4AB-EDAD-63AB-A4A1-83921A560289}"/>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DF7CAC1D-70F2-E9F5-7C8D-1F1C86733622}"/>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8151D569-C587-CC8A-1A2D-73D91E872A66}"/>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41723EC0-7C9A-8AC7-CDD0-4BAD8741F2B3}"/>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9161CAF7-1A74-484C-9AF1-B363B4A71F04}"/>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4D9EF641-DCA8-E891-2113-8F10307214F4}"/>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79C0F5B7-7C44-7781-D708-0A84E792408A}"/>
              </a:ext>
            </a:extLst>
          </p:cNvPr>
          <p:cNvSpPr txBox="1"/>
          <p:nvPr/>
        </p:nvSpPr>
        <p:spPr>
          <a:xfrm>
            <a:off x="3217333" y="172788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B5865421-B75D-68FB-9474-6041B4497B12}"/>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19" name="TextBox 18">
            <a:extLst>
              <a:ext uri="{FF2B5EF4-FFF2-40B4-BE49-F238E27FC236}">
                <a16:creationId xmlns:a16="http://schemas.microsoft.com/office/drawing/2014/main" id="{A336398E-2D7A-1EBB-F575-F23DD7D42781}"/>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72809C70-3DF1-3DF1-1829-D3040CF5BA6E}"/>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4B5DDA85-BE5A-5D4D-CFC8-A01789057A8F}"/>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3" name="TextBox 22">
            <a:extLst>
              <a:ext uri="{FF2B5EF4-FFF2-40B4-BE49-F238E27FC236}">
                <a16:creationId xmlns:a16="http://schemas.microsoft.com/office/drawing/2014/main" id="{503E533F-F31B-6E95-5012-D2B8CFDF70BF}"/>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4" name="TextBox 23">
            <a:extLst>
              <a:ext uri="{FF2B5EF4-FFF2-40B4-BE49-F238E27FC236}">
                <a16:creationId xmlns:a16="http://schemas.microsoft.com/office/drawing/2014/main" id="{506EC79A-912B-67CC-C789-64720CA91D15}"/>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0" name="TextBox 49">
            <a:extLst>
              <a:ext uri="{FF2B5EF4-FFF2-40B4-BE49-F238E27FC236}">
                <a16:creationId xmlns:a16="http://schemas.microsoft.com/office/drawing/2014/main" id="{438D25A7-3D9E-0E8C-B221-48005A45F49C}"/>
              </a:ext>
            </a:extLst>
          </p:cNvPr>
          <p:cNvSpPr txBox="1"/>
          <p:nvPr/>
        </p:nvSpPr>
        <p:spPr>
          <a:xfrm>
            <a:off x="5215469" y="424456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D1B2E991-AF31-953B-4FF5-7021AC32D519}"/>
              </a:ext>
            </a:extLst>
          </p:cNvPr>
          <p:cNvSpPr txBox="1"/>
          <p:nvPr/>
        </p:nvSpPr>
        <p:spPr>
          <a:xfrm>
            <a:off x="5715003" y="4244561"/>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2BF4239D-9E8C-CC68-2439-E061BD06C325}"/>
              </a:ext>
            </a:extLst>
          </p:cNvPr>
          <p:cNvSpPr txBox="1"/>
          <p:nvPr/>
        </p:nvSpPr>
        <p:spPr>
          <a:xfrm>
            <a:off x="5215469" y="4747898"/>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1A969041-4822-BAA7-B4A8-F3D4F5FB8F10}"/>
              </a:ext>
            </a:extLst>
          </p:cNvPr>
          <p:cNvSpPr txBox="1"/>
          <p:nvPr/>
        </p:nvSpPr>
        <p:spPr>
          <a:xfrm>
            <a:off x="5715003" y="4747898"/>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CDAD446C-5747-9006-1DEA-2599DF718EF5}"/>
              </a:ext>
            </a:extLst>
          </p:cNvPr>
          <p:cNvSpPr txBox="1"/>
          <p:nvPr/>
        </p:nvSpPr>
        <p:spPr>
          <a:xfrm>
            <a:off x="7213604" y="4244561"/>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28BAC011-AD2A-679D-4787-706837469500}"/>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48" name="TextBox 47">
            <a:extLst>
              <a:ext uri="{FF2B5EF4-FFF2-40B4-BE49-F238E27FC236}">
                <a16:creationId xmlns:a16="http://schemas.microsoft.com/office/drawing/2014/main" id="{8ADE662C-10E1-2BAA-9A34-52A01423ABFB}"/>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49" name="TextBox 48">
            <a:extLst>
              <a:ext uri="{FF2B5EF4-FFF2-40B4-BE49-F238E27FC236}">
                <a16:creationId xmlns:a16="http://schemas.microsoft.com/office/drawing/2014/main" id="{02A345DF-8415-4D09-B710-9B4CC100D90A}"/>
              </a:ext>
            </a:extLst>
          </p:cNvPr>
          <p:cNvSpPr txBox="1"/>
          <p:nvPr/>
        </p:nvSpPr>
        <p:spPr>
          <a:xfrm>
            <a:off x="6214537" y="4747898"/>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BEA0221D-0102-8B85-7081-AFD0C14227F0}"/>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D0523724-BBA8-D244-10F4-2C292760F521}"/>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85323FF6-648F-7892-ED91-D8D1E4E3C74E}"/>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6" name="TextBox 65">
            <a:extLst>
              <a:ext uri="{FF2B5EF4-FFF2-40B4-BE49-F238E27FC236}">
                <a16:creationId xmlns:a16="http://schemas.microsoft.com/office/drawing/2014/main" id="{F4335667-B2E3-9502-FABF-F84209480690}"/>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64" name="TextBox 63">
            <a:extLst>
              <a:ext uri="{FF2B5EF4-FFF2-40B4-BE49-F238E27FC236}">
                <a16:creationId xmlns:a16="http://schemas.microsoft.com/office/drawing/2014/main" id="{3120FFE6-497A-31E1-EFD8-2DCC038A7563}"/>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33B99FAF-8DB6-E339-7660-1A0B247B48D7}"/>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06328A1A-1B22-8F67-5B69-B4ADA90DC8D1}"/>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8D6FD6E3-A74E-DFE3-294F-29200BAED944}"/>
              </a:ext>
            </a:extLst>
          </p:cNvPr>
          <p:cNvSpPr txBox="1"/>
          <p:nvPr/>
        </p:nvSpPr>
        <p:spPr>
          <a:xfrm>
            <a:off x="3217333" y="3741226"/>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CCDD7B0B-D871-044F-C0FC-696F71A20193}"/>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12" name="TextBox 11">
            <a:extLst>
              <a:ext uri="{FF2B5EF4-FFF2-40B4-BE49-F238E27FC236}">
                <a16:creationId xmlns:a16="http://schemas.microsoft.com/office/drawing/2014/main" id="{DD91CC92-3D35-1C4F-D075-D4F608FF806D}"/>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AE3A98C9-27DE-7ABA-C841-1FC107F88A76}"/>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56" name="TextBox 55">
            <a:extLst>
              <a:ext uri="{FF2B5EF4-FFF2-40B4-BE49-F238E27FC236}">
                <a16:creationId xmlns:a16="http://schemas.microsoft.com/office/drawing/2014/main" id="{5E324256-83C9-5FAC-B7A6-3BFA05A2E111}"/>
              </a:ext>
            </a:extLst>
          </p:cNvPr>
          <p:cNvSpPr txBox="1"/>
          <p:nvPr/>
        </p:nvSpPr>
        <p:spPr>
          <a:xfrm>
            <a:off x="6654802" y="2404765"/>
            <a:ext cx="570089" cy="230832"/>
          </a:xfrm>
          <a:prstGeom prst="rect">
            <a:avLst/>
          </a:prstGeom>
          <a:noFill/>
        </p:spPr>
        <p:txBody>
          <a:bodyPr wrap="square" rtlCol="0">
            <a:spAutoFit/>
          </a:bodyPr>
          <a:lstStyle/>
          <a:p>
            <a:pPr algn="ctr"/>
            <a:r>
              <a:rPr lang="en-US" sz="900" dirty="0"/>
              <a:t>589</a:t>
            </a:r>
          </a:p>
        </p:txBody>
      </p:sp>
      <p:sp>
        <p:nvSpPr>
          <p:cNvPr id="63" name="TextBox 62">
            <a:extLst>
              <a:ext uri="{FF2B5EF4-FFF2-40B4-BE49-F238E27FC236}">
                <a16:creationId xmlns:a16="http://schemas.microsoft.com/office/drawing/2014/main" id="{BCCF63FE-75AD-A1BF-CEEC-F8E4148D4866}"/>
              </a:ext>
            </a:extLst>
          </p:cNvPr>
          <p:cNvSpPr txBox="1"/>
          <p:nvPr/>
        </p:nvSpPr>
        <p:spPr>
          <a:xfrm>
            <a:off x="6654802" y="2905709"/>
            <a:ext cx="570089" cy="230832"/>
          </a:xfrm>
          <a:prstGeom prst="rect">
            <a:avLst/>
          </a:prstGeom>
          <a:noFill/>
        </p:spPr>
        <p:txBody>
          <a:bodyPr wrap="square" rtlCol="0">
            <a:spAutoFit/>
          </a:bodyPr>
          <a:lstStyle/>
          <a:p>
            <a:pPr algn="ctr"/>
            <a:r>
              <a:rPr lang="en-US" sz="900" dirty="0"/>
              <a:t>18</a:t>
            </a:r>
          </a:p>
        </p:txBody>
      </p:sp>
      <p:sp>
        <p:nvSpPr>
          <p:cNvPr id="77" name="TextBox 76">
            <a:extLst>
              <a:ext uri="{FF2B5EF4-FFF2-40B4-BE49-F238E27FC236}">
                <a16:creationId xmlns:a16="http://schemas.microsoft.com/office/drawing/2014/main" id="{D8F7C177-AB74-ECAF-30DD-DAE3570AC366}"/>
              </a:ext>
            </a:extLst>
          </p:cNvPr>
          <p:cNvSpPr txBox="1"/>
          <p:nvPr/>
        </p:nvSpPr>
        <p:spPr>
          <a:xfrm>
            <a:off x="6654802" y="901933"/>
            <a:ext cx="570089" cy="230832"/>
          </a:xfrm>
          <a:prstGeom prst="rect">
            <a:avLst/>
          </a:prstGeom>
          <a:noFill/>
        </p:spPr>
        <p:txBody>
          <a:bodyPr wrap="square" rtlCol="0">
            <a:spAutoFit/>
          </a:bodyPr>
          <a:lstStyle/>
          <a:p>
            <a:pPr algn="ctr"/>
            <a:r>
              <a:rPr lang="en-US" sz="900" dirty="0"/>
              <a:t>17</a:t>
            </a:r>
          </a:p>
        </p:txBody>
      </p:sp>
      <p:sp>
        <p:nvSpPr>
          <p:cNvPr id="78" name="TextBox 77">
            <a:extLst>
              <a:ext uri="{FF2B5EF4-FFF2-40B4-BE49-F238E27FC236}">
                <a16:creationId xmlns:a16="http://schemas.microsoft.com/office/drawing/2014/main" id="{0DAE8445-BDCD-4274-E29A-D14E38C87130}"/>
              </a:ext>
            </a:extLst>
          </p:cNvPr>
          <p:cNvSpPr txBox="1"/>
          <p:nvPr/>
        </p:nvSpPr>
        <p:spPr>
          <a:xfrm>
            <a:off x="7157158" y="901933"/>
            <a:ext cx="570089" cy="230832"/>
          </a:xfrm>
          <a:prstGeom prst="rect">
            <a:avLst/>
          </a:prstGeom>
          <a:noFill/>
        </p:spPr>
        <p:txBody>
          <a:bodyPr wrap="square" rtlCol="0">
            <a:spAutoFit/>
          </a:bodyPr>
          <a:lstStyle/>
          <a:p>
            <a:pPr algn="ctr"/>
            <a:r>
              <a:rPr lang="en-US" sz="900" dirty="0"/>
              <a:t>71</a:t>
            </a:r>
          </a:p>
        </p:txBody>
      </p:sp>
      <p:sp>
        <p:nvSpPr>
          <p:cNvPr id="88" name="TextBox 87">
            <a:extLst>
              <a:ext uri="{FF2B5EF4-FFF2-40B4-BE49-F238E27FC236}">
                <a16:creationId xmlns:a16="http://schemas.microsoft.com/office/drawing/2014/main" id="{FE955E46-FDD9-2772-D96A-417E7443FC48}"/>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89" name="TextBox 88">
            <a:extLst>
              <a:ext uri="{FF2B5EF4-FFF2-40B4-BE49-F238E27FC236}">
                <a16:creationId xmlns:a16="http://schemas.microsoft.com/office/drawing/2014/main" id="{BCB552A8-5637-51A4-3815-3C2ED52A943A}"/>
              </a:ext>
            </a:extLst>
          </p:cNvPr>
          <p:cNvSpPr txBox="1"/>
          <p:nvPr/>
        </p:nvSpPr>
        <p:spPr>
          <a:xfrm>
            <a:off x="6214537" y="3237891"/>
            <a:ext cx="462845" cy="584775"/>
          </a:xfrm>
          <a:prstGeom prst="rect">
            <a:avLst/>
          </a:prstGeom>
          <a:noFill/>
        </p:spPr>
        <p:txBody>
          <a:bodyPr wrap="square" rtlCol="0">
            <a:spAutoFit/>
          </a:bodyPr>
          <a:lstStyle/>
          <a:p>
            <a:pPr algn="ctr"/>
            <a:r>
              <a:rPr lang="en-US" sz="3200" dirty="0"/>
              <a:t>4</a:t>
            </a:r>
          </a:p>
        </p:txBody>
      </p:sp>
      <p:sp>
        <p:nvSpPr>
          <p:cNvPr id="71" name="TextBox 70">
            <a:extLst>
              <a:ext uri="{FF2B5EF4-FFF2-40B4-BE49-F238E27FC236}">
                <a16:creationId xmlns:a16="http://schemas.microsoft.com/office/drawing/2014/main" id="{92D4B752-6D13-F5A6-D6CB-5246F4FD46F7}"/>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74" name="TextBox 73">
            <a:extLst>
              <a:ext uri="{FF2B5EF4-FFF2-40B4-BE49-F238E27FC236}">
                <a16:creationId xmlns:a16="http://schemas.microsoft.com/office/drawing/2014/main" id="{63D21690-B17C-791D-49D0-BB62E7F5BBAD}"/>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DEF5DAE9-DF2C-2DCB-9FCB-15A1F0F5631B}"/>
              </a:ext>
            </a:extLst>
          </p:cNvPr>
          <p:cNvSpPr txBox="1"/>
          <p:nvPr/>
        </p:nvSpPr>
        <p:spPr>
          <a:xfrm>
            <a:off x="6214537" y="1224551"/>
            <a:ext cx="462845" cy="584775"/>
          </a:xfrm>
          <a:prstGeom prst="rect">
            <a:avLst/>
          </a:prstGeom>
          <a:noFill/>
        </p:spPr>
        <p:txBody>
          <a:bodyPr wrap="square" rtlCol="0">
            <a:spAutoFit/>
          </a:bodyPr>
          <a:lstStyle/>
          <a:p>
            <a:pPr algn="ctr"/>
            <a:r>
              <a:rPr lang="en-US" sz="3200" dirty="0"/>
              <a:t>9</a:t>
            </a:r>
          </a:p>
        </p:txBody>
      </p:sp>
      <p:sp>
        <p:nvSpPr>
          <p:cNvPr id="79" name="TextBox 78">
            <a:extLst>
              <a:ext uri="{FF2B5EF4-FFF2-40B4-BE49-F238E27FC236}">
                <a16:creationId xmlns:a16="http://schemas.microsoft.com/office/drawing/2014/main" id="{C136B5FF-9514-B9E2-5DD6-E0CF24E03CF8}"/>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81" name="TextBox 80">
            <a:extLst>
              <a:ext uri="{FF2B5EF4-FFF2-40B4-BE49-F238E27FC236}">
                <a16:creationId xmlns:a16="http://schemas.microsoft.com/office/drawing/2014/main" id="{AF050F71-CD07-7971-2457-2224CA00B026}"/>
              </a:ext>
            </a:extLst>
          </p:cNvPr>
          <p:cNvSpPr txBox="1"/>
          <p:nvPr/>
        </p:nvSpPr>
        <p:spPr>
          <a:xfrm>
            <a:off x="5715003" y="721216"/>
            <a:ext cx="462845" cy="584775"/>
          </a:xfrm>
          <a:prstGeom prst="rect">
            <a:avLst/>
          </a:prstGeom>
          <a:noFill/>
        </p:spPr>
        <p:txBody>
          <a:bodyPr wrap="square" rtlCol="0">
            <a:spAutoFit/>
          </a:bodyPr>
          <a:lstStyle/>
          <a:p>
            <a:pPr algn="ctr"/>
            <a:r>
              <a:rPr lang="en-US" sz="3200" dirty="0"/>
              <a:t>4</a:t>
            </a:r>
          </a:p>
        </p:txBody>
      </p:sp>
      <p:sp>
        <p:nvSpPr>
          <p:cNvPr id="90" name="TextBox 89">
            <a:extLst>
              <a:ext uri="{FF2B5EF4-FFF2-40B4-BE49-F238E27FC236}">
                <a16:creationId xmlns:a16="http://schemas.microsoft.com/office/drawing/2014/main" id="{9B0694A8-A9BC-1A73-94A7-4397A556A2AD}"/>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91" name="TextBox 90">
            <a:extLst>
              <a:ext uri="{FF2B5EF4-FFF2-40B4-BE49-F238E27FC236}">
                <a16:creationId xmlns:a16="http://schemas.microsoft.com/office/drawing/2014/main" id="{19702563-7FC9-E3D7-2F82-C74EF67E7F0B}"/>
              </a:ext>
            </a:extLst>
          </p:cNvPr>
          <p:cNvSpPr txBox="1"/>
          <p:nvPr/>
        </p:nvSpPr>
        <p:spPr>
          <a:xfrm>
            <a:off x="6214537" y="1727886"/>
            <a:ext cx="462845" cy="584775"/>
          </a:xfrm>
          <a:prstGeom prst="rect">
            <a:avLst/>
          </a:prstGeom>
          <a:noFill/>
        </p:spPr>
        <p:txBody>
          <a:bodyPr wrap="square" rtlCol="0">
            <a:spAutoFit/>
          </a:bodyPr>
          <a:lstStyle/>
          <a:p>
            <a:pPr algn="ctr"/>
            <a:r>
              <a:rPr lang="en-US" sz="3200" dirty="0"/>
              <a:t>5</a:t>
            </a:r>
          </a:p>
        </p:txBody>
      </p:sp>
      <p:sp>
        <p:nvSpPr>
          <p:cNvPr id="75" name="TextBox 74">
            <a:extLst>
              <a:ext uri="{FF2B5EF4-FFF2-40B4-BE49-F238E27FC236}">
                <a16:creationId xmlns:a16="http://schemas.microsoft.com/office/drawing/2014/main" id="{11669ABE-4309-F9A1-4875-9FCDFFA82ECA}"/>
              </a:ext>
            </a:extLst>
          </p:cNvPr>
          <p:cNvSpPr txBox="1"/>
          <p:nvPr/>
        </p:nvSpPr>
        <p:spPr>
          <a:xfrm>
            <a:off x="6714071" y="172788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CEBF3118-DD7E-2BB5-3651-4058F3186B02}"/>
              </a:ext>
            </a:extLst>
          </p:cNvPr>
          <p:cNvSpPr txBox="1"/>
          <p:nvPr/>
        </p:nvSpPr>
        <p:spPr>
          <a:xfrm>
            <a:off x="6214537" y="2231221"/>
            <a:ext cx="462845" cy="584775"/>
          </a:xfrm>
          <a:prstGeom prst="rect">
            <a:avLst/>
          </a:prstGeom>
          <a:noFill/>
        </p:spPr>
        <p:txBody>
          <a:bodyPr wrap="square" rtlCol="0">
            <a:spAutoFit/>
          </a:bodyPr>
          <a:lstStyle/>
          <a:p>
            <a:pPr algn="ctr"/>
            <a:r>
              <a:rPr lang="en-US" sz="3200" dirty="0"/>
              <a:t>3</a:t>
            </a:r>
          </a:p>
        </p:txBody>
      </p:sp>
      <p:sp>
        <p:nvSpPr>
          <p:cNvPr id="84" name="TextBox 83">
            <a:extLst>
              <a:ext uri="{FF2B5EF4-FFF2-40B4-BE49-F238E27FC236}">
                <a16:creationId xmlns:a16="http://schemas.microsoft.com/office/drawing/2014/main" id="{AAAA6669-38B7-11F8-700C-D58765EFF489}"/>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27" name="TextBox 26">
            <a:extLst>
              <a:ext uri="{FF2B5EF4-FFF2-40B4-BE49-F238E27FC236}">
                <a16:creationId xmlns:a16="http://schemas.microsoft.com/office/drawing/2014/main" id="{D8EF62B9-2F5C-C974-F872-28B84B745B80}"/>
              </a:ext>
            </a:extLst>
          </p:cNvPr>
          <p:cNvSpPr txBox="1"/>
          <p:nvPr/>
        </p:nvSpPr>
        <p:spPr>
          <a:xfrm>
            <a:off x="3716867" y="2231221"/>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6656CE4F-605F-8ED4-FA31-AF7E353E4D00}"/>
              </a:ext>
            </a:extLst>
          </p:cNvPr>
          <p:cNvSpPr txBox="1"/>
          <p:nvPr/>
        </p:nvSpPr>
        <p:spPr>
          <a:xfrm>
            <a:off x="3716867" y="2734556"/>
            <a:ext cx="462845" cy="584775"/>
          </a:xfrm>
          <a:prstGeom prst="rect">
            <a:avLst/>
          </a:prstGeom>
          <a:noFill/>
        </p:spPr>
        <p:txBody>
          <a:bodyPr wrap="square" rtlCol="0">
            <a:spAutoFit/>
          </a:bodyPr>
          <a:lstStyle/>
          <a:p>
            <a:pPr algn="ctr"/>
            <a:r>
              <a:rPr lang="en-US" sz="3200" dirty="0"/>
              <a:t>3</a:t>
            </a:r>
          </a:p>
        </p:txBody>
      </p:sp>
      <p:sp>
        <p:nvSpPr>
          <p:cNvPr id="85" name="TextBox 84">
            <a:extLst>
              <a:ext uri="{FF2B5EF4-FFF2-40B4-BE49-F238E27FC236}">
                <a16:creationId xmlns:a16="http://schemas.microsoft.com/office/drawing/2014/main" id="{07DB6D83-C254-335D-9950-97E642FAED0B}"/>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86" name="TextBox 85">
            <a:extLst>
              <a:ext uri="{FF2B5EF4-FFF2-40B4-BE49-F238E27FC236}">
                <a16:creationId xmlns:a16="http://schemas.microsoft.com/office/drawing/2014/main" id="{3031A78A-B423-7E8D-C38B-C6AD5DDCA2C1}"/>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92" name="TextBox 91">
            <a:extLst>
              <a:ext uri="{FF2B5EF4-FFF2-40B4-BE49-F238E27FC236}">
                <a16:creationId xmlns:a16="http://schemas.microsoft.com/office/drawing/2014/main" id="{9E4BEA75-FD4D-1324-3BAD-17407F8D94ED}"/>
              </a:ext>
            </a:extLst>
          </p:cNvPr>
          <p:cNvSpPr txBox="1"/>
          <p:nvPr/>
        </p:nvSpPr>
        <p:spPr>
          <a:xfrm>
            <a:off x="7213604" y="2231221"/>
            <a:ext cx="462845" cy="584775"/>
          </a:xfrm>
          <a:prstGeom prst="rect">
            <a:avLst/>
          </a:prstGeom>
          <a:noFill/>
        </p:spPr>
        <p:txBody>
          <a:bodyPr wrap="square" rtlCol="0">
            <a:spAutoFit/>
          </a:bodyPr>
          <a:lstStyle/>
          <a:p>
            <a:pPr algn="ctr"/>
            <a:r>
              <a:rPr lang="en-US" sz="3200" dirty="0"/>
              <a:t>9</a:t>
            </a:r>
          </a:p>
        </p:txBody>
      </p:sp>
      <p:sp>
        <p:nvSpPr>
          <p:cNvPr id="93" name="TextBox 92">
            <a:extLst>
              <a:ext uri="{FF2B5EF4-FFF2-40B4-BE49-F238E27FC236}">
                <a16:creationId xmlns:a16="http://schemas.microsoft.com/office/drawing/2014/main" id="{F6BE500A-650E-41B4-8DCF-FB3959168979}"/>
              </a:ext>
            </a:extLst>
          </p:cNvPr>
          <p:cNvSpPr txBox="1"/>
          <p:nvPr/>
        </p:nvSpPr>
        <p:spPr>
          <a:xfrm>
            <a:off x="6714071" y="3741226"/>
            <a:ext cx="462845" cy="584775"/>
          </a:xfrm>
          <a:prstGeom prst="rect">
            <a:avLst/>
          </a:prstGeom>
          <a:noFill/>
        </p:spPr>
        <p:txBody>
          <a:bodyPr wrap="square" rtlCol="0">
            <a:spAutoFit/>
          </a:bodyPr>
          <a:lstStyle/>
          <a:p>
            <a:pPr algn="ctr"/>
            <a:r>
              <a:rPr lang="en-US" sz="3200" dirty="0"/>
              <a:t>9</a:t>
            </a:r>
          </a:p>
        </p:txBody>
      </p:sp>
      <p:sp>
        <p:nvSpPr>
          <p:cNvPr id="94" name="TextBox 93">
            <a:extLst>
              <a:ext uri="{FF2B5EF4-FFF2-40B4-BE49-F238E27FC236}">
                <a16:creationId xmlns:a16="http://schemas.microsoft.com/office/drawing/2014/main" id="{B9B23723-9614-F9BD-064D-2CA8F7F094E5}"/>
              </a:ext>
            </a:extLst>
          </p:cNvPr>
          <p:cNvSpPr txBox="1"/>
          <p:nvPr/>
        </p:nvSpPr>
        <p:spPr>
          <a:xfrm>
            <a:off x="7213604" y="3741226"/>
            <a:ext cx="462845" cy="584775"/>
          </a:xfrm>
          <a:prstGeom prst="rect">
            <a:avLst/>
          </a:prstGeom>
          <a:noFill/>
        </p:spPr>
        <p:txBody>
          <a:bodyPr wrap="square" rtlCol="0">
            <a:spAutoFit/>
          </a:bodyPr>
          <a:lstStyle/>
          <a:p>
            <a:pPr algn="ctr"/>
            <a:r>
              <a:rPr lang="en-US" sz="3200" dirty="0"/>
              <a:t>6</a:t>
            </a:r>
          </a:p>
        </p:txBody>
      </p:sp>
      <p:sp>
        <p:nvSpPr>
          <p:cNvPr id="95" name="TextBox 94">
            <a:extLst>
              <a:ext uri="{FF2B5EF4-FFF2-40B4-BE49-F238E27FC236}">
                <a16:creationId xmlns:a16="http://schemas.microsoft.com/office/drawing/2014/main" id="{A6D77C64-DAF0-82A5-B189-90FCD00A6136}"/>
              </a:ext>
            </a:extLst>
          </p:cNvPr>
          <p:cNvSpPr txBox="1"/>
          <p:nvPr/>
        </p:nvSpPr>
        <p:spPr>
          <a:xfrm>
            <a:off x="7213604" y="2734556"/>
            <a:ext cx="462845" cy="584775"/>
          </a:xfrm>
          <a:prstGeom prst="rect">
            <a:avLst/>
          </a:prstGeom>
          <a:noFill/>
        </p:spPr>
        <p:txBody>
          <a:bodyPr wrap="square" rtlCol="0">
            <a:spAutoFit/>
          </a:bodyPr>
          <a:lstStyle/>
          <a:p>
            <a:pPr algn="ctr"/>
            <a:r>
              <a:rPr lang="en-US" sz="3200" dirty="0"/>
              <a:t>1</a:t>
            </a:r>
          </a:p>
        </p:txBody>
      </p:sp>
      <p:sp>
        <p:nvSpPr>
          <p:cNvPr id="96" name="TextBox 95">
            <a:extLst>
              <a:ext uri="{FF2B5EF4-FFF2-40B4-BE49-F238E27FC236}">
                <a16:creationId xmlns:a16="http://schemas.microsoft.com/office/drawing/2014/main" id="{197FBC47-8C6B-E9DF-1268-2FBC1500AB68}"/>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
        <p:nvSpPr>
          <p:cNvPr id="97" name="TextBox 96">
            <a:extLst>
              <a:ext uri="{FF2B5EF4-FFF2-40B4-BE49-F238E27FC236}">
                <a16:creationId xmlns:a16="http://schemas.microsoft.com/office/drawing/2014/main" id="{994E4DB2-DAAE-DE83-FF61-E6DF56929B0F}"/>
              </a:ext>
            </a:extLst>
          </p:cNvPr>
          <p:cNvSpPr txBox="1"/>
          <p:nvPr/>
        </p:nvSpPr>
        <p:spPr>
          <a:xfrm>
            <a:off x="7213604" y="323789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83042208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FBE00-5D67-9C68-FDB2-BC2B26FF51D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807B5E-27D2-A556-59A6-6F72EB0D02B9}"/>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BA44698-9D0D-EFC1-C0AF-EA34388848E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38DB83D-0969-D667-5FED-C45F9BE2413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88B4665-0525-654B-7516-B9B46F8AE80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E63F36A-054F-46C9-2AA2-255C484B0D30}"/>
              </a:ext>
            </a:extLst>
          </p:cNvPr>
          <p:cNvPicPr>
            <a:picLocks noChangeAspect="1"/>
          </p:cNvPicPr>
          <p:nvPr/>
        </p:nvPicPr>
        <p:blipFill>
          <a:blip r:embed="rId6"/>
          <a:stretch>
            <a:fillRect/>
          </a:stretch>
        </p:blipFill>
        <p:spPr>
          <a:xfrm>
            <a:off x="4584700" y="2311400"/>
            <a:ext cx="0" cy="0"/>
          </a:xfrm>
          <a:prstGeom prst="rect">
            <a:avLst/>
          </a:prstGeom>
        </p:spPr>
      </p:pic>
      <p:sp>
        <p:nvSpPr>
          <p:cNvPr id="17" name="TextBox 16">
            <a:extLst>
              <a:ext uri="{FF2B5EF4-FFF2-40B4-BE49-F238E27FC236}">
                <a16:creationId xmlns:a16="http://schemas.microsoft.com/office/drawing/2014/main" id="{2DC64975-08B9-8D04-3131-812EF3A13912}"/>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7D1731F9-0FAA-2756-F3BC-E2D15B41A53E}"/>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02F51A9C-A13C-2E21-D6F2-63434816A0D7}"/>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7CF48120-69FB-0F4A-95B3-FCA29B7E650E}"/>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AC1567D9-2115-E92D-3BDC-2E84BCB37700}"/>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E15D3BC5-AFEF-94D9-0C13-11BC298A442C}"/>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741DB2F3-78E8-15D7-CCB9-D71FFDD95BE8}"/>
              </a:ext>
            </a:extLst>
          </p:cNvPr>
          <p:cNvSpPr txBox="1"/>
          <p:nvPr/>
        </p:nvSpPr>
        <p:spPr>
          <a:xfrm>
            <a:off x="4216401" y="172788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83ECE072-73F8-D961-7ABE-F3ECB07CDDB9}"/>
              </a:ext>
            </a:extLst>
          </p:cNvPr>
          <p:cNvSpPr txBox="1"/>
          <p:nvPr/>
        </p:nvSpPr>
        <p:spPr>
          <a:xfrm>
            <a:off x="4216401" y="223122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0D550539-E137-F4B8-CF7D-FB2CE537B564}"/>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8C0FC0A1-BD6C-DC67-2B79-4AAEB8BBD5E2}"/>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C0A7F854-D375-FF56-FE0A-6DE6A7A5D0BD}"/>
              </a:ext>
            </a:extLst>
          </p:cNvPr>
          <p:cNvSpPr txBox="1"/>
          <p:nvPr/>
        </p:nvSpPr>
        <p:spPr>
          <a:xfrm>
            <a:off x="5215469" y="2734556"/>
            <a:ext cx="462845" cy="584775"/>
          </a:xfrm>
          <a:prstGeom prst="rect">
            <a:avLst/>
          </a:prstGeom>
          <a:noFill/>
        </p:spPr>
        <p:txBody>
          <a:bodyPr wrap="square" rtlCol="0">
            <a:spAutoFit/>
          </a:bodyPr>
          <a:lstStyle/>
          <a:p>
            <a:pPr algn="ctr"/>
            <a:r>
              <a:rPr lang="en-US" sz="3200" dirty="0"/>
              <a:t>4</a:t>
            </a:r>
          </a:p>
        </p:txBody>
      </p:sp>
      <p:sp>
        <p:nvSpPr>
          <p:cNvPr id="36" name="TextBox 35">
            <a:extLst>
              <a:ext uri="{FF2B5EF4-FFF2-40B4-BE49-F238E27FC236}">
                <a16:creationId xmlns:a16="http://schemas.microsoft.com/office/drawing/2014/main" id="{63095C02-3992-A627-E2C6-0D8293F6319F}"/>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71DF4D82-829A-FEB9-F642-84D73F0DDD03}"/>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3" name="TextBox 2">
            <a:extLst>
              <a:ext uri="{FF2B5EF4-FFF2-40B4-BE49-F238E27FC236}">
                <a16:creationId xmlns:a16="http://schemas.microsoft.com/office/drawing/2014/main" id="{06285749-CE9D-7804-8344-E2ACE1791449}"/>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7DA26A00-7061-3840-E9F5-82C9FF7248EC}"/>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D5688AA3-20E0-3AA0-5808-5C4272FBDF06}"/>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9D6F3CD7-BF06-D92C-87EE-6BC0F6BB001B}"/>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43EFB5D0-5F1C-42E4-FA07-BB86567E0F37}"/>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114F130D-7818-A1F9-0705-EFE583D0BEE2}"/>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4C0A5DA9-8E20-16E4-18E4-E07DA61679D7}"/>
              </a:ext>
            </a:extLst>
          </p:cNvPr>
          <p:cNvSpPr txBox="1"/>
          <p:nvPr/>
        </p:nvSpPr>
        <p:spPr>
          <a:xfrm>
            <a:off x="4715935" y="1727886"/>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D9C497E0-AEA3-3DB2-F3B4-DC0F314F3740}"/>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61D01BBE-3379-C86A-973C-095AD28250B9}"/>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3C5DEC29-45C2-7BB6-4F6F-89B3BE036B28}"/>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2BFCAD69-BEEC-4BE5-C3A7-5D7A80CFB433}"/>
              </a:ext>
            </a:extLst>
          </p:cNvPr>
          <p:cNvSpPr txBox="1"/>
          <p:nvPr/>
        </p:nvSpPr>
        <p:spPr>
          <a:xfrm>
            <a:off x="6214537"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8365C37E-10D3-CD48-A08F-91933D2755DC}"/>
              </a:ext>
            </a:extLst>
          </p:cNvPr>
          <p:cNvSpPr txBox="1"/>
          <p:nvPr/>
        </p:nvSpPr>
        <p:spPr>
          <a:xfrm>
            <a:off x="6714071"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07A4AA36-08AB-94FF-56D7-83D8BF68ED2A}"/>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650ADDEB-DC79-850F-0E69-16A2821FB57C}"/>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5E147145-796A-975A-286C-3F450C126AC9}"/>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A6D2AD33-49F7-9FCB-4B28-88B77FBB913D}"/>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DAA4D17C-EFF5-6D9B-9013-0C99AE384AF0}"/>
              </a:ext>
            </a:extLst>
          </p:cNvPr>
          <p:cNvSpPr txBox="1"/>
          <p:nvPr/>
        </p:nvSpPr>
        <p:spPr>
          <a:xfrm>
            <a:off x="3217333" y="172788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79B9D18D-9C47-C658-4F4B-B67E3B4A201F}"/>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19" name="TextBox 18">
            <a:extLst>
              <a:ext uri="{FF2B5EF4-FFF2-40B4-BE49-F238E27FC236}">
                <a16:creationId xmlns:a16="http://schemas.microsoft.com/office/drawing/2014/main" id="{5DDAE3E0-62D5-2072-6531-F93134D50506}"/>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D00997C1-2A00-2850-DE04-D08EAE52CE76}"/>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1A6DC514-523C-4450-B15A-5B3ACE1D7115}"/>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3" name="TextBox 22">
            <a:extLst>
              <a:ext uri="{FF2B5EF4-FFF2-40B4-BE49-F238E27FC236}">
                <a16:creationId xmlns:a16="http://schemas.microsoft.com/office/drawing/2014/main" id="{05910BC4-A526-FA4B-E21A-A739535F10F0}"/>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4" name="TextBox 23">
            <a:extLst>
              <a:ext uri="{FF2B5EF4-FFF2-40B4-BE49-F238E27FC236}">
                <a16:creationId xmlns:a16="http://schemas.microsoft.com/office/drawing/2014/main" id="{6202FEE2-766A-D2BD-1445-04982862EB10}"/>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50" name="TextBox 49">
            <a:extLst>
              <a:ext uri="{FF2B5EF4-FFF2-40B4-BE49-F238E27FC236}">
                <a16:creationId xmlns:a16="http://schemas.microsoft.com/office/drawing/2014/main" id="{77977199-0A9D-2F34-97CC-29A5045EF66B}"/>
              </a:ext>
            </a:extLst>
          </p:cNvPr>
          <p:cNvSpPr txBox="1"/>
          <p:nvPr/>
        </p:nvSpPr>
        <p:spPr>
          <a:xfrm>
            <a:off x="5215469" y="424456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69AD232D-DC1D-1166-CF9B-A5CC522F4EC3}"/>
              </a:ext>
            </a:extLst>
          </p:cNvPr>
          <p:cNvSpPr txBox="1"/>
          <p:nvPr/>
        </p:nvSpPr>
        <p:spPr>
          <a:xfrm>
            <a:off x="5715003" y="4244561"/>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42AAC367-CCC4-0866-7E6B-26A3DE91C9F5}"/>
              </a:ext>
            </a:extLst>
          </p:cNvPr>
          <p:cNvSpPr txBox="1"/>
          <p:nvPr/>
        </p:nvSpPr>
        <p:spPr>
          <a:xfrm>
            <a:off x="5215469" y="4747898"/>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4D6FE524-CC5D-E2B3-7787-7D6AF3B71B73}"/>
              </a:ext>
            </a:extLst>
          </p:cNvPr>
          <p:cNvSpPr txBox="1"/>
          <p:nvPr/>
        </p:nvSpPr>
        <p:spPr>
          <a:xfrm>
            <a:off x="5715003" y="4747898"/>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5730144A-9510-0E27-43EC-07B598E89E34}"/>
              </a:ext>
            </a:extLst>
          </p:cNvPr>
          <p:cNvSpPr txBox="1"/>
          <p:nvPr/>
        </p:nvSpPr>
        <p:spPr>
          <a:xfrm>
            <a:off x="7213604" y="4244561"/>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EF28F600-2C6D-30F5-AE42-1ECE1E2C8187}"/>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48" name="TextBox 47">
            <a:extLst>
              <a:ext uri="{FF2B5EF4-FFF2-40B4-BE49-F238E27FC236}">
                <a16:creationId xmlns:a16="http://schemas.microsoft.com/office/drawing/2014/main" id="{74C1BA64-F559-2FAA-ABE2-D8AD9073EF04}"/>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49" name="TextBox 48">
            <a:extLst>
              <a:ext uri="{FF2B5EF4-FFF2-40B4-BE49-F238E27FC236}">
                <a16:creationId xmlns:a16="http://schemas.microsoft.com/office/drawing/2014/main" id="{8D1D5F5D-F0C3-F5F1-2A63-99253D3F2F28}"/>
              </a:ext>
            </a:extLst>
          </p:cNvPr>
          <p:cNvSpPr txBox="1"/>
          <p:nvPr/>
        </p:nvSpPr>
        <p:spPr>
          <a:xfrm>
            <a:off x="6214537" y="4747898"/>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89163677-554C-9C32-CB90-742A895771FD}"/>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8915FD98-F5ED-9A29-CD91-DDF0F43F2E79}"/>
              </a:ext>
            </a:extLst>
          </p:cNvPr>
          <p:cNvSpPr txBox="1"/>
          <p:nvPr/>
        </p:nvSpPr>
        <p:spPr>
          <a:xfrm>
            <a:off x="3716867" y="4244561"/>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10CCFFDE-9C42-5029-BEC7-543BE072A747}"/>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6" name="TextBox 65">
            <a:extLst>
              <a:ext uri="{FF2B5EF4-FFF2-40B4-BE49-F238E27FC236}">
                <a16:creationId xmlns:a16="http://schemas.microsoft.com/office/drawing/2014/main" id="{E69F3BBE-A0D1-7A44-F247-B1CFA9402BAB}"/>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64" name="TextBox 63">
            <a:extLst>
              <a:ext uri="{FF2B5EF4-FFF2-40B4-BE49-F238E27FC236}">
                <a16:creationId xmlns:a16="http://schemas.microsoft.com/office/drawing/2014/main" id="{3613F605-39DC-86C7-DAB8-EFB09DE5FF19}"/>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46E3AA3C-98BD-5CA8-4B59-0D7D33EF736C}"/>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F8193E57-56DB-FF93-BCFF-E80C708A671B}"/>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84552295-6299-7438-15D7-6F1296318C66}"/>
              </a:ext>
            </a:extLst>
          </p:cNvPr>
          <p:cNvSpPr txBox="1"/>
          <p:nvPr/>
        </p:nvSpPr>
        <p:spPr>
          <a:xfrm>
            <a:off x="3217333" y="3741226"/>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1700BCE9-85C6-F5CE-5EDF-63C5EDDADFD0}"/>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12" name="TextBox 11">
            <a:extLst>
              <a:ext uri="{FF2B5EF4-FFF2-40B4-BE49-F238E27FC236}">
                <a16:creationId xmlns:a16="http://schemas.microsoft.com/office/drawing/2014/main" id="{AABA57EC-E41B-1022-EA4E-817597433922}"/>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5ADB7C4F-B057-5263-CD19-721FFACD546F}"/>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88" name="TextBox 87">
            <a:extLst>
              <a:ext uri="{FF2B5EF4-FFF2-40B4-BE49-F238E27FC236}">
                <a16:creationId xmlns:a16="http://schemas.microsoft.com/office/drawing/2014/main" id="{28AB16D6-05F5-EE3C-A1A6-933B0B22B606}"/>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89" name="TextBox 88">
            <a:extLst>
              <a:ext uri="{FF2B5EF4-FFF2-40B4-BE49-F238E27FC236}">
                <a16:creationId xmlns:a16="http://schemas.microsoft.com/office/drawing/2014/main" id="{FFDE58DC-7623-864A-BDDC-B40DDB47EC6E}"/>
              </a:ext>
            </a:extLst>
          </p:cNvPr>
          <p:cNvSpPr txBox="1"/>
          <p:nvPr/>
        </p:nvSpPr>
        <p:spPr>
          <a:xfrm>
            <a:off x="6214537" y="3237891"/>
            <a:ext cx="462845" cy="584775"/>
          </a:xfrm>
          <a:prstGeom prst="rect">
            <a:avLst/>
          </a:prstGeom>
          <a:noFill/>
        </p:spPr>
        <p:txBody>
          <a:bodyPr wrap="square" rtlCol="0">
            <a:spAutoFit/>
          </a:bodyPr>
          <a:lstStyle/>
          <a:p>
            <a:pPr algn="ctr"/>
            <a:r>
              <a:rPr lang="en-US" sz="3200" dirty="0"/>
              <a:t>4</a:t>
            </a:r>
          </a:p>
        </p:txBody>
      </p:sp>
      <p:sp>
        <p:nvSpPr>
          <p:cNvPr id="71" name="TextBox 70">
            <a:extLst>
              <a:ext uri="{FF2B5EF4-FFF2-40B4-BE49-F238E27FC236}">
                <a16:creationId xmlns:a16="http://schemas.microsoft.com/office/drawing/2014/main" id="{8A038E9E-113A-121B-87A7-DBBA430AB3E4}"/>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74" name="TextBox 73">
            <a:extLst>
              <a:ext uri="{FF2B5EF4-FFF2-40B4-BE49-F238E27FC236}">
                <a16:creationId xmlns:a16="http://schemas.microsoft.com/office/drawing/2014/main" id="{BAC2AA0D-5DB0-16D7-2CAB-110160FBA0DC}"/>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A626B1CC-E092-BBDD-0876-60CB6485E653}"/>
              </a:ext>
            </a:extLst>
          </p:cNvPr>
          <p:cNvSpPr txBox="1"/>
          <p:nvPr/>
        </p:nvSpPr>
        <p:spPr>
          <a:xfrm>
            <a:off x="6214537" y="1224551"/>
            <a:ext cx="462845" cy="584775"/>
          </a:xfrm>
          <a:prstGeom prst="rect">
            <a:avLst/>
          </a:prstGeom>
          <a:noFill/>
        </p:spPr>
        <p:txBody>
          <a:bodyPr wrap="square" rtlCol="0">
            <a:spAutoFit/>
          </a:bodyPr>
          <a:lstStyle/>
          <a:p>
            <a:pPr algn="ctr"/>
            <a:r>
              <a:rPr lang="en-US" sz="3200" dirty="0"/>
              <a:t>9</a:t>
            </a:r>
          </a:p>
        </p:txBody>
      </p:sp>
      <p:sp>
        <p:nvSpPr>
          <p:cNvPr id="79" name="TextBox 78">
            <a:extLst>
              <a:ext uri="{FF2B5EF4-FFF2-40B4-BE49-F238E27FC236}">
                <a16:creationId xmlns:a16="http://schemas.microsoft.com/office/drawing/2014/main" id="{DE944B37-2394-0778-47F0-FD5D61C2EF02}"/>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81" name="TextBox 80">
            <a:extLst>
              <a:ext uri="{FF2B5EF4-FFF2-40B4-BE49-F238E27FC236}">
                <a16:creationId xmlns:a16="http://schemas.microsoft.com/office/drawing/2014/main" id="{0419FC22-C7A9-036D-B9B9-A8E0AB5A45F1}"/>
              </a:ext>
            </a:extLst>
          </p:cNvPr>
          <p:cNvSpPr txBox="1"/>
          <p:nvPr/>
        </p:nvSpPr>
        <p:spPr>
          <a:xfrm>
            <a:off x="5715003" y="721216"/>
            <a:ext cx="462845" cy="584775"/>
          </a:xfrm>
          <a:prstGeom prst="rect">
            <a:avLst/>
          </a:prstGeom>
          <a:noFill/>
        </p:spPr>
        <p:txBody>
          <a:bodyPr wrap="square" rtlCol="0">
            <a:spAutoFit/>
          </a:bodyPr>
          <a:lstStyle/>
          <a:p>
            <a:pPr algn="ctr"/>
            <a:r>
              <a:rPr lang="en-US" sz="3200" dirty="0"/>
              <a:t>4</a:t>
            </a:r>
          </a:p>
        </p:txBody>
      </p:sp>
      <p:sp>
        <p:nvSpPr>
          <p:cNvPr id="90" name="TextBox 89">
            <a:extLst>
              <a:ext uri="{FF2B5EF4-FFF2-40B4-BE49-F238E27FC236}">
                <a16:creationId xmlns:a16="http://schemas.microsoft.com/office/drawing/2014/main" id="{F416327D-26EE-57C2-5A1A-E8218E585269}"/>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91" name="TextBox 90">
            <a:extLst>
              <a:ext uri="{FF2B5EF4-FFF2-40B4-BE49-F238E27FC236}">
                <a16:creationId xmlns:a16="http://schemas.microsoft.com/office/drawing/2014/main" id="{D322651A-B4FC-7EC6-B575-D18DEDDEFFB0}"/>
              </a:ext>
            </a:extLst>
          </p:cNvPr>
          <p:cNvSpPr txBox="1"/>
          <p:nvPr/>
        </p:nvSpPr>
        <p:spPr>
          <a:xfrm>
            <a:off x="6214537" y="1727886"/>
            <a:ext cx="462845" cy="584775"/>
          </a:xfrm>
          <a:prstGeom prst="rect">
            <a:avLst/>
          </a:prstGeom>
          <a:noFill/>
        </p:spPr>
        <p:txBody>
          <a:bodyPr wrap="square" rtlCol="0">
            <a:spAutoFit/>
          </a:bodyPr>
          <a:lstStyle/>
          <a:p>
            <a:pPr algn="ctr"/>
            <a:r>
              <a:rPr lang="en-US" sz="3200" dirty="0"/>
              <a:t>5</a:t>
            </a:r>
          </a:p>
        </p:txBody>
      </p:sp>
      <p:sp>
        <p:nvSpPr>
          <p:cNvPr id="75" name="TextBox 74">
            <a:extLst>
              <a:ext uri="{FF2B5EF4-FFF2-40B4-BE49-F238E27FC236}">
                <a16:creationId xmlns:a16="http://schemas.microsoft.com/office/drawing/2014/main" id="{CE2852F0-B76F-4A15-842E-DC988C240B64}"/>
              </a:ext>
            </a:extLst>
          </p:cNvPr>
          <p:cNvSpPr txBox="1"/>
          <p:nvPr/>
        </p:nvSpPr>
        <p:spPr>
          <a:xfrm>
            <a:off x="6714071" y="172788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AAB969C8-92E2-AB78-37E6-9C77B6ACDFDB}"/>
              </a:ext>
            </a:extLst>
          </p:cNvPr>
          <p:cNvSpPr txBox="1"/>
          <p:nvPr/>
        </p:nvSpPr>
        <p:spPr>
          <a:xfrm>
            <a:off x="6214537" y="2231221"/>
            <a:ext cx="462845" cy="584775"/>
          </a:xfrm>
          <a:prstGeom prst="rect">
            <a:avLst/>
          </a:prstGeom>
          <a:noFill/>
        </p:spPr>
        <p:txBody>
          <a:bodyPr wrap="square" rtlCol="0">
            <a:spAutoFit/>
          </a:bodyPr>
          <a:lstStyle/>
          <a:p>
            <a:pPr algn="ctr"/>
            <a:r>
              <a:rPr lang="en-US" sz="3200" dirty="0"/>
              <a:t>3</a:t>
            </a:r>
          </a:p>
        </p:txBody>
      </p:sp>
      <p:sp>
        <p:nvSpPr>
          <p:cNvPr id="84" name="TextBox 83">
            <a:extLst>
              <a:ext uri="{FF2B5EF4-FFF2-40B4-BE49-F238E27FC236}">
                <a16:creationId xmlns:a16="http://schemas.microsoft.com/office/drawing/2014/main" id="{68F3A81D-4AAA-5DA9-B2A3-C775C36D6AEB}"/>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27" name="TextBox 26">
            <a:extLst>
              <a:ext uri="{FF2B5EF4-FFF2-40B4-BE49-F238E27FC236}">
                <a16:creationId xmlns:a16="http://schemas.microsoft.com/office/drawing/2014/main" id="{DF641CB5-E10B-D41A-BFC7-ACCFD5525461}"/>
              </a:ext>
            </a:extLst>
          </p:cNvPr>
          <p:cNvSpPr txBox="1"/>
          <p:nvPr/>
        </p:nvSpPr>
        <p:spPr>
          <a:xfrm>
            <a:off x="3716867" y="2231221"/>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A505AC14-9675-24CF-CC88-D199A3E36BE1}"/>
              </a:ext>
            </a:extLst>
          </p:cNvPr>
          <p:cNvSpPr txBox="1"/>
          <p:nvPr/>
        </p:nvSpPr>
        <p:spPr>
          <a:xfrm>
            <a:off x="3716867" y="2734556"/>
            <a:ext cx="462845" cy="584775"/>
          </a:xfrm>
          <a:prstGeom prst="rect">
            <a:avLst/>
          </a:prstGeom>
          <a:noFill/>
        </p:spPr>
        <p:txBody>
          <a:bodyPr wrap="square" rtlCol="0">
            <a:spAutoFit/>
          </a:bodyPr>
          <a:lstStyle/>
          <a:p>
            <a:pPr algn="ctr"/>
            <a:r>
              <a:rPr lang="en-US" sz="3200" dirty="0"/>
              <a:t>3</a:t>
            </a:r>
          </a:p>
        </p:txBody>
      </p:sp>
      <p:sp>
        <p:nvSpPr>
          <p:cNvPr id="85" name="TextBox 84">
            <a:extLst>
              <a:ext uri="{FF2B5EF4-FFF2-40B4-BE49-F238E27FC236}">
                <a16:creationId xmlns:a16="http://schemas.microsoft.com/office/drawing/2014/main" id="{545CE212-6A18-AD49-3B2C-A615E1A30AB6}"/>
              </a:ext>
            </a:extLst>
          </p:cNvPr>
          <p:cNvSpPr txBox="1"/>
          <p:nvPr/>
        </p:nvSpPr>
        <p:spPr>
          <a:xfrm>
            <a:off x="7213604" y="1224551"/>
            <a:ext cx="462845" cy="584775"/>
          </a:xfrm>
          <a:prstGeom prst="rect">
            <a:avLst/>
          </a:prstGeom>
          <a:noFill/>
        </p:spPr>
        <p:txBody>
          <a:bodyPr wrap="square" rtlCol="0">
            <a:spAutoFit/>
          </a:bodyPr>
          <a:lstStyle/>
          <a:p>
            <a:pPr algn="ctr"/>
            <a:r>
              <a:rPr lang="en-US" sz="3200" dirty="0"/>
              <a:t>3</a:t>
            </a:r>
          </a:p>
        </p:txBody>
      </p:sp>
      <p:sp>
        <p:nvSpPr>
          <p:cNvPr id="86" name="TextBox 85">
            <a:extLst>
              <a:ext uri="{FF2B5EF4-FFF2-40B4-BE49-F238E27FC236}">
                <a16:creationId xmlns:a16="http://schemas.microsoft.com/office/drawing/2014/main" id="{6A809934-42F0-0094-4F77-6D9B2BD7193E}"/>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92" name="TextBox 91">
            <a:extLst>
              <a:ext uri="{FF2B5EF4-FFF2-40B4-BE49-F238E27FC236}">
                <a16:creationId xmlns:a16="http://schemas.microsoft.com/office/drawing/2014/main" id="{C83C7D18-909C-91D2-F0F7-2FB4B0ACCBB2}"/>
              </a:ext>
            </a:extLst>
          </p:cNvPr>
          <p:cNvSpPr txBox="1"/>
          <p:nvPr/>
        </p:nvSpPr>
        <p:spPr>
          <a:xfrm>
            <a:off x="7213604" y="2231221"/>
            <a:ext cx="462845" cy="584775"/>
          </a:xfrm>
          <a:prstGeom prst="rect">
            <a:avLst/>
          </a:prstGeom>
          <a:noFill/>
        </p:spPr>
        <p:txBody>
          <a:bodyPr wrap="square" rtlCol="0">
            <a:spAutoFit/>
          </a:bodyPr>
          <a:lstStyle/>
          <a:p>
            <a:pPr algn="ctr"/>
            <a:r>
              <a:rPr lang="en-US" sz="3200" dirty="0"/>
              <a:t>9</a:t>
            </a:r>
          </a:p>
        </p:txBody>
      </p:sp>
      <p:sp>
        <p:nvSpPr>
          <p:cNvPr id="93" name="TextBox 92">
            <a:extLst>
              <a:ext uri="{FF2B5EF4-FFF2-40B4-BE49-F238E27FC236}">
                <a16:creationId xmlns:a16="http://schemas.microsoft.com/office/drawing/2014/main" id="{1BBC83DA-75B3-709D-88B9-83F946C68D07}"/>
              </a:ext>
            </a:extLst>
          </p:cNvPr>
          <p:cNvSpPr txBox="1"/>
          <p:nvPr/>
        </p:nvSpPr>
        <p:spPr>
          <a:xfrm>
            <a:off x="6714071" y="3741226"/>
            <a:ext cx="462845" cy="584775"/>
          </a:xfrm>
          <a:prstGeom prst="rect">
            <a:avLst/>
          </a:prstGeom>
          <a:noFill/>
        </p:spPr>
        <p:txBody>
          <a:bodyPr wrap="square" rtlCol="0">
            <a:spAutoFit/>
          </a:bodyPr>
          <a:lstStyle/>
          <a:p>
            <a:pPr algn="ctr"/>
            <a:r>
              <a:rPr lang="en-US" sz="3200" dirty="0"/>
              <a:t>9</a:t>
            </a:r>
          </a:p>
        </p:txBody>
      </p:sp>
      <p:sp>
        <p:nvSpPr>
          <p:cNvPr id="94" name="TextBox 93">
            <a:extLst>
              <a:ext uri="{FF2B5EF4-FFF2-40B4-BE49-F238E27FC236}">
                <a16:creationId xmlns:a16="http://schemas.microsoft.com/office/drawing/2014/main" id="{9BF5A773-DB18-03A4-CB60-74E7C54F7FB3}"/>
              </a:ext>
            </a:extLst>
          </p:cNvPr>
          <p:cNvSpPr txBox="1"/>
          <p:nvPr/>
        </p:nvSpPr>
        <p:spPr>
          <a:xfrm>
            <a:off x="7213604" y="3741226"/>
            <a:ext cx="462845" cy="584775"/>
          </a:xfrm>
          <a:prstGeom prst="rect">
            <a:avLst/>
          </a:prstGeom>
          <a:noFill/>
        </p:spPr>
        <p:txBody>
          <a:bodyPr wrap="square" rtlCol="0">
            <a:spAutoFit/>
          </a:bodyPr>
          <a:lstStyle/>
          <a:p>
            <a:pPr algn="ctr"/>
            <a:r>
              <a:rPr lang="en-US" sz="3200" dirty="0"/>
              <a:t>6</a:t>
            </a:r>
          </a:p>
        </p:txBody>
      </p:sp>
      <p:sp>
        <p:nvSpPr>
          <p:cNvPr id="95" name="TextBox 94">
            <a:extLst>
              <a:ext uri="{FF2B5EF4-FFF2-40B4-BE49-F238E27FC236}">
                <a16:creationId xmlns:a16="http://schemas.microsoft.com/office/drawing/2014/main" id="{A57A745E-B560-04D5-86DA-BE06A304AC51}"/>
              </a:ext>
            </a:extLst>
          </p:cNvPr>
          <p:cNvSpPr txBox="1"/>
          <p:nvPr/>
        </p:nvSpPr>
        <p:spPr>
          <a:xfrm>
            <a:off x="7213604" y="2734556"/>
            <a:ext cx="462845" cy="584775"/>
          </a:xfrm>
          <a:prstGeom prst="rect">
            <a:avLst/>
          </a:prstGeom>
          <a:noFill/>
        </p:spPr>
        <p:txBody>
          <a:bodyPr wrap="square" rtlCol="0">
            <a:spAutoFit/>
          </a:bodyPr>
          <a:lstStyle/>
          <a:p>
            <a:pPr algn="ctr"/>
            <a:r>
              <a:rPr lang="en-US" sz="3200" dirty="0"/>
              <a:t>1</a:t>
            </a:r>
          </a:p>
        </p:txBody>
      </p:sp>
      <p:sp>
        <p:nvSpPr>
          <p:cNvPr id="96" name="TextBox 95">
            <a:extLst>
              <a:ext uri="{FF2B5EF4-FFF2-40B4-BE49-F238E27FC236}">
                <a16:creationId xmlns:a16="http://schemas.microsoft.com/office/drawing/2014/main" id="{8ED70073-C408-90CE-177D-EDCECF3587A4}"/>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
        <p:nvSpPr>
          <p:cNvPr id="97" name="TextBox 96">
            <a:extLst>
              <a:ext uri="{FF2B5EF4-FFF2-40B4-BE49-F238E27FC236}">
                <a16:creationId xmlns:a16="http://schemas.microsoft.com/office/drawing/2014/main" id="{85E92C9C-9F07-8AF7-F3FF-AF72EA206F54}"/>
              </a:ext>
            </a:extLst>
          </p:cNvPr>
          <p:cNvSpPr txBox="1"/>
          <p:nvPr/>
        </p:nvSpPr>
        <p:spPr>
          <a:xfrm>
            <a:off x="7213604" y="323789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7B707FAA-CB42-7EDC-7451-A13E6D73C939}"/>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58" name="TextBox 57">
            <a:extLst>
              <a:ext uri="{FF2B5EF4-FFF2-40B4-BE49-F238E27FC236}">
                <a16:creationId xmlns:a16="http://schemas.microsoft.com/office/drawing/2014/main" id="{4D5F6C20-2D78-7EFD-C5B1-7809DD0DCABF}"/>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6ADC75BA-9BED-388F-BE3B-7C56834FC12E}"/>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61" name="TextBox 60">
            <a:extLst>
              <a:ext uri="{FF2B5EF4-FFF2-40B4-BE49-F238E27FC236}">
                <a16:creationId xmlns:a16="http://schemas.microsoft.com/office/drawing/2014/main" id="{12C40E81-8F93-1BDC-CD17-D4E7DF9704B8}"/>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11952715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10012</TotalTime>
  <Words>2860</Words>
  <Application>Microsoft Macintosh PowerPoint</Application>
  <PresentationFormat>Widescreen</PresentationFormat>
  <Paragraphs>2427</Paragraphs>
  <Slides>60</Slides>
  <Notes>60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60</vt:i4>
      </vt:variant>
    </vt:vector>
  </HeadingPairs>
  <TitlesOfParts>
    <vt:vector size="6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Hardis</dc:creator>
  <cp:lastModifiedBy>Jonathan Hardis</cp:lastModifiedBy>
  <cp:revision>390</cp:revision>
  <cp:lastPrinted>2025-12-02T00:08:17Z</cp:lastPrinted>
  <dcterms:created xsi:type="dcterms:W3CDTF">2024-03-19T02:13:08Z</dcterms:created>
  <dcterms:modified xsi:type="dcterms:W3CDTF">2026-06-12T02:30:53Z</dcterms:modified>
</cp:coreProperties>
</file>