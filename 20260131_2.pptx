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4FCC-6826-D88B-BF2C-5F91D266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44ED8-3895-863E-1769-D9E5E6516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70DE9-ECBB-B981-D90C-3CC8D71B2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4D0E3-D765-30A2-5DAE-1D6123D66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34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DF31-EDC7-E798-3422-58C9CD1B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37957-1737-276F-A6A1-7BBA9F99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7BAEA-15F4-816E-F836-022260E45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6A2B8-72A9-6F99-D2A1-49157B4A3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22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CB20-B3BF-3A79-3907-AD5DF9705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F0C20-DF59-ECDA-DBEE-371A803BF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8A33A-EFD0-6959-756B-50D5E821C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068B8-C089-C58E-64FE-6213C6758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1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3BDD-636C-CE3F-3D7C-1C448ED57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6424F-D3A9-1FDA-ACD3-7E11E35EF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B6E96-DD57-2DA1-822E-6497A7F59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F6BE1-DE2E-3C48-BEA9-4A9569E72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83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C78C-22A6-8340-B4C7-E32A86AE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05AA2-3B22-70CC-F5A0-DE8C54C48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02123-6797-EEA6-3512-16EB1ED14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67D74-5258-D405-8B64-97545312B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64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D4A5-29DE-AC10-201A-FAC556F8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9ADB3-EE6A-99C9-C2FB-EB47B650A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9391D-BD02-851E-14EF-9BE4C9461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23D56-768A-F95F-38C7-D66B31C4A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80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C57B-98FF-8D3F-3BA1-BAA4C7F6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653BE-AA0D-944C-74C2-1635BA88E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7E4B7-6F4E-5A29-E180-B3943E947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8862E-1BF4-E189-F828-40CF18982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35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0A4C4-DAC4-3D35-2FFF-2AE684DF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B3468-4591-BD0F-F12F-0B6C060C4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51BA6-6FC4-7C62-D574-207B43AC0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1CFE2-1CF7-C559-8195-4A9093E8F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35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45F7-744C-1438-33D3-137F1D6A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C14DC-12B6-E8A7-CB9E-FF582A6A5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1AA67-3E22-49F7-DEFC-A5110FADD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3FC5A-BE62-FECC-1510-7D295538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93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907A-19FB-299A-695B-B424F0C6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56948-E30A-1691-5CB3-E04138C21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39335-BBC1-8CF8-1146-1EBFDAFB0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1821A-2F16-30DF-3615-4F7BAF4B7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77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5314-EED6-19C8-09AC-150F4D10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4BF35-517C-E43D-EC49-6C50F28DD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36676-DFE4-02F6-3523-50AE7E600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5026D-0DAA-89BB-3791-5ECBED4EC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55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A1AB5-4DD4-F296-D393-86EBA4CA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CDAD2-2347-8B12-EBA9-EDAFD2649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245B6-2DF2-398C-F020-4DE4B8954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2328B-F7F0-40CC-21D8-F58F941DE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76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E70F-4744-3D3C-B12C-D1F17D7B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89B23-4208-D882-C4A3-09ADE4B6C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50266-E468-BFE8-8814-789A0FFAC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60BD7-C95E-2674-6849-F30E328CC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10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7805-7471-97EA-70D4-4D46342B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B0D11-0130-B265-C60C-314431E12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3FA30-619A-F21E-133A-09F599F1C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05906-BDE8-93F6-D4A6-250BE24E2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99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0E92-0F4A-8AE1-A57E-84A12632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25B9D-966E-59ED-B7A3-6A460D91E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6D3CC-D42A-DDAD-3733-B84C80839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E41F4-7D23-F454-E986-BA41E792C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42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8C97-313D-646A-5D53-2A2F1E71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8FA7D-9E69-5619-F925-51C12794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A0243-3223-C56A-52FE-3AEA1752D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67021-E5E0-6338-7E55-6D3E931EF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62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CB53-3BEF-3B04-8A7C-FFCFD6C8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F7969-69E2-B4C1-8D20-CD014D541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1E7E5-B55F-9B93-DDEA-06D581FFD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5BB2C-FB4F-5F4E-50C5-B03A8DF34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071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4075-DDA0-E180-14CC-4E87B402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FF9BA-7989-2923-198B-737FFDCB8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81F4F-AC18-BF83-BB8C-62A9E83B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57BB1-5E1A-7F43-AF2D-7E569C163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57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03CAE-5E07-C06F-2C4A-1A63411A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49186-F068-30B7-4173-6445F3872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74B88-FE4C-D791-B42B-54E19DA7D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AC1AD-819B-5F4A-8B35-29A4299FB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31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DBA27-9EBD-3EB8-FC6C-142369A0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DE1CC-ECF5-0DD5-60D3-7C2BFFF9C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DACDC-2787-B9A6-1787-70EEB0DB7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70633-150D-3204-9B62-EA510CA8C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76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1142-4F5C-3E4A-585C-057EBA2C3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C01DC-2CD1-83DF-2DE2-D949E8B00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EBE5B-1705-6469-D5B0-E485B8A1E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8A9A8-36F7-A8E4-5161-B187C281C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579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1826-B1EF-EEDE-09D6-FD40A0BC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8C09E-72A5-0B62-2EFA-1E7D5E710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5A788-43C4-93CD-CC06-359DE92AA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8F807-1D29-1A33-BCA0-5A81A5B7D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60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1B451-5D3F-A6EF-73F2-13D3118B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9B167-C2C7-A847-E222-3E512DFC1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896AF-7339-BA0D-1895-204F1738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24E7D-BDE2-A59B-D5E0-2C43D8D6E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A crossword puzzle with arrows and circles&#10;&#10;AI-generated content may be incorrect.">
            <a:extLst>
              <a:ext uri="{FF2B5EF4-FFF2-40B4-BE49-F238E27FC236}">
                <a16:creationId xmlns:a16="http://schemas.microsoft.com/office/drawing/2014/main" id="{5C704646-ED66-BA76-3B27-E1ED831482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0" y="1559996"/>
            <a:ext cx="3055985" cy="373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D9D9-B1BA-1C24-111C-ED188A20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C02B55-BD43-FA96-0455-C32F2BE814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E90635-9D28-C100-6976-BFD929166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EE0636-BF2C-040F-0D59-1DADA4276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79C8B8-26B5-8CF7-6996-C6A08EEF6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EF5EC3-5489-ACD3-C016-0E4952EEA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01F166-6530-34FA-BA70-1552D3C20B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D9B0F-B2F3-425D-F9A1-52A0930AA7B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48E46-5525-1F40-1E91-8263DCEA0D7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F1B49F-5A57-35CE-9AA2-74FFAEAF70A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4D277-C0EB-29EE-A90C-986A53A1060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0C87A-B2F1-C1DE-10F6-C7E80F33950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DEB5C-8641-130A-12D8-B8851182599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BFECF4-38A9-5EB7-1B66-347DE99B382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6F79D-8CBA-B7AC-29E5-792E2C92954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41B61A-736E-3FE2-5C6B-5C0B823ABE4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F8743A-553B-36F0-BA9E-1022E80D46D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14FB79-20AE-3CCD-041F-29111B9547D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21C3A5-1008-CFD2-78F9-08D88C08BB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32E4C5-713F-79C8-DB76-2E82E0F7C7E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79732-CDBE-693A-4A9F-C4F3CB37232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A7BF1E-60A0-9931-710F-498D7FD76B0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2D4CC6-0CAC-FF4D-DAB8-F19E12FDF6D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948CB7-7A5F-509B-2067-D2DD6075F57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E28E26-000D-C490-2322-23ECF13F3B2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27452B-DE60-9C36-2D29-09DD7794684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F5C024-9C00-D803-D552-48234434B27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BFCEDF-3007-C211-33B6-0428F96C198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91127F-224B-45F1-EF50-16B9CAB21C1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D910BC-CF7F-FCD6-1EC7-FF42349FAAB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F6CCFA-A683-B4FA-4C03-B892FAE1DFE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0DECC8-3792-63D4-E819-B7895B96DE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0696A4-C275-4232-86F6-CB43E71D7FC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0CB259-F621-F9EB-02FC-3E5111615DE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120EBF-636D-3852-6CAA-0D8E2813000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338EDC-4D68-F5B2-2E3A-844B99643E3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DEE839-214E-D73C-40B4-9BEE6482637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390C3D-CDD3-E1EA-F7FF-76D3317B161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BE1B19-627E-77EC-EE6B-D218653C1CC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CB055-554E-5403-07A6-19475167F24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3347B0-BE41-BCBE-62A5-E13ADC641C2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8CDD12-80EA-2324-C035-607C631BF88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797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31B30-A41E-F4E2-1FF3-FB6EEBEE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E7DCA7-547B-DA60-810A-8402F8C429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Sum of N cells must be at least N. More for non-duplication.</a:t>
            </a:r>
          </a:p>
          <a:p>
            <a:r>
              <a:rPr lang="en-US" dirty="0"/>
              <a:t>Maximum along arrow is 4, preventing sum from exceeding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162261-8578-0715-B0BA-A132E1381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D16185-A656-B741-E4D2-47DF73DDA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5EA5EE-BF20-53D0-D874-4F5D856FE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528A4F-4A98-3851-2834-D685B6354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BC4D40-DBB6-F5A7-764B-19F16023E53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CE95DA-6323-E927-D727-23E02510AE5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9378E-C157-CC88-AF91-A5216BF1637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F116E-C088-69AF-9E6C-D896A3D362F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536DAE-219B-3A5E-DBA4-F02C10F9702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792FD6-79BA-BF08-25D1-F0B984ECA01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F4F515-ED5D-24B8-8BA9-D9183433AA5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B1772-E721-4E96-F646-CBE01EEF546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6E9DD4-6465-83FE-490A-DD35CC76CE7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DD489A-09BA-A4CA-9C5A-C0C83E69BEB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4EE185-F5C6-18C0-D025-B94268FA74F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010C1A-A099-95EE-EF57-181E6602455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CAC896-E1DD-75CF-A432-3A4FAAF7661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93C8D7-76AC-CCB0-1934-528336EA169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C4039-86CF-20CB-1D22-A82F1D8C99A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68D3A-C3B4-E7B5-3ED4-538A57732D2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5BC651-24AF-C2CB-89E2-FB75FC1E973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F57379-EA80-4782-231F-578D8505AB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C31BEF-87F0-2115-0275-E708C90738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39D9B2-9BB6-2BD1-1993-30C796335E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3AE12B-E8B5-8299-D0AA-F89015C671A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DAADB9-3A77-D6FC-0211-1CEEEA8911F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046DCF-7B70-7236-8FC7-AEF304B1FB0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0099FD-AAD6-0A40-4597-0390471D683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8C631B-F76F-55D1-31C2-C3743F76470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A58D97-F1EB-D365-5E5F-196DF005C7B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328067-8D5B-763F-2CF0-3D7919DA73E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D7F183-7C9A-56C7-15FE-5412000BF9D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B4B252-594C-5E7C-840C-CE5A07E0EC3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BD596E-311D-52DC-6913-127FB927E0F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FC15C3-9B34-076F-9AF3-A8562A1DBAC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F970BC-71AB-DA0F-079D-9F363A3C737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B9988A-5C10-D7C7-B354-DC54C8F8E2E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169346-ACC1-AA56-4FCC-67EADC265DC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AA31E6-6D07-D9AE-F970-A6A22051859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0FB6C6-87DE-21C5-DD1A-5BC52848477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170060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7CE8D-3C28-4193-04EB-88C7BDC4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6BC7F3-32E2-DDD9-5C07-BD34E99456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sum of the entire grid is 6*21 = 126. The blue line must be a multiple of 10, and the purple lines must be 2*(7..12), which is 14..24. Only one possibility: purple lines sum to 16 and blue line sums to 110. Arrow totals must sum to 8, which could be 35 or 44.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FE4F11-DB4C-A6E7-6850-096CF5B98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ABCEBD-DF3F-19A4-306D-332757F94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75EAB8-7CB5-5A4F-2A69-A218F1849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5C5D53-B223-7816-BA6B-D223879B45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B691F0-ABA6-527B-12F4-95117197D5B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BC967-1C20-74B1-D634-EA50315A30A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DAC0F-D895-8FEE-905E-7ED87F41BC1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0D7418-3938-BE89-BD00-3B96B036739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81C64-F044-BD72-5434-6C8ACE69042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AE21C-721C-D27A-47E5-E47E58B7C58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0C765-48EB-502F-0C75-CCCCDD35305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C09628-AB87-9916-8D54-8A15C42B70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A1A647-9F4D-03C5-76D3-2D132C134A2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678DF3-5B7B-CD4C-F671-9DCA9C6849F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3713FB-45AA-69CD-2B92-50A81FC7899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AD395D-E081-6653-1231-3A87F1EA93A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114F3A-5A0E-15FA-A724-53FEBF7DDD9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B89E3F-409A-550F-4CB6-58FD3479051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AC30A4-E15E-A48A-54FF-FAB92EED69A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BE003C-7B36-D539-7D38-9D6BFA40BB2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F2AAD1-5B81-E04B-0308-21FA849BBA9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7F50A-D3F0-E378-247A-F9C57A5BABD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35B204-80B6-293D-33EE-9471C3061B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F65F9A-A55A-7B23-95DD-1F87D9CEBEF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93134C-EF13-F8B6-A248-DA7F1F0D6E6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4DC8CE-4268-D072-8E8C-38A555C4981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D389CA-55B3-A384-E1BC-E0C2B88BAA4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D649A8-A614-24C8-3667-87EB5FB2710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1936DB-DA9D-66AD-CC77-A4AFC243CCC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5E7EB7-21F0-FAE6-5430-A421AB1E6C1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120E38-3E7D-8526-C1EC-A688C40B0F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E0F852-6274-52DA-3484-843F77F3AD7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71B99D-5126-9866-4B37-870FDA80A8F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7F6826-FAEC-C62E-AC51-0C4DA44AFAA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F947DC-6870-5101-F1E4-73F4DFFDA00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940B15-E6B3-FDF0-A8EC-8F5BB60F32C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264660-B04B-1B6C-FD0B-67A826A51E7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C3C001-ED4F-F61E-9F94-6C9BCA1E88B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6B4200-ADA1-9847-839D-4C332CBCF59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0FF0C2-18AC-5117-C464-880D8432E0B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14215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47FDC-89BF-579B-92F3-B2F15EEF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A143A5-E893-6AA2-BDF6-61148FAB87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0FB5680-F54C-6923-4860-FEC4384EB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0F451E-F201-390C-4DC7-8EF38FC6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274CEC-ED10-5E30-3278-F69A16FAD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726E35-32C5-E654-1C0C-DA34A95586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BA9D82-B24D-9624-8582-4A8DB8139AF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C5CE0-BF4C-7154-141C-18996187939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DCCAE2-C305-7CD7-2158-AB33CAF40C7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5C50A-ECE7-0C68-7564-6F0F1A3AE0D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055FE-2BE5-E027-97D3-76220CB7C44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310C45-2839-8D33-9A59-202775D9E85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B4CF1-A514-CBCE-535A-19E3BF0F67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EB17E5-3485-B626-778C-D9074BE13EE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359B2-7DCD-A5A0-76BA-2CAEE6CA46E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B15B1E-5C37-6B35-5EBA-FF355594665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C5225-11AD-E5B2-F649-0ED9273EC42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F1DFFE-0893-A746-3BBB-20C3545A82E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319BBD-0DA3-D4EA-45F8-9E59CD0A432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6AD080-F6C7-B502-259B-37ABB8859AE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FBA65-BBBA-6E0A-E897-7D5C9639BA9D}"/>
              </a:ext>
            </a:extLst>
          </p:cNvPr>
          <p:cNvSpPr txBox="1"/>
          <p:nvPr/>
        </p:nvSpPr>
        <p:spPr>
          <a:xfrm>
            <a:off x="4645378" y="328633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A59585-BCE7-21B4-5D90-BF43E0F2662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668F11-73E5-3895-F79C-950E082A9CC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3DBFD0-7305-59AD-DB64-27A1114165D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1A0632-8EFB-FA15-3B33-8865267737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8E8542-5FC7-CB81-345E-99B963F48749}"/>
              </a:ext>
            </a:extLst>
          </p:cNvPr>
          <p:cNvSpPr txBox="1"/>
          <p:nvPr/>
        </p:nvSpPr>
        <p:spPr>
          <a:xfrm>
            <a:off x="4143022" y="40680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29C2C6-4786-6DE5-5DF5-F1477CA336B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A5C36F-1487-9FA2-6786-1EFAF057E0B3}"/>
              </a:ext>
            </a:extLst>
          </p:cNvPr>
          <p:cNvSpPr txBox="1"/>
          <p:nvPr/>
        </p:nvSpPr>
        <p:spPr>
          <a:xfrm>
            <a:off x="5147734" y="380332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7C2407-4279-5CF3-778A-552009AAEFD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368709-378B-B4A3-484C-119A3013F0E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90768-53A7-5CD7-632D-4AD0ACD05B5F}"/>
              </a:ext>
            </a:extLst>
          </p:cNvPr>
          <p:cNvSpPr txBox="1"/>
          <p:nvPr/>
        </p:nvSpPr>
        <p:spPr>
          <a:xfrm>
            <a:off x="3640666" y="4536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36DE07-B858-57E6-0123-3A8063F6E0F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37AA55-CAE7-A24E-1F45-96B4A5DBB30F}"/>
              </a:ext>
            </a:extLst>
          </p:cNvPr>
          <p:cNvSpPr txBox="1"/>
          <p:nvPr/>
        </p:nvSpPr>
        <p:spPr>
          <a:xfrm>
            <a:off x="4645378" y="458500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E455A4-5EC0-F2B0-C393-3B3B6E8315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A7BC9C-3080-FA0D-FFCF-1F99444F146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1DF395-B773-614A-5499-0F367C73F01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FF366E-4D1F-E7E0-DE7E-DFECB57C42A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C4FED7-B776-FF86-68A9-EE2F8763289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1D4C28-735A-88B9-B1FB-4115B0835DF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FFC863-5951-A43C-CD59-439067E7A633}"/>
              </a:ext>
            </a:extLst>
          </p:cNvPr>
          <p:cNvSpPr txBox="1"/>
          <p:nvPr/>
        </p:nvSpPr>
        <p:spPr>
          <a:xfrm>
            <a:off x="5147734" y="50458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55AB95-33A7-C86F-8CA2-09E57A7B80D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8E96A4-5966-F2A9-6BFE-6BC9581AFBC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94441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6C61C-385D-EF42-0D53-786B9610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C802FF-3495-E4CA-17E2-C79F2C850C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Left arrow is 111 or 112. In either case, these cells can’t be 1 because it sees another cell that must be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5D4948-6A06-1DB9-A9C8-0FC75DAC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B15F97-F4CC-F11B-308C-C82CE1313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964D6A-A3C4-7535-2471-8C062D83A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7727A9-EA04-E5EC-73C1-9094DDF5F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FA7FA6-4639-765F-71EE-15F08246603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3AA39-FD37-1BFA-DACF-FD4378AA29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74ECA-522A-E54C-99C8-733A4D15456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B56E6-89F5-1434-7A1D-1F0CA3E88ED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07D8C-E18D-BABC-C26E-9ABA7EA9CCA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0707F-7D9F-0CD1-EDF2-55858E78BCA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99F40-B932-9207-73FC-5EB536CB65F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146CC-8695-8B9F-C5D7-FB260C4814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733BE-EF77-5A85-116A-D21CEBAA7BC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32BDF-7CD8-6C2A-B00D-C8B53D39918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FFD4C2-A69A-F084-C6F3-ACE4A43D70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75C75F-6F86-017E-4E8A-19B586FED89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249D13-62EC-3DE1-DEB6-4480FE336BD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681A2A-E1CA-4122-1E6B-162E6F0490B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05EA70-01B6-2D8F-C6F0-616ABACDA564}"/>
              </a:ext>
            </a:extLst>
          </p:cNvPr>
          <p:cNvSpPr txBox="1"/>
          <p:nvPr/>
        </p:nvSpPr>
        <p:spPr>
          <a:xfrm>
            <a:off x="4645378" y="328633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090963-BBEE-9CC7-F383-39C303D3366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577B6C-5F25-1720-7CA0-D5F2ED1EE8C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586F45-692E-133C-E866-D21AE8F5F12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1F15F8-F972-9EB9-1129-6761F37670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0232E6-EBCC-A518-E7B5-618C0486A28B}"/>
              </a:ext>
            </a:extLst>
          </p:cNvPr>
          <p:cNvSpPr txBox="1"/>
          <p:nvPr/>
        </p:nvSpPr>
        <p:spPr>
          <a:xfrm>
            <a:off x="4143022" y="406801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175C4-90A1-72C1-691C-3569ABC48F1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B44AE7-3B02-D710-711B-3B4A5F395B3B}"/>
              </a:ext>
            </a:extLst>
          </p:cNvPr>
          <p:cNvSpPr txBox="1"/>
          <p:nvPr/>
        </p:nvSpPr>
        <p:spPr>
          <a:xfrm>
            <a:off x="5147734" y="380332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AF54CB-33DE-3008-3751-6D2A5221CD6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547042-4810-3DD6-E9B4-2440E286186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F4C1CB-CC93-381E-84F9-47C2037D13D5}"/>
              </a:ext>
            </a:extLst>
          </p:cNvPr>
          <p:cNvSpPr txBox="1"/>
          <p:nvPr/>
        </p:nvSpPr>
        <p:spPr>
          <a:xfrm>
            <a:off x="3640666" y="4536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8C735-3948-F4CD-DCE8-075B49E8390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F7CF84-1F47-7324-398D-C385690FA35C}"/>
              </a:ext>
            </a:extLst>
          </p:cNvPr>
          <p:cNvSpPr txBox="1"/>
          <p:nvPr/>
        </p:nvSpPr>
        <p:spPr>
          <a:xfrm>
            <a:off x="4645378" y="458500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E91164-1400-CDA7-A2DE-C08CB3F3E28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67E3F-D559-C77C-A104-BEBB75E61E6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BF6270-2508-C33E-BE53-E39ACF8740F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3B9E64-3F42-2CF3-AC6E-865C43DD7CD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25971-74F4-F5C0-1F33-27559AB091D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5C0AD1-7AB3-207B-4371-69734B401CA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1F4EA4-12BF-6AFD-881A-1B14EFAD7777}"/>
              </a:ext>
            </a:extLst>
          </p:cNvPr>
          <p:cNvSpPr txBox="1"/>
          <p:nvPr/>
        </p:nvSpPr>
        <p:spPr>
          <a:xfrm>
            <a:off x="5147734" y="50458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E4B90C-9B6F-0669-2A56-B9993C9D673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D715FB-86E6-6E7E-F3BF-8AA16199E9C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84652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6E5D9-93D4-F641-F927-BB4B4BF1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6E0048-6A3C-6B5C-D933-6324086BF9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Therefore, the right arrow must be 5. And therefore the left arrow must be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8174D2-4CA6-0F2F-A18D-42B606B08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46761C-7126-900B-5D75-463C5A485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13C861-660E-BFAA-F226-63ADD70C0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51D48E-A21D-0C29-1B45-9BCD96D73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F7D3AC-E78A-CCA7-ECFC-BB538D53B55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9F505-1AFC-2BBF-E9B9-3199C33A618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CB522-5AF7-FE0C-7D28-DC31DF5BDA4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F9B90-FEDA-25FE-EB23-86DAA973664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F844CD-72F9-FCED-0746-E3E71A06127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1C8B7-2716-54F4-970A-BE0AE169641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93AD9-8232-EE23-FDCE-C98EBB6DC46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69C8C-BC6D-446F-A894-C6694935933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1623D3-D077-0BB6-62A9-C0D3491E353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73FD8-2EA5-CA7D-F7C9-D30A5DD4D67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9474F3-C6A6-4F5A-AFFD-332B6FEEBBC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98D48-B644-84CD-427E-1DD555891F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24212C-D182-BD6A-0DBC-CED7DD46895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90C823-EC07-C1D6-1C19-3031917C1E1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008F4F-C33D-B511-7743-943B4A85110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6022B6-B5A8-7584-3547-8E3AC5F89F6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1CC3DD-4DC7-3A46-876F-F7568F4EC7F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43D0EA-93BA-76FF-57BF-58F37FBF886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EA54A4-65ED-1B40-66EE-03BDE2DEB36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631BC-017B-CED4-E454-2AA0518D63A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9AE380-E587-8935-837A-2E90CA4BABF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390B29-DFAE-2E20-4607-EF437421C1B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01D56A-97EE-2411-6D65-FF28FB74B5C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A5BBFD-656D-D004-EF9E-A3E7EB5B5A4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DB0E5B-5B46-3A7D-B11C-D1939FF7AF0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7FD769-D58F-CE42-12D6-95C297C080D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0B9483-E905-1661-E169-93693026F3A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B3323B-9FEA-6999-6E4D-C210DD30DA3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2C588-86B9-3C95-710F-1D885E29219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43ED7E-7927-CDFE-FA41-2DF611AE1C1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03DAE-E653-0423-149D-3A91AB64F14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556E98-D50D-4F16-4437-47747F7B688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ACBE0B-9DDE-FD7B-4EDC-A075CC4AFC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A29839-3565-3CC3-C03E-3C0F99721C2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F04973-3A3D-CDDD-FE51-76EFDECE8FD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0D7629-9961-92BD-041B-B1F980C7F48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72038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6E5D-368B-0911-62CE-88361DE7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E77D93-0C65-C25D-AC5D-08B85EE6E9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3E2DBD-7BE1-A008-E447-456D06870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51C92B-0310-5907-5F0A-3B1A99DAD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30C539-9AC8-7BFB-8E82-7A486E3BF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579EE9-0871-82B6-63E3-5D923EACE3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65AAC7-10C8-5245-DCE1-86AE036FB31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040D5-E267-D245-E70E-78962FA648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BCFAD6-83C9-AE63-DA61-4A6C183B14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EDF4A-8D48-C07D-28B1-8CE175BAE15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2DF718-CE8E-634B-6C03-E46B8BD15DB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09196-C728-4931-54BB-1C5DBD1290C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963D50-E1AB-C980-311D-DBA7FBCF961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587B5-E51D-EB73-B9E4-B71858C811E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1AE0B7-6A93-5020-0C04-AC382374C2F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ABA759-4813-1371-433E-73B5C18C7CD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395643-843C-1B7B-B744-BE123F597E8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EE4922-BC17-2194-9B42-58882CBF3B4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107109-3CF3-AFDD-E370-07C7C2493B2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7062E9-E893-1A3C-D7E0-A33CC004C19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5142C-D814-FEA9-0D94-4D2A1904101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7309B3-5735-126D-184E-C4CA0B77B17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D24C5-2727-3566-23ED-CEBDF685B1A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DCFB42-D976-5C50-E3FD-E583B0031C1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1BE5A4-3130-8023-B768-A9BA9BF7B7A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ED3B31-1334-25CB-7008-D8E1BCA4B87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06855B-D387-A6D4-AB2A-5623250BC17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27AEDC-FB35-7FAF-0472-B1CAA17A5C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FEC0-A986-0A70-91AB-FC0B9B88246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12FEF-6AD2-C950-8BA9-EB5475C5DE5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4DFB0-26A6-3E4A-5197-135D1D4660E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D08769-FE9A-23E9-F908-F1CA2B7189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953D49-5DB2-DB39-ABD3-A52DBC0F866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7DE33D-BC53-C42A-28A1-0AAD0774316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03E0BB-7E96-5AB6-281A-C3DC4528150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207D2D-6FDB-D3F9-20B7-DA0910FEA38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39F634-CF9B-BFCD-4FB5-737D614BDF5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BA0477-2367-1DA4-AEDB-32646093CD5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68DC31-202D-723F-CE44-4294FA521C5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651CFD-CB0F-1C33-62C1-985C869E6AC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3F9CFD-8C67-8CC3-D5C7-9AAF9F4C013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199DCD-32D7-8CC7-FA4C-A548E3353DB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0568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E970-176C-A593-E848-2FFD0858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9FEEEA-6ADE-6675-26FF-FCA34B8C06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F42DEF-6971-0EF6-8552-6DCD1551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026F46-66D4-3D54-9D26-ADE3ED0D2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A8C9CA-1E95-6844-94D3-F4794C9F8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828666-63C1-86A2-E445-219D2020B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5B3AD0-EAEA-2795-DD34-A4694594F62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71853-8403-4CB7-23F6-581D8E908A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7D714-828B-BE96-FC59-8B894DE87BA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9DCE2-B77B-CDDA-B4B1-1272ED98783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8AC34-6CCE-1944-FEB8-2BE9B66875B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86D4F-0A21-8644-A358-B66774CFC6D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7C131-7780-4CBC-F353-9140C325673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975FD1-4316-2488-F48C-498DE3CD7A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041C5D-F5D2-9466-41CC-3FA53A7046D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FEB82-8E3F-A0CC-8D34-A47AB1B095A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EAC15-A937-EA73-1477-F5510212E5B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977D4-9E33-A132-0F44-A89F080272C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540A2C-E3B2-470C-A379-61EE635F8C0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2C24E-33B2-6077-3656-596FEE024D4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F81704-26EF-8DFD-2F95-4D843BD076A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2AAD7A-1D9C-A99B-02A0-0E310C8CD24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473E47-7FA8-948D-0EA6-69A046B464A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221F3-3173-9251-7A82-D14F6A84AD0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132AB6-D242-2255-1BA4-1CC89E7E740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F37C10-AD60-C33C-8FEF-C88728D2A33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69890F-647F-5E04-6EC0-9FEA561ABE6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5AF09E-EAB6-6D75-3FEF-70D7A83D74A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9458C9-7EAF-AE49-7437-C521AE66BA4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5C7075-4C73-7BA4-3162-F1C02006E4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5D0A92-5477-F569-C740-5F0E41B8FD9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23BE8B-F313-FC7F-5FD5-057C21BFC0A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8A7D9D-1420-AB5F-C2BB-BC9180E75A1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24FCBB-0635-F0EF-B7F1-21742BD7612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FEBF16-0F0A-1E41-863B-269F9A3C2C4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6FEAF3-E991-63D3-5E93-FDC1043641F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B7E4A0-D908-8CAD-9C55-44B357AD109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3752C1-6185-26B8-E26D-AF99A16AB67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03E671-F1D8-937D-6D88-7120631B60A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C33D90-2A5C-2CE9-B428-3BCE26A4887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6225F8-872C-1A51-5F48-A6133581E2E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00EE84-31A4-70A7-6E5B-2403E7A1AB4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1678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A6D86-C802-EB6F-09D3-BB20DDA0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C9218C-C46A-7D59-0603-D8CAA2D353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E2C6A8-5DFD-72CF-4988-ED48847CB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A3624C-356C-1838-43A2-B7D885A3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D61516-58A1-53F8-A563-5B8929B48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474FE3-3AD3-8928-1FD5-AC764B6B3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866863-4783-10DF-D75C-5D69B6A00F7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F75A6-ECD6-085F-1A38-D607D37E6B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DDC36-C6C7-C127-0C07-EA515F19691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B88CD-F6BC-2499-359B-3E58EE82BC3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D8993-DEB0-BDCF-C92E-10273B40248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CCE2F-E188-4BD0-656F-A3E03915F05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1C240E-BFFA-203B-F74E-A29AD057678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36751-5392-2D66-09A1-4D8CBE5D09C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8A3C63-9B41-D565-517B-41AD05C0BBB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C2072-DB65-CA02-D706-1757C6204C3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C820E-0077-002E-7864-49D7E01D4C2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8F8BC6-E371-C561-271A-156786A0FB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9636E-384C-3AF4-C93E-2EB0451CFC1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C8FF91-B012-CF09-6BEA-74E0130271C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FC65A9-1124-BB84-43F9-2BD955C4038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893EF5-A279-7B28-59D9-B3CC949FB2A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32102D-560B-C457-8DD6-0FC474C1CE5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E3F19-07A0-B037-F4DD-F89109E4D6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C1A2BC-C4D1-B6D8-115C-9546C3380A1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7DA11B-A487-560A-D7C3-4C2377E8718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C0A80A-2CCC-E66F-509E-917FB0564B9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9400E7-EF35-E4A9-C62D-A448B1F6431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596E4C-6D8A-7986-D40B-0500A03F22C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4DD787-D3CF-D76D-E962-8737C030C33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95D944-2562-C788-2A28-7072755A609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AEA8AD-893F-E90B-B915-8144BCD5E8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F759AA-8E64-7961-3F33-3B1A19152E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27F96D-02DC-439C-8C12-2D09DCFF716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1F05FC-F66D-B9C6-B118-D6DF0FA6FC7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CA526B-0476-7DF4-F0D3-F32F5598440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68F171-9C53-378D-3BB0-B76CECF4113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F5AB47-C4C2-07B5-C98E-A1AF468945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F9C72A-0F82-A599-21BF-675188E9811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51DC69-B98B-546E-E499-C9A0C5D88C3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C14053-D770-0DE3-BCD4-F8CE7E5527B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1DE5EE-4F37-A125-690F-715A27523BF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215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6222-5591-276A-AAFE-01C11E50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EC8C0C-60E8-8414-72F8-6A3E0F6FF1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10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CADA1A-0B42-2AEE-6AF7-0042D0826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6322377-79D5-3140-2E65-27E551DC7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C98B0D-B1A2-54FC-9BB0-65EA0D30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270F8A-05FD-B068-533D-B5EEB260D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FDF84D-AFC8-4E7E-60AD-443B83C97DF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A9057-994A-12D3-2E27-04A5894457F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C4966-FA5F-F6A8-EBB9-BF35DCBED86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30702-4AC9-38B0-FA45-0D8C03556D1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901B4-2676-8AB1-ED79-5A76B7C0988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75F0DE-3E4E-E712-861A-FE0F311A70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66842-68BF-802A-0F0D-BD0DD8BA4E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0C560E-3E25-3149-CFB4-4A7C7DD2123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2C2B9C-AA52-1A57-25C8-85AB57B8668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BDDEB4-2DD6-915E-FF11-AF63B036A0C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8620C3-7B7B-D988-77EF-57BA5857DEB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A6F8D3-6176-47DB-264E-5F24CA7495D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BE292F-12A4-3CBB-A994-54CBFC40EB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6B3202-D3C3-137F-464B-9F57D0C4568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E33A16-C610-CEDF-2BFC-A167BCA680E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7EE1CC-8003-74A8-39C0-DB7B1BF7DE0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4111FC-A430-6AD4-E659-C75F549740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3E3F5A-4549-CF20-5F82-1A87A6EB54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82B970-0B7F-8F0E-C45B-EE6669BB7BB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048740-8183-9CBC-50C6-956E64EF7FC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BA7F16-1390-300A-C22A-100B7A3A9A5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63937A-39C1-3EF4-73BB-726DB7AAC45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887503-553B-643F-BB2A-696C6E1202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718C74-4361-793A-3B47-8A24A8AACA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F2A939-CBA3-00C2-E7D7-B823DC94C81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00A6A7-5955-C3DA-41DA-9986B82DDE4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54C815-3BA5-F0B9-0B60-8999B44DD9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822CDF-E93A-B064-640B-EB97B11C9F8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BB70E5-0961-7873-F35F-4108D5B61CC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49A35F-1DD2-28F7-AB27-5EA8857C0FB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FFC4FD-0D8B-C3EB-87FF-4449DF61C01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F79C53-37D6-E897-D25B-F38CEE5F9DF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B57C63-8F60-AA3E-317E-870938AF63C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C68604-CE5B-F2E6-D97A-77AF85C0B37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A8E63F-8E06-BD7A-A1EA-863DC5D54A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5041B7-739E-DBEE-29E9-BFE87162716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752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BA49-3E25-51D1-343A-31B7C3B6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F8078A-1EDC-EF00-610E-9E32133583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69EFF6-3015-CB12-42CE-57A60E3A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505E05-0B27-ABD7-48C2-5CC2E3063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E36A91-A972-496B-A697-B8D8BE205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90FE30-6FE9-B5A0-BA1C-F4D62F933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4A8064-1F63-4E49-7C4D-6E43362E920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A81D6-C999-B34C-719B-6C28375654D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7494E-876C-7CA0-DFBC-150427B6CC6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D78BB1-0B7A-31E8-8C00-C1075A0DB7C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959EB-2CF0-D501-FE73-3D1777D289D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35D60-042B-0A61-AB36-1FEF1746FDD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2E268-9E72-4357-3176-DEBCBA8157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6C7368-8DA8-F05A-7A14-6FAD0686651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A2DB9B-D060-5D41-7522-D4E5D024C07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E2F59-3BF6-56FF-77C8-C56BD4C2234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24317B-5BA4-C863-3411-5144533B85E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CBF53-D639-8140-47A5-160C4BFF38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6011BA-337F-8995-78B0-C773D4BCB8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142662-492B-0545-6A80-9516B57A36E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F6AE2D-3ACE-6B49-56C9-480D62FEC1E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98F7F9-3B97-AD82-81F6-7CAA3BB7C3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363E75-A74E-EE1A-D5B3-C21DD2B6C4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E282A9-A9B9-307D-5AF9-1F1AD09E71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E545B8-FDB5-C82B-7B20-833E797C82B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68B24F-26CA-C95C-6802-BB802B92493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085635-120B-F004-382B-706237A0BC2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B68897-D4B3-E694-9B82-2A04F32B23D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C18010-2E7C-8CDB-6A54-27227BCEEC4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6598EE-FD69-4388-C8C8-D14AF4D6AE3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045033-34C5-EC10-C060-A8A5A10BA38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C9F161-5864-5CCC-5E53-0DE9902335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A71960-DB28-4D44-93D8-779A02E2A02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03E95C-5C77-7190-F825-DE303EF6DEE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AC0ACF-BB00-4400-05D7-3F2A00D2FD0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724EC3-FFE1-671D-2698-F5EAFEEF2E0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6CED12-66C3-B046-7DDC-03968F4FD4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15334B-8C9A-A282-4B27-CE3AB257019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C8257B-1552-650D-22B4-1B7268A9A01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EF922B-C9A8-30E5-3BC6-6D4F40D8712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7B09D9-0B16-95D7-6D10-4F4B2BDA76C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0AC12F-10BB-40B0-34BB-4B746DAEEF2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83322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1E72-7B58-640A-EB51-D7365055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35A6C1-1E03-62A0-0573-A5E1019914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cell can’t be 5, since there is no way to proceed to a 10 sum.  Therefore, next cell must be 46, also.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3F359F-0304-2717-103D-338C3D309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332D87-1E21-539D-0043-5F5EBD89C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0A31A7-A6CC-9489-D83A-4D9D677F9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CAF848-3F15-C7D3-C338-6828E2002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376F54-4201-3930-D0B5-34882B6998D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8D959-BD92-8905-0468-03B75632925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6C721-DF89-66A3-4E0E-F2B5A313AFD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AD23C-94A2-755D-DAA5-E09622E51EF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5D4949-E461-7D88-4632-86393BA82ED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BADF5-588D-C398-8268-931891682AB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67FF06-7FE6-09D0-FFE5-397A589CB11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DDC86-AE3D-597C-CD72-5909773495C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FC6466-C451-D1B8-5338-A36CC95B661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335068-9F66-CD1A-50D5-CEE9346279E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0C159-5B69-7150-CE97-7B5E5D7084A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A4C532-26A2-4208-D950-815C516C1BC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C4FB3F-CF93-CCAC-80DB-A407A1B51C7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57319-4848-36A8-5E03-58BCF544710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97C730-B138-CD3E-DDE5-479A0254A3E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19831-0A36-7EA1-103C-D86DE6B6DC7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9A947E-89A5-BC04-453A-E3C05D66C6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9F1A41-FF21-A738-DEC1-0F5C017D1EB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147BFA-0D23-09F5-1003-96D7D683FC1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DD2EF0-065B-94B5-70D4-754B30D26BC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500B80-B4C9-9AFB-4B96-D85B292C186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D2DFCA-0218-58D6-5A0D-DD10B1906AE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1DA566-A0B2-CF5D-836B-9BCF5606EF9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BCD04C-50C4-0C82-6340-BB392C219DC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015ABA-16A6-EDDE-AD7D-960B0709BA2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19799E-AB8C-C65F-AA53-6E50F7EB026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464527-5127-3354-4781-1E49F706D0C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59A1C9-B246-23FB-00FB-78B05BE194F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4FEF7D-C2A2-6668-B0FE-79590FD68DD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C21E59-E2F4-629D-E0CD-8B8141D48B3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0A1480-5E71-D7CB-6B99-E913A8EDB89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821538-3F19-E7AD-929D-04DC4A60624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417675-F83C-AB7B-BD35-59204625CAF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CC9A3-6DED-B1B8-D1DE-C21364DAFE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F2066D-9310-6E7E-7B17-CB705758CB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63ABD-B4DB-C3F8-90E3-23660159BFC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571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9536-1656-A10C-3DBE-DF9B4967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5DEA68-F385-30FA-0E68-1BC5EEE6BB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5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D3889F-75E5-F575-7E03-BB5D07352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E3318E-1995-62EF-EF55-4C105862D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5C89D9-2AED-4DB2-8D57-A435DEED8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F532F8-F5E9-90A7-3C44-D4F4B3C0F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EA8694-B4FC-7429-45D1-A9715DE1D62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98BA4-D914-9A9C-F1F2-5C371E506AE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72B1D-D571-8CAF-0F59-C881809064C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33344-9D0A-4CC3-DD8D-DDA125BA942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FC2E9-6B0F-E071-CF07-D2AD74CB2E0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F25A7-F4AB-719B-0917-6255D03A47A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8D718-938A-38DB-4A94-A029AD0F2B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DB4F64-48AE-A332-2044-2E805EB842D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460D71-50B3-6EA6-A2C2-9D96D6F65FD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FB8054-FE1F-1CB7-3CA5-2516A97D4C6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FFD31D-315C-5F8C-DFD9-38045CEA77B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E78491-7508-48C3-C498-00C087617D5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6C9C7-7471-3571-BE4C-761241945C0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E046E-AEDB-50E9-15D7-C7E47654111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577536-B0A9-4144-534E-5DEB021643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AEE4DA-DAF9-58A9-FF75-8938EB4C44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EC2931-BB24-2865-C940-850A1923E53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C74B9A-51BE-ECD3-CDBF-0AE0AD5F35A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357686-7961-DFFF-420D-7D066BA1B3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819A34-B5FC-E362-2705-D2A04E10488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494FE7-F321-AB82-9C71-EDD17BB450D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1E39B2-9FE9-2266-DB9A-EE671D4B827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0DCD64-D28F-4894-5F7A-22E11F7CFA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AA78F6-77D5-9B06-D8D9-707FFCA760E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573602-FCFB-288E-EA66-5FBBEDDA870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9BE2E1-EFB0-424A-B4AE-DBB23A176BE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F33FFA-3251-780D-18AA-3BC8C2D33BA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4FBB8-AF56-97D9-3333-2DE847478B4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7D4AC9-E5AB-D4F6-5D0D-14E88C263AE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A0DD64-7704-BF13-67A2-5C707D8326D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B034DC-362F-F0BE-7A89-EED253F65BF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5EC90A-2313-114F-726B-9549EA1DA68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4EF95-99DD-7501-8C95-2030A00644F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E22E5C-D4C6-DD6C-1389-63DD0F0B36B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456A57-1629-7975-37C3-2AE6DDDB4CB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9068BD-D54F-5ED2-CA5B-2B71335636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5439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E35B-499D-14A0-0CD5-593F0AF7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4372E5-4E2F-77DA-A3C1-A862DE6479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3ACD8A-C9F1-3B19-6689-5B79FDBB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A2CE51-85DA-8EE1-6E04-5BD6CEF62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6752B3-3F25-2F61-21B6-C0A423671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CA3542-3E6F-93C3-F3ED-1049372A7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7B1ED0-E6C2-D74F-3AA1-B6410F92BFD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CA094-3381-6C5C-BFC8-34B39D3B72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247B73-7021-CE25-5BFC-7F7225FC067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84CBB-8DD4-A32D-0400-B3E1D17EDA1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84431-DF8D-9CCE-9BA7-FC2F1913EC2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193DA0-63C2-B2BF-F8D0-C5FB391584E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C52370-AF26-3F78-860A-9CCA08C21CD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AFE814-45A2-EA9F-9810-FF37685B98A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35BA9-A7DE-1650-3554-657FF26CBA4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8E6483-EE81-3F39-6501-F4F3A215406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987D51-DA26-31EA-DE2A-2D5762944FF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8855DB-6592-F3D5-830B-ECDAED19C02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BDAD5-1F5D-1524-BF61-13C42B63438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E8D47D-3228-A600-C04B-B738D94BAD2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845F96-99BB-48A7-F8F6-82D5799E02A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8CEE21-77D4-4E50-29BC-A79A07A6913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CD8400-E2FA-4A7F-7947-2770C5460F1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5AF6DE-7C5F-572D-B964-2BDE3B4E7D8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DF9C69-7B41-A734-4AE5-99624757DB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2E1EF9-069E-BA8E-B5D7-43DCFE3AB5A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CAD55D-8A50-EB8F-17B6-6953BB177C6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580E61-C498-3200-8C83-4022054FF80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7072E0-1106-FBFC-1169-504983E862D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558B44-CE2A-532E-D2C4-0FE1C307EF9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02467D-BD96-5B0E-3C7A-1A10EEAB97E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C65DC5-0142-8E36-60A1-EE0D2337BBF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FF7F88-7139-F281-E312-261723D66EE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E281D8-B4F7-C48D-C520-34D5F4B84D3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1EC4D4-BDC0-41AB-0CB5-1D6A4FFC05C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F62733-4797-7181-121E-CCC7628CB8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CE91DE-3EE2-7AD4-182D-9B96B71A78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9A9F77-BEA4-888C-339D-5F0B4EC7105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B835A1-8576-427D-4B61-BA0BE6BBEC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9D346F-6533-DFB2-70DB-9DD4442737A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98F3AF-DA5B-F057-DB9D-6C35576EFCC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28CDC4-70F9-147E-37F8-3533FE28142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5276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4B36-943F-12CF-6A88-90801745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8BDB9A-19F4-0FF0-EF0F-E9B2DF461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Next segment must contain 3, but can’t be 34. 3 would be repetitive, and 12 isn’t available.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D770D9-B562-BEBB-3668-709E980B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3E3DDE-ACC5-6C61-11D6-B406402A7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6A5AD8-3A12-66B1-5D97-DFFE2382E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8BC736-BA3F-8C03-BA10-D851127F1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9AFF72-D20C-12C5-6F52-2837EEA477B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B7AF-EF56-0A0E-DDF3-ED7D01E106C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C7B3E-FB79-1429-B906-BC79ABE587E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46DC4-6915-56B5-4E23-7C07683AD54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74D9B-F423-D176-B77E-F5A4A950D8A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596A0-477D-3E46-EABF-2D39ED2C008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553E5-FEF8-E166-27EE-6B23D5DF686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780967-1625-3566-D3D9-74E63B1DB2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A56C2B-3E61-58EB-EB1D-BBAAED1CAB5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80006-0A22-50FE-5C30-C91B54C023C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5B93C6-1136-F32E-4022-FE6E26925D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C1E69A-FE17-5B70-FF16-EB43F7EEB6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C9770C-AE94-9E1E-1667-B1F947C2B80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718D86-DF6F-B006-B1F3-FA3CAC8A72E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021613-BBDF-80E8-1ECE-5F31B9581AF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C1FF24-5E95-C13C-EEC3-0CF15E133F0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87C759-996F-775E-2E97-3F13EF38BBA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FE5C8D-DB33-6383-3F01-4DBCA0B5A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0F1539-B05B-056C-D74B-31BBF97CAA4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C0D3A4-BC7D-5F4C-C1F0-79439C83156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3B84D3-B5FD-B8BD-643E-EE274F06240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7CE165-346B-5E7B-7118-560EA8F83CC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D21F15-265F-63A3-C9AC-865113346CD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39FBBC-36DA-EA01-990B-705F47A6DD2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16CAEC-664F-9E1E-0AF3-214082CA77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40D7B9-1A10-2CE6-5B59-1D10BFD8F1F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CBB429-2352-BCEB-076C-87626D28653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9AF22D-C061-7D9F-5DF0-34540DE56F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C8CE19-8FA4-6597-5CD6-CEDB68D82C8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F489C4-DEE8-3D9B-F1D5-33BCC23F73E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F67F5E-C74E-E83B-5615-8B7EC348B6C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6D5E9A-9305-BD37-83C0-C2B6FF3D52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D1013-008B-5EC8-2F59-A0D5005F5C7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3B9428-983A-2D3A-164E-3B970592B46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DBD709-8A07-50C9-6A8A-FDD9AC12BE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4EC67F-F517-EBB3-EC57-C19B2C6C0F6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503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A7ACD-F715-7A51-503E-843C670D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8D982C-EA86-28EA-B3E5-125D64855C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DA7FF3-61CA-DA32-BDDE-E6240548B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9D4609-8698-632E-F8E6-89206AF4D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D77719-E104-6A1A-7E70-EE3AD0917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5AC1FB-E51C-B8EC-51D9-CC4B0C2446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81E44F-D58F-6CC8-7E6A-A0458EABED5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B0B11-A7E0-5F64-8C2B-63B4B4A45FC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37BA7-582D-E981-D32B-36E29C96CC9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EE9A8-73DB-06E0-C967-47DCBCEF7C7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D933A2-3C78-1887-C1B3-1673252E361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CE186-D15B-3E1A-A595-FE17E7F4023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B622A5-2129-E80C-69D8-922A7F0F9D1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E57C56-907D-F8F5-9BC8-DFC8F82E1A9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9D3CD6-BEF0-EC43-06C4-FA4EC28EA15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66F84D-4C35-881F-C666-A5037CCC0FA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4D778C-BE51-A334-8A1F-CFA6196C1D5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6FB039-EC94-B803-ADE7-6EDD765B0B1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20EDC1-5626-5399-C984-99EDE7EF771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817CC2-15A0-3F4D-2B02-EEBE552AFAF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AE5F41-01F9-5125-2C70-13EC0AAB6A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A04CF1-49C1-C243-CC33-EC31ADF705F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21CE51-8578-A442-CC1D-28F71EFED76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9AADD7-7C70-01AB-76DE-712967A9624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CC7EE3-DBA9-D18A-4F0F-613FE622CA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DE2F25-B3B3-55CC-70E1-93999A1C5FA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695B48-03DF-98E4-E27F-B4461615A14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A4BB92-BBFE-ECE6-4C07-7D504F0C716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E7325A-B11F-85F1-D1B4-E62595CC36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FADF4C-48F8-3100-F4DE-D3F990FA9C2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B03012-1D6E-67A9-06AA-D5C867CDFE3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D2618E-7E8C-4EAF-59C0-8F4C6ABDBA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347D33-94B1-2BBE-E427-E569B6431D0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CE4F5-1F01-FDF3-FB15-BD049E96A9D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FABC7E-2D81-7152-C529-0275487CBD5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794705-D87B-BDCB-7F43-4D3DF69EA40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D29249-4CFE-7BBB-D4E8-68FF59A824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055BC5-C288-787F-881F-1960FC02C65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168193-F6A5-88E9-1D72-ED94594C209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2C9633-75E7-75D9-22D7-F4E9A89B5EA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F68413-D9F9-F4A6-AF3D-91B3B0D17A5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6D6475-D678-09DA-E1B0-16CE627A27E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40984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8296-8F93-1066-129D-C07FF66C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1205A5-D503-02C7-3E85-110A7A9CD0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7A6930-B0AD-115A-945E-BE8A039D4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7B3521-EA14-40D2-AFEE-8E0FC8D24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1DA013-1D5A-1F8E-AF2A-51A15034B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FF7615-0181-D8EB-3AD3-51451959C3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1FC8BB-FF5E-9A58-C9F8-F49A702935C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F831C-0891-7D4B-CA7E-659AB09C69F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DB1DB-B36A-C312-4B1F-C85FC235197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76C7C-5355-0A83-3332-5EECAD03472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6D192A-DD16-0C00-ADAB-C4CFD8FE6D8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69E8A-37B6-D5A9-01DC-1944500E459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B16CA-C853-1ECA-6DDA-E08A8DB0066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0FF9E5-D972-16C0-DEFE-DB913282859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37D51-D397-D74F-31AD-2E3CAF4FFFD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B98B36-C7CF-9520-5A4A-BFE1DD3A04E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27F70D-6701-A2B8-2155-1085CA86B48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27A219-A53E-823D-44A4-B6F7B291658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D6B221-53BE-EA2C-0634-300D24FD954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6179F6-DFF5-A382-0E66-0D367A5A173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C485CE-FB7B-C06F-643D-A8450596FB1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26C8B2-AE2D-394B-3838-29A095BEF2D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59B722-282B-6F5D-3DFB-6503EBAC43B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D73E07-2F77-4290-A959-A06D37960A4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91FD60-21F6-5656-3A91-645FA094EC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E0460-7866-F8ED-7CE3-9E54E005E90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00FC7C-6725-70E2-0A90-1F0C44D3733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E107E8-8F69-6D18-5FB3-4CEA0FC04E7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365876-5A95-A901-D73F-6007AABADB8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C714C2-3157-CE15-2FB9-FEF28D10B3B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E62F0B-10B1-006D-D59C-15073DF7ED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9BD41D-750A-9998-543D-A7654FE495E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BADF2A-A4D4-A6DD-8468-FC266CA5CA6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6925BC-70E5-14F9-55E1-A1C8D636430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D50538-5C5A-AE00-4FCC-35C814EB90B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6F6448-4674-0BE9-7A62-5760B038DD9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DA1B2B-6A96-A02F-E9ED-0E6D8369A6E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FBEEF8-BB9F-D20C-1ECE-9FBFE25D4A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C7A090-9381-456F-BF0F-5A384AB191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5A0098-7FB7-6ECC-5D5A-9A43CB6F723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588631-6834-59DC-3668-6C20C86D4AD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0D9568-8027-51FF-4A73-B40C5B5F8D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55776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095A-A9EE-4BED-8C8A-901D6F98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0276A0-6967-BD4C-6C5F-9D60F69CDB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30AD3F-D563-D5B1-6678-75A02C3F7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EF3D6C-3A66-32E6-DE3E-265CDE7ED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EB188C-CE4A-7476-AE44-8CDFB7E45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5F04B4-3635-B26F-75EE-6DAF46053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197BAD-4992-6185-2CD9-9B7AC7EE5D8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69D90-317E-FA0A-6EE0-9203A58019C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14E8D-1FE7-776F-7DFB-73EB402DE24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D9169-DE08-BB13-BA3A-39260E5C306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A0F99-68CC-4CE0-320A-D821BD1D985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802AA3-F1A9-0E23-EB2B-4C975C9DFD4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6F699-1D54-745E-A5B2-523FD37DC87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1FA1BE-7F6C-BD89-DFE6-E36C16CE185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B1C7C3-A465-E0A9-7BB6-B0D618F4E35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AB75D-3E31-E3CC-3743-23676AB3D76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A73BF-5513-FD0B-7852-CF8C556B293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14FB11-ED01-28FB-3A26-E2D8A4657ED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FFB8B5-3AF5-1549-687B-FC02C3048F3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D0A267-15F3-4CC1-B388-026CCFAE02B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85E774-60E8-56E9-B63F-054585B0CA7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62F07A-ADBB-3CC2-0F3C-08399A68C15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7AD877-B313-C8FE-85B3-1F3966E7D18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607F5D-E6F6-E507-A8C3-15EDB4F6877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93DC9D-00C1-8EE6-B2FB-F8F0214B809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A18D91-95EE-80FD-9219-D12A70195B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8CB996-7CCB-A0A3-7F64-233CAAC5F85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842B0C-2997-CE51-45D6-9D3319D3B1B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DB6E10-3944-D962-90D0-4CBA624640E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713320-7614-6393-E921-71A74EC2D50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7F7FFE-82EF-9E6E-4B1C-4B4B374C51B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C8DFD6-5241-6C34-439B-FCF6E602562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5FCD45-489B-B212-4F0F-95A071D987B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237F4C-DC2F-EF17-C37E-1095283C1A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4287C3-FA8E-710F-A6B7-0EC1AEF1D88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DDB3C3-3B46-EF74-3F23-192F0895DCD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3F13D6-A1D7-D18B-74A9-4D79D658422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03BD-9D3D-252B-C4A6-648BACA12F8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6E93DF-B2AC-F05C-347E-60104073263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570895-42FE-5BF8-8721-80729E089C4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77F98-0976-612C-4586-68FE78A9ABA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0CF9EC-0E97-3062-E1DB-49E7FD5329D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4377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D7A9-624E-E11B-48F1-1F2ED24F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74AE69-5ABB-834F-FC0D-6F615C99BC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DE046F-E6DD-0222-D023-A1698AE77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6E9274-1C35-BB38-7DB7-7D5B6B38F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3DB8EA-55F6-3591-1EB3-018D781A2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0C9915-5434-8491-1E73-9452631AA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E7D08F-64C2-DE40-5D02-FF80D892BD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4C553-497E-39F5-F0F1-29B1D8D3CDD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D89FA-1CF3-C7DF-7862-8175E687EF4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64BA7-E466-918C-CA0A-50B706ED31A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49AF4-3789-2A45-C894-E217DC33A1B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3A2311-EC76-6382-9BDB-81B41B64F9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84BC8C-E7E3-E2A0-DE24-65FF02D3442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BDE91-6DB1-B8B2-9EBE-7D8B80370EB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79045-01D8-5377-A55D-AE4296F3B6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D97E77-9733-DAA4-EE10-B98636C4165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46B835-7DBB-FDC9-DCED-D3046703593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FC1FB1-4C02-9587-5C12-E2E053F9A49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83ED50-19BB-1030-26ED-28F3E3851A4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A525AC-2273-578F-9DA8-1E1144FF232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AAE303-049C-F8A7-59D6-B1B1D7C80C8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C46665-5311-C673-16F6-A5E3E38EDAC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8DA887-E19E-2C37-BFB7-F8F6A68B7DE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AD99B2-2ECB-9B14-0DC2-7B48808FA92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0FB224-C0B9-F6EE-1237-E5D7F731C8A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6F02EC-3217-367E-5B6D-6B0E0859DB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A0824D-A550-FD38-1808-BA028004C38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BB3F7E-F624-CC4A-D353-213ECF49D3A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AE380B-6D09-858E-3EFA-E3A8642EEBD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1618E2-B723-D4B7-03F7-8E7CF5CF5C3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28E9F6-755B-6BF7-6C43-FA7283DC9AA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AAA3D1-CF71-8E2A-C1E2-EF042417A0D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32B36-F58A-0873-CAB0-1D17FB7CD97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593F35-1F4F-C2DA-09F4-5EE5B6AD09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6E0AFC-07CD-FD6E-AEB6-884C769A44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29A39A-AC8C-0550-37D1-08928352403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17A21D-8312-E39C-1951-1DE5D7A9D6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D171C-1858-D8B1-1538-DBB9FD1EC76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9ED13F-6503-FFFA-2C7D-E47DA328DA3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252975-7596-9DA5-1CC3-C3D85B640D4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A545E4-3B10-A913-A6CB-A21AB425438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362C69-DC95-EF7E-4D7D-60A6FD0326B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9022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83F3-6620-7048-71B5-8D45DBD5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525ACB-A2B1-9805-261B-1EDDACA031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10 constraints.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A0B4BC-8E47-3DD2-212F-832492363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ECCB3A-9CC5-413C-6B13-584B90DC7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A5AA12-2F3A-F8CD-ED77-B86F2EE2B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BC1565-7352-8C17-0877-59F99C8DD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148A5F-3455-75D9-462E-01505D24615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6086C-84FE-3A7A-0EC8-DA24FC6E26A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A4412-2370-592B-0F5C-CBC472CB386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8666A-FFAD-B403-EA83-30DCC319227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93EB9-1CB7-12F0-EF76-AA1145342D6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D8AA1-6185-E362-30BB-1690433137F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BCA87-D0FB-5065-06D3-C1D595C2EB1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8F7295-FE4B-F904-9CD1-075B758B2E7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5862B0-58C1-19FC-D8D3-79F12EDD51F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5C84EF-01F4-6D7F-664D-E4C83114206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706217-A273-4AED-0066-9CA3D6EEF4D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229F6D-CD55-0AE2-8931-2952799F79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88279E-E859-32CF-CBFF-924160F2F4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1AE26D-40E5-D9BF-6B43-E7F76AD7201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FAD8EA-DA01-C8CA-31DE-4DDAF48263D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6C67B0-4A2D-C501-6675-829B3013251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D41B4A-6AB2-171F-1CC0-DAB917B29BE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28F96D-9C8C-E047-DF23-0474D1E56E6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5CBFB9-EE1D-00A4-7A8B-3246118226E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AD4746-C659-B2D6-2230-DBEADC6BB37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366A30-9B92-AC64-6310-A521086BBF1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30A742-C1DE-8A20-3A7D-589F35B7EB2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4D832-8F90-0648-1E2E-0AC166841BA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BDD87-DD0F-A8DA-CD40-5E067B51171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365BCF-A2AC-F73C-60F1-FB7CE9140B2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E1EB2C-411C-3113-DC42-6ED959DCF7A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A78BB2-5D64-B0E3-D374-62F9602D3EA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DD024E-4FC8-6190-7613-3440DA62947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FC92C9-2394-73DE-05CF-E36B3BB8654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97D64-BBB9-7C28-7056-0BB2B473A4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F88B89-5DCB-EAF4-F266-88FE42D9D32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F21639-0273-879A-6A83-15531BCBCE3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2BCB6-C89E-16D6-1B05-E0ED281FFD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33095C-1AA2-CCCD-67B7-6AC92EE4F54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F8D0C9-9C77-FCC4-0FFC-7BB9A7DE48D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7A4AEA-791B-0918-E96E-5BE75643D7A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32084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D2ED-051E-7B8A-115E-77182744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E06F3-B490-8D49-3EB5-09B370541F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58692D-CC30-AA32-C0B2-5609F4711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A1DC14-2F53-26DA-CFC9-39E30915B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C04E12-29DF-FE94-5B21-CB1A4E649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0A69D1-00BD-90CD-7A67-928EFF0EC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8C7F0A-42CC-161E-DC02-0A1FBC05794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C919F-D4E0-6DAF-963F-C69AD0FE5F9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53D66-CFC3-670E-C6E9-DF382B6A580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54659-B4D5-DB81-1BC8-3F2C2539461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01C34A-5F53-655C-032B-A9B8D0EB0E1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1ED553-2401-1648-8F28-C1B57515C9D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C7F19C-96B8-E83F-B0ED-54231A536F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71D3CA-AAA9-E039-E6CD-5AFB58A8DE4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24B5FD-5B68-4902-5743-E9ADE1B6637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3BC293-F490-C7E8-76A2-FE4BEB171D3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051F1B-FCEE-556C-071F-7B09898FC8A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66B1CF-9E26-DE6B-C36A-F0B8B12EEE2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71D201-7B3D-2E06-DB93-D1FAF1AB129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B904B4-8287-0042-421C-5F161D7AD1D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BC838F-AB5A-9A21-C109-313251C1701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9AAD03-CD01-F594-38C5-447B85EB6F0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BA1B25-C03B-98B1-FF8F-7329ED90FEF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32AA52-0293-46E0-4B97-76ABDC055E7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EB9D49-CCEA-23CF-20B4-0BD18D61CD4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49DFE-E2F5-582E-4104-1D154733F49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EAC49E-D5BB-5C79-B760-E6297EF40B9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9C02D8-4587-3312-4703-9BACF27F6E1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0DC056-A56F-753F-CCD2-AE47BE4DB05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462F4B-518A-0194-450D-A7639FD88D2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8DFFAC-16F5-95D7-3589-2F26E078C48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473CC-6F00-9420-2DE5-8DB1A3C564E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845FDE-7323-383A-B623-19DE6DCD720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C6E8DC-6545-C121-FFC5-DFEECF2631B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8B9C3-504F-CF5C-1553-4FFE8951F3C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0426F-0F98-06DE-D447-713A6257846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27EAD2-FACB-B47F-52D4-2C1A0D5DEA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F00897-3CEA-56CB-D046-A5656D76E3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0E5C48-31D5-6E88-A40B-D51F47BC33E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C770F6-BA35-D90E-8CAB-359429C6DB6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9E6ED8-EFD0-3876-0014-815837C223F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19366F-D535-6EF5-5097-96D9F14E34B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73650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7204-13E2-B3AE-64C2-2D16EB7D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D2C346-1772-9B7F-B4C7-FB4276C11C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37EFB5-9194-93F2-9045-BBBC55BDB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2F9D0F-6CB6-2F73-305C-0B778F907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835F5C-DA70-9A6B-1D18-99EF17AEC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3B3087-67FA-0D15-9502-D3BA72D193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E8FA95-D904-4C61-C6A4-AA04EBD87E2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AFD9B5-E0F8-D633-31D5-16F93414310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0C32C6-0A88-9F4C-248E-D7624B9C095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FE4284-140D-54F6-8958-F97B2114BB9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9917AE-0871-7800-6432-09572A3413C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8023FE-B395-4EB6-BFD1-0731C779D88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663EA-DF27-166F-CF57-B714975994A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09CE8E-6B38-1697-33FF-DEF95500853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34D80E-F388-5BF7-9BDA-1EB5F28914C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0A93E3-344C-E932-14F7-642D776210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EC7C1-A9CA-F944-DAAE-483CCC47AFA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51F4E3-9161-F44C-C0E3-60508FE996E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45C967-0F09-B88A-9599-9A2460F69FB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DE6290-B746-62B3-68D2-223AD11958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F838E-65BA-88E3-6BA5-DEFFDCA8FFF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D0EA43-A149-EDF7-3C35-BFCECECEF25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B77089-6800-28BD-D5F2-320A11BB534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F5A73D-C650-0307-0107-C9527BD4B36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CAFA24-B3D5-A1D9-A5CD-F2800BF50EE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72DB7F-D795-6396-0973-8340D97E2D0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09BDCE-1924-8143-145E-8D6CDD14A4D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EE3951-64E8-671D-559E-C5799E4A0F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FB64F-7B63-E60A-7BC9-8D9B29158AB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2FDCA7-4338-751F-73C6-A83C1555321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CABE6D-CF2C-3616-2F7A-EF00D40B186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174A33-A863-65D1-EBCC-3E0717196AD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EC4CA-5D43-3D7C-38CE-8CB3C1E0441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8A4ACA-2EE3-067E-803C-32479E207C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C2A8E-2DCF-24B8-7A18-01B42DB0947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025DDC-5B37-2A88-389E-4235854815F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9C8B54-E97B-0DAF-EA9D-EDAFF477DF4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0F1A90-BC72-E27B-E1E4-051B4B5B36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21A840-0378-D104-0F68-059D6801D56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60484E-B309-96D8-6C4E-707A07E359E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26C631-894F-8015-FEA3-F6400751F5D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4D788E-0C2C-D2AF-FB7F-F15B1ED29C6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8250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67A6-FFE8-DD6B-A2C7-5E8C3384A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4EE8D1-B9EB-7377-FCB8-6B7D6D6A0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3124" y="5470358"/>
            <a:ext cx="9445752" cy="1143000"/>
          </a:xfrm>
        </p:spPr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306029-789C-F6C0-9E61-8BE3F4A5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5CF658-5E8A-89E8-1D55-813623507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5C0C27-5AFE-5110-BC47-198D4B7CF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937F48-20E7-5621-9136-F4B65B058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B86E642-6456-B8E8-CD0C-61422D7E6FE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C57598-77E7-1551-F95F-037D701B56F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69B84D-A02C-0440-C5C5-466EE80B26C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CB134D-CA2B-CFF5-FCB9-197AB22FC80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CDEED0-50E0-A66C-F10F-F01A293B52C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F699E9-D893-31D8-C6E8-B41AB44357C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5E9B1D-A452-30D0-1230-F998678030F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54C2B7-1B36-8322-05DA-533950CEBEC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C0017A-5B2D-B406-2C68-61D721474D4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73EECA-CD3B-D7DC-7E66-6B72A1C4F96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59F596-C42B-D973-1971-F5541372ACA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C8BF53-5162-FCA7-5563-A8F7753DD14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D689A-19F1-0218-E34D-81E39034570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1C1D9A-169D-C3DC-6C6C-F53BF53F90F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E95F7A-5E7D-7ADF-69DB-634906AC5CB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C6B458-1E28-11D1-E91D-47DFC2CD388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6A9873-4A33-7385-B787-37466DD1AB3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1891AB-B60D-CD24-D21C-8484065988A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C59872-C2F1-DDF5-3B2B-835CC283C2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6A0E3B-076F-B840-ECB6-A757175C36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5319C0-211A-EC68-CB34-CD985CDFB53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B0750-8793-EC26-CFC7-539F57A5A44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7A2220-A4E1-42E2-DC95-520EE6F974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C51B4A-F39D-3019-2F0D-4EE1A9DDEB7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DFA6D7-9D09-5E56-E34F-4B35DA3F31A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93568F-2DCD-49C6-600F-58C2F7D709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5C9AC5-7E1C-E40D-485F-82811000ABD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894CFC-C749-29EB-DD5E-438DCA5C4E0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F34095-8D2C-7ECF-6D4F-10C782B3682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4DDA23-D139-6FC6-1960-E7B7F9691D1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2ED21C-A2F4-AB43-B749-11BCBB10831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8C2D37-CCB2-9BE2-CA9C-78C35E35D05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395297-24E2-7D6C-A15F-7F401883FAC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A482C8-CC45-D098-E2EC-85D3DEEE42B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D58E70-403E-5958-F879-68574E35FD5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8730B-5622-6FEB-E301-FEC0721B57B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6719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10108</TotalTime>
  <Words>1084</Words>
  <Application>Microsoft Macintosh PowerPoint</Application>
  <PresentationFormat>Widescreen</PresentationFormat>
  <Paragraphs>877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383</cp:revision>
  <cp:lastPrinted>2025-12-02T00:08:17Z</cp:lastPrinted>
  <dcterms:created xsi:type="dcterms:W3CDTF">2024-03-19T02:13:08Z</dcterms:created>
  <dcterms:modified xsi:type="dcterms:W3CDTF">2026-03-09T22:42:10Z</dcterms:modified>
</cp:coreProperties>
</file>