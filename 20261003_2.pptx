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457" r:id="rId2"/>
    <p:sldId id="531" r:id="rId3"/>
    <p:sldId id="532" r:id="rId4"/>
    <p:sldId id="533" r:id="rId5"/>
    <p:sldId id="547" r:id="rId6"/>
    <p:sldId id="548" r:id="rId7"/>
    <p:sldId id="549" r:id="rId8"/>
    <p:sldId id="550" r:id="rId9"/>
    <p:sldId id="553" r:id="rId10"/>
    <p:sldId id="554" r:id="rId11"/>
    <p:sldId id="555" r:id="rId12"/>
    <p:sldId id="556" r:id="rId13"/>
    <p:sldId id="557" r:id="rId14"/>
    <p:sldId id="558" r:id="rId15"/>
    <p:sldId id="561" r:id="rId16"/>
    <p:sldId id="562" r:id="rId17"/>
    <p:sldId id="563" r:id="rId18"/>
    <p:sldId id="564" r:id="rId19"/>
    <p:sldId id="565" r:id="rId20"/>
    <p:sldId id="566" r:id="rId21"/>
    <p:sldId id="567" r:id="rId22"/>
    <p:sldId id="568" r:id="rId23"/>
    <p:sldId id="569" r:id="rId24"/>
    <p:sldId id="570" r:id="rId25"/>
    <p:sldId id="571" r:id="rId26"/>
    <p:sldId id="572" r:id="rId27"/>
    <p:sldId id="573" r:id="rId28"/>
    <p:sldId id="574" r:id="rId29"/>
    <p:sldId id="575" r:id="rId30"/>
    <p:sldId id="576" r:id="rId31"/>
    <p:sldId id="577" r:id="rId32"/>
    <p:sldId id="578" r:id="rId33"/>
    <p:sldId id="580" r:id="rId34"/>
    <p:sldId id="583" r:id="rId35"/>
    <p:sldId id="584" r:id="rId36"/>
    <p:sldId id="585" r:id="rId37"/>
    <p:sldId id="586" r:id="rId38"/>
    <p:sldId id="587" r:id="rId39"/>
    <p:sldId id="588" r:id="rId40"/>
    <p:sldId id="589" r:id="rId41"/>
    <p:sldId id="590" r:id="rId42"/>
    <p:sldId id="591" r:id="rId43"/>
    <p:sldId id="59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44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10"/>
    <p:restoredTop sz="94618"/>
  </p:normalViewPr>
  <p:slideViewPr>
    <p:cSldViewPr snapToGrid="0">
      <p:cViewPr varScale="1">
        <p:scale>
          <a:sx n="111" d="100"/>
          <a:sy n="111" d="100"/>
        </p:scale>
        <p:origin x="16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2493-3D57-1700-0607-578F8FD6B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8E83C-E787-1217-6349-A39D69E80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928C2-3A11-5EBF-4DB1-F801F0720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DC632-EF12-7B1A-C8CC-83EA38ECD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65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B4948-D181-9695-9533-3D9538C67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374B6-B310-A7B2-0274-9F25BA30C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2DF7F-27AB-701A-CCB4-EC8926C63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C6F78-08A7-87D9-2EF1-0C1D76BD6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83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69409-3982-A985-EAE0-490C482E5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55D3C-637B-2D29-AB9A-F9483FE60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0D683-0911-8A31-9F45-BEA8809A8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2F8B7-E60B-2328-D262-C3846A35B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7F149-B164-8110-DBF7-DB769C92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657B8-B358-C9B7-874A-15209864A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76D0A-143E-B53F-EF71-37694D482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B7092-ACBF-CF3C-19B7-A6A874B93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86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5ECE4-194D-BD9D-2B59-24A88485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D2772-89E6-F74D-9424-3CF77964B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44E6B-4028-859C-BB2B-36C39FEFB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23AB5-DCF2-AB50-3443-CD22F465D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29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4FB0C-756F-CF3B-5E2C-7C08FF6E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97D841-3D72-42C6-8CF5-35B4CD44E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C0CBD-2DEB-18AA-5A8C-684CC5114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36577-BEA6-2BDE-57BE-D7C3703C8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18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87BB0-32CD-0D29-C374-5C8785F58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D3B60-BE40-06AD-177C-08A9713ED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57277-688D-E002-B839-FDDBEF21F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CA953-6D2F-13A1-8572-B51419588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8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13C34-398E-B889-F4F0-4147DE71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DDF9C-A984-602E-BE97-9935718D3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5C911-C900-30E6-E689-98836ADD6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A541D-CC25-75B7-5664-9FD250549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0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185DE-C8D1-7775-1ECE-DCA7D846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B4BDF-EEC2-AC32-94E9-F4909C3D9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6171A-52D4-1ACA-0A50-8DF4BB688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DCDC7-A41B-1C11-87B0-3C064CF30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61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8EA8-90B5-7455-9CE7-C051F345B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BB0F5-7DF2-8BB7-E42E-7930CE9A7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1E038-6BC7-AA54-1D88-E0F69E645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2F940-49C1-AFEF-77FC-47523A472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65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CD7D1-185C-7B4E-C824-477B1061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1A8ED4-4217-F043-F7F5-41E7AC50B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AC8DB-7A8D-6143-B8EB-B8308C6D1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0FE15-0084-888A-4B93-A52DD42B6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91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5BBCB-BC42-01F2-FB7D-669F4335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3CADA-46EE-4500-6B4F-7C1EDCCF6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0A9C8-1C4A-A9B4-324E-E0AEDACF5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AA686-8E81-0E4D-6D8E-116E0C80E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34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D9A1-48AB-C0F5-DFFC-E52AB52C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DA711-375D-1431-771D-9710BABC2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BBAF1-90F8-6C24-AE23-D80144BF7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09438-DEC8-C944-D2F6-CAC17C702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033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3EA0-30B4-2189-2BFB-46213B54D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F07E5-8865-959C-0958-77C6A05B0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C2267-2534-79D2-9AAA-7A4E4CDC9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921CF-DF66-F601-1D8F-238B82E7B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16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C2AC3-2E20-611B-C776-99D618E2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86F78-B365-4EBF-A6B8-4F5AA0604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A6AC6-3891-DE33-6DDB-A3E8BED9B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FAB8C-D2F7-1198-67C3-4F2949372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451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7132-FE34-2ABD-6789-DC58C4DE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1C309-E735-267E-72F6-E9E07B1AB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539C-2D35-2F64-5034-2A097EE33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AF362-8DFF-047F-655C-90F3707E5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91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664C4-52E4-D29F-69F1-CA4531F2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39B6A-48C6-4EE6-A6A9-34F5A5BE9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42856-FFFC-7F91-DC9A-5C5848A5D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ECE3E-AB58-C532-5942-5F3AF8783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87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DE50D-259E-C1C7-277C-9BC1D10A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912FF-D0BB-3A92-1577-D35B14618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50E785-C207-F93B-23E8-2A0832273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AF5B1-AFA2-C5CF-84D9-9AC8E32E8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714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EEAA-95BF-0EC2-440C-A7D07F01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B264A-E5F9-72AF-3068-528D9D38D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1A42F-D32D-AF96-F571-0F1C025B4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05B89-9C49-75FD-F646-9355378B5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647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A9E70-6F54-841A-0C88-34CC423E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A8139-F755-31DD-28F2-CB2A49400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DD426-B5CC-0F79-1D86-5383154E3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C54E1-8A88-E039-78B1-AC10DDD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54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A5ECC-7DFF-3CE7-7E9F-B519BC92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96D6B-B0A6-BEC7-C2FB-1B1C26CA5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FB625-75EE-6910-1519-C22B18FAF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962FC-43FA-10FA-B624-E153BBDB3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26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FCA21-69D8-4001-EA56-4A821A0F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41D94-094C-A6A0-71D0-5D7F0FBA6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35074-CDD8-06AB-E742-0EF478E86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0C92E-1BB7-B703-D20F-5160CA3D5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745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C364-76EC-AB8B-92BB-32410D240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EB6E5-90CE-D5F7-1141-44F294FA9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E8C14-DC42-802B-A345-1AD53DA38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82536-B5D1-BCF4-1135-0954886B8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548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2A2C9-B211-1C10-DC0A-FA3B90BE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CBA45-B949-2C82-BDDC-8C90BF3CA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699BC-1AA7-895E-DBFD-FBC619D4B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E6003-50CA-6DC2-C70E-1CF5AC429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18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CBB7B-736B-1342-46FF-6B3FFBB2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08C16-E924-5946-1B83-9D8551E29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34380-7D78-ED92-9988-22E0A6D0D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B5EAB-CB6A-5900-D772-974F5C2E8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875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310B1-6643-E6CE-B189-83F00250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367B8-4E1D-5EE5-25F2-B01A18DD0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5E20F-235E-476B-7939-A6517A943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3BA10-58D6-A0B0-047A-40CF25507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878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998C7-AD15-0A8C-8539-658D99EC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CD8A7-4FD3-9B36-771C-BE639201A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2CC09-D057-A070-EDFA-E03DFEF49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F6D05-7836-368C-B1EA-3BDF931F9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022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5A38-E9B0-FE84-8D41-19CA57F4A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0B864-4BD1-CD6A-FB59-EBCC4F9FE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763A9-E035-63D1-36D3-E779D11F7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BAE54-FCD2-C376-217A-E6FA2D75B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257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F96CA-A23D-6832-DD05-1AC61AC8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891F2-B75B-8B35-4890-0069B2566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0DC7F-9F21-8C6D-9CCE-3EE41D356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3074C-7F8F-71C2-85A5-72AF62A24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322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66371-B13F-A4AE-AD4B-9B9A6C4A7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FA4C5-B156-E569-2C90-38309D247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9C6A0-5398-F93A-FBBF-9802D4244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D8867-2ADB-E3CB-5B9E-27EBDA45C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098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42FF4-5A3D-DBE6-0021-A4FD4A62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B3C16-F10D-0E76-854E-4CD595C70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DBCDB-A49D-2285-2FEA-B173E3996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AA2F1-13DB-65C2-FCEC-05067C914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084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EE8D7-5956-015C-89EC-B5AEC4FC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42320-0406-74C7-0BAE-A213C21AE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814BA-566D-DDA1-2060-1A33E9A21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34138-AC8A-F175-B9AD-741001CA1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453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D21F2-44AF-A70B-243B-53368508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EA355-5CBF-1C9F-F8C8-322EF5388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BB4B0-EFA6-8F5B-B596-5CBE2E7C4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D691D-A8EF-A8F7-A8C8-108E0AB17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200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DCCF5-A902-EE68-7224-524D71A25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99F16-513B-8DF9-98AC-8EE4A430C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91776-EA30-7ABC-5EF8-6A50F67C8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EA87C-8463-514A-1807-07C87AF24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383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E476C-ED96-2339-0797-F7587FFB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24F48-AF70-0D37-6670-6A41A1D8F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0F4CE-9349-BFA1-6EBE-1F6D4FE05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88694-DBC3-8303-A27D-63772590C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121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82BDD-7A12-D0B5-B50B-F3707747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3AECB-BF60-39C6-B5F5-1E17E68D8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815F3-26D2-F49D-21DA-EC6775B65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43A13-A939-9D46-0266-D5E5D749B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423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E7E4F-B8C8-00AB-4F81-45B1C17E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68BB0-C6F1-DFE7-D8AD-CA630A00E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0EE85-1529-ACA0-1983-12513E98D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71DE7-4F4F-2E79-DA5F-9D62611B6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879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D66B8-6510-0D6D-F46D-181BF7BB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8921E-9CC7-108D-CA06-B2E82AFC6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F49AB-ABF2-E67D-5F91-90E10046A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B70B5-4EF1-0B7B-8064-946F5E740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854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A9AC3-1CDD-9C1F-5E1D-19205711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77F8A-B312-BAB5-DBA8-CBD0BE21B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D1272-C4FC-C1F2-A2C9-68529B583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D60B8-65D5-E909-A81E-5180D3C95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640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4E23A-10E3-5898-A670-5729F25B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748F4-DC36-C245-9FD1-5EAB254E0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4A391-5231-A8FB-B367-7D9939628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FFB5C-EEC5-4818-D4EA-68E5B6FD6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616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BF46F-4256-E301-F990-1C98F167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71877-C2C0-5510-8D28-D4F608AD5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0CEE3-8E72-0641-F23A-410B07B1C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12EC5-7768-C273-E500-CDB383430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0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C12D-EB14-F2E9-4A96-7C8176CB0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AF78F-23F9-51B2-D822-DC511B6BF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CA1DE-0FE5-D5E5-7DEB-5931D2551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FC210-5954-D8D9-B40B-04CC5541B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12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5A0C86-D508-A75B-954C-7147FB69F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751405"/>
            <a:ext cx="4546599" cy="454659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2B112-4E67-80D8-6F6D-79D34EB34B2A}"/>
              </a:ext>
            </a:extLst>
          </p:cNvPr>
          <p:cNvSpPr txBox="1"/>
          <p:nvPr userDrawn="1"/>
        </p:nvSpPr>
        <p:spPr>
          <a:xfrm>
            <a:off x="270933" y="166629"/>
            <a:ext cx="116501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Blacks by </a:t>
            </a:r>
            <a:r>
              <a:rPr lang="en-US" sz="14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CtC</a:t>
            </a:r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sudoku rules apply. On a black dot, one digit is double the other. ALL possible black dots are given. On a white dot, digits are consecutive. NOT ALL possible white dots are given.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39C79-AB14-0211-A867-CFC5AD19C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892C41-C036-4CE5-775A-FFB843A016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possible black-dot pair are 1-2, 2-4, 4-8, and 3-6. When there’s a sequence of two or three doublings without the possibility of repeats, they must come from the 1-2-4-8 sequence.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60B5EF-A8B1-6207-C952-E8C2B9993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567E56-7352-D034-085C-1C3539CCB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DAA0BB-3F3D-BDAA-5C15-DB0AA9FB5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F0635F-BB99-D7A7-23AF-636F38C94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0BCE6C-406E-9508-7DF4-C367FE4E5FC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5AF89-73FC-CE15-A520-0A954FDE5C9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BE179-A1AD-BE24-706A-D53841F59BE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03C86-71A2-D29C-7515-895182BEDB8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7CADC-520D-AE61-E920-B9ACA325531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E8BA5-5357-366E-28AC-13457513187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F415F-7819-06E7-24F6-9F1467505C1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3E92EB-52E9-891E-3C1E-60BB187E3B7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860418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87D62-6DEC-461F-DD12-EF26E004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40D62C-128C-CA6B-CC1D-EE815DD17D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 can extend the upper one a bit.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1F4266-B77A-D3BF-E14B-508CA8E95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DA292E3-4D9D-3641-0BF4-14CDA5575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B7BAE3-74E4-46C1-9C9E-F7DA30B7E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4A3B16-BCB4-243C-23C6-B5031003CB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315DEF-B522-CD89-95E7-430BAA79D49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A0BBDF-DE63-54F1-9370-99271BEBDA7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EFE4EF-B1D6-EE65-5C9B-E8DB24FCBB8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C2F749-5E29-6BC5-7758-715E47B11D1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7D541F-D938-7EB6-9FD0-545ADE81F29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2C0D40-2405-D537-F1AF-00EAF0A0837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F17E90-A1A4-2583-8E50-D3AE09806F5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80DBD8-2AA2-6ED8-B763-7527EBF134B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ABDAD-A466-8333-ED15-431B8061F96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1493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4D2F8-F5F3-4768-60EF-4EAF6C7D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6CB292-BFD6-BFD6-F4E6-3E709728B5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series must also be in the pattern.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D1823A-2B6F-6A98-0C29-ABAC629FA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34066BF-03F3-373A-D57D-C6181026C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6CD591B-3393-7F54-5256-067307CD1F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C28737-2591-9B5D-268B-EB8BA6B74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C20DEF-9649-8890-5A02-C9216393A8B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738B9-6ED4-18D1-76DA-B883B175971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7B330-9C26-3C0D-9033-2BE61279240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ACE900-006D-8DEB-8685-EAB47DD6E0C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B4E443-F24A-D67E-EF6A-30FFAC3C72A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7835C-9AED-E0E1-8A7F-916864E0385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1793-A480-A38D-8A92-4156A96A126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20A5C6-DC13-6EFB-F5BE-CE5737657A8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CC98C2-DDFF-D4C7-4702-DAF012754E8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A512A2-ADF0-BDBB-B6B9-0846012B2CB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81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FC7A88-9101-422B-0EC2-9B657124E22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19A649-2127-5D5D-EFBA-9E3E312DAF3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8C2B73-E129-F653-8EC0-57C538F8FAB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207735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7FC29-EFF5-6132-67F3-D187C660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7BE64C-7EB3-9F19-D377-5EC3C27AE1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neither side of this black dot can be 2 or 4, this must be a 3-6 pair.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00AD583-BBFD-CD7F-D8A5-71B044FB4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863A90-94B4-F0A5-DC38-92F2CA27D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4379A6-5712-BD99-1AE5-5D7A1CA3C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0B0FCD-2456-E20D-9756-9FC189FBE8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B72DCF-5936-99A3-40A1-60147B60E17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22FC6-DEC7-64DD-FF3C-2006062802E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CB738C-AFCA-ED99-339D-26E604ECFFD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91E61E-35F2-DD1C-7468-0D44016091D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68CA28-2991-170D-F823-FE39B3ACDDA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6D5E57-2312-C0C5-BA51-8A490928841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4A936-C13B-1ED3-729F-5F63BA2A3B4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7D7B62-4423-8381-F00C-75508245312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E6CF9-5AAF-5BE8-99A9-81AB014401E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B75F2E-AD9A-3D66-0376-CCA5DEE37CB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81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44EF0-376D-6194-B008-C80591B24FE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FB55E1-C467-B0B4-421A-B61D19149AD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EB5B34-6883-F16C-BCC1-621B4F89295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725118-A4D3-2102-F5B3-86255B5DB6C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03C9A8-231F-5B35-AFB5-A5E1259C8A4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956284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9FC4-1A6C-3FDD-CB09-53C120F29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0AF359-2B1D-B866-E35A-502A45B6C2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right block, what two consecutive digits can be on the open circle? They can’t include 2, 3, 4, or 6, so they must be 7-8 or 8-9—in either case including an 8. The 8 can’t be in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654DF3-9703-A55C-B5E2-77CFF2D0E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58D25F-03F9-9B8A-0A13-35CC415A7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C61D07-CE20-4079-B5ED-8F7DCF76C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E09C74-5B35-D3A7-CEEC-F582BD8E26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D94D30-8F12-D72D-C041-D94566E3767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607925-F90F-557C-DAC4-0C3756E143E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BB6CBF-2AB9-206B-D2A1-862F52C4AD1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C9575E-9278-7E7D-F4DF-5E90DDE15E1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BD7AF9-A191-3D88-93D0-348A7A4DA2B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BCFC5A-C598-FFA7-EC31-6B52C40DB58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CFEF9-CA92-CD41-4D3F-7D222128C0D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D8FAE1-7F35-6F02-0057-B08CB70DA64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468873-844D-082B-E12E-BF3E3003B2C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1953AA-7458-D1D1-7955-3EE5489D5DA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81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F5AAD3-F8B8-1591-C171-5CCB7388F97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4E111A-CDCE-342A-4496-34C8F4A421B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28A400-CB0F-12D5-DF7C-B79C3621337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rgbClr val="44FF00">
              <a:alpha val="29804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0B5FE2-B82B-200F-4F76-05500513E13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CF1079-8B87-0087-04C6-72FE1FABE5C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B45F7C-8C99-3254-3E26-62E7100E09A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8DC2B0-D264-138E-0BD7-713F4048CE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5704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C7754-021C-E29B-A51B-C7DB5F9D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AD04B1-407B-5674-41F4-000CF6D770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And the 8 resolves the green 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2AFA07-A4F5-68CA-E45E-598083D4D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04982F-7FAA-9F4C-886A-19E61CADB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D372838-5BF2-0C7E-DC05-A85875ED2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274272-A6D7-4E92-67A3-33020F2E62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B34FB82-EA90-8C7D-FBE3-2F24D18DDB6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F73E4D-188F-C6CA-8727-039A828D095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38C867-7337-35D3-C25F-B16556AAE69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4D459D-F7A5-4A6E-45E7-82CE346BD44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4BE794-E4F2-1F10-79BB-B099EDD4F12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8AD3FB-E6FC-8232-5BA9-0D33DE9021E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169F0B-9C95-5F8D-95DE-AD599C20257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F15A10-7B16-1127-A48C-DD8216F0A1E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E4C8D0-4676-ECFF-1CA0-21BC7DB8676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A50DAA-BE42-9537-F583-D1420963423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03AB35-F392-5A7E-C9BB-CD4C61A20F6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90DC4C-4CD2-269A-2F71-4BF0417191D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01E214-A1FD-F1D7-19B8-C539E9905C2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2CF400-145C-59E1-962F-0965A56070C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FB1405-8C1F-3F09-03CE-E616848896A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53E89E-DEB4-D539-B783-B7456BA7E51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377A9E-ACBD-4A27-BCA1-029BEAC7F4D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37383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14581-16FA-416C-E412-A09B26B06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07E0DB-084B-F48F-68E7-27FA29736B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cell is also determined.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9B14D12-96FF-0C3F-982C-3CB992FE8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FAE7140-6215-1B47-DEF4-1F969EADA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FEEB451-30E4-2303-42F4-D0468B9AB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8E18F6-D437-56A5-88C5-75B91A8E9C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7C2AF80-F598-49A5-13E7-482624198BE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523D68-5187-1BA1-2417-BB0139A34E2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00A41E-F44E-373C-1EEC-EF53991697B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4705DD-16C0-78C5-DAAF-698105CD918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8DA7D8-E1FE-1630-31F3-B577EE82F9B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1D3499-F95D-2B12-7CDA-88FD1FD35A1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23C9F7-7753-4533-A09F-8277F99EDE4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F92650-9340-5B0D-2799-BC0E65734F3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937382-6F53-DCD6-CD25-B3147A8FA35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7338D8-92D5-D3CD-5F74-3D182D6C0F6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6FD90B-78FE-9D52-F591-A1D5A4B8407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7C041C-851A-0674-846F-550702F3E72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A9CBA0-EA8E-003B-4EA5-5434657B62B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DD108B-8680-E94D-1024-55FDFA04BE6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8E3BF9-47DE-1B7D-6F1E-936C0FB1ED4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17E33-BA4F-EA79-5FCF-61E2A280572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479FA9-A31A-7E77-BEBA-69A0C553EDF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07BEF-3BD4-FBCA-FD07-C250885226C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5534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A4EDB-47AF-BFA1-C747-447B933C9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F0FD7B-42F2-61CC-86B4-4B93A95A8C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1, 2, 4, and 8 are all used in Column 1, Row 6, and Row 9, these must be 3-6 pairs.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D2C4F61-BD54-586E-DAEB-3892BEE89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6E9357E-83A8-B192-B85C-FC5352E9E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F22BA0-187C-BC69-76A5-EFB0C2933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9C69102-8A38-3820-96E9-AB24BB5AB7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641ABD6-8BA2-50E5-D2E3-315EF23E6AE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1B292D-308D-0992-A8E6-0EFBD2B9FAF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1546D3-DEDC-0C57-5825-F796C2FB59F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5D03B9-F2E2-E79D-9232-0003A85F5BF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FDA886-DFAF-7461-6396-EC1A1B66FAD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9271D5-BF50-699A-C404-A614A712FD5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0469A2-28C2-0FA7-1602-A606E27B5F2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B1B1D6-CE5E-53E8-95FC-5F8B3A1C993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62DA4D-2CF0-2981-16A8-4033EEA0BAC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FF5FDC-680E-2680-F0C4-3495D7AD321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F3026B-B23B-6AD7-78A7-B8CA8F55D43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2AAAB6-E4F5-510F-E447-C5F9B81A61A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90D2C6-57B3-E95E-4BE1-D00CA31753C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45852C-271C-CE34-95B4-BA50C427051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BDA145-637D-7916-E8DA-F72D213DBCE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B4FFB-38D9-2748-0BCC-48255BEF1FC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EDC14-57F2-05D2-A03E-3CB42F70892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EAD40-AAE3-40E9-7136-4D8C4EBD63E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ED3FE-AB7D-D685-FF67-7853C2817E7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C5328-99D6-7843-B13F-46FC09912AD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7E0621-B44A-0541-06D1-BFB8128BE23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86383-4799-6864-6DF6-66D3BFA1D93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51E73F-0317-4508-9894-E3D1BF344B5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5CA07-07FC-4E63-18AD-FF17F9B46EE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50372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D6EF1-133A-1B57-D3F6-918AEA2B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EB465F-BDA8-8A48-4947-ACE2F5FA5C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must also be a 3-6 pair since only 1 of 1-2-4-8 remains in the bottom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626E686-2508-7F3A-0F49-4EB9E0217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D99852-F43A-1E09-23C0-D2B0C5521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91F07A-E3CC-8992-0918-6C60B488B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702AE57-B75B-3341-80DC-00FDD24EA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2C81E68-94B9-A0B4-CB21-CA8F91FC8EE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44FCCA-4BAF-C7EF-800C-0627AB89814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1A0699-DC35-FEE7-C4FD-800096EDC87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5DE9B7-6ADD-D2E2-97E1-12E736A44F8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91E92A-68F9-CA8D-A1F5-1D203676555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B2DD69-776B-D58D-097A-ADD63EC9C2E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CB5860-C0C9-3D48-EF7E-A2AF779CED7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6BCAB2-2E56-01C8-78BE-8769C9A132F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FAED12-AF15-26DD-B350-D77FDB4440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848C24-7AC4-9B5E-6892-F78096DAF43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8572B7-A7D0-D953-9C99-DF46D2F0B43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4441BD-7F3E-4EF9-B351-BA1AAD2C3C9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23AB89-E1C4-2F69-EE08-B1BBEA075ED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228AC8-1DC8-210D-012B-C9337F4445B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2238D0-F909-4EA7-64BF-DC2D9573DED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08562-0075-AB9B-7169-314A173B592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4D6C8-877A-96BB-62C6-B6CA8A53E3C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0DF45-E4C6-4459-C927-F9EF2367EEC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052F5-D958-D20C-4A9C-45E9C8DE991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7B00E1-1F3B-D7E5-9617-3599FCC9B93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F8425F-499B-C710-9306-B97B125A177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0890B-9E1E-7EEE-8706-FE7F1C598FE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B92888-BD90-7FFC-3F37-35918D8EE1F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C1C960-022A-3396-91D6-989550F8CAA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359DB4-BA8D-57BD-B0B7-8B30538595C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72A5BE-DABB-A196-8D83-2CC4839E1B6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19253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4D60D-E26E-5112-B54A-3A8685567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39F124-30CD-7FF2-FD02-6A5BF07001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center block, the 3 and the 6 must be in Column 6. However, since they can’t be adjacent (no black dot), they must be here.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13163D7-B339-E49B-A9DD-DD32C188C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0E269A-07DC-C82D-4FD6-20491E004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5BCEA5-C53F-9CEF-C64C-8F59DDEC9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BEA6BA-E716-9AC2-17F5-3F57EF1DE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CED378-EFFC-D048-1E15-E16D1B8885A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068CD3-FFCA-6BA0-928A-E31815D2880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35E554-41B1-7B93-063A-DCB6B7F23E6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C748BF-D6F4-A30F-6ED2-00ADB935FD7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46DC6D-C30E-6F93-0D8F-12FD7D8DD24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F67621-3FB7-42A6-3CCC-779C80044DA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EB3873-AAA2-74DD-8287-ABA131AB0DB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3382DB-4E7C-6478-6922-76F61B3DA58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33494A-6982-A9E6-D801-F640681CF67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1BCF46-5893-454A-49A5-59BD4A7A8CA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112000-57E0-6883-5C8F-C10FE8CEF72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E22C0F-F0E5-7E5E-5A97-3FA6590DB32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F23A3E-B0E1-151B-F36A-293F6C78738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D1B63C-DB75-1C41-CF5B-5EE39F03F77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908503-8A3C-A5AA-FCA9-40DAD133E6F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9FE8A0-F9BE-C50B-08EC-C06776EA194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06921-A4F9-C9B5-A90B-5BC1EBB435E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F49DE-C1BD-7A0A-D4FE-7A94799DD3A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E4179D-6FFC-CD7A-0031-A30F144F0B7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C97C0E-86C2-4B79-73E8-08CEBF3788B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E0FA2A-9758-26E1-6D45-0E5599E718E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DEFC1-A970-53F6-BFD3-26F348F88B9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983C57-C402-D3FB-A2D8-1B5BEF56312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01C34-5B87-5DBD-5CCC-572CFC3F0F4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12957-B229-6CC2-C5C4-BEADECE8E14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271E8F-48D4-EDA1-067A-1E59F8069AB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9F1F70-2EC1-2D2B-6110-3FFD35E17BD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A37EBB-8398-63EE-60D3-1667493ADB6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12349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3FE23-73D0-6524-A7DB-A04181C9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17C5A4-74D7-9AA4-5DD8-A34581E77A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These also must come from 1-2-4-8, but because there are only three in a row there’s more freedom. However, the two series are linked.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B714F8E-AE05-063B-1173-6A4AC485C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C6FC4BE-C3E2-B082-5187-FC9B2AE94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B7FF22-EF3C-7D19-1AC2-01B9808EEB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6124D2-1704-FCAC-FCF1-0188DF5940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BCADF4A-C984-E6E5-6F6C-9EEB31A7ACA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3B09E6-B2B7-DDF2-3B74-C9FB6E5CA1F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F02A6C-2F53-0BF8-FBF3-5843079CE05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57B327-3E23-E133-9CD1-05CCE86FCE6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F64557-2A36-4B8C-96C8-441DB32D80C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3B6A3F-A0E5-6D27-2FA8-2589EF85EA0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4F6F2D-7476-E1AD-CD11-8024DE4B503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441157-A013-3FC4-CB11-F4E26D30A09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31FBAE-523F-5315-CDA7-E2BAC3D443C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FEA4A7-D504-9349-60F8-1C1166EE99E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626DB9-3418-A4F3-0A9B-58988C97612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3156DC-11E1-6D41-E3C4-7E7BC9F4B34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D42D67-FEE7-5A9B-B0EA-D2E64B1FE2B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F79695-9937-3CCE-E9CC-6BAEC495327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557433-72B2-1D4E-83DF-A3FBC0C2A78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1ECA0-E18C-42C3-BD87-4A7FCF37CA2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2415D-AA27-39FA-52D1-D01DC1BA59C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6B66A-DFDA-1D72-F6B2-1F7D04F405D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A5E2A-652E-8642-5915-24C13AAD96D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7A2F5-9843-2515-5098-8645F713A1B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C1DF98-205B-DF2E-08AE-4F1939CE9E6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35FF73-EFD1-7499-E254-2F418B033A3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2F58D2-8F76-A929-E3D0-86A2668B808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1C07FB-5F7D-8F6E-FC38-C8905E55418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6439C-D96F-51CB-AA83-D64E777CD7C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CD2394-DDEE-5281-DC2B-1D3D454E07C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8882A0-6974-4903-D06B-F8E6F7AAEEC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C777E9-6185-0182-E5CC-786335DEF30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7ABC16-F079-09F2-DB9E-98DC0CBB20D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9B47F7-4E10-323B-97BF-B2311611447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69021A-8CB6-9DC7-9EC2-4C4D458CD2F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9F1CCA-E55D-04A5-55AF-62D615BD6BA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2424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97A8F3-9C76-72A1-EBF6-E97E55C701D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D3B57A-16B4-0FEC-DB3F-1A27AA27B6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38127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5CDCE-7EBF-BAB7-F10D-CA480A2B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3A6C50-7868-53AB-94D6-815A31A123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one can’t be 3-6 or 2-4, because of the 4242 in Column 9. It’s either 1-2 or 4-8.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9BECE0-0CCC-AF61-78EC-E5B7B9F5F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233E7D-41A3-923C-9A22-C957D0CDA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E56A2C9-3BB1-541E-67D0-B1FEDF228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272A65-58E4-30FE-FAA6-9E008D227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CCE363E-8885-8F44-FE2A-EFC03B7481B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9CD808-1B9C-A9BF-ADB2-1B70636C7C9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F8299-97F3-D6C2-E829-49937FE71FD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67C66A-43DC-548A-9367-A59AE3F715E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3489C7-5CBB-8CE3-6162-40E98BE216A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69DFF-7BF5-FED9-38AA-B13F4EEC11D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471A35-55BC-F4FC-4FA3-270F84604AB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2BB7D3-144F-48C9-3FEC-D90FB241C5B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1182EB-0B4B-F8F3-9453-ABEECB22264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BA3F69-FBF0-A070-C739-8A1D61B6A25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81C448-9FD8-A96F-24B1-39899DEE8E5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9F4B99-E45E-F06E-3957-14C88C53010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92F9D0-179A-2256-7DC4-0668467C7EF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FD2FC9-122E-B534-1EE8-0405ADAE8B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2A7F9-BC54-897A-FE44-8FCFAFEEF0F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30142-D771-82D5-6EA4-C5CDA4BC338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BC4D60-CF1E-35C6-60F2-2F2B4CD09BF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38D1E-E90B-0DE6-4B3F-C088359CA9E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FA5115-68E3-0E01-284D-8C7828041D5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2807CF-82DE-8541-8817-D3CD08E556D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1965D7-8651-4C1B-08B2-D272577E881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A7992B-C07D-2C0D-27AC-6D034451E87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721096-A628-4005-9EC4-A6878AD870B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E1B78-A7FA-EE42-BA96-8CD015D2E87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5C468-2381-72B8-4D90-BD8EB49C98A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905603-A4D1-AA4A-5244-5D51E68D680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E77DA5-FCD8-E862-AEAF-E0D9E0FE4DD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B7F05B-8539-CB60-CBCF-329CB2CBB48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1EE909-FF17-D3D1-68F4-16A51E9E408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B4829D-F88E-33EE-DA30-8DDBEC9E082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B914B8-92F8-C9B8-615A-09D5901E466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7178D2-0574-D86D-D96C-8A0410B6B0B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66B7FF-34CB-6A92-9654-DC7BDE9CF53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1|||48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43307A-5A42-77C8-34BE-3E2187BF75E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2|||84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93183D-D4A8-2BDD-C5F8-3600A408D56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9864F6-3176-F5CF-5F2C-6B0E9BF7049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95005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74D1-A599-5335-8487-1C150551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43E834-9660-2D9F-5055-929DF8D9FB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Reduce, showing that the middle two possibilities are not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204F6FF-07D3-5510-7582-8697726F3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7150DF0-8AC1-7F61-024F-C4C1EF5E2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AC4400-BD74-BFC7-C0B7-BB3B26EBA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47380E-23BB-A03A-F9A8-DCBCFAA48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C4CE0C0-FEA5-F699-6429-3DF0B455867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39903B-A4AE-5FD3-88F1-F4CDDF92FE6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DBE56F-6CAD-5A6C-B379-DCA0C0D7C2A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CB1F59-CDA9-4467-138D-7D11A317DC1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1B825E-2C35-00C4-3F2D-3B6C1B809B1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0F917A-FD6A-6E3E-F597-C91D6FE5385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073470-AA7E-22CA-959D-7046D39C212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27CE8B-9F9B-9D5B-2377-FCE5783CED5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C42765-EA16-4453-7E20-725208DDEEE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DD1408-F6DE-D3A1-89B5-44654368F36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2945AA-7701-0C95-9BFE-1B5F9BDE132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DA923D-D613-EBA5-0780-85C3C0F6CE6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7C4B3E-EE65-ADE2-79DC-D897B323CAB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5B3073-294B-89C6-504E-B5032D9E2A3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7D4BA5-B250-3D01-3580-2FBD513F871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C29F7A-3353-86BE-891C-876B98F9118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41CE7-ABFF-75EB-B7EE-0DB707AED89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2966F-B715-8F0D-D62A-A7CDFDF4D06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6182A-E91E-8166-F144-B0495BF32F7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39727-2D44-317D-B2FD-F0720CE4CD9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5D7A2C-B24D-5D38-1AC8-F2AC5BC9693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E345C2-95F1-2ADE-B79B-E95A6414032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5BC8DB-8452-E7BF-E3CB-0E8FA735644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D88872-CD84-6824-A671-2EA36066581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51D208-2672-E882-44C6-459F02C93E5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7F9A6-E579-CA74-185D-D1029CC3DDD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86890F-3683-46CA-F94B-4BD40F4CBFE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797821-3181-29DB-A6FA-BED0D35DED9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73C2F7-A321-E604-4FF2-DB3D8EF81E6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6ED94D-1C86-7BD7-F104-D177FB95722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D15C52-BF6F-D419-6E5D-1D0D0EDA0B0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F8E9F0-33E5-70C0-35D8-615F39DE451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193A90-F3B1-F05F-8FB6-0C1A42598F0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3647CF-79C9-F2E3-FC91-E40290AB03D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67D910-DC48-F610-7C23-FBB137A2ECF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44181E-DE07-3EC2-F7E3-C6CFF7C9AE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99444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C935-EC84-DED5-D312-A3EB479CB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8A8010-0D9D-3B2F-AB56-A5A6CA34FF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neither 2 nor 4 are available as an adjacent cell to 3, we must have this.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49D87C1-252B-C6FC-242B-610985487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70972E-55EA-B524-B98B-B292E3EFA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7B2E6C-6B4F-F9BD-658E-0474EE231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4E0163-8AD4-F97F-BF54-955D68AFAD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209358B-C11A-C289-B6F5-C8AD492E11E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22DB62-42D4-B34A-4F24-80C237B9B12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FEBF2B-A654-7540-119F-190ACC7B4B3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28C8D5-8FC1-6BAD-0DB1-0F6A0A34DE4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B6A4B3-70F4-4C1E-4B7B-08D9C9727A8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517DB6-D96A-D1BD-457F-DF1C957BCD1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0CBFB9-7C8C-175B-86E1-1A07831923C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891DC7-FB82-A982-AD6B-915D1AC727A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239574-B63D-AA30-C85A-0D23635196D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59A43C-DDCD-7151-0485-DA71B8FDC11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EBBEBA-2E10-72CD-2792-13F019911E9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FCB654-D735-1B9E-AB05-0FD35063497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93E530-D0EA-9411-89FF-FBEF25C1AD7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DA7821-6C25-CE27-88B9-D2C3CBC7D41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9841D8-72B9-1CE7-E015-62FCA3F13F6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2E652-B709-FAEA-C17C-43D7211CE29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810E97-8566-A52B-706F-5E5E3372C78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1A150B-8E10-8E99-02F4-B6AEAD61BF8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B64F9B-6226-E04C-0CF4-82C49A90004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5BB049-9E9D-E425-7B57-9D5FCDC5F06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EF16E0-C4F1-ABF3-7054-94652B08EC5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4DD1F-7B80-230D-9F99-29E12147AE9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96FF5C-DB35-9E85-D73E-1BD6E1D4576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7086B3-262A-7944-3744-0EC9C11EE4A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4FF7BA-ECE8-F9DC-6AFF-A7B4B8C9FD7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E4FFDD-F8B8-6F56-83B2-49494D055A9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0F21DD-8676-1090-2228-FF583334AE9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61BE28-165B-AAC2-5219-0C5C5BEABD4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AD4822-FFB5-FC37-9ED5-54A71E75727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949FFA-A5CD-5C9C-BCF5-DD3C9FF646B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9A7118-3F87-8503-E680-E6867E224F5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DAEDC3-E167-D30D-8BCA-49A8A49DB8E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121CE9-D278-F5E6-442C-1E8C4E0DBA0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71374B-C4DA-53E8-3D48-FF3FDDE57AE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E60F31-2B6B-21CA-EB8A-B96932EF21C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BC6172-7328-04B5-466D-6A69CF172CB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18B094-6885-31DF-FF04-5C385815467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94697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CBBF9-52AC-E6EA-3F34-856FB10F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3D4831-08F2-E47F-8D48-F20C183CE9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upper right block.</a:t>
            </a:r>
          </a:p>
          <a:p>
            <a:r>
              <a:rPr lang="en-US" dirty="0"/>
              <a:t>Then, last possible 6 in upper right block, because it can’t be adjacent to the 3 (no black dot).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F073BE-1477-69D2-18FB-84DF93474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D834D7-2775-CFC4-FC96-051E0A25D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1846E7-8D02-B19D-AA41-8DCDEFFA5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FA8A7D4-D080-18D0-12F0-2722EB6296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F444F98-0F6F-5FA0-DC51-7F63EB3ADFB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D660B3-D546-48A0-C562-6B90E848FE5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E1C2B4-36E0-A865-852E-8CBEC46EE00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5E7E6B-2457-3E9A-5D70-CA85D362DAF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1FE4B0-CBCE-103A-CAF6-C879CFDC4EB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838311-F1E8-2C38-B6C9-52A72672B4F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3EADA7-6DB5-75CA-C015-1796F5F654E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3AD536-6691-10A0-D4A3-32EF49D372B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ED472E-9362-CB46-6CCB-70FD99E5C31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9BE3DB-DDAF-697B-C693-03C1C0EEFEE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0ABEBD-7594-ACF6-29C6-2975EA8B55D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49B796-724C-D63B-EA69-94679670B6F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41B64F-D4DC-685C-44AF-0722E942874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F1CFE4-65D7-74C6-3FD5-3BFAACF9B13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2DD907-04D7-3ED8-9053-696D8459547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D2314-9D0A-6E88-0A86-326DEFA5121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73C262-8870-B483-008B-4ED76DC6DCD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801C5-4DF0-87E6-2218-9741DCD69C1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C77138-F784-B94C-2285-19335083212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D9A855-0013-2ECB-A836-16E4FD56D52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CCED93-E78C-C8C0-AFEB-D172B5CD24B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5C179-3391-2ECC-4869-A94E721F25E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862B36-3581-DF5B-2D0D-46E410CAB3E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0B40D9-E79A-414C-CCF0-7A0F85F0912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CDDBB7-A263-74A1-E6FD-EAC66A10D5D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2D212C-5863-4800-816C-AF32C0724B7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A8C3C6-E94F-6059-7DA5-D105E958283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C5659E-5748-3749-115F-6872242D715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7D8DE4-8147-81C6-C7D6-53C439BB68B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36E00-74D3-2E4A-952C-C7EFC708528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4DCAB7-FE2F-1982-D908-4A89A220BA3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E9B0BD-1CC5-243A-7ABB-2B621BFCE96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AC89E6-8A4F-F243-D933-47DD2FFDE21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366703-EC96-6BB3-F46E-0B0A09EBCBD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F27BFA-7C5C-9639-C3D6-5431E83927C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ADC44-9290-B1B3-7AA0-DB235F55674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98A20-81F7-8B3B-BF9A-ECF56EAB98D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D76B9-CDC7-F5F4-061C-25FB5DD3918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6C7A4C-7630-A5F1-C5A5-EE6AB0E0321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04322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6E894-46F0-D792-CA69-731A66CF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BE406C-8E76-0313-7E51-63BE5A207F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right center block.</a:t>
            </a:r>
          </a:p>
          <a:p>
            <a:r>
              <a:rPr lang="en-US" dirty="0"/>
              <a:t>Then, last possible 3 in right center block, because it can’t be adjacent to the 6 (no black dot).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2C8719-E284-4650-A78D-181433A92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7B9D21F-66F7-2699-E6A6-79B060DC5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47F7A54-11E9-EC76-14D4-B612BBEEE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639F4A-EB24-A829-1A5F-7650B1DB28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0328A3E-F481-C33C-4B17-63ACAACAE2F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0059D7-4142-BB30-A3BD-4062B7AC960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A4F924-2F76-6951-317D-DC6D6966234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B09DD2-3BDF-358E-4D14-8DC7B190025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7FA017-7FC0-096F-775D-57F53D54670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4E7B9A-A847-CE7E-36D3-EDFB8B92572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FBCB0-B937-869B-D880-60094F284D1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DA0855-72FF-533A-D8A1-AEB8077E73E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A2F330-3EC4-2D57-60A0-A7515DBFB01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25AFF5-DD59-27D3-3E84-1E1B0847729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248012-048D-99B6-E056-48A9300DFB3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B87651-582D-5223-E550-CAEECD141AF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FE629B-E7BB-D828-10F5-93F497D7373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9492FF-8E91-6271-2784-B60DBD8C763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38D98-A922-F168-CB41-5AF3F2A90A2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8A8D6-1C94-8780-D9E3-167315413CC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8ADE42-ABA9-A7E8-1DE7-DAF43D00F8E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7DE8F-FD52-F43C-446F-54C7608655C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68BDE5-2FF4-9342-4BD8-3BDA71BD834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C68CE3-40DE-8C21-AC72-8FC43FE42CA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15F709-E9DA-DC17-57E9-27C69B8A570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C7F690-BB73-41B0-4FA6-94D37AD63FB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433BFB-D875-FFFB-4676-E65AD52C75B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12F887-DDF2-E43D-C272-D065A31E099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D34BBC-76CA-4FD8-210D-4E2A7306CC7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D0C0F9-56A3-318F-9952-8D9318C13BC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2032AA-1383-B069-6A34-2C80AD10BFD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D1FD7A-361C-5085-ED1B-14563BFDB85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4EA45D-6BA3-C51E-036F-A71348E894F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04E21B-4120-97EE-5C06-1BD41F191B1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1FE2CC-BADB-6C4E-9542-51CFD721507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39C35D-ECD3-E51F-CB17-7163B93071D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564722-DDB4-FA03-FE6A-250A24EFB6D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63A822-762A-0F3E-507F-E2CE90A239D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CC89D2-E1DB-4BE1-40CA-15AD6F0B7E6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A7D1F-B0D8-9C59-F4B2-04B5E770FAF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C6796A-5C5D-9360-3630-132B79CDB6A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FC83AF-28CB-08FD-8C27-5F865CBF4C2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F6264B-200F-5BCB-0B66-151190FD32E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51D5A7-C37F-AA0F-8917-CED6C1AAD3C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E2DF96-5EAB-C5B7-0588-E141A52DFB9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61468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63400-522B-E9AD-B34B-BE8D7B1A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ADAC46-1B89-C9C7-3AA7-003DB9F1D4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C1971F-CD5F-5B9D-4658-401B4E19E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5ADADE-9870-912F-3339-3BED78BC1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3AFB76-DE1A-D34D-0EB8-8ED1D729C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B8D4BA-D28B-48A9-7805-BDB666CFA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3A6BD45-B6C8-8AD2-5BB0-84F1586E62E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4A3B8F-B9D7-FB14-BB35-478D2155C2E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8D488E-14D4-5DC1-0BEA-B995EEEF70D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4E06BD-5F1E-133F-D9E0-D134409189D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324869-9089-A8DD-369D-D00BFD1F4A1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06750C-8C60-20CD-BC86-D5D54D78CA2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1D00FF-35F4-9662-686B-ED894EA645A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8A932A-C988-7455-EC45-FDB99935F8F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288BB3-4B87-D098-669A-7D90E5E2161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260D1F-52FF-2A09-5FE1-D6B3194490F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C6B0E1-143D-CC9A-9C14-9EF425F9C89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FDAAC3-CE17-A1A8-C65A-D983830CECF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28E5C6-775C-2C3A-D4CC-29C78AD8AFC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BA2E4F-271F-B801-23A8-490D5944435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2AB4DB-F031-68EE-6CBE-F3D09D6AFE5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50F2F5-841B-A44A-E477-676D8A31ED1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6646E-ABBA-957E-D418-92ADBBC3C48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B51966-2108-21CF-1CFB-FE025E928F2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375C4E-86C5-6F51-EB24-07A5D7B756A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46AFA5-0668-E279-CE0A-3614C2F1724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628A66-CC50-C2DC-04D9-1262F5A3BD2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420FAA-2D89-A120-AB89-6ECA9417598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44DADA-CD84-1651-8C58-3A836083CC2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A51E0E-2B25-ED2F-30E1-A4670213464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EF2E7B-9388-A627-16CF-B253A996E96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4DE8C3-A7A3-B230-B85F-EAC766970F9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E88213-3D37-2B45-220C-3D03A84F0C7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FF54CC-5EA7-8397-C15C-3971B3F3201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3A7E32-149B-E40A-64F9-094E5FDE1F9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13FC68-C5B9-D233-6738-35E273448D0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308FFC-A908-766A-8D97-A2A751D5D6B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615EEF-2262-14CA-A913-3CDFF6A1F80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D71E75-9BF4-5ED1-CE9B-E085CA9C632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D2F13C-8EEB-828B-0D47-7DF892F1F97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D0CC4-78A7-2043-28D0-2632A9A3F0C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9D1F29-2169-1FB9-F866-E21EF103B3C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879D5A-49A1-3045-997D-0C87E3438BA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DBCA0B-2A35-E46C-6776-D2CE8660900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C8FEB0-0850-1FF7-06F5-2E90351D0E4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904072-F6C8-A877-361A-1138E993457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C61E50-AB22-2336-C211-BFCEB5A8A97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30181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152DA-ACD4-3E0E-81A6-E2EA199FA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5640E9-9C16-DA88-7EA9-8755A81F81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the left center block. (It can’t be on the black dot because 6 is not available.)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7D92D1-1DBD-816B-F4F3-4427971B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3603D7-5E15-0CF2-1B15-A70E1B183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E75E97-9A74-76D5-E491-097966298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0A0F5D-2BC5-250D-D0C6-0E34C7C37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32065F5-CD7E-1946-CD33-51108248FE6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9B2041-3004-A141-326E-A0370853066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7F4A9D-9634-D3C1-96DA-224FF9D303B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B4887A-DADF-8118-013A-F531DD5CF67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0787C1-A955-EF2A-08F7-CFCCE0B6BA5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2CCE30-9580-28AD-72EE-A5B023CA29B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47CD38-9BCE-1108-7888-82573490EF8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FECE50-9305-FF51-ED86-0546B213AFC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85FD3A-9D25-AD7C-6EA2-B55E9426274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581B20-4255-0F71-408B-0B9A65DEF46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99CDF1-D931-C4A9-6777-51A851606A7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5AFFE7-C3AF-0CFF-3470-31B09EE6685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05643C-2999-CF8C-7B03-E0223F1F40E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545327-2A55-17FB-BD23-5E95BE5DB93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2A8ED2-49F5-A86D-1579-A33CD3AC740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E8A99-2CF4-9BAE-B31E-6687A5D5DDD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779577-4A5F-7F61-8B3D-0940605674B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1BAAA1-3FF0-3D6F-45A6-0D6372CF214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4CE0C-8148-9957-F09A-7E0D4DAEC45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29CC61-7525-96BE-D201-0892CE77992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8DCDF1-9387-0EC5-B0FB-41E5F160E8C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8033D0-AB37-56A2-C35C-C205014568C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1F409C-9738-F748-1998-1629F123C45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9D19B8-1383-904D-1728-50B6EAA714D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CAF3E8-DD39-C4FC-BF2F-CFCDBF57EB7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60730A-C19B-43BA-9DEE-B2B58C5A152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1C9C01-E4A6-3643-0811-09D7F3F40F8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7C4BD1-565D-566C-6351-10DCF5C3189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82B7A6-7486-4B93-6BCA-7DE1250BDC8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3D3C1C-38D1-9160-4DC1-770CCA14440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59FF7F-34E9-6034-33E1-BA165A1F4D8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80648B-DDF6-C31B-8261-F4E49909F47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E7B380-8301-732A-2C54-267B88C2566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8B34-BE4A-7A17-28BB-EBB86F14808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AEFF16-E571-551D-2667-743380011BA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DB98F7-965A-850A-01E8-91A5F27EDE2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E3303A-0078-5531-B90C-8D3CC41D769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002BCC-7D83-0AA5-70CF-EE4822C6125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D11DEA-0DAC-5D4A-FA7E-AA2FD5CABF5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BD2D1D-E90B-EE5B-0D32-55A9EC80BE3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F6DD58-7109-87C5-44E7-A18FA87C016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383692-1E31-D548-3528-635C7FB7346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08197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EDA3E-82BD-21C3-E94A-F5851DFD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72BA0E-3F78-26B2-2E3A-0300A7C826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3A84DE7-4AD6-6E65-F7CC-8EB2F6900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5D83E3-50A2-594B-0B11-1543B44A6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41EF93-556B-BC2A-9DA8-05A38FF58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70F9EF-4B96-8DFD-A4D1-FC96BB415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9460241-529A-59A8-BC17-32258C6A8CF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1E2CFD-6894-3CC0-6C8F-B00152DD2BC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5F47D6-B49F-8F72-620D-753FCFE4BCD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28EBDF-E96C-1483-5A59-971E9611897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196E24-A3AC-469F-4283-971A9C69E18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A25F28-DA53-CF60-09D1-629C2C12F28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56B9E8-28D9-793A-1861-4B8E99C71F9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84DE3-4345-FD31-F32C-1D301C1DBA5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2B99BA-6359-3515-BC53-A4542C06867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3B087C-405D-6CE0-0024-A9A6B1AB8C2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F719C0-4080-DBA0-6CC1-BE62D23527E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B97D0F-DC63-B060-A4EB-9C538B7A6AE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C7DE69-AFF8-93FF-DD15-65E3060A34B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09B48B-97CF-F47A-F1D0-ACDF226F31B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92E417-C81C-2CA1-C6BF-F49A2686D35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7CAD5-216D-54B9-70CA-4EFFFFE9DA1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602CC8-AF07-0D3C-2832-50D597EB475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CB7E25-CB89-E9D1-A4EB-D3FE7C4E28D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5D256B-4B57-1016-1D99-674E5AC2435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27C9FB-7F88-6459-DE8D-078C99DAC02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9DC8B6-903A-01B3-7B6B-B3A5BB7E1DC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38D1DB-EDC6-3FDE-FA5D-78535755FA6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0A9481-EC37-3F7A-EA74-1D7DBE5B7B4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F65657-0FDD-3911-B895-CD1A6E49314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C54A5A-7574-FC15-FE06-4B881A24233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F21093-74E1-8669-6DC7-4452AB12C38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6BDE71-88B7-0201-43A4-32D8BAD51F1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22733E-0DDB-2A29-2AB0-F7FDED2ACFE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AEDD2D-FE6B-5093-4C4A-094C2612152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14B8B1-9EFD-D751-4326-3807FF34C7D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B90D81-9406-6FDF-CCC3-8912537161E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E0DF7-7B8C-16A3-8AE0-87C50B867ED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CA9A02-A38D-1F5D-CE78-FC73B5F92AA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CED8-C6F3-76D9-D9B5-87CA18CBC91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0F7D37-EF18-77B7-7A5A-76D7F44BA9A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A0B792-3B60-4F5D-9FBA-C3B9A819BD3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F0BB71-66DD-72B6-E67A-D095FAE77FA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66961-AE74-05A8-75FC-2CDC6A08892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565567-4D83-AAF1-7D2E-68D78023B28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C48B66-3FC6-63F5-D30A-FC8E9701130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3C7DA0-F0ED-1DEC-0CC8-A50BC24F5D8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C10F04-EDD6-62DD-D580-DB7EFD2ED9B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93664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A37A-BD63-6A23-0794-9DF2C7A3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5D2437-0658-59AD-21B0-591CF9A909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4F1E1E4-BD61-2697-D7BF-012B14E3D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B8ECF1-AB92-D09B-B29E-AC32ECC20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4EB648C-D6D3-24A4-4207-6C6919FD5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62BF01-3FA3-87F8-FE07-9E589D3E66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0E2E864-5F6E-844B-82B6-391C7CC85E1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F6334E-517D-DF6F-84C1-440274D9D3F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926762-6F47-EE4F-2C56-63558214FA9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5B5CCB-1EB9-97F8-80E8-66847D76BBB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2E14FF-0809-CD3F-A7CB-45382422F85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E27A0C-0386-F80F-32F9-6C92591D14F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0C3C0E-510E-B8A0-01AC-74B03E6E774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8DE4CF-B4EE-7B13-5CFB-08B1FC8B59D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F70798-4564-9F27-1406-448540CD408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80649C-71A0-A576-4062-CC5D33E73E3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CA674A-D37D-4262-9B4B-0B3E01062E8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DD0FB9-01B6-7014-62B9-AF812DF883B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346130-6D69-EEF1-E234-AC1DB6F6B2F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08B6E3-E662-1858-A6C2-60820B3DC8B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1AE411-7FE8-5841-C9F3-125D7CB46E2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9BB5C-8729-9478-2D40-E40E79E4BD1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4495AE-DA21-62D6-4707-815D5A63CF5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DB247-8F10-A5EF-1032-1DC5A804A40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B66D04-7ED6-7290-9627-898FCC3CA49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6D1D06-1A5E-3A76-316D-5B2CB605AD5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42857B-9F46-F04A-3E45-0FAFC07705C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FB02D4-8365-805A-5EAD-B8B939D2DE2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5EC8E1-C7EC-7808-6526-EAB08212B5D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4CDA3-D610-54C8-D4A7-80F67590886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28CE4B-5ADA-F3DD-E80E-E6C08656C3E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676AB2-2012-FD5D-2D95-FA034688814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F3FD83-EECB-F97E-8184-F8A82FA2D3D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888339-B046-C0BC-DA5E-A5B071F16E9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DB6DF9-F569-5EFC-EF9E-471DA5F8A6C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A4EEF7-E6E2-BC1D-F880-A4F9281B83B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AEC324-E3C5-1557-46E1-0AA817C56A8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4C69B8-6F5C-E868-B657-05C19A9BE2E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D2C3F-072C-05DB-5615-ABF2B99B889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3FF08D-7E73-8B9B-6407-A4C999CA586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35BF74-B41C-75CA-0941-196281BFD93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C2D3C7-77B0-A468-63ED-737852191CD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34C581-92CC-AEA0-A65F-CCA25671770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52FD12-67FB-D14D-BD48-7AFF8C58109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C14785-355D-942D-6145-EEF3CF563F0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3A288F-E764-EF46-9566-32FCBD61754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CF4E8-339B-2E2F-217E-A8BD90AB1CA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35797A-A37D-5F7E-F58D-AEECD7EB6AD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364F05-50D7-C8D0-06C3-1E6E7485BDD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3706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2653E-02B2-8BE0-021C-AEAE9019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ED5C50-DA74-E386-6799-F2AA23F67F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all the 3’s and 6’s are taken, these must contain 1, 2, 4, or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FD090E-0A9E-0953-E118-EFDE00EAF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E5FBCB-28CC-A424-2461-BC9C0B7A9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841136-B18E-6C7B-BE7F-D18A5F72EF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0346D3-8F2A-607A-8818-C4419FDF0F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BA3F7B4-B88D-90D0-9496-2A2087A0A37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F4EA0A-F2D3-2377-F607-B6AE2F760AF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8BB093-7DFF-F90E-B16F-6BBEF085790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52F21D-AE2A-EA63-CE4C-B275972AB2D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611909-F703-555B-BFD8-FBE447D042E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F4525B-B143-2794-B634-B524310A261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6DE8B8-0B69-8937-291D-DF7B738812D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0C0CAC-A985-86C3-B627-E45F18A77AC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E8F1BA-688F-B6AC-989A-E7003F68D4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AED366-F18C-0CAD-C83C-49096D5537B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9BD9C2-3CC9-128B-A6E1-F19861846A3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32D923-2E29-53D6-21AE-B53B4385FB1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42431D-9BF7-A1B0-8084-87A742EDA87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47968C-1E1B-140B-F8B1-056B6EAD2AC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C47AF6-76AB-F6A6-AD16-B8E7AA87D9A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EC45B8-F6BF-7B0D-9667-2DBBEF7755B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469F7C-5717-39E5-BF96-CEFC98DC1A5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69E1A2-8CB9-8069-4D7D-FDF7E903558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7C3D1-02C7-0FB1-624E-6A60687F970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8B3C0C-1F62-48B0-B44F-1FF69A91928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4BAA26-DD53-9F11-7A2B-C6DE4F14673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9DC7DD-AD03-BE26-AE41-1A182B08C69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39D1C8-08B2-3644-43E5-8F67BFDFFD3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6EF762-B844-2124-452C-5B5A8B11066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182E36-89AB-215E-4901-62449CFBDEA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FD1FF5-B7E6-A37A-753A-9B23A3A7E41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AC6B9C-C66F-9F03-EF23-7C8B9E2F734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EE445D-8F9C-E724-6D09-7B74FDC404D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C6AD54-EF54-B25D-BE2D-5ADF935216E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AEB24E-ED8C-81C6-4A47-929469D4558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1CDA88-5DCA-4FE2-444B-4941B736988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D673AA-4569-F073-BA27-A62818E4DD3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AD3BA-A93C-8188-2BBC-AA7A429B57A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0214D9-010A-14BE-00C9-35A1890D6E5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3AE393-7A99-4453-1167-7C29D73EE8D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ED201A-CA2F-EB91-D699-A918F74FC4D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F506BD-A5F1-3923-B390-95EBF43CC11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7B3B80-18E8-C6E3-33EB-5E86EF1DECB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F9323B-B29E-DA27-65C6-745374FF5C5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08C4D4-60F9-8522-9126-4E16B638A7B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F253A-CCAB-22B5-C73E-15EB7B1D15E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0FFCF-6EFE-127C-4F09-CAD6E3F77B8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D33C74-686A-9CFD-3EE3-CCB8D639D78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24649E-2CF8-F166-20A3-4C37486003E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CE8189-F893-8BAF-D8EA-562377EA99F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7CDD86-E147-534B-8046-3632689F0AE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4178F2-957F-30AB-C99F-6129DD37F4A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2F1D2B-A701-9CB5-05BC-D0A2A678301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34C15E-788F-1FCC-ADCC-3019E4BF706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32281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D068-01E9-6D48-1001-8A5D72888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141898-9E67-62FF-848A-E96AD1274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1 in the center block forces this arrangement in Row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5A3271-D8D5-E294-45DC-1FC68D51F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D7C94B-FFF6-509F-3287-1D3C57CD0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36FA4BD-F6A1-5833-67E5-20C5A9B54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8A3890-92A4-7E33-CDBB-DA2FF64C7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1B362C9-DE53-41F1-EE4D-9295F17CA34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D2E646-C556-6888-3313-B7009A52E23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7EE40A-DC8C-56EE-F17B-322E0B0C6A4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A9998C-E8B6-6C8E-F81A-95B689E5964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55A74A-B14D-3390-8FBE-5AFAD0DDE4D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510D1-C8C0-1921-3AA3-00837F38AAF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3BC672-A520-1E67-540E-E12B713C847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73F728-E879-24B5-57AB-276BFEB3BB7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8C2749-6491-4F09-C285-93EC9078C16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2AE893-B320-7DD7-FE88-A18FEE3D4A0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8F144C-EA40-0E72-4EA5-0B6F3A85A1E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B0590D-9F45-FF0F-145C-29092DE0CF9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47938A-3B31-FAA2-0186-A3417A1027E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E46C24-2672-4509-3860-C89E014498D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63666F-9E3E-9398-D7D5-9DA96E9DA83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BB31D-3173-EABC-3B13-565295ED381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DB03EB-F186-9064-431C-09EEA74EB31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BC4653-1925-A0A8-46CF-F4565C4E5F1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BF3704-16BC-62D6-643C-1F3EEE12A61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89341A-11F1-EFAE-71FC-1C3D3E59C11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0DBB30-AE30-5408-76BB-3FCC96CDBDE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8F8824-4C09-C09D-900A-5B5A030B56F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C4BC8E-2881-EAB5-D7A2-DFE28A8F157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991816-22D5-48A2-783B-1F539330AB8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AD36CD-C7D2-047E-FE75-15D94444CAE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E86C5B-A19F-1128-4F5B-D0B7AE7A860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EF084F-B6DF-AA1B-2510-9F82DF8921A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6ACA77-B83E-CBC9-EC77-7DA5AF81536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C6BDDE-9A53-A27C-6DEB-53C2A22BC27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A2BE26-4BC5-3662-0CD5-954AD0370C3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340309-81B6-A602-38F4-CEBD90FC01F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4D87CE-B5E0-DA10-BFE0-F922B177BE7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CAF260-F558-2D48-34CF-64003B2BE31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96860E-DFA5-DD04-679A-DBD9FD66F8D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83250C-B2AC-73D8-D30C-4C5B6EFC1FB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E5632A-09D9-37ED-2C69-7EC9C54EA22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3D3C04-6206-557C-C1A3-A415A2146BA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5F288F-AEAE-2DF9-C5E3-8D0EA2D1D7F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BF13EE-27E0-9345-36B9-BC40CC2FBAB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14FC58-CE00-14A7-7C6C-E432810B34A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3E3AA1-C7D6-F177-7DBF-43BF0D9F688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20D056-8C41-90BF-A978-D53980A2D0D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0648BA-CA7B-FF96-A40C-1836F9B2FE0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6753A1-DBE8-3244-1B5F-6AC95F9D5A0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9B6554-31F2-A9B0-7540-4800062E7E8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D4669C-04A8-EABA-6F25-38EA98C7565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40BC61-D98F-7BD3-1925-69776EA420D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76DC98-0497-3783-5D79-99AD4E3D512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FB0865-9546-E0DE-F546-3F080D4E24B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24914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274B2-F308-B63C-8C29-DAE2E3919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6F764C-9C27-2A7A-2F1B-0B006867DB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EF0B28-2FAC-445F-8295-BF81B3DB5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BAE94D-2316-5309-8992-853016AD9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4CB154-AE59-7DD0-9505-3AD5EAA9D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1A6242-56E8-D55D-F34A-0182AFDFA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CAA61A1-28A8-899A-38F1-A6147C0356E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E67839-5069-BF52-656E-CB0D4B4054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CAAF39-C6D0-65F6-9500-950A3AA8166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2371A9-3574-3B30-C0FC-3CB3D471542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EF9C87-C724-1038-6BDA-981B364D015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993B4A-F06E-1AE7-8645-C521BD82172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B2CBB7-F839-1955-3A3C-09BD5B5E94D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2BF319-4C95-1EF2-6568-DAF30C396BF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EE9C5C-8B08-AC02-77F9-90D0B7642C7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D3A4E3-4F36-5EA9-4305-8C2F9242A47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606CEB-192F-7F79-BA62-B4C574F694C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ADF9E8-C627-3B2D-3D2A-9432174B33F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A9283A-C69A-CF3B-787F-4E48D99E39C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1ABAC5-2223-DADF-575A-389F9AAD99B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763AA3-B3A4-AC3A-2EA4-B4C983C97A2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17C06-6341-4F79-27DA-85EFD7C45C8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1C2122-8916-F3E3-EB0A-D9C2EA8FB0D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2AA2F5-AC58-97C9-BF1E-7512178630D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BF47EE-CEBC-0445-18C9-521D0452D86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A19233-A0B2-AD1E-D986-3B9BB05A14A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830376-C97E-B754-C9D0-9CECE35E6A1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ED2E9B-2540-646D-8999-A48F0573181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2EF338-E6CA-4998-DC63-01D9A6159C9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5F7DCA-886E-948A-E095-08A434E6715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96A649-F93D-4089-2B5C-E18642A4DCF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1|48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F334E9-C3F1-D0BD-C200-86558F82402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rgbClr val="FF0000">
              <a:alpha val="3098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2|84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1D4091-D390-D346-BA50-86A561E2EDF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C385F7-BE10-E167-64C1-0A27D8C4384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BF5422-4648-38F6-CA82-937B41A2B12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288567-5F17-C405-4D02-FBA9F74907E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F78023-1129-ACF3-DF29-13E7A90D440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19512D-D009-E8D4-D004-522CCDFA0BC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02529-42B2-E10D-A741-5C66DFE6AD6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750091-ADF2-6DD9-4FDB-2D323D8D8E6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4B2B29-94BD-7CD0-FEAE-93582809935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9E3761-A2FE-C414-A149-863C32EC119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4906303-16A0-6F55-049C-105A74EE489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D4B411-BF59-73B5-6797-5B8D15422E0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53FFE9-33F1-4F4A-E29E-1A944C6A792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D73D41-BE2B-EB93-B306-D7D790B568C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D59947-BA6C-1E36-9ABC-54F67F43EA2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D1493B-DDFB-29F6-6A18-7B8DD330945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211C12-BA70-A1AE-C61C-276B76421F4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EC2083-07F6-630D-9D79-F5816367001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180A56-CDE1-378B-2BD8-85F45B92F5F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9EE6D-2891-107F-3FEE-E894A405FC6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66BC63-79FE-A4FE-1138-3E92CDF98B7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92CE10-62CF-39C6-4B41-59231DF043A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9FDF0F-C1A6-1000-5E83-A6F362A7B89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89047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516EB-DBE1-5B4C-B4B5-580289EE3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B7636-2190-7A9E-3227-75B9F5FAFC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2 in the center block solves the red 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7F3C29-74EE-87C8-248C-C8539F795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D986C64-236D-42AA-35A0-0E656954D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3907E7C-18EA-6AA1-6CE1-34E13F248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AD110A-8F99-5EC5-AF9E-46182A034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CDE1C3F-ECD9-1545-7F64-D98D598DC94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33A40E-EF17-4B11-77AE-EF14FA033AB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AA3211-87B8-8F2B-A428-673D81BDDBA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C53F74-FE21-D087-1DAD-BFCEDA23157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01C138-8A88-E052-833D-CDE5F209349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71D490-5F1A-F81B-7FCA-175DDC88817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141249-866C-E7C3-ADCF-33A546BD8A7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9A1C0E-4A40-BCB3-230A-58A94D87CF3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1EC6AD-03F6-6158-2E3C-89475D13A70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34277F-3681-B29E-170A-F64F3E26DF5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84EE98-F0DF-4436-AC34-5A806D5DD9A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7E0DBE-A7A7-7C2E-C69F-5D85683CFBF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9177BF-D451-3F1A-C8FF-B2E09E4B8E2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24BE15-80DC-445E-2B7B-1C7FC1D1B9C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53BC1-B5B9-A9A1-91F0-487E08707FC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A784A-70A7-13DF-09AF-4EB607BF7C3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6DA1B6-7FF4-E408-20E1-F091E4BE4A0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912323-D8DD-3673-01D9-D0697E624D5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4A4DA5-7599-9C19-2BC1-998406163FF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FBC8F4-535C-7E78-5AC8-616DA501FC0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E64293-E5ED-3DA1-C066-6E2683EA6A5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D24080-E935-0BAC-0359-4A0CCCD6A91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559C90-FA18-8166-1928-282EEC82956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FB43F3-D8E5-752D-3882-37CECA7DD19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84D97B-C203-AA98-A20B-218436F518C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6FCB4B-F9CD-6B1E-771C-FD125725DC4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79BA02-8003-58F7-E714-C2176999EB9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2C7CA1-E8FB-EB4D-AF59-FB1B6C1B5DC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01EA92-D372-FAB0-3341-CC29ECBFE64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8A60CD-DB5C-ACFD-DD1B-C08CFAF56EF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9ED40C-C5E4-87D0-DA59-83529286AA5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81990A-FBBA-8DA5-479D-39B875D6D1B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68D7AC-1E93-1272-A408-972ED1262F6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4AAC08-CBB2-7C91-4271-FCD33571B3D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B321B2-23C6-5B3F-EB1C-16ABCC94067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46C699-0048-8967-B2AF-3BFD343DE98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B73B3E-9C5A-80C5-D9AD-4AEBCE80948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39C15-723B-75BD-FCCD-8F9D1AD9F57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158284-4757-E59D-A5CE-DBA1906778B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68C990-D544-9523-822A-2DD21A72B59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1E3F002-F3C8-F419-E3F8-B2799331750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D60B2D-1092-D258-1941-67A7E93DE64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A3D507-0286-F954-1B5A-EE90AD9587A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B32CB4-7A77-C46F-1434-824039AEA16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B424AF-8D6B-D5D6-64B5-AC79ECD2A3E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A2D050-4596-A472-3FC3-BDD6305DC50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6B177C-7759-62D4-98E2-823CB754608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33CCD1-8A2F-AB75-F363-D231C6469CF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1188F82-8EA5-99EE-BE79-8958050F95A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34288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929C2-CF70-5577-F0CC-39B1FD5A1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30367E-65D6-F589-5660-FCAA797F67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1831C8B-C407-37C6-1EE1-59A287FEA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90D0FF3-A55B-F6CF-5DCB-1063F19D1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1F73E06-2FFD-BC8F-38C7-FE07055CB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078B95-1742-4F0F-7547-1F93A6D373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8334585-DC51-465E-DC19-43D6797085B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94B9-C23F-88FB-0F58-A3C668939D9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15C444-0D64-A232-9387-C98C42E52FB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66C8E1-83C5-EC64-84D4-05E46FD4EA4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40130B-F3A4-C428-CB8F-BF292037E5A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D4F65C-A72A-D966-87D1-DD4A07E8641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2748A5-CD71-3948-DE35-26B8BF37F51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6BF4F0-704A-5DB9-72FC-213C347AE1D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683848-1FBD-4758-AD65-7E4B0C82EE9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6582EF-955D-F6A1-C832-7C0E93646FB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B2E90A-B5D6-A267-3BCE-F9C4B75D8CD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B2FC6C-31D4-9275-4D72-E4D9A7981C3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CA62C3-454D-EC42-601C-882334BB908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1EC9F3-6799-7D73-6572-4648E784F47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CDAFA7-0019-0ACC-A0F4-D87DC355CC7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C5CEE-9E71-E335-862B-80A8486F833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D9AF97-D9DF-B664-5E84-E0E2C89C97D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2C50E8-244B-033D-DCBD-245A1A22D8D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615FA7-1CA7-0FA6-67D8-A01CC4BFA82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6BD141-B432-92CA-E657-1AC362D5248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29A259-0715-F079-70A5-AA9DB1C3CA1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FE13A9-BEA6-14CA-E5F3-1B0C5ADE521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4AA80D-4DD7-1F16-4F15-A430376E0BF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A15A61-F555-CD3F-D0DA-10ABD3622C4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E9DB86-F425-5F77-A79C-D2906FF2877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D790EB-D103-D1A5-127A-8960A34452B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A81368-EF9C-78AE-DB42-51CC5614E53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9C73C5-A9BB-6850-B99E-C392B66A87F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C5D54B-D678-45A9-12E8-9B0B5215F20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2AE78-DCDD-D913-3178-66D2349703E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C28D0F-8E58-521D-4135-A92C9301E48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AF4B31-8A50-0D96-4EC6-10E87DBCE59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23F5FF-A4CC-7A21-D316-7C9EF00CCF9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539EBE-E8E3-6F9D-E972-A7752DAEBF9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FF93FA-439A-3BF0-9A29-5B332001882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B5D1A-302B-6496-4EC5-060346F1755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E0A7CC-7A97-606C-6397-DAE20002761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CB627E-2AA9-FBD1-8B38-65F74F74519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BE8811-C702-84EA-FC6E-B682E7F52EC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D2CA5F-6345-D503-2259-7CCE8CF216C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5962FE-22E1-AA20-88E9-FD7DDA380F0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61217F-2C5A-DA38-ED2D-7B6E398F3D9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592F27-2AA4-1CC2-180E-10457E58B91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BB161D-96CA-519B-D1E1-242C6494AD2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0D554E-B2D2-FF72-AC0D-0A963257AD1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93E467-C07E-6CA2-E5BE-8C5C8EEA7B0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114D12-F68E-0283-F3CD-7625C659B7C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7953F8-FA25-86B3-039E-20647444A46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97812A-EE85-B244-D85F-A5B4E775BD5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9830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2244-107F-23AD-C872-3E5E1057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6834C7-02FD-6923-D521-8C6F5DB9C1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4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263A8D-0F6B-1521-34EC-C7961B03F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6F242B-6C95-9BF8-42AC-F736175C3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846D92-89C6-77ED-C500-37F87D8A1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2995B0-3C11-3B0A-8222-035967684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9801303-B1FF-5E8B-A7E0-0450C2CFFCA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E7FAAC-6F05-38F9-31AD-F7B12FFA69E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835F8D-EA3D-F0AF-80EA-DE793AD3E75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51A518-6B50-7099-37DC-BF95591E750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775B79-5769-1BB8-BA4A-7F9B98776F4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9D0D6F-0D18-2D15-8849-B412A8B7822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5A74C1-842B-F634-6512-44EE275FC37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DEEF-B6BE-FD2B-5E34-24A2B1B87AF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909191-7047-A2E0-DBE8-2583F313580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ACB171-9DFA-4F24-F9F6-07412E6180A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67BCE0-EEE8-22AC-8E86-CFF82AF237D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569B4F-0845-B1CD-196F-69DDAB40B70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DEDF17-D67C-B402-AFAB-C49553653F9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7F8021-8D4E-5FB2-4D62-FA59A3D2E8B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BA78C0-1F88-A5CA-146C-87BDC770314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5061C-ADD7-1498-D0F7-1F94888349F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9B698E-AA4C-0F15-54BD-4E61B30C38A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393743-EA24-6EA3-88AC-E69C923165D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19CED6-F4D0-47AB-1A18-67EB5A69261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8C3AAA-3E7D-7D02-5CB3-F6CA6C15871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B3FE96-833A-FECA-89B3-21E499835D4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383393-94AB-525B-A629-679F127248A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A421FE-45B8-3336-9274-13A353BC9CF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70E69-A4CA-5C48-E6D8-DCD0F5C9165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9A837C-20FE-7ABE-4AD4-F0C628A4951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69CE6B-6760-58E9-A9EC-19759D7DB16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C8F0F4-E954-1491-9F18-558378680FE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0C6C98-FF13-058A-BC5D-3840F850887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400E98-79BD-CBCE-2FD1-DCC52272040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4A8BB6-7DB1-B8DB-D641-18568188F8B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A26456-67F7-5D7E-45C5-27BD747C795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E8D8B0-0229-E80F-D4DF-5502118DEDA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20F13-0C24-BCB4-F5FC-A73333FAD03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23E0D1-98AA-C3FB-C261-6C4E2205F59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091950-A4F5-3697-5D09-E332D1A46F5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7CA6D-508F-DB36-97E3-99BA3AFD35A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31B9B3-33A2-5803-5E23-9A89335208E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A524B0-42A9-BA58-D6D0-AAC1CA5DB32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7F2635-A4AA-5B80-DC0F-8354ED89F3B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EC9D66-2CE7-48B3-527F-FB71D6E0992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EE09EB-F501-AD66-21A0-3E7110BC25E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86B563-D8C9-C6CA-7B10-9D54CF8ECB2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1EF574-9A60-D778-8748-CDC20DFC984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4FED8A-2883-5BC6-07F1-AE0DC1DEA00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D26B38-F16B-3D8B-AC40-75313B17EB6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5BC4ED-613D-CBD3-9CC2-CEC89A1C1F4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9F4C25-E414-11AA-1F1A-FA189161C74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06BB57-5640-07B1-191A-160A965177C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B8C9B3-D788-84F0-574E-E32F7A2C2B3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5516CC-C8C0-FE0E-B1BD-2945DAAB6D9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54727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3FA04-5E99-3170-3B95-A4539169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DD779A-6E99-DBE8-A1BC-4757FC38D4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B77E25-B681-A74F-D55E-F7EC9C386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92AED2A-7E44-428F-36C1-6E804DFCA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173D1B6-0B71-FDD0-87EF-1E9D85017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290D32-C65E-2A22-4B74-DD802F7D6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4BC8E14-E63A-8AE9-89D5-370EE1E2ECB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4E136C-C477-952F-707F-7F15111FCE1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2407D2-5837-5B6F-740A-93982C8FE1A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58140D-8DB4-8A26-3845-E00411F52E1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3E462-315F-730A-14E6-2587FC7555F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C34E9C-2C17-822D-2E4B-C2A3AD0E887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BCAE61-4381-F98F-3FAA-60C4ABF0790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07C984-9391-652B-7941-0AC861FFFB4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62958B-9A8D-88E2-3D55-D2550F012B7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1CFF0-286B-9DC6-6925-D05360E0737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F1EC97-6062-365D-2B72-7F540A43847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A00EA6-908E-BBE6-ADA4-EAC61F49387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C41087-AC68-B140-1289-449947B2550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E316F-373C-772E-7B60-F4DC8F58132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F4EF40-F1AF-137C-E15E-016402603F6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CE252E-33A9-5D43-BEA6-C58FC1E768D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CC5486-1C4E-AB52-C143-759C7F984C6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D07304-2419-6891-A558-79ACC292BE9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D89DA5-EDEF-8E16-A4EF-4D6F37A5201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0D5E8-C2BF-306D-CC73-13F23F0179C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741C7-E419-A0C9-FECF-86F22498B01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259FA5-0398-FAEA-1509-45C5210C000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D35A46-ACCE-0E0A-67B2-A88D700F9EA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CF7DC4-89A1-B1B1-1FF8-39529F82E80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9E374F-D462-C87E-7DDB-6E80AAE876E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B8317D-EF58-57E7-1E73-398862CC353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8326A7-42E1-62A2-ADED-7D3DB4DB103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7648A9-9D29-9DAD-9762-695F0665976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B840F6-2689-FF69-21DD-546D5BECB82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1D8C4C-A61D-D997-AC80-272A00F19BB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D91610-DEEB-A6A4-66C0-E97D5109342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60FCB1-896E-66D4-2291-B7CD057BAE1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687487-76E2-D8F5-4244-8B277B41DFD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8418EA-E790-828D-B071-2C4606E012F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958B28-A114-554F-5404-A15A094D0E1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1D1449-AA9A-0875-A8E8-F4278EACC9A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C5861F-E8A3-B54B-4431-D2EB8335987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56A15E-6AB7-0633-DDBA-7B4AE7EBFCD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6188E4-8A47-245A-9D6E-F502E91547C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761936-D71B-5934-F156-9ADA74FCF73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263B6F-BC2F-49F7-37A3-BB8B982B9BF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5E6CEF-7CDD-DEF2-FA62-D82ADB5DD16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9C2906-4921-EF23-B736-9CFF3F88D8F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85AE63-6EA2-D904-F2C5-46C0C45D93A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568700-A8F6-8930-7FC9-B580B5ACD53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571E0D-0517-5796-BD13-94D46926E47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BCE688-06E4-2FCD-4BCE-BA116395A13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85C375-37E2-CDC4-AD6E-9A5A2423A45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58A1D5-BA98-1D36-6121-B2965C8B392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F06C95-F40E-B03E-0A4C-E18B3CBECAA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90639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7EA89-1F42-E9FD-DE01-DB9E0BE5A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48388A-2F72-CCF0-0402-BAAE078783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open circle.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A3CD55-DD2A-22ED-A144-E540CBB9C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7F18BDB-4977-EE1B-FD73-FA317EE79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487D3D-A327-A934-2D7B-1EC053288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B3889A-4295-9BD9-0885-66B224113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8287F24-7A57-9EA4-06D3-82AA901F695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6FF72B-DE14-30F0-A812-3B28BE2D7F9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CA0812-9C8A-1A9C-3114-CF4F52D520C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3DC787-6920-81A5-C39F-9A39918E0F1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0DC343-5409-0E6D-8B70-1257AF72E86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B66D78-C4D9-9C32-5456-53A65F35FF1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B4AFBF-BA82-504A-BE72-E2257A223CA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F52FE1-22D8-AD1F-EA65-526D2108BE9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08FF91-C56F-39AA-E21B-17C0B8AC5D9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9A9641-3A82-DDEA-6ECD-C8078B9F35A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5FD2EC-3F72-2AF0-01C1-648161AB8EF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918B59-3C41-6011-1418-CF52C095269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752C69-35A1-51AD-50E0-DA76A11B482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FF9AD-863D-B7C8-358D-369A7A10079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261833-3E26-0515-E764-80DF45D233B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CBA65B-2CD1-5F71-65C1-5DB4153D86C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03C173-1B75-E288-B35F-DE963F4137B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115DA9-5034-A982-2CD4-C143D9739CF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CB31AB-9F3B-067F-4F3A-6D18C3602E8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069A43-8F81-4C9E-D791-2B65034F0B7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CC4A61-F36B-FFA4-A0D2-98AFEC37C7F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66696E-92B7-AAF1-C80B-DBBB24EB6FF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61836E-D7BD-F1E2-6A74-2D8EF101C83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BE3C96-1C05-BB3E-A0B9-DC4B788C4FC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AAAB6F-EC5F-61D6-E37F-CCE906DC7E7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FCD37-271E-31F7-B8FC-FEBAF05F805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681F19-C7BF-ACF9-B313-EBD6FDF3C07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B4C27A-BF8A-9C36-1EAE-15734328C68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54AC2-59AB-DB94-23B5-A4EE21B9C25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DF0889-F673-6939-CAF8-6592B8E7AEF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2D1195-9435-640E-0280-2AD582C588C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928CF4-9A23-A88B-AD20-F362ABDF0AF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EA4DC7-BF11-FE29-FC94-F300F1CE85C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027A1F-47AB-32B0-9B8B-D12C6E5D00D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92B4AB-E92E-0725-2C92-FD7F42F7814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6448C7-DCF1-DA03-63BC-61EF308860D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B9EA21-8868-3F76-D295-CCFCA268FCE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F4900E-FA11-9475-A8C6-A42C30CBA4B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3398BF-C2A4-4F10-803D-19585228770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A3BF66-F78D-4D1B-2A28-0BD3600637C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B828F1-5912-67D1-C59C-AB9477772A4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F64CFC-1180-6717-355F-2536B307DB5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C0EDF-20AC-82FB-A243-56916B70905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048F8F-2095-368F-47C1-460AA6D4342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2A2E1F-A75C-71CF-6319-0C7BECD6D3C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739721-7466-D49D-2144-6DD520EAEC6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C309A9-D50D-41FF-3015-1E0947F54FC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1E6F4E-2BE7-95AD-4449-0BCAFBE3E79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78C843-B502-0FFC-1470-6077AFAC2FA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3A1677-0E8A-DEA0-6BB1-1DD54CC51DE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76EFD4-4D0F-34E9-7B46-B9294EDD0F8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82873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15F9F-201E-6363-34EC-D26C6AE9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94DD0C-76F4-616D-0A0D-BF00210212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upper right block.</a:t>
            </a:r>
          </a:p>
          <a:p>
            <a:r>
              <a:rPr lang="en-US" dirty="0"/>
              <a:t>Last possible 1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BE09CE-98EB-641A-5D2D-4A94FE62E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764A13-F4E4-F9A6-5EB3-B40DE409F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EAEA23-D915-696F-DC8E-C98743627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A9E62E0-4724-17A4-89D1-EB14FE5E4C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352EE64-5843-B901-FA54-14C95CB07A7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9D53E8-8AB3-E18C-75C7-520411E5947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12A285-BD4C-973B-601A-41969BE34E9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6435AA-63F0-1F39-72FA-E0036CB6D9C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FD8336-750A-F7D2-B895-36DFF8F014B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86E2D8-8EEA-3994-28E0-A2E1B0D27C5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F14E84-951D-3EA1-5661-04213AA8F97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B36070-17D0-D3C6-9466-53D70DE1094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EA3F5D-3BF6-C129-94A9-8398DE5D96B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239BC3-6F63-3224-994C-C1C7A4A05C8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9E3FB8-92E1-DAC5-622D-0AA5F87D863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D02305-B258-9065-53FD-64E29744B59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FF3E6F-DB52-7D78-CF27-3B81D1088F1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5A4919-D4A6-AE80-6530-3BD404E0821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C035F8-68CB-FB44-3E30-F27E5A0D2BC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A08629-D362-1215-C906-8E7CE092F75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B62CBB-9771-44EC-636C-CE730048B59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58F390-EFE5-7BE0-BF99-87F341E3D49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8DDE33-4251-E6DC-8105-B87F9D1EC54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9C4BF-FAAC-BC45-38DE-DA80F5ED827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D7E1E0-AE86-96F5-6969-23809344E3E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F744A-8820-444F-B621-73CD54B703B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DCC608-5839-ED0F-3B2C-F45F610393D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D9DCB1-5D8E-868A-78AE-5560D393D89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235628-3A39-9F78-EABD-6246CA4D2D9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70BA9F-FC54-A599-5519-4F78E3FD004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8295C9-E8A3-2C9B-2DDF-3B1F7A89260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01D40D-813A-5378-7116-177ECA99120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82BB60-173C-A4A7-37B7-65FCF8AD56B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D313D9-E7E1-DF13-2A27-9590A3CB9DC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FEFE46-595C-504A-4F2A-43149E757B1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0C7163-BFC4-4BDA-78D8-DEE4E4DC65B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922FEF-1D1B-B2DA-92BC-F270DEFE1E3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77290A-0E9B-EB24-B0D8-B839D74CC10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8D1E15-8834-48EE-E5E1-848A38D09CE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E65A16-F549-A81E-57D6-9DA556F0826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E9A3AB-5799-1F95-06E2-D4E964E0E5D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898EAC-8C64-AE17-D7FA-4AF2834CC31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FA94AD6-EC47-1B43-8AC9-1E086140694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A91C10-B7CD-72DE-031F-276F022F64E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B86D85-711D-A4C4-2638-4F288E8A317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91EE03-19C8-24CF-0A35-D12DBDCF49F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723CEB-872C-78C4-4DE2-A21A56F5B2B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13B372-8EF0-B3D7-E41E-576697348D2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B44174-1DA1-6393-176A-1A0600C4A3B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64C2F1-2980-FBB7-4573-7AC731348BA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FD73FE-A430-6183-B1DE-0BA4FCF830F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933B26-D1A6-F68A-8AED-0DC3F27C1EC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B1F6B3-09FE-5A03-31A9-A2E0F229F5E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BBED86-B5E6-4306-3D22-6D393C447B7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374DA7-44E7-88EC-F793-5B38BA8DD90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79557A-3A88-6B24-6FEC-FADC709648F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199FCA-8630-1A62-8F88-D1547050003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34269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7FCB-7BE2-A57C-567B-D04C2297E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4844C7-8BD8-82A5-8F4E-7B56D2BAA6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4 in upper left block.</a:t>
            </a:r>
          </a:p>
          <a:p>
            <a:r>
              <a:rPr lang="en-US" dirty="0"/>
              <a:t>Then, 5 is the only available adjacent to complete the open circle.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1171D3-46C4-FE84-F8F6-90124F2F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376582-A17F-4E9D-F2AD-AF4F06D9A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B03235C-EE9C-E763-3016-AAE50A86CB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C5D663A-D7F4-C5E6-0AB6-153717D59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36ED49F-9023-D8CD-3346-8B24F92E4BB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626C17-CC06-C6D3-5DA3-857D213C292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6610DD-C3C1-D586-8497-C7F3BCA8AA0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72A98E-E355-8DA8-48DB-3795232E650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822A74-CF0A-83A6-D886-0A24962B9C6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8B4C18-A2C8-E593-04E4-F09D5FF2DE7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C3CFB4-ECEE-9CEE-4B4A-0C07C8EF508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79AB71-1AAA-215E-DCD5-89DE7FB1CA9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DE9745-CC6C-3FEE-DABD-E4C5ACE4426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DCB530-86B3-4A2F-F6C6-AA557792144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F9ACDA-E5BD-1BFB-3D1B-B10AA3A5E6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011E16-EDB6-76FC-BC29-B892BFFF352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1FEE80-CF29-B87A-DF43-60948D39921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3C1BC-F1C0-F9C7-2659-28B58A662D5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F7CA5E-B89E-B94A-495D-BD7920293BE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D833FE-9266-CDAB-F13B-CF947CC4CAE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9DBC25-1268-0880-A83A-AD1819A75C4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317B67-3819-D1A4-9E77-95B25881C99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869879-A033-EB62-570E-4ABE84E1588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82D00-0ACE-15C4-A54B-F71EC85102B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B2561-BD5C-C456-8DBE-E0F30F784BC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23E778-B204-19F4-4F44-040F1015C10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87A844-05FB-34B8-237C-49F2AF13D87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81E132-E7C0-2F04-93AF-667C86CE025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0D6AF4-7416-B3CF-E63A-A12A0BC94B9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C21330-BEE0-8FE8-7085-39228F1B8A5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84EBB2-BB99-2F02-454A-B9E5FC0FE3B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24ED22-1351-CCD2-697E-938A000077C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B566D-AA48-CDAB-7D13-C678646C30C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BD3440-C25C-AC96-E970-3980B4D025A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312924-A5C0-51E0-B61C-519728C510B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E90CBD-8199-D4F3-FC43-9030F9EC24E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ABB729-5B8E-3EDD-4B5F-AF5505D57DA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81B701-BFEC-C120-799E-A2B35A29736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85A15A-8515-0FC0-A370-C29AB2A407D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47DFF7-6332-68E3-72F9-68C113CB948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2D5C7E-A1C8-5124-FDB7-8D9AD6835BE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84E752C-A05F-656F-A945-06D9724C458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D1600F9-3F3A-9B33-AE7A-F0DBE6CF787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859FDAF-1216-6597-F5EF-0DAB466EA51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E9BE41-13DF-7DED-C296-4743074F7ED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FB01E2-A1C1-E642-E73E-27E8936230B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AD0C41-84B0-E69A-495C-11F6A5030F1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94E5A3-D341-DDA7-385D-00CD7C171A6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B99D69-AF95-BD71-12D9-6A0E7EF7336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48B638-D1BA-ECE0-CA74-7EAE21562A6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982799-8001-9D82-173E-29506B5B43A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9F5346-D919-BE16-EBD9-E3FB9A693D6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4EF04-B70C-5BE2-0961-C2801A92491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C7D88-A9E1-ED60-2CB2-467513F888D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98929E-EEF4-624A-219C-FBD58A6D6FD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F3E88B-7A5A-701B-0486-B9EC29F3252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A6F751-57B8-60DA-614C-E35AA8772A4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A17DEE-4FA8-CC91-FE89-E2C960D92D8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19CA1F-13D0-8867-A6CF-BED1E41288C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54344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6DF0B-C68E-58FD-A1A9-DD405B07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26B1D0-468D-AB99-B9F0-004F833471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ED1E891-1E27-2E1A-99A8-D0EF4E016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AF6940A-46F7-E59C-C467-6FC4EA570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765CF64-3294-93DF-1CB8-2042B259D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267585A-68EF-8409-F0AD-5A2B86594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488E315-D68F-8F38-0CE8-26B9CDA1622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49C381-6B47-B4FB-B088-C4C6EF0FB02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DA51F7-EA99-B0F5-C787-AF1833380F1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0D1351-77C9-AE89-83F9-8A479E3B157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C78403-6AF6-733B-3043-9D6A47BE724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EDE464-2DEA-1D46-B961-5100E294AA6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6CF3DB-4380-A4C5-2093-1F8DB4A03E9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736CF8-0AE2-2B7F-7F0F-16C073DA852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5ECD30-D2D1-6F8D-D625-9BE797E518B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B690DC-80E4-37CB-28C9-E6EE4CEAA26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469276-D789-7278-80EA-FD74FDD8589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7082C2-5CB4-7878-1202-E15CF5A8CF1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05A966-F799-3D29-A4DB-D91C89F8618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3D493-5DE1-8CCD-907A-B06EEA84877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28E1E3-124D-CE5B-D70E-09E62FB7DA5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BA68A0-E31E-C45A-EF24-0007D091054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8F22EE-CE69-8C8D-4EA9-B1DEBC941A5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E89A7E-9327-6EDD-2671-CE7AB951303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DE5EDE-BF86-CBBF-CCAC-A38E492C75E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704FB8-16B4-D9D1-8ED8-A68B8DD8BBB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C80239-9B6F-A684-B7DA-959B341472A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DEE27C-350B-2347-22DF-5FE15D1BBF9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DC5020-29F5-0301-A9F1-8AAE70FCE42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F4DB87-6C2C-603C-E09D-82EC712856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1848F5-D7A6-466A-5C7C-3439A2F6F37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EA2741-216A-573C-2301-4E279B70508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295BB2-9066-3B32-4ADC-6F9E71E4B13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D0EE95-349A-FD4D-4DAA-A19D7C9C6DA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821AF1-10E5-D92E-C9FF-2C1439D8762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85DB6A-C3D4-99D7-B6B4-824627B644B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83C49E-8055-BF87-47E2-6D344EAEA7E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4A439F-7115-41A6-B137-972FF4EA5D8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39A441-319A-0980-596F-81C6B9D58FE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4BBCB-838F-9B94-4ABF-F8DFEA3F7A6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030D58-90D3-0347-37B0-4B5DA13B85A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BFEA86-0DDC-6B3D-11B8-0926497477F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42B4BE-1D14-B494-B536-8D523C824B2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B85ED2-2D06-1340-842A-6B1F6C38CDC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80D10B9-C29F-0205-B028-1F60A78297B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20DA36-BC69-6C87-C6A7-7157159F98F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CBA64E-525C-4E04-FA56-1E833A7C192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737B50-77B1-A56E-4B83-27FA52AA0AC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5F9382-DDC4-F1F7-89A1-0AEE5DAF028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8C3EBD-8169-A5D6-5774-92E5F69B72B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8422B6-08E6-D347-20B3-C2FB23CAF83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6E1F38-AE6E-8E25-71C6-6AB7B90CFF6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CDCECE-92A0-F4FE-8BB3-C46057893BB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C59BE2-F6ED-6CFB-8657-8A57EF17D9F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DB4A76-1E9F-D435-5E96-B1605D7A2D9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1E97A1-19F2-E24C-D3BD-958B5EF80B3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FE557C-B43A-2433-CEF4-61C8CA482D7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D5615E-D78A-3E4B-D61B-0BC067555B2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C696A0-0EE5-6C74-FF4A-6401F41B34E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9D9A90-A6CF-1B2A-358D-070B608C54D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E5384D-E1F4-4E4A-1283-AD9855BD17E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782061-BCC6-8133-1EFA-2207284328C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19118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58071-A19E-E9D3-F0D2-1C7507D4D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DDADCB-929F-7880-A215-571893C9D1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9 is in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61E9A5-B287-31C6-CBD3-A8D4FFA38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2ECBC78-F6BA-E497-D268-624D5CC9B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B67A44-3E93-BAB1-DD22-791F73D97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6BCE7B-E7B0-A5FA-1E8E-14DAE9BA75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76AA4E0-2EEF-E1FB-A9E1-0586B92B280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696A24-2D3A-41CF-7B84-FA13351156A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1D98C1-0E88-DBA0-5023-C48905980E0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501158-DF27-2D1B-82A2-DD1C692615B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A3810E-251E-31BB-B032-2C61DFA3C15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1F3E20-A94C-CC77-7E33-9741D3BF08C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A7F6EF-3304-1FA7-7AB9-B760FD2F835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AF343E-6004-8088-7825-BB9637A73B0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78457D-DF93-15E0-86D2-31BEB17CF57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4F949E-19B3-C961-6EDA-5BE1E3C46D3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260248-B0BD-4860-4873-5DFC08F4C42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DF9BD4-61EE-F1F5-2FF1-911436E2D44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F18CDA-A56E-C479-B8B9-EDFA3B01BD9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3DBA8-BD39-FC66-8090-CD26E010C41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B02ED-E30F-5A40-D32B-4FD9FC41205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D80D1E-F92B-592B-207A-2479ACEE4E8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9F12E2-2A06-EDC5-FD4D-3DC1D384CC4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9B69B3-A940-E917-935F-3A8E8563738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340DFA-8BB3-95EC-9BE6-3090F0BB343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09DDE-15D6-B51D-0C8F-9ABA46E285A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CC1D57-B1E2-4637-FB78-C344679D101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F7C365-FCFE-F445-2298-777B2DE22DB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9F06E9-16F9-99FB-5765-062730B87C5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88EB0C-3C4A-7D46-0599-472977058E9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41A383-7271-EC68-5164-1ED1A9CA1D5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5EDE04-3047-5720-C902-4851A841602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14DDB1-DC92-50C6-FBA7-AC00727E5DD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D530FD-002A-109F-29F0-6C578B5CA44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C59EAF-5C96-76D5-B32C-B545D8E3D41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371AA9-3645-DA95-EE21-901C11345F7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2F4DF5-1026-4FB8-0AA8-2CDC86E553A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AD544D-1940-CACD-91C0-AB7DAAAF322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C6D656-A741-41F0-50DB-D770803EF3F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65694D-4571-C6A7-C1A3-BC3107E5519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982F3C-D7DA-A3BB-FF5A-4A3ACCAFCAA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B5BD11-3E30-6AD7-2EA8-97FF77086C3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D62A92-A140-339A-C771-43CCCF4BD32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B3347E-0F05-9376-C0C9-844B1CB1D9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CBB3A8B-0077-5A4A-9A7C-8F90A7A1B44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CB4670-6476-9AD4-F6A3-76B6D98238F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FA6C49-1F1E-0B3C-FD2D-26ABC2F24BC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8F7E4C-5CC4-D575-4514-852822029DE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1052B1-29A5-7E1B-18E9-F29C35E47F3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2F1ECD-2E17-5B16-B338-E33281B8399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D8D905-C2DD-F362-BF17-E3AF917337D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427DD0-66D0-5CD3-F4AE-3649BBB7669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5AE7FB-DFDC-2937-E721-94C3AC88D5D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B94040-FB46-A04E-0D1A-A461CA10BFA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AA8B6B-5DA1-BC5C-C190-AB4D07D6C59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767F6F-8D77-F836-B19B-EB72CB9F481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0C802A-DB3E-3D07-A9EA-665E5791511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77282E-2E06-5FF2-EEF3-0D24F5D2FDF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0B26B3-7134-82B9-936E-39CAEDD9075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AA8125-D424-3812-18FE-C930E33B9CD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5D8FA2-8EE2-0C1C-1C41-01B0FC9CF52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8E027-6BDA-6041-227F-D191DB2B5D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69206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7ED12-1526-33D4-E524-F49D2F1E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F0636A-493D-C180-FEA1-E6BCF5384B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3, the remaining digits (79)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EB6554-A01E-2705-5D53-444AB9022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32A64C-AFB8-DD12-9DD2-482F92B5C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AA1356-2E13-CA36-239A-2AA8CA6F9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95999FE-D36B-B521-3107-1BEECAAA2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EA8D664-FE06-FC4C-E8B2-CD7D50E1FD0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EB4080-AA74-E741-64A5-BF10239A6AF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CC0A2D-A3C5-E0F1-D9B7-8A0D2ECA33D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26F405-59C7-8F4C-CF86-BF1B06374EF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3CF673-5F5E-FD8A-33EC-EBABA8990A7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98C0F9-A6AB-0551-71D7-857489ECD78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FBD97C-8DCF-7137-779E-EBC1359C51C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E5D368-A8FB-836C-D7D5-01DEB20F5F2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1C20A4-ED74-225F-46E2-26CAAFC9DB6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D4DBFE-2268-15C4-45A9-FFAE9A76135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9472B8-FE4A-9934-A869-226154BBE80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FBE93A-6E9D-74A3-D55A-AF4496CE101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729E0D-9511-1A91-7E2D-E94308733D1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DF9E6-89C4-C31E-7B87-8EB00B2392C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CBEC29-8EE1-1C2C-79BF-7BC5F7C640E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98112B-1EFD-C25F-A25C-48BE22ED24E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E42A7D-BE1E-C961-1273-8374AC09666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386A9F-8D26-4D74-6B7A-6F3905FF691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A41EE5-1957-D742-0A1D-ECEB0F42F44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656D4C-82B3-A03B-2DDF-F758083EFBF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B4E135-CA49-794A-6690-686EA85CF0E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6E6A98-E752-0CDB-934C-C57FCB185B6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BDF028-6621-2BDC-FB06-F3B9FA997F8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6BC063-782C-B07D-609E-4C73708D752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E99813-663A-8E25-5BB1-DA25469C3A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F452F-7277-1DC2-3B83-D803C46EBDA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2FB5C9-5563-BD06-AAA3-369066A7AFE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CBE477-2000-8717-FB1E-3E0E675CF5D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D48AC-39C9-76AE-9C5C-E16D405AAA1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47B188-5D8E-1E7A-7E9E-DB51FEB6158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EF29B4-845E-51CB-39C4-2FBA09943AE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3BCDD-2A23-A172-233D-E80EA6B4079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618CD0-C9FE-F0FB-66F6-1C77B30B874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55A99A-5180-29BE-9F91-E1EDF6ACFD3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C08CE7-C756-F896-F2CD-E86F3131D69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D45D44-7FBA-A2D6-15E7-0A9E65001A7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D1F5F2-9713-7B7A-DB41-46E700846C5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7EFAEF-FDF8-65D1-72EE-8C89DD97AF6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5A93D1-43EE-0146-C058-1059E172AA9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0D7C58-157B-623F-5465-69BE92B723C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EB0BAD-D17D-7593-6E30-C9BCA12DA30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318F48-1332-7A22-833D-31A0F080E49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C6F5F7-EDDA-AA79-1AFD-078E0AB3505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9662E5-B230-1E81-03DE-025225E0A39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AA150C-4E22-F340-FA7E-AA80EC52022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B7C629-CA40-5F54-E336-70503A13A4F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7E3B1D-1AC1-C776-B553-8AAB818070B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2E62DE-6F63-825C-BDEF-A1D98CC5E39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7A182F-B407-5FF0-5F6E-2F36EA2E1BF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27C227-E23F-8263-B1FE-99230822B9D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9D6A98-94A1-6C4E-3D12-44FCC13AF0F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0D6096-E2EC-B284-B7C6-C9078F3D36E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907734-7D2B-2D76-E307-E2C4D2DEE16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711FC-FB2B-36CC-ABE4-DF48C9BB6FA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B4167A-9A68-47CB-FA53-DC38A4B392A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E587B1-3E14-130F-7ACF-C5898AB3836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A7FF8B-25C6-BD9A-DC38-214689815E5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2B5486-5673-FE68-8946-F6CD8AC8AC1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46412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E9FE7-4785-09B4-A319-6700E7F21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52FEFD-CC8D-1141-A560-AD3F81D4A9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the remaining digits (57)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F0FB783-45A3-F3A5-B3AD-8EA3DCF87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266D60-751D-1BFD-B2B5-96B9EFB60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A8944F-2E33-3876-736D-8CD6ED3E7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BD8081-BCBB-C55F-8EE6-68C62D20AE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91BD717-0EFD-1CF4-5861-1C38CB5E36B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C2814E-F6E9-C8D1-9C6C-C1DF498A030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C34FA8-1DC2-DC24-FFEE-05611342673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198ABF-8B9D-FE41-9665-BA3551168FD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BC3BFA-D98C-1807-AFBB-EE890B86F52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6AAF36-43E7-0712-D29C-C2E93C2DC65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9467ED-BAEA-73EC-ABB6-24838A9F5C9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2CDD74-5E22-968B-E641-209BE16EAB5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F15C42-7C97-DF7C-0BE7-A6D390B6CAC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E3B669-D940-A413-B47E-9554438C487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F8AD65-648F-5B9B-BE90-574DDD313CC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52681-E399-612C-BED4-474883C46C2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9129E0-E94F-A7ED-82BB-90033B8C201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FBB6CF-A03F-692E-A228-67CCB845ACE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02B94F-FC2A-E12A-FA1D-AEB173D8878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723261-4010-AB59-0B7E-7CCECA4B64D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CE552B-4350-9A54-F754-829BCCD3A3C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0FE2D9-14C0-3C94-539A-7DBF762A684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B73A5-79B8-A6E7-CB8A-95C51669E24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595166-8F1E-B2C4-B7FE-2E2C167046B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45530B-B1DD-72C7-B252-F22A32917AD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3434E4-8360-811C-4010-0229891D126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458E8C-05F8-30E7-65E4-7E80C6D1D80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9F32C3-453E-D501-9946-FFF008AC6A6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697187-C545-3012-14C2-25017CA8EFB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BD4FC8-81C5-899C-CA0A-4BE5671D333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E6728E-03F0-C654-C135-D6A73EC19FA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85B903-AE7A-62AA-7E7A-73DAE12D717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854A66-3A6C-52F0-D44B-660ABEEDA7E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063910-9134-7173-81A6-0D82F7718DC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CEBE90-4C41-068A-49D3-250EBDCECEE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DC7FF4-6EC8-671A-4E6C-9D7F1B7ACCA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3D4139-97B4-0DD2-AD0C-BE6E5E532FF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BD2686-20FE-FC1C-E75C-892572BD29F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F666D8-3A5B-D21B-7E18-4FF67596983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700A53-61A0-0EF0-3BA2-0259E00B536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CDCDE8-27FE-D409-59B2-099857B3DB2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A11763-6C8C-7C53-E18D-4E9A44DF48A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636C72-D5C9-D2D8-A889-E6129F8AD1E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FBE6FF-23A6-CB1F-232F-B935A26AE4D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B72013-1C49-CF0F-5C04-121FAB4F1EE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A22A4F-3AEF-384C-7480-B3EA9A66DA8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C1754C-52C4-FCB7-EAA8-AC2C78D564C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03E5F7-5722-2FE7-7E00-ED544C63FAF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E75407-D18E-DF7E-0D3C-F7FE39FD6D8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BF0A09-D374-4EB3-E823-FD0C751B266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B18B67-431B-BDD2-6B0C-6F2FADDCF05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3E7FA8-45A5-8F46-57A3-6EDA08A4221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4FF66E-986C-6027-390E-29E003FEFD8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4D0FB9-6B37-3B3F-34D2-2B80F351A5D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021DFB-C1B3-2B6A-0642-9B107CEA416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17962F-9A6C-F90B-64BA-9AA5C2AD330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9EAEFA-EAC1-C7B1-C17D-F2B782DA74B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B7F3DD-29B2-2499-DDED-F6D9B9A6FEF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422C8D-2A3B-7199-E596-63201A8C939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AD9993-F54E-9FF5-D829-D8B6B5DD1D0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EB0E2A-552A-AEFB-B5AA-4E0A18BFB69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E5DEF0-A9EB-9DE7-FDCC-C7B161E1C42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E6D8B3-C4DD-C3A1-DB02-CA43944AB2F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732240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790C8-F6D9-C5D8-A5A0-21C3C73C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9E7C8A-C5F4-FA6C-B6A8-DE269332C1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7, the remaining digits (59)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DEA0B4-9D0D-C840-8129-3FD1DDBB8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9D1AE3-315D-E9F6-5198-F319E882C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B892DB-8E30-3825-9AF1-6D7F95879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51274B3-0A82-1724-1704-6D1D7261FD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17EE466-599C-1E57-0D33-4B3ECAD9467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4DEB2B-E683-98B9-C1D3-5B81F6589CF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463C2E-A4F8-B96A-6642-CCB26C5D835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505F97-CA0F-5D66-0B2E-39A0181B7BE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508844-2026-DBF2-8E36-ACC60F10A2E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48CB90-5F7E-4C75-735F-BF123D519A5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336181-903B-BA02-52C4-4159B8D6227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6C90AB-2349-1C87-766C-D7C0616A2A3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DABC9A-FF8E-35E4-FF73-09C9C7166F4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7695BD-B853-7B7D-1764-5F6B409B10E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AE02EB-2470-6AC4-8233-4AA794D2F33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50D965-534D-28C3-EE99-8579A968946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A25E1D-F924-DD7B-5757-685B1D4D3F8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9EAD0-9A54-3ECC-81F9-BC979CD8B5B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3D5FF0-1D68-10E9-87A0-D0E5EAEB9F3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4BA030-5801-8454-341D-A1A80A803AD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A921B5-FF58-9703-E43F-F6DDC42456D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62AA7A-86D1-05C9-95B7-282D39D0DDC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AF9FF-AF46-695E-3072-BBF61D295E5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792BE0-FE57-2441-1F71-52E58A015C5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49F6E1-4367-BC59-AD7F-A2E488AE520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8C1D0-A42E-3691-8056-19925F38BEB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48E6F4-45C4-46D0-575A-970B4403390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71E982-9FAB-D24F-CE4A-6F476819D5B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696B81-3073-5D3F-95B4-85FDF8B691F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851B7-7309-8319-8D7D-83F7EAB0565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D3ED14-F89D-D00C-D9E1-4AB6C1DEB92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7C548C-7649-4464-A1FC-A616A87FA31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705C79-0618-EEEA-C5ED-94377EA8B38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9AAF7C-012C-6386-D89E-6B5888B0632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98124E-8BD2-142B-1BEA-0246D92DDE3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08708C-811F-6EA1-675F-38944CAD7DD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C31F17-4A69-2375-E606-8A105EF26DE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EEF539-F995-84B2-20CB-2C4DAC780F4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DCE699-3B6A-36F5-27FE-052ABBBEEC4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8ED8C1-B178-7AD1-0577-2B4CA8DFA78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C0B16D-C3DB-5A56-0283-78C151B2E81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CF6D23-7947-6434-0EB0-566E28C56E9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E0F739-EC4B-56D9-F261-D78F9E4E461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780821-F2BC-72D7-82BF-81F90657669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EA3CB9-C80A-1764-043E-D161B9235AB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E2DB80-E9BB-D92D-4FF3-758034FC610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3E0714-FE52-9EB8-97D6-04E0D6A0DBE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D8647F-C3ED-2ADB-B91D-199A1643D2E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633911-48F5-FDC1-2018-92D39F7669A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3C3964-DC9C-8C4C-A6C2-356124FF506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DCC7FC-9D78-B231-073D-340306DADE5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C528B4-A151-68D0-02F4-FE9DBFACE3F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A10019-7713-9BDA-3C17-E668F0FED7D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A80AF2-B785-B97F-8ED0-E2BA9DC28B6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5EDDB8-6879-BA95-2DAF-AE1AE544A0C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FEEB24-3FF3-CAB0-3ADE-757F247558F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A4D163-B501-6F12-E659-E375B001C86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F4D45-7B41-422C-3FCA-8084BB3EB71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3C01D7-9DEC-CACA-24C3-5B3A3B63627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EF48C5-3D6B-0D92-958E-F62FAEB9AEA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15B30C-A023-8D3C-FB17-BE6BB77A479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CCFE1C-7627-6B4E-1558-C8564FE1998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AB945AA-E7B7-EF56-06C2-0D0E27E07F3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5368DE-28BF-9075-A494-2DCCF64FD62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2EA0E9-5039-5F0C-EEA0-3C2745D76D7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49751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AC508-0124-BAC9-F255-A3240F5F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2BF611-AE7B-A845-75BE-2930FAC7DF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center block, the remaining digits (59)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38F833B-4881-9AAB-A271-F4174F60F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4B6E0ED-DD22-D00E-92E5-EF963A343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C4C97E-5FEE-83E8-90F2-5BDF4C2AB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557AA0-CC05-76D5-472C-43904586B8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878A847-4298-AC8F-482A-4356EC8D93B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377EFC-1E35-F25F-D974-BA42B807855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396616-24ED-69E8-E3D2-79D65BA6FD1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2E17F6-F272-7C68-7280-ACD43F3BCFF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F4E2ED-1588-4891-0473-6E77D254E6C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7F9307-2C20-E757-6A31-2652A5743F6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FC3F2B-DED9-43E2-34DF-AA7B8D8F57D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6DCF00-DDB7-D0CB-77AC-B5FFE7F594D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A4F7A9-D26B-E567-62FE-7C1C5DB1CD9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5F2F63-7577-AC82-C14B-F868D4F0660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40F386-0E22-601D-8907-1AE6C0B0778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ACD63F-5E6A-D217-B180-B3D4AC3AC9C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0E134C-685B-BE1B-FCC6-C6276561116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418A9B-7540-0861-4A07-11F30F494AB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BE9225-E908-ACAD-AE3E-A71C65D99E5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744BBE-D21E-913C-FE9E-C6E14B7BFEB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C0A4E4-4E81-8549-F51A-9C3CC4A2EBF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A0B4A0-3D6F-4385-EBC3-CF6BC0A0AAF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C816E-9C64-0F72-5B6F-AD354B259D2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CAA248-55D1-9BE4-A224-F427AA2BE9D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5FD527-3D58-9D3A-1EFF-B9B7D3D6F8A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0A9180-78F8-B81A-A51F-2EE0EF726C8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FBE271-684E-1A33-F8FC-62F3BE7A144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1504E1-EA50-167F-7A05-6DA078ED811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392CF-9EDB-96F0-CFF9-CD55CA9E13C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02990F-0A56-0A8C-25A7-FCD0C23544D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883335-9CF1-79A8-D971-CD397189B79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D2E58-B6F5-E711-DE22-F40AA76E8BE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F515D5-A41F-624F-6835-07592498CBC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6CB3E6-882C-A3D1-DD76-4891ECDF43E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98981-0094-988D-B141-0D88E7F24B0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6584AA-D6B6-8392-69D8-BF7B0A85441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9B12FB-B415-EEF5-611D-E594F13601F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783BEB-91CC-0395-2338-CA2F210605E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232898-CBFC-EE16-6DBB-4AA3EDC4C3D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53BA08-0E1D-FA85-3DF2-7F87BFF8CCC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202684-D635-72D7-65AB-4F81FBFEA4E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6BDB36-5469-4A89-39BD-59C0A999CF2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F741E8-A221-2E85-D3E9-F4D56C476CD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C57058-0A3A-7873-46BF-F4EC892AB6A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4626C6-2761-085C-863E-1504B61F738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D772AC-6107-874B-1A21-DDF0206DFA7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C6A95E-FB68-4896-B38E-0E05D669E5D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FE30B1-47BF-72C6-621D-3AC12D08E8A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C582D1-B764-C761-3051-F062B8A3B8C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1C8E91-3329-86E5-6BF4-E9418966F3E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150D4A-1B24-ECB0-B057-45457EA8DF0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D909E2-BA23-B91B-FB62-E65A84D57CF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3121A6-B86F-EA38-3346-4358C8E94FA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A04FEC-8C37-0AF6-9C55-5592F5377DE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72EA6-36FE-A0F6-C563-5480557D8F6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2E4322-A441-1FF2-AA80-D17EA828C1B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52FDF1-7B4F-1B5D-754A-173C2723F40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32B01D-FA01-6930-3B28-B04FCC8D01A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724A81-314D-FC1F-A224-D8B0C0D18E8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D46D62-CF41-5E25-C434-CC2FA7CE9B7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4FCD0F-ACB2-7886-6A23-26088D33587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0CC5C0-9ABE-3006-C584-F6F02D687F9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3BA4D4A-E1A2-B0F0-5B36-4BB48D9D74F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01F37B-AB4F-FE3F-A2B1-F8503213218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E47EF6-5F64-1E92-6C26-3B7E1415864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A8E071C-2AF6-7E70-EDF7-A439A2AE59E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10BA72-AF2C-DC58-7697-11201C07316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06686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CDE2-0BDA-DE79-903C-53A11AD7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DD8B1B-63BC-0F82-82A5-DE9AE102C2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1.</a:t>
            </a:r>
          </a:p>
          <a:p>
            <a:r>
              <a:rPr lang="en-US" dirty="0"/>
              <a:t>Then, last possible 9 in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B133E5-4665-0FB0-9C27-3E88BD34B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012C40-0ABD-357B-500D-000FF3C34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B24A07-CFAF-821F-33DF-7CB8DFD13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6FB06B-4C0E-37FE-DC60-9ABEAB5A13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9C41A92-FF13-874C-20E7-69D8C914A2A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D7C67B-8275-AF14-35FC-E6DE552BE24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E3A9A6-8F30-E23E-3779-C321589A4E2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9D9C85-C343-E4FB-C96E-E0678BE143B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47FE27-720A-5D14-1D4B-ADA25CC5D47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B4ABDE-45F2-DD48-73E7-DB0A5B0E773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BCFB6D-24E8-775B-587A-5D1CF2661E1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457E9B-5285-3ACB-7532-6729A888968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3E4DAE-5313-2E25-35B0-EE0E51BC2C1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F09497-3541-252A-BD01-5F2F336D626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8EE211-DA6E-C11A-EEEE-2DAC161513B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9561DC-ACBA-3F12-3A03-C05695483A6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98282F-16B9-C395-C4C2-39A09DB7DF2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33125-A894-7426-C26A-DB120D7EC64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7986EA-5BAA-AE72-9E90-40A26B95B96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EC6B8F-D859-C781-AB82-2C7D9276752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30501D-CE75-C512-F285-2708EEBBEF2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AB665D-F9E1-F825-B348-2AE0156873C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652FA-056A-9964-A060-62855E3A76A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33B581-10C6-0238-F230-5356635384D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0BE3DC-BE4F-B683-968B-95312A34671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5240FE-0B1F-9B92-FE1C-9CDE03A85EE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5B4063-E5F7-22E0-0B65-93CCAA20003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3AD850-83F5-ECE3-7DFC-98E95E7BD40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5DABDF-17AF-92BE-7B55-ACF80D50E1A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EB1ECE-EBEB-BAF7-E637-2975A63CB87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769C72-A2A2-3BC1-F0E0-11BD143B37E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C1D83C-2A1C-372A-1F89-DAF60513A0C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130E2D-4F49-D6C9-F0AC-47B99BC69E1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D47234-AE25-743E-2502-BECB34FFC7A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8C2358-4C7F-DC41-37C7-208FD66628B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15697E-292C-A60A-0AAE-7ACAA12C9AC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FC3921-2F35-37CE-A162-ACE89196920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900B92-BB86-7DB5-4D54-18F87802520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A3D375-B504-9D1A-CAAD-9E1F3E3ECCD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B03B22-67FA-11A3-F710-B7D5BF452DC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BAE4D3-7956-2739-7C44-F5A6853DEC2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C07F7D-C73E-1AF3-5F2A-3FFF0255DB8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046A5C-14F2-2F46-A9B2-9C1655C6E57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44A00A-D5E1-961A-D508-C075FE5FFE8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E048F7-D48D-E254-32F1-23BEEFCAAA9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720BDE-D724-C986-10A1-01E6AB75EF6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D8D68A-DA67-7761-7D85-88BA76A1616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3E5FDF-B94C-1377-89CF-C2C17E47DDB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88382D-3223-3982-58CF-A42CFD2E655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4F3497-6200-9065-B02D-D20A1CD1EE0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C6E595-EC1C-E34D-A8F1-43F72B50500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5374E1-91D1-9B84-1B44-9E78082F2F6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2CA4A7-24C9-69BD-83E2-56FEDF0CF69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A1D36D-B243-5B07-8EFA-375494AB36F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CA3E2B-6543-E9B5-587C-1065470D26D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D78F45-3304-7DD5-82F7-A02419D2171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A0C131-B54D-1844-49CF-68CC0C1212A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E26F8B-8B53-105A-7DD9-4E92B42C10B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CF40D5-87FA-8C82-C2EA-2B287A06B77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A91AB3-2911-D6B1-804E-4DEDC8CDD65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9FE15F-00B4-772A-8512-DA82DC23496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2FFF4D-14E3-B83E-1200-BD73631F469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EA22A7-490D-DC38-90F8-6B711AB903A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726C4E-5D84-7821-B9E8-06D18500A21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5BF31A-D2F1-3B57-7F9B-B0214D54C7C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062868-647F-64EA-0264-43A66EA5602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F2B531-D8F9-7F40-0B60-AAD6F3EB1E3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386987-1D8A-5F8D-B548-0F56841A288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45C0B6-D3C8-0B47-385C-5DA1956E97A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813577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63B05-DEA6-7261-3F6C-B332134EC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0F42D-D09D-CD7C-15A9-21857D894F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5.</a:t>
            </a:r>
          </a:p>
          <a:p>
            <a:r>
              <a:rPr lang="en-US" dirty="0"/>
              <a:t>Then, in the lower right block, the remaining digits (59)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F06FD63-9F10-F4D4-C540-E2AE0BE41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51DBF32-741B-00CF-1A6A-C697693FA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99333A2-E35E-ED84-376B-CFA07C2FC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EAE16D-C822-E04A-1820-5AA46E83B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16FB2AF-BFEC-BEFF-FC41-1495BF64839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CD2C4F-F673-4E50-19C4-FB4544A577E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5DEA2C-3603-3FA5-9665-A864328641E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75EF47-8335-095B-AB49-82AE16B551B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282929-8CCF-C3D7-3B0A-8D0EF65132E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AFB036-5629-0CC0-3594-0B315C330DF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46BCE7-8DC6-2DD8-7FF5-924E1EDCB17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E4E33D-5F2B-34DB-2914-16DC9203650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1B5863-AC3E-B38C-C6D5-4EF2C26D225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25D80E-E4C5-C1C2-66B1-D16ED8E400C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BBF93-D1FE-2523-88CA-7958809B0A8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19AF7B-3BCF-7DFD-EB68-A9BCB68D642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6201DB-4108-E4F1-A332-EDB4808347E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6AD564-F235-16E2-949D-A6C23FD0921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6C5E2C-B5A0-AB4F-5BFA-DF0B90DF9D8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A4994B-85A0-BED3-1AE4-FAADEBC5293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7233B4-2D5E-AE55-4891-D7912343E67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1ACF57-E67C-3E1F-3835-BD2417EE06B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69AB2-BCE6-05AF-FD02-67C74F6AA08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A72286-9559-A3DC-9AE5-4230C16E801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65072-92EF-7FC8-E44F-849584024B9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DC0B00-FAE6-6961-CA17-FFCA4561AB0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C3979C-4135-2E05-1CD1-47D932F67DF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A0A13F-0111-A9AE-A889-817424C54A8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FCFA5-94C6-A8A6-4506-F97FFB6B5F2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EEF57-5DF9-DB95-5936-41F315F719C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9E1C88-BA29-33BB-9A2E-A16247C21EF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937CD5-EEB8-4509-ABE7-804381173BA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879833-88CE-E339-9844-B3CA7BDEF78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FE5939-9332-A141-D708-E9A8509CD4E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D5D718-E9CC-8F2E-09BE-0840B5FC89D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4D976A-0DF4-6EAA-AC8C-11797C48B63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A09F19-3740-B0DF-40EF-E5FA89E8BD5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399CD3-C9A0-914F-AF6B-FAE8F81D143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91CCCA-5FD9-97B3-2AE1-640393E0E68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FF7A79-2781-6294-B643-265BADEAE80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DDA3BA-C34A-0A07-E833-A5A883E1A7B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E0C350-E0BA-70DF-8BD8-B370EC6F1F7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72328C-1B81-9E31-394F-57A0E4E84AA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57DC54-FEE7-0313-674C-F820C1927F7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B1CB7D-77AC-598E-53ED-79695BC652F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A8C9B7-B60D-47C1-AC6A-4BC2F4111E8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36485-578D-A3BE-2351-2823AF86BC6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C220CB-F61C-240E-AFAD-50053719767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45AF71-7D11-2800-AC4D-08CB1E4B509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C4EADA-D3CF-76A1-F0FA-866791EAB3F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97642A-8DE2-20D6-F18C-7A3F7CB27AC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FDB7BE-B5AE-8568-E885-A9C7D2938CB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25A610-D2FC-0F83-5B5C-A27B7CAF416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46B16A-585C-0EA5-E43D-F493FD44B08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FDB5A5-F3DF-813C-06F5-F3E30C6483F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A55190-841D-757B-A53B-B4364C8FE7F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C2BEAD-5E4A-D809-1775-12E19EB080E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81A513-B0B3-F4AA-DE1F-49E162D1247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F879D9-7E19-6B75-58F7-DDA0F4A37AA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A3AFCC-FDE9-8242-6CF4-B83D46A84FA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BB6B2F-C0C4-55F0-FC3C-C05B902C2A6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D5C0A97-BE2C-02EE-0881-9290E9E9F26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750930-7846-B046-E589-D18214B364E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B71016-8D62-87F5-BCFD-EEABBEDF3C1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0D78BA-3718-F2C2-1248-EECB22D1EDB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42CC09-705D-7264-093C-DF38D01C809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058111-FD02-FA57-9BE4-3BDE9EC40DB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3B7E3A1-DB53-4B79-2A4C-8FCFB72B56D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AFB21E-B1D4-5883-DA8C-25777C63745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91F944-5C68-56D9-EDDF-7B9F8D45420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4C3357-9818-F893-0775-77379F00B6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0E6390D-0CCC-5786-3E74-70C38EA3166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13163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9FFA-BD57-93A8-49BE-A1385CDD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2BA3DF-293A-A35B-3FB5-7A88839786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center block, the remaining digits (57) fit in only one way.</a:t>
            </a:r>
          </a:p>
          <a:p>
            <a:r>
              <a:rPr lang="en-US" dirty="0"/>
              <a:t>Last possible 5 in the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BA05E6B-AB34-4FB9-EF75-C6CB04CDD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F62E1B-9C49-7E0E-56D0-55AB33B2A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65D049-6FDC-265F-2953-D20923673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581734-ADFB-5EC2-055B-DC1352526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87BB593-15D1-1538-BA95-155561B9AD0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294F89-60DE-DBB0-A9AA-7CA5FA4DB99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495A62-37EE-00DC-2B66-51F7DED6E51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8324D9-2E6F-804C-1603-F5537A90083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41F99A-D668-18EB-24EA-D8AE7162884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D61269-C884-A9B1-A2EF-016CEA37AA1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BD4758-1CF5-5303-84FB-F5E11101FAF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354C9C-EEAC-3F62-E381-EB965C70FDF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DF5FC4-EAE5-6D57-FC37-B772CD3C2F8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3E8742-A12E-8865-C816-676D1E3AE10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A78795-CFF4-15F4-82FF-ACBF1AF54FB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5800F8-FA77-F7DB-E116-0AE285A6FB3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BBC9B7-CA0E-1C2B-76BF-1B684CC4BD4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096D2-75F4-9671-7163-274D758ADC6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CC07E4-8F4C-4D2E-F2A5-13AB6EEFCB7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EA6986-25E7-3B7B-67F6-C7C4F10BFEC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242758-70D2-0FCC-4D45-7D666FB16B9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3406B2-F689-C2DE-302A-FD5F7DDEAEC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653CE-CB8C-D174-CD71-3A747D81DB2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C951E7-C8F1-EB10-167A-BD2D54818C7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4C35EC-C47E-E8B6-834E-4AAE5CA7254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44AEF-F2D0-D226-1BDF-8A05A721ADB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F78709-9D66-B080-5E86-5DD7245F5DD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71275A-64D6-3A01-A882-A676D506EAF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CB42D-F00D-2344-E50D-2874344A0D6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D6D5CE-9252-BB76-49A9-F2CB20DFA62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2D8A59-907E-D626-0569-B14BD323EE1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BE5E8A-0AA9-C410-1D41-A0A7286BB06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0891E9-6007-C7F2-58D2-C099DAA4062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BA76EE-6F82-1502-4111-C7BD9740F55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5E4BF-24C0-FBBF-28FF-7A3C6406026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8D7C87-8068-92FC-7AEE-629DFA3BC25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B5DDB8-4B4C-B3D4-705C-394764339A6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BDB1D4-7BCE-2EAE-F001-9A835B7A90C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85ED94-A685-FF0E-9484-D21C34FDFDA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EA3B5C-5C6D-EB3E-96CA-BB5B1582493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713DAB-9AA3-2745-C106-56CF0506051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29F0B5C-98A6-4326-A24B-C8036F1A258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ED1284-603B-0574-3B44-025E3AA4C1A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4C967D-9CBF-1D31-403A-EED574D5464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BDDF70-CB19-7869-8068-1D66E3A5B7A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CD3199-AB7F-C7DF-8EA8-2060B93CE78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341FA2-E67B-824B-061B-A1825475943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039811-57FD-19E6-4C90-E5EEF628BBC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84A83F-9B51-9FF1-93DC-2BFB5862496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D2FA71-7562-6E15-7029-CBCF95AA186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674117-B4A2-E1E4-971F-C5E47FDF5DA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49DBFD-E970-FA75-DD28-5450D2B970B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E771FC-3210-5568-3C21-7D213C36EBC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30E722-03EC-FF7E-64AB-63A175E0B3D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E1DFF2-1B3F-BF4A-82B4-65C0E2F8A70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4429E5-FBAB-4F43-B78F-75CAAD2DBFF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310715-5DF6-E690-73DB-A53D071A2B8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5BDBBF-08EC-45DF-25D8-C45622D41FC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33E642-5543-1C47-00B1-611772B0D1B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ECEE76-05C2-87E4-B02A-9DDA8E53DD7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0A5412-FFEE-8412-F660-83DC750B928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153179-C2E9-8FA7-9BDA-75150AEF8ED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4922F5-19FC-C5D5-9375-E45C52E2C95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53A82C-F077-A2A1-A395-DEC7DB8E845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D038806-2FDC-AB44-DE52-7302C4357D9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CBF7BF-7869-E23A-C35F-4DEF5800C0B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609856-D511-F201-D6A7-EB7A18416C7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E703C4-8E8C-88EF-0C4B-F5606F20008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A89954-DEA0-46E9-4D92-C7FFB952781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B4FDE2-14A7-60D3-A83A-C5BCC81AFDE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6269F3-F691-3A63-46E6-A0EADF13ACB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663886-1680-4CC2-591D-CDC235799E6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373FB2-F87D-2F0C-A8B9-A9F3FE3CC90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628B426-6586-1338-A94F-B245C4DCA08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4DD4FD-69F3-8F03-0F4D-0FF58F91838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81128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C239-5D3C-32B9-D48B-2BDBDA97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1057F5-7B49-5A85-EB4D-3FC180C982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center block, the remaining digits (579)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ABF47C-96B1-E0D2-AD24-E8BE46165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9968AC-A22A-0792-322C-9E530663D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3A4B32-C568-2FB5-C3F9-735286513B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F9A2D6A-3885-7ED1-0CBC-4FC1EDDCA6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0F1DFED-FBD1-BB7C-DADD-8425C5E5844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59F4CB-096F-CD42-9488-09E08191881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9978DA-C37F-BBE2-A08B-B0FE9FD8FB0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1DD012-05A7-DF0F-80AF-418806794C6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EEF930-83FF-F838-0701-CE340F64CDE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1F7920-ECD5-16F9-8703-D3269DF3202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608371-E7AD-BB3A-C37D-BA425C7BCCD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0F06F1-7A29-FAF1-8B98-E6587B01026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3F709D-2153-E346-DC52-20655C8FF01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C5AA1D-2E62-31E7-E31D-951188CF570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F592A4-FFD7-6338-F761-1CA950D4723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075C8D-404D-1167-46AE-16C9B1296E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EEBE75-44E0-791B-67A7-428C172403B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E0EF71-292F-1248-1701-94D11A858D0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77E9B1-E718-5071-5AC7-1188BC18D15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9DE1E1-F534-ECF5-5F93-6DC90586FDB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1DE44E-27BF-3AAC-EF87-6D64F679ABB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D1092A-B8F8-0874-600A-F10F541563F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024E81-A8C9-D708-C33F-5DC990F2282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E41098-874E-B1EA-6AF3-05BB01472C8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35ACDF-04ED-60A9-6E51-B9DD11B158F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D40F79-FB0F-9A85-A071-3E2C99135D9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07784E-B1DA-82DD-9766-C83DCB0D943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4B3964-1B3B-E9BA-15F3-5B9322494EB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C90BD5-CD3F-418E-CC58-BEFD257E7D6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F8FD83-8D9A-197C-34C7-A0FBEF9DC61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504F5A-34B7-5B51-C445-C60171B7DB4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9EF74A-AA84-D8EA-EA3C-4C7B647D6EE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959292-F482-75AF-CF38-9F68A360B2A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E301BB-A031-B385-5BB7-E0DE7FA682C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0CAE9-B412-5E21-AEDD-25D83D52A96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11B847-F7D2-6B23-C1A7-1E4FE4B758B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E83259-8AB8-43EC-06A9-B302F7C51B8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10DA93-AE73-3E20-2F2D-87EF879FFEA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B47700-D5C4-6976-E89E-ED6973E1302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77D23B-2D3D-A683-C2FC-B4671845EE9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B935DB-BEC0-F67E-1414-7132F4A53F7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C9D4C6-CE93-6F83-6C57-E9B479E6A51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81D755-F642-D847-B6B3-894D91B1EBB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9313F8-6A55-BDC7-E05C-14A2AF1C8CE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4E2D9A-4E86-7FD7-3A19-254BC896D0F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C2BE47-92DE-F26B-BEDA-B8BAF2DD370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BE960C-6350-5896-36E0-A0DA8C9F679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1EA92B-5F67-8989-FB8D-55D1CCA2FE7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0035AB-DCB4-049C-59FA-C688CC9F07B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21292E-7D5D-7B9F-049C-3D722ABF653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EB4A98-D19F-6DFC-E559-508A1EA4A6C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4DC58B-6E7B-6155-23E6-DF56135FC80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01DEE4-792C-F5C5-B4C0-7ACB320F2A4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0E8CC4-C0EB-9AF8-6A74-3AF926D0438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21D69F-BEDB-6901-B455-23748D668A5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5D6939-F101-6996-3190-892B8C83F2B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3F45EB-C035-5430-AD76-DCDEDCF82CF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BA6557-A74F-C822-1D1A-F0C6A92713B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68A7D9-A9EF-1D3D-2FFD-8C6E3181346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AF5466-2201-7910-5A9A-12C3AE6CFFD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DC1EBD-177B-7CB1-4C52-742D29D6AA0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E79FA5-2375-33B0-645E-0F24304D8C6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3537AB-B8F6-B76B-8CF3-F94D5A9A4EC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67212B-567E-7F59-EE89-2863EF9EBC0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D66722-92CD-58F0-4B2B-491F14E12A2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3DAF1B-04F3-DAC7-CEA9-F47D578F173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170EB3-76EB-484D-EF43-13D213CC4ED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4B9100-2ECE-E775-F750-28C22657A7C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438B8B-F91C-5B35-514A-E6C48E025D5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99F7CC-E9F8-A06C-855F-7CCEA8C8800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7E1DF7C-7A61-FAEB-73F7-5C5F8745A11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D78BEC0-AC14-E53B-8745-CF1D44791A2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1295675-6EFC-8BDC-66A9-02A131886EC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ACC9CF1-7FE6-C175-07B7-DD9C0695A4F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A9A9C24-7A99-8997-73DD-2CD906A3A6B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84DC296-F891-9DEE-3CA5-B0FCB090478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A39E8AB-3F17-1341-CCAC-734980FF3A4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796782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9E18-DE18-A215-73B8-39EF789BC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D160CA-0D76-8D4C-C6D9-F3F0FC122A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left center and right center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62D50C-0E4C-D675-2885-F847FB8F0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4C0EAA-0873-9F41-2EDD-F6E4761E3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557FC62-89E2-872A-E0CA-305A5BEB6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70D3B8-8CF4-4806-8854-E502B4312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778CA97-9AA4-8776-C5E9-17BF812E940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24F11D-9640-F752-5696-FE7D1C3DB15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CCFB4B-BC72-7B30-0606-B1C038A4193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A32F5A-28DB-1929-AAB7-8ABBC8E800D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B477CC-5B0D-A6F4-4BB1-BBA476EAEEF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9C3ED9-AF2D-30B0-B2E6-6BC3658911E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D4DD0E-2B4E-6244-FE21-E3C69EC01E2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3B577D-4493-E3C2-170E-E30ED19BAE8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082301-023F-6010-28D1-062C63A0165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3F1653-63DB-CA98-E160-76C5D240065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2EB4C1-D679-32C3-0EC6-E78A9E7CAF8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01F193-6F38-2BF8-A565-279B0B4A595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43F780-9C19-B896-B8E5-DE3EE0D1B65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077DE-A77B-5CCA-048D-745429AA199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A0C02B-83C8-A014-E70F-23507CD8EBA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B8D9A4-579C-D9EE-26B2-EACDCF1242B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9893A8-DAF7-DAEC-CF31-0E0DB9B79B2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84D898-75C2-B087-CDF0-98E3C1C5ECA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730BD-88E2-95CF-7086-9B32A437635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9F811-4D50-F8E7-A617-10DC83405A3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E34D15-F7C6-85D6-7B20-195F934E4C9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8E266F-5BCB-E320-83AA-57D9002F95F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DA4747-4F28-C6E1-009D-8AB8C3C88C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4AD2D6-07D3-FF68-102E-93B7429BBB3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18C9F6-A883-4FA4-0916-A47793371C5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3AF0-9371-06A5-01A3-D04FF6F0FFC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975995-29A4-BC6E-AC12-C97D28A6E3F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2AE194-E9C6-8831-2C20-AC572E5ADAD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DF56FA-7798-8243-06CF-92352EEAF41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F7EB20-4DA8-BFE9-29D3-B382425FAA8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C73A41-74E1-6D2D-2508-E9917EF8AB7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64AF6E-2B1A-2F07-734F-BFDF1F8E00A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4AD89F-FB9B-A6C7-F0E1-0403E067C9D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DF98B5-B5C9-AAD4-DF72-B8F9066AFB2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6AE6B9-07BD-329D-8A19-81874B07B7D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44001F-F04C-3683-5194-F127FED700E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8AF929-D8DF-DD81-7BDB-A0DF08ADB31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AB943A-EB5E-2A16-739A-0B039D1F154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D1010C8-ED98-3478-FF10-451E791262B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40ECDA-B431-E318-9A3C-B2F370D5737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420EFF-FD34-5C2D-F85A-086734B3173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C85E3B-514F-198F-4498-F198DF588B7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26AEA3-5193-63CD-7BAA-B818D028DCD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47A44A-AB10-932E-DEC8-824346638F3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E63CB1-D6D7-6F3F-91EE-63E50046972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396E2A-8295-8688-4A36-373246C8687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9D0FB7-E3FA-C176-B1B9-F74D2A1FF2C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90493C-3753-0CD3-F190-74C6ECAB24F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11AFDA-054A-8A12-FFFB-268DB17187C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42AB95-59BF-FDB7-9E0C-CF61F7283CA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0F543B-1B22-2B1D-6349-2064F5EF438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05E129-6502-508F-68BD-B0CBEC1C877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403DC2-572B-DBD5-FF38-BBC7B94E16F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1DC1C8-A5A2-0444-5CF6-255E74C4FAE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7F868F-1B17-77A3-47F6-9CC02A4651B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9A6ED7-221E-3B87-1CDD-9AF3BD0ACBA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FFD612-4AFC-26FE-B5AC-73563E8EBC7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B9807C-B6C7-0C68-F45D-FC9C6FC04D4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98CB63-D770-924A-4598-8F1A83F0550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B4F058-49FC-02A7-1FEE-6194060E1D2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04CD10-7810-E53B-0103-FD85D4D245A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B596C49-7C8D-DC68-0814-032DAA1B335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773B4F-092A-B6BF-8C68-9069991B129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E54182-58EA-AAA6-4321-DB9EDEF618C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170CB1-78E5-6984-8359-201DC21A135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980F46-60EF-12A8-D571-01DFCC5F981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D043D32-C106-B9BB-9821-B5CCFCF6B8F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CFD3886-3D31-ABF6-B9C6-C4CCA9007A1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5CC406-60F1-7AB0-3FCA-82845784E0D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92569B2-15AA-B71C-CFA0-311E91AAFF1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5CB0463-18B1-2A22-6DCD-13C4969250F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EE107A-4DC5-8B9C-20FC-8991AB8CD9B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667A656-D4A2-A1A3-F7A6-D13ADC1FBF2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39FE27-06E7-7830-887E-F0CC78E4095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6F5EB17-8475-AC37-3F47-2F7D5D10651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968C200-5FC6-8D2C-B29C-EDD11A37CE3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56D239C-6F0A-D11A-AE69-C176671FA71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26528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A7C83-2D23-291E-3BFE-2229FCD7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139A07-2361-D9D3-013C-FF694522E0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puzzle has two valid solutions. The first possibility is accepted as the correct one.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34DEBE-4B77-8355-DA0C-6C5252510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EF899F-FC8F-9FB2-ACA3-B73B75CB1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451036-CD3C-865D-B42B-C0D709904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E95E6B-7C4B-523D-4122-7AAA53B4EF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72EAB16-D100-1E46-182F-07194953672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03F997-D01F-92F0-B599-BB279E3BE60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9110E6-D162-58F3-81E7-57B30BBBB29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F85BF0-E3A3-13B4-A635-907FA41843C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D87162-5D06-6509-1652-B3C1CD0BC65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CC6046-6053-ECDE-6461-DDD6629B057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09FD91-39DA-E042-2CF2-16473615213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C9A168-905C-5019-973A-0AC1A630997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D6A590-B353-5BFC-DC68-0B19B4784E7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2B0804-198F-C0C9-6751-DA1F17676CB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AE2F96-9060-3C8C-EDCA-F4BF97364DB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C7647B-9376-CF0C-7912-D3212656E39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256CDE-F316-5A51-EA80-8DCA4CF96DB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27593E-6307-E296-470A-0031A51381A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A53F5F-F682-CF13-6A64-291EC3F1632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808CAB-1D59-4773-A85A-E69DBC6D0F9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7525CE-98E2-DC7D-7BC2-A2D0424BCAB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639009-03E4-53EE-9C0E-1E622B724A8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CE2588-833C-0960-296E-9B8D8842437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02915E-FABD-4A5E-81EF-6CC2B1B286C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C81025-1EC6-1AA9-054E-6AE4F03663C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04B8E6-6B86-7D51-5F8D-16FF027F1C5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9C5BF9-BD66-E5DC-5FB0-878A7C16F43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38BB36-348C-A0DA-0D9A-DD1BF0AAC13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81B878-1B79-F404-4F15-1E553BB7C84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C55229-1C77-63E9-7232-5465E18CE05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3CA59D-8878-CB98-69BF-C20F9771490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E0BD3-7E1E-F85A-3F4B-BD18AA6E53D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A6EB68-8BEA-92C5-F18D-1649E85ECCE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1C4378-C3BB-C24D-9B52-9AB7D8B2D73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8C4239-2187-1832-517B-E3FD824C7D2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B0B45B-4EF6-1C0A-AD6A-EDE9FC9A3A3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F4AE4B-91F2-507B-24F7-E5038EC95E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644ADD-9262-0544-6168-27F31514D82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A119AF-26E9-8E5D-93FF-D25F5B9B5BD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F92E9D-615C-AB48-E4CD-716CFB45A70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3B02B4-189F-4AB7-56AB-7EF0AAFBD03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8D1CF7-9C80-54DC-06C3-7FEC523398A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043AF3-CD33-A496-FB8C-C0E4F93FD22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E34CC51-CF44-B443-8E39-A2393172797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F3D71-2B99-292A-44A4-4730D71F1C7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136139-D0F4-91FB-F738-74B30A48DCA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A527DF-DADD-814A-2974-964750A8A0F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AD43BE-379F-3525-925B-008D955E869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DD0197-D893-0F9B-5A58-9CD31B3746C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EB7526-57E5-FA2A-F792-55506C6247B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9F9A95-B1CB-61DB-6B1E-040736DD395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719668-8DD6-6E32-6F54-38D7CC501D4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828B19-3AC0-9E93-D6F8-6BAA4DD8759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AF8934-DA36-5108-C44F-1AEBB3E5F8C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1F423A-E3D9-1AD9-D923-F1D07435D1F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625272-4372-F645-6CDB-AF1B2FCEABD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87BFB8-9856-C33F-3C8F-9F5C66B4FAB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BBC4FB-84ED-A33D-3AED-16276B51056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998DC4-EABF-491F-FF4A-83EC8DDB2A6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5EBE87-19B9-8755-350A-FDE13C23989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49CEFB5-75AD-1380-15A4-0E36A6E340D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B48652-4F49-69F6-B676-27817ED13DF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0D7C94-84BA-61ED-3234-DA026B18659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F0196-EA8E-B44C-CD20-C0CC2D73727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0E4D64-0A3F-F263-EBA6-BCFA2E00E8E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8B7BE7-1569-082C-72BE-C20E6A23ADD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07BF49-6F8E-CF0D-3BA6-C7BC52EAD2A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BC8C955-3218-690B-DF55-A3D18792B63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62B18F-D184-3F29-31BD-E8E6DC0DE94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8207C0-E50B-A83F-704F-661E09837E9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1B89BA-F3C2-B3CF-379C-D03B6BB7921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89526A-F0D2-6A56-D702-BCC5ECDD7AC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29C530-3819-CC0F-BA2C-E77B66F1351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881590D-8ADE-18C2-9162-1D5E07EE140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D24EF16-B904-06C4-C1C4-602090197BC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272915A-184D-4C74-B8D2-EFC795E76CA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6EEF2E4-8C6C-83A2-45BD-F3790F02592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AC7A8D-154F-7CD1-8887-24AF0E0261F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34D1192-4979-E376-D1D2-FF6E6ECD9F6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539DED7-3EF7-AF02-BB3D-ECA5C6073EA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371306-75BE-29E3-1D03-FE87A8E8910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98C853F-96B4-00D1-BC7D-4EAC71C977F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9BB92AE-6494-D744-9DE5-713B653B2D5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1F17AB2-4B2F-FE41-4D93-949F12B6F63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27E2517-6A2F-9A37-1F44-43C28B54243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829293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9974</TotalTime>
  <Words>2604</Words>
  <Application>Microsoft Macintosh PowerPoint</Application>
  <PresentationFormat>Widescreen</PresentationFormat>
  <Paragraphs>1951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389</cp:revision>
  <cp:lastPrinted>2025-12-02T00:08:17Z</cp:lastPrinted>
  <dcterms:created xsi:type="dcterms:W3CDTF">2024-03-19T02:13:08Z</dcterms:created>
  <dcterms:modified xsi:type="dcterms:W3CDTF">2026-10-01T19:51:50Z</dcterms:modified>
</cp:coreProperties>
</file>