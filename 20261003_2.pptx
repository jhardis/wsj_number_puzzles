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457" r:id="rId2"/>
    <p:sldId id="531" r:id="rId3"/>
    <p:sldId id="532" r:id="rId4"/>
    <p:sldId id="533" r:id="rId5"/>
    <p:sldId id="595" r:id="rId6"/>
    <p:sldId id="547" r:id="rId7"/>
    <p:sldId id="548" r:id="rId8"/>
    <p:sldId id="549" r:id="rId9"/>
    <p:sldId id="553" r:id="rId10"/>
    <p:sldId id="554" r:id="rId11"/>
    <p:sldId id="597" r:id="rId12"/>
    <p:sldId id="598" r:id="rId13"/>
    <p:sldId id="555" r:id="rId14"/>
    <p:sldId id="599" r:id="rId15"/>
    <p:sldId id="600" r:id="rId16"/>
    <p:sldId id="601" r:id="rId17"/>
    <p:sldId id="602" r:id="rId18"/>
    <p:sldId id="603" r:id="rId19"/>
    <p:sldId id="604" r:id="rId20"/>
    <p:sldId id="606" r:id="rId21"/>
    <p:sldId id="607" r:id="rId22"/>
    <p:sldId id="608" r:id="rId23"/>
    <p:sldId id="609" r:id="rId24"/>
    <p:sldId id="610" r:id="rId25"/>
    <p:sldId id="611" r:id="rId26"/>
    <p:sldId id="612" r:id="rId27"/>
    <p:sldId id="613" r:id="rId28"/>
    <p:sldId id="614" r:id="rId29"/>
    <p:sldId id="615" r:id="rId30"/>
    <p:sldId id="616" r:id="rId31"/>
    <p:sldId id="617" r:id="rId32"/>
    <p:sldId id="618" r:id="rId33"/>
    <p:sldId id="619" r:id="rId34"/>
    <p:sldId id="620" r:id="rId35"/>
    <p:sldId id="621" r:id="rId36"/>
    <p:sldId id="622"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000000"/>
    <a:srgbClr val="44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10"/>
    <p:restoredTop sz="94618"/>
  </p:normalViewPr>
  <p:slideViewPr>
    <p:cSldViewPr snapToGrid="0">
      <p:cViewPr varScale="1">
        <p:scale>
          <a:sx n="111" d="100"/>
          <a:sy n="111" d="100"/>
        </p:scale>
        <p:origin x="161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C2493-3D57-1700-0607-578F8FD6B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8E83C-E787-1217-6349-A39D69E808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D928C2-3A11-5EBF-4DB1-F801F07209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CDC632-EF12-7B1A-C8CC-83EA38ECDDBA}"/>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925665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B4948-D181-9695-9533-3D9538C67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374B6-B310-A7B2-0274-9F25BA30C0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2DF7F-27AB-701A-CCB4-EC8926C634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C6F78-08A7-87D9-2EF1-0C1D76BD6B63}"/>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57183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69409-3982-A985-EAE0-490C482E5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155D3C-637B-2D29-AB9A-F9483FE601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0D683-0911-8A31-9F45-BEA8809A8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D2F8B7-E60B-2328-D262-C3846A35BDA5}"/>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9317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58C52-9B6D-DDE8-02FE-67523AE82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535BA-96AE-334D-2395-589A90F92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2035E-BE96-98FD-A4FC-10EF3BA334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41850-9503-89D5-5EED-EB2E3311C4C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336485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F149-B164-8110-DBF7-DB769C92FB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657B8-B358-C9B7-874A-15209864A9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76D0A-143E-B53F-EF71-37694D482C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2B7092-ACBF-CF3C-19B7-A6A874B93989}"/>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3450864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5ECE4-194D-BD9D-2B59-24A88485E2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0D2772-89E6-F74D-9424-3CF77964B6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44E6B-4028-859C-BB2B-36C39FEFBC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23AB5-DCF2-AB50-3443-CD22F465D4DD}"/>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2147291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4FB0C-756F-CF3B-5E2C-7C08FF6E95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7D841-3D72-42C6-8CF5-35B4CD44EE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7C0CBD-2DEB-18AA-5A8C-684CC51142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436577-BEA6-2BDE-57BE-D7C3703C84D3}"/>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3804182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3C34-398E-B889-F4F0-4147DE715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FDDF9C-A984-602E-BE97-9935718D3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5C911-C900-30E6-E689-98836ADD63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5A541D-CC25-75B7-5664-9FD25054981F}"/>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136530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185DE-C8D1-7775-1ECE-DCA7D8467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2B4BDF-EEC2-AC32-94E9-F4909C3D98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6171A-52D4-1ACA-0A50-8DF4BB6888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1DCDC7-A41B-1C11-87B0-3C064CF30CE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9432610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15B8E-3489-CBEE-21BF-16D4A329D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A64E9-C539-4904-AD66-CD64EF740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CA71C-8F0B-4ABC-C84F-DC28E9D168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C27A05-A990-69E9-CB5E-4BB0897B483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2035096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15F41-CEA1-AAFF-984E-C85C7EE25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A2375F-35AC-ADAA-4A0C-F38C3074D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32BCA7-2C07-994D-42C0-92FB71ECC2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FB628E-6ADE-C6D1-B37E-2BF9A10A9404}"/>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18372688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8EA8-90B5-7455-9CE7-C051F345BB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BB0F5-7DF2-8BB7-E42E-7930CE9A78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1E038-6BC7-AA54-1D88-E0F69E6451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22F940-49C1-AFEF-77FC-47523A472BC7}"/>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35075653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EDEEA-A859-31EE-D4A0-6FE803D2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04D74-094F-AE62-42BB-5610067153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7DB421-A26B-F251-F673-2F0644FD09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31B02A-C187-72D8-6DCF-D99625156CC5}"/>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31131714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A93EE-1B4E-AA2A-CB43-0941793BAA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4E67DA-9D7F-F74F-B6AE-9730FF007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B0286-615F-2D17-4FEB-2F18F008D3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875A34-A23E-C1BE-04F7-F31AB0BFAD99}"/>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1183510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018C-28B1-DFA8-5AAE-3B516AD784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1B7E2-FED5-39B9-E81C-33B584DAE8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0B9D5C-DF81-03D8-70BB-2E94ADA84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EEF5F1-0C97-2BBC-5C6F-875D2697066E}"/>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1311609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C042D-1544-F583-0F88-7233F2F6F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1B9CC9-CAF3-8900-85B0-D92F2B786F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B05AB2-9B63-511A-F354-C28DFAA03D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8AA24D-ECC8-C921-27FD-E0C2FF55B0DC}"/>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8378951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38A72-AF16-300F-BCE2-A4223FB04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2B750-BD95-D8F6-2823-B400AB7794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949D-BEF7-8BBE-F085-1A40D6C4D7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A8803D-45E4-4002-EB5A-FCB46E97A518}"/>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1101050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7DFB2-CF13-7E18-2B10-4B19DCC54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822EF-5C9D-D047-C3A1-1E543427D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A1F8F7-FC8F-6D40-60B0-16C58269CB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963E30-15A2-79F2-78A8-A3B7A2907D17}"/>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42940777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97924-3734-67D0-EB9A-FF0A35FF5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A0839-0EB7-176C-07D1-55644C02A0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A78C9E-F97A-C852-0BB3-195BDDC14B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521281-6085-455B-0AFF-828BDC8248EE}"/>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1595522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238BA-0228-AFD3-71BC-92DBAA54D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D68C6E-A286-7B1A-3E33-B5D99642F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A68528-8C00-7579-972F-7796E8C067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7B7FF1-0D02-B1AD-68CB-907D2ED5B7B0}"/>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721241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A3505-5F61-5BF7-B8DE-F06E12CA21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2A8FD-2F5D-5D65-A15A-172A83F5D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A44D01-D224-CB99-FF82-04A4DC8101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2C9A41-6A3A-A096-328E-B418BA6EFF01}"/>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6098611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6DAB1-EA83-CBF0-412E-AB86BC468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C4CC3D-D1E1-C799-4C6F-8CA79D014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DE80F-37DB-60D3-59E9-A2A35A0C4D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28660C-85D2-E936-2ACD-600687CA6B16}"/>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7752020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4ECC6-9DC2-9558-6981-2B82638843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42EB5-5972-92F5-4378-2F004DBE4B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73C4F-3C2E-82A0-0798-BF043914C2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93C2E2-57BC-50FC-6A58-1292C78B88EB}"/>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5807860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86A27-0B1A-C156-4D07-328AFA4B7C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D1637-E80E-6A65-68A6-EDABB6C7E1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CACA24-A339-0D1E-72FB-88EBB7645A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891B68-D64D-60BD-459E-67D4B0217105}"/>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79910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E040C-AAAD-2BD1-9AFB-7DF81B8EFC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79C0B0-4C69-2428-B6EC-D2AE51CCD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EFE1-4402-E4F2-F523-BD228D6E00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D41E17-11BC-4576-197B-05A7FB009BED}"/>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3258446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5B573-EB62-8692-53EA-E7B074F0BC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83D786-512A-B20C-E8FF-D52242FB9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1BE9F4-7401-3E46-8F1E-00388C23F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97DF2B-0D3A-FFFF-D111-0A149F0D9F60}"/>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207667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E4438-6CF0-530E-1A5C-6D23C89D5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2794B1-16B2-63CD-653B-27C213A57A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BF5D3-4357-A256-ED99-FB3AC8905F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E04DC8-396A-6B4E-C349-63EA3D6A630F}"/>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1719024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90C28-AA27-E27A-A145-6C152858E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88FCD7-7ED0-2D2C-9829-F4477455F6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05C0F9-F98C-35A7-4870-90A74C1A4E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2A779E-EAD9-2807-12F8-361F98F5C817}"/>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158090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965F9-18DE-AD5F-A5D9-351CB786EA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B33C6-702D-892B-4D4A-00EEA3813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542B15-896F-5A66-A230-C6A251511F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4A1235-CA6B-FA8E-41AD-988320E8372F}"/>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8338437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F31F2-A100-D3DB-FC24-0A9B8F3C07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99BDD-B7A0-320B-4A4D-D7FE2CDA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9ADCA-50F1-4DDF-9057-7BA05DDA05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6EACA9-4541-D127-9AB3-C84C2B78F9C1}"/>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29788868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2BFEA-6DE8-16C3-B3DA-B75E2AE2C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DB105-454C-4289-98C5-C725975F78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A3AB8C-0F9B-A08B-7942-5A3FC1D534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BEF7F6-4890-FEC6-62B8-8FBCE9E0E5A3}"/>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7319991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5AE3-30D6-0424-1436-FAFFB77D2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C3F83-A547-54AF-52CE-813F60BF7D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5F513-6B82-84F6-7AF6-4B48DC5BAA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1B5D0A-A449-3757-012B-40FB1377308E}"/>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6858283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22471-2F6B-6ED0-03A2-43BD045EC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E7A03-EDE6-B74E-0227-24EF2D9D8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87B7C-93DD-2743-CA51-5C3257238B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4DAD52-28DE-0EC6-9C31-5C4340590E2B}"/>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466350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4522-5A99-AF88-3600-0CB9BF177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E901B1-1141-E7EC-3E2E-09DDEE04EE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45F4E-5768-B67A-C07D-EA675F8CD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9647EB-7313-6E15-499D-1C7DAC34B802}"/>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370279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1AD8-F024-CE86-7F9F-ADD3C3471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8C94E-8109-A0AE-A0D1-8BD6F705C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932759-00B7-4A47-E790-8C2B47F278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41235D-7664-7B5D-F038-E0394B746D86}"/>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5539880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5A0C86-D508-A75B-954C-7147FB69F1DC}"/>
              </a:ext>
            </a:extLst>
          </p:cNvPr>
          <p:cNvPicPr>
            <a:picLocks noChangeAspect="1"/>
          </p:cNvPicPr>
          <p:nvPr userDrawn="1"/>
        </p:nvPicPr>
        <p:blipFill>
          <a:blip r:embed="rId2"/>
          <a:stretch>
            <a:fillRect/>
          </a:stretch>
        </p:blipFill>
        <p:spPr>
          <a:xfrm>
            <a:off x="3164561" y="751405"/>
            <a:ext cx="4546599" cy="4546599"/>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5" name="TextBox 4">
            <a:extLst>
              <a:ext uri="{FF2B5EF4-FFF2-40B4-BE49-F238E27FC236}">
                <a16:creationId xmlns:a16="http://schemas.microsoft.com/office/drawing/2014/main" id="{CA82B112-4E67-80D8-6F6D-79D34EB34B2A}"/>
              </a:ext>
            </a:extLst>
          </p:cNvPr>
          <p:cNvSpPr txBox="1"/>
          <p:nvPr userDrawn="1"/>
        </p:nvSpPr>
        <p:spPr>
          <a:xfrm>
            <a:off x="270933" y="166629"/>
            <a:ext cx="11650134" cy="738664"/>
          </a:xfrm>
          <a:prstGeom prst="rect">
            <a:avLst/>
          </a:prstGeom>
          <a:noFill/>
        </p:spPr>
        <p:txBody>
          <a:bodyPr wrap="square" rtlCol="0">
            <a:spAutoFit/>
          </a:bodyPr>
          <a:lstStyle/>
          <a:p>
            <a:r>
              <a:rPr lang="en-US" sz="1400" b="1" kern="1200" dirty="0">
                <a:solidFill>
                  <a:schemeClr val="tx1"/>
                </a:solidFill>
                <a:effectLst/>
                <a:latin typeface="+mn-lt"/>
                <a:ea typeface="+mn-ea"/>
                <a:cs typeface="+mn-cs"/>
              </a:rPr>
              <a:t>All Blacks by </a:t>
            </a:r>
            <a:r>
              <a:rPr lang="en-US" sz="1400" b="1" kern="1200" dirty="0" err="1">
                <a:solidFill>
                  <a:schemeClr val="tx1"/>
                </a:solidFill>
                <a:effectLst/>
                <a:latin typeface="+mn-lt"/>
                <a:ea typeface="+mn-ea"/>
                <a:cs typeface="+mn-cs"/>
              </a:rPr>
              <a:t>CtC</a:t>
            </a:r>
            <a:endParaRPr lang="en-US" sz="1400" b="1"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On a black dot, one digit is double the other. ALL possible black dots are given. On a white dot, digits are consecutive. NOT ALL possible white dots are given.</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39C79-AB14-0211-A867-CFC5AD19CC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892C41-C036-4CE5-775A-FFB843A016C1}"/>
              </a:ext>
            </a:extLst>
          </p:cNvPr>
          <p:cNvSpPr>
            <a:spLocks noGrp="1"/>
          </p:cNvSpPr>
          <p:nvPr>
            <p:ph sz="half" idx="1"/>
          </p:nvPr>
        </p:nvSpPr>
        <p:spPr/>
        <p:txBody>
          <a:bodyPr/>
          <a:lstStyle/>
          <a:p>
            <a:r>
              <a:rPr lang="en-US" dirty="0"/>
              <a:t>The possible black-dot pair are 1-2, 2-4, 4-8, and 3-6. When there’s a sequence of two or three doublings without the possibility of repeats, they must come from the 1-2-4-8 sequence.</a:t>
            </a:r>
          </a:p>
        </p:txBody>
      </p:sp>
      <p:pic>
        <p:nvPicPr>
          <p:cNvPr id="4" name="Picture 3" descr="A grid of sudoku puzzle&#10;&#10;Description automatically generated">
            <a:extLst>
              <a:ext uri="{FF2B5EF4-FFF2-40B4-BE49-F238E27FC236}">
                <a16:creationId xmlns:a16="http://schemas.microsoft.com/office/drawing/2014/main" id="{FD60B5EF-A8B1-6207-C952-E8C2B99930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567E56-7352-D034-085C-1C3539CCB5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FDAA0BB-3F3D-BDAA-5C15-DB0AA9FB5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7F0635F-BB99-D7A7-23AF-636F38C941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0BCE6C-406E-9508-7DF4-C367FE4E5FC9}"/>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C7B5AF89-73FC-CE15-A520-0A954FDE5C95}"/>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655BE179-A1AD-BE24-706A-D53841F59BE4}"/>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5EC03C86-71A2-D29C-7515-895182BEDB88}"/>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2067CADC-520D-AE61-E920-B9ACA3255312}"/>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156E8BA5-5357-366E-28AC-134575131877}"/>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285F415F-7819-06E7-24F6-9F1467505C17}"/>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823E92EB-52E9-891E-3C1E-60BB187E3B7B}"/>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Tree>
    <p:extLst>
      <p:ext uri="{BB962C8B-B14F-4D97-AF65-F5344CB8AC3E}">
        <p14:creationId xmlns:p14="http://schemas.microsoft.com/office/powerpoint/2010/main" val="2860418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87D62-6DEC-461F-DD12-EF26E00432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40D62C-128C-CA6B-CC1D-EE815DD17D17}"/>
              </a:ext>
            </a:extLst>
          </p:cNvPr>
          <p:cNvSpPr>
            <a:spLocks noGrp="1"/>
          </p:cNvSpPr>
          <p:nvPr>
            <p:ph sz="half" idx="1"/>
          </p:nvPr>
        </p:nvSpPr>
        <p:spPr/>
        <p:txBody>
          <a:bodyPr/>
          <a:lstStyle/>
          <a:p>
            <a:r>
              <a:rPr lang="en-US" dirty="0"/>
              <a:t>We can extend the upper one a bit.</a:t>
            </a:r>
          </a:p>
        </p:txBody>
      </p:sp>
      <p:pic>
        <p:nvPicPr>
          <p:cNvPr id="4" name="Picture 3" descr="A grid of sudoku puzzle&#10;&#10;Description automatically generated">
            <a:extLst>
              <a:ext uri="{FF2B5EF4-FFF2-40B4-BE49-F238E27FC236}">
                <a16:creationId xmlns:a16="http://schemas.microsoft.com/office/drawing/2014/main" id="{2A1F4266-B77A-D3BF-E14B-508CA8E95BD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A292E3-4D9D-3641-0BF4-14CDA5575E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B7BAE3-74E4-46C1-9C9E-F7DA30B7E9D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4A3B16-BCB4-243C-23C6-B5031003CBF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315DEF-B522-CD89-95E7-430BAA79D497}"/>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7BA0BBDF-DE63-54F1-9370-99271BEBDA7B}"/>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0BEFE4EF-B1D6-EE65-5C9B-E8DB24FCBB83}"/>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79C2F749-5E29-6BC5-7758-715E47B11D1E}"/>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77D541F-D938-7EB6-9FD0-545ADE81F29F}"/>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E82C0D40-2405-D537-F1AF-00EAF0A08372}"/>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58F17E90-A1A4-2583-8E50-D3AE09806F54}"/>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EE80DBD8-2AA2-6ED8-B763-7527EBF134B4}"/>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5" name="TextBox 14">
            <a:extLst>
              <a:ext uri="{FF2B5EF4-FFF2-40B4-BE49-F238E27FC236}">
                <a16:creationId xmlns:a16="http://schemas.microsoft.com/office/drawing/2014/main" id="{C00ABDAD-A466-8333-ED15-431B8061F96D}"/>
              </a:ext>
            </a:extLst>
          </p:cNvPr>
          <p:cNvSpPr txBox="1"/>
          <p:nvPr/>
        </p:nvSpPr>
        <p:spPr>
          <a:xfrm>
            <a:off x="565009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Tree>
    <p:extLst>
      <p:ext uri="{BB962C8B-B14F-4D97-AF65-F5344CB8AC3E}">
        <p14:creationId xmlns:p14="http://schemas.microsoft.com/office/powerpoint/2010/main" val="3149357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4D2F8-F5F3-4768-60EF-4EAF6C7D88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6CB292-BFD6-BFD6-F4E6-3E709728B501}"/>
              </a:ext>
            </a:extLst>
          </p:cNvPr>
          <p:cNvSpPr>
            <a:spLocks noGrp="1"/>
          </p:cNvSpPr>
          <p:nvPr>
            <p:ph sz="half" idx="1"/>
          </p:nvPr>
        </p:nvSpPr>
        <p:spPr/>
        <p:txBody>
          <a:bodyPr/>
          <a:lstStyle/>
          <a:p>
            <a:r>
              <a:rPr lang="en-US" dirty="0"/>
              <a:t>This series must also be in the pattern.</a:t>
            </a:r>
          </a:p>
        </p:txBody>
      </p:sp>
      <p:pic>
        <p:nvPicPr>
          <p:cNvPr id="4" name="Picture 3" descr="A grid of sudoku puzzle&#10;&#10;Description automatically generated">
            <a:extLst>
              <a:ext uri="{FF2B5EF4-FFF2-40B4-BE49-F238E27FC236}">
                <a16:creationId xmlns:a16="http://schemas.microsoft.com/office/drawing/2014/main" id="{5BD1823A-2B6F-6A98-0C29-ABAC629FA0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4066BF-03F3-373A-D57D-C6181026C3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CD591B-3393-7F54-5256-067307CD1F1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C28737-2591-9B5D-268B-EB8BA6B74E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C20DEF-9649-8890-5A02-C9216393A8B9}"/>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5C1738B9-6ED4-18D1-76DA-B883B1759715}"/>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0ED7B330-9C26-3C0D-9033-2BE61279240A}"/>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E4ACE900-006D-8DEB-8685-EAB47DD6E0CA}"/>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9CB4E443-F24A-D67E-EF6A-30FFAC3C72A1}"/>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D957835C-9AED-E0E1-8A7F-916864E0385B}"/>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9D2C1793-A480-A38D-8A92-4156A96A1267}"/>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F020A5C6-DC13-6EFB-F5BE-CE5737657A8C}"/>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5" name="TextBox 14">
            <a:extLst>
              <a:ext uri="{FF2B5EF4-FFF2-40B4-BE49-F238E27FC236}">
                <a16:creationId xmlns:a16="http://schemas.microsoft.com/office/drawing/2014/main" id="{78CC98C2-DDFF-D4C7-4702-DAF012754E82}"/>
              </a:ext>
            </a:extLst>
          </p:cNvPr>
          <p:cNvSpPr txBox="1"/>
          <p:nvPr/>
        </p:nvSpPr>
        <p:spPr>
          <a:xfrm>
            <a:off x="565009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6" name="TextBox 15">
            <a:extLst>
              <a:ext uri="{FF2B5EF4-FFF2-40B4-BE49-F238E27FC236}">
                <a16:creationId xmlns:a16="http://schemas.microsoft.com/office/drawing/2014/main" id="{30A512A2-ADF0-BDBB-B6B9-0846012B2CB0}"/>
              </a:ext>
            </a:extLst>
          </p:cNvPr>
          <p:cNvSpPr txBox="1"/>
          <p:nvPr/>
        </p:nvSpPr>
        <p:spPr>
          <a:xfrm>
            <a:off x="3138310" y="3406653"/>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81</a:t>
            </a:r>
          </a:p>
        </p:txBody>
      </p:sp>
      <p:sp>
        <p:nvSpPr>
          <p:cNvPr id="17" name="TextBox 16">
            <a:extLst>
              <a:ext uri="{FF2B5EF4-FFF2-40B4-BE49-F238E27FC236}">
                <a16:creationId xmlns:a16="http://schemas.microsoft.com/office/drawing/2014/main" id="{E8FC7A88-9101-422B-0EC2-9B657124E220}"/>
              </a:ext>
            </a:extLst>
          </p:cNvPr>
          <p:cNvSpPr txBox="1"/>
          <p:nvPr/>
        </p:nvSpPr>
        <p:spPr>
          <a:xfrm>
            <a:off x="313831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42</a:t>
            </a:r>
          </a:p>
        </p:txBody>
      </p:sp>
      <p:sp>
        <p:nvSpPr>
          <p:cNvPr id="18" name="TextBox 17">
            <a:extLst>
              <a:ext uri="{FF2B5EF4-FFF2-40B4-BE49-F238E27FC236}">
                <a16:creationId xmlns:a16="http://schemas.microsoft.com/office/drawing/2014/main" id="{BC19A649-2127-5D5D-EFBA-9E3E312DAF39}"/>
              </a:ext>
            </a:extLst>
          </p:cNvPr>
          <p:cNvSpPr txBox="1"/>
          <p:nvPr/>
        </p:nvSpPr>
        <p:spPr>
          <a:xfrm>
            <a:off x="3138310" y="4408541"/>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9" name="TextBox 18">
            <a:extLst>
              <a:ext uri="{FF2B5EF4-FFF2-40B4-BE49-F238E27FC236}">
                <a16:creationId xmlns:a16="http://schemas.microsoft.com/office/drawing/2014/main" id="{0E8C2B73-E129-F653-8EC0-57C538F8FABC}"/>
              </a:ext>
            </a:extLst>
          </p:cNvPr>
          <p:cNvSpPr txBox="1"/>
          <p:nvPr/>
        </p:nvSpPr>
        <p:spPr>
          <a:xfrm>
            <a:off x="3138310" y="4909484"/>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Tree>
    <p:extLst>
      <p:ext uri="{BB962C8B-B14F-4D97-AF65-F5344CB8AC3E}">
        <p14:creationId xmlns:p14="http://schemas.microsoft.com/office/powerpoint/2010/main" val="4207735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3430-ED12-6DA5-D50D-C55174873F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07C25BE-E174-8B02-2895-8777E962CE3C}"/>
              </a:ext>
            </a:extLst>
          </p:cNvPr>
          <p:cNvSpPr>
            <a:spLocks noGrp="1"/>
          </p:cNvSpPr>
          <p:nvPr>
            <p:ph sz="half" idx="1"/>
          </p:nvPr>
        </p:nvSpPr>
        <p:spPr/>
        <p:txBody>
          <a:bodyPr/>
          <a:lstStyle/>
          <a:p>
            <a:r>
              <a:rPr lang="en-US" dirty="0"/>
              <a:t>The cell in Column 1 precludes this being a 2 or a 4. So, it has to reverse back to a 1 or an 8.</a:t>
            </a:r>
          </a:p>
        </p:txBody>
      </p:sp>
      <p:pic>
        <p:nvPicPr>
          <p:cNvPr id="4" name="Picture 3" descr="A grid of sudoku puzzle&#10;&#10;Description automatically generated">
            <a:extLst>
              <a:ext uri="{FF2B5EF4-FFF2-40B4-BE49-F238E27FC236}">
                <a16:creationId xmlns:a16="http://schemas.microsoft.com/office/drawing/2014/main" id="{B92A8BC4-14E6-A286-DED0-D5A3AC1EFB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0D887F0-10C0-54B5-A28F-C4549D1024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450C9A-CF2E-5F1A-5E39-AA76A4511D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97DA11-5EB7-45A8-E7D2-FDFF13FC1CF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622E46-5E10-0107-EE2E-8664190F225B}"/>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D82CCDD3-A2E7-E94B-BD04-0E56C265F038}"/>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FB41CEC9-33E5-7EC7-DCBD-02D32E4FBA47}"/>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E1BB4A7A-BDA6-2A14-A0DC-87DD76741657}"/>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378317C-C7D3-2B9C-40B9-09908073D2B4}"/>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B24CF62E-65F2-CD69-B4EC-49669D61E05B}"/>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E592731D-1928-5A5D-19A1-F5C46A877C85}"/>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2EEA9DCC-3B5C-7E79-B637-FD036350B362}"/>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5" name="TextBox 14">
            <a:extLst>
              <a:ext uri="{FF2B5EF4-FFF2-40B4-BE49-F238E27FC236}">
                <a16:creationId xmlns:a16="http://schemas.microsoft.com/office/drawing/2014/main" id="{C0347540-EEB6-9EB9-8219-F8113AD8C440}"/>
              </a:ext>
            </a:extLst>
          </p:cNvPr>
          <p:cNvSpPr txBox="1"/>
          <p:nvPr/>
        </p:nvSpPr>
        <p:spPr>
          <a:xfrm>
            <a:off x="565009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6" name="TextBox 15">
            <a:extLst>
              <a:ext uri="{FF2B5EF4-FFF2-40B4-BE49-F238E27FC236}">
                <a16:creationId xmlns:a16="http://schemas.microsoft.com/office/drawing/2014/main" id="{37E5C7E0-B081-B226-15A4-15D68C524B74}"/>
              </a:ext>
            </a:extLst>
          </p:cNvPr>
          <p:cNvSpPr txBox="1"/>
          <p:nvPr/>
        </p:nvSpPr>
        <p:spPr>
          <a:xfrm>
            <a:off x="3138310" y="3406653"/>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81</a:t>
            </a:r>
          </a:p>
        </p:txBody>
      </p:sp>
      <p:sp>
        <p:nvSpPr>
          <p:cNvPr id="17" name="TextBox 16">
            <a:extLst>
              <a:ext uri="{FF2B5EF4-FFF2-40B4-BE49-F238E27FC236}">
                <a16:creationId xmlns:a16="http://schemas.microsoft.com/office/drawing/2014/main" id="{A5C6F4EE-2164-DF19-7E9D-BAD867CAD3B7}"/>
              </a:ext>
            </a:extLst>
          </p:cNvPr>
          <p:cNvSpPr txBox="1"/>
          <p:nvPr/>
        </p:nvSpPr>
        <p:spPr>
          <a:xfrm>
            <a:off x="313831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42</a:t>
            </a:r>
          </a:p>
        </p:txBody>
      </p:sp>
      <p:sp>
        <p:nvSpPr>
          <p:cNvPr id="18" name="TextBox 17">
            <a:extLst>
              <a:ext uri="{FF2B5EF4-FFF2-40B4-BE49-F238E27FC236}">
                <a16:creationId xmlns:a16="http://schemas.microsoft.com/office/drawing/2014/main" id="{2F9B3A8E-3757-9595-78D1-E2DEB0779632}"/>
              </a:ext>
            </a:extLst>
          </p:cNvPr>
          <p:cNvSpPr txBox="1"/>
          <p:nvPr/>
        </p:nvSpPr>
        <p:spPr>
          <a:xfrm>
            <a:off x="3138310" y="4408541"/>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9" name="TextBox 18">
            <a:extLst>
              <a:ext uri="{FF2B5EF4-FFF2-40B4-BE49-F238E27FC236}">
                <a16:creationId xmlns:a16="http://schemas.microsoft.com/office/drawing/2014/main" id="{D44EBFCE-BEE9-3C2B-C326-AA206709653D}"/>
              </a:ext>
            </a:extLst>
          </p:cNvPr>
          <p:cNvSpPr txBox="1"/>
          <p:nvPr/>
        </p:nvSpPr>
        <p:spPr>
          <a:xfrm>
            <a:off x="3138310" y="4909484"/>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
        <p:nvSpPr>
          <p:cNvPr id="20" name="TextBox 19">
            <a:extLst>
              <a:ext uri="{FF2B5EF4-FFF2-40B4-BE49-F238E27FC236}">
                <a16:creationId xmlns:a16="http://schemas.microsoft.com/office/drawing/2014/main" id="{11C698AE-27A1-6A8D-0F85-A776F55AF2F1}"/>
              </a:ext>
            </a:extLst>
          </p:cNvPr>
          <p:cNvSpPr txBox="1"/>
          <p:nvPr/>
        </p:nvSpPr>
        <p:spPr>
          <a:xfrm>
            <a:off x="5147734"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Tree>
    <p:extLst>
      <p:ext uri="{BB962C8B-B14F-4D97-AF65-F5344CB8AC3E}">
        <p14:creationId xmlns:p14="http://schemas.microsoft.com/office/powerpoint/2010/main" val="3287795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7FC29-EFF5-6132-67F3-D187C66059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7BE64C-7EB3-9F19-D377-5EC3C27AE1B4}"/>
              </a:ext>
            </a:extLst>
          </p:cNvPr>
          <p:cNvSpPr>
            <a:spLocks noGrp="1"/>
          </p:cNvSpPr>
          <p:nvPr>
            <p:ph sz="half" idx="1"/>
          </p:nvPr>
        </p:nvSpPr>
        <p:spPr/>
        <p:txBody>
          <a:bodyPr/>
          <a:lstStyle/>
          <a:p>
            <a:r>
              <a:rPr lang="en-US" dirty="0"/>
              <a:t>Since neither side of this black dot can be 2 or 4, this must be a 3-6 pair.</a:t>
            </a:r>
          </a:p>
        </p:txBody>
      </p:sp>
      <p:pic>
        <p:nvPicPr>
          <p:cNvPr id="4" name="Picture 3" descr="A grid of sudoku puzzle&#10;&#10;Description automatically generated">
            <a:extLst>
              <a:ext uri="{FF2B5EF4-FFF2-40B4-BE49-F238E27FC236}">
                <a16:creationId xmlns:a16="http://schemas.microsoft.com/office/drawing/2014/main" id="{600AD583-BBFD-CD7F-D8A5-71B044FB46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5863A90-94B4-F0A5-DC38-92F2CA27D3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4379A6-5712-BD99-1AE5-5D7A1CA3C2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0B0FCD-2456-E20D-9756-9FC189FBE8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EB72DCF-5936-99A3-40A1-60147B60E172}"/>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01E22FC6-DEC7-64DD-FF3C-2006062802E9}"/>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61CB738C-AFCA-ED99-339D-26E604ECFFD7}"/>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2491E61E-35F2-DD1C-7468-0D44016091DD}"/>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7B68CA28-2991-170D-F823-FE39B3ACDDA7}"/>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1C6D5E57-2312-C0C5-BA51-8A4909288414}"/>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87B4A936-C13B-1ED3-729F-5F63BA2A3B41}"/>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157D7B62-4423-8381-F00C-755082453127}"/>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5" name="TextBox 14">
            <a:extLst>
              <a:ext uri="{FF2B5EF4-FFF2-40B4-BE49-F238E27FC236}">
                <a16:creationId xmlns:a16="http://schemas.microsoft.com/office/drawing/2014/main" id="{6E8E6CF9-5AAF-5BE8-99A9-81AB014401E2}"/>
              </a:ext>
            </a:extLst>
          </p:cNvPr>
          <p:cNvSpPr txBox="1"/>
          <p:nvPr/>
        </p:nvSpPr>
        <p:spPr>
          <a:xfrm>
            <a:off x="565009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6" name="TextBox 15">
            <a:extLst>
              <a:ext uri="{FF2B5EF4-FFF2-40B4-BE49-F238E27FC236}">
                <a16:creationId xmlns:a16="http://schemas.microsoft.com/office/drawing/2014/main" id="{16B75F2E-AD9A-3D66-0376-CCA5DEE37CBF}"/>
              </a:ext>
            </a:extLst>
          </p:cNvPr>
          <p:cNvSpPr txBox="1"/>
          <p:nvPr/>
        </p:nvSpPr>
        <p:spPr>
          <a:xfrm>
            <a:off x="3138310" y="3406653"/>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81</a:t>
            </a:r>
          </a:p>
        </p:txBody>
      </p:sp>
      <p:sp>
        <p:nvSpPr>
          <p:cNvPr id="17" name="TextBox 16">
            <a:extLst>
              <a:ext uri="{FF2B5EF4-FFF2-40B4-BE49-F238E27FC236}">
                <a16:creationId xmlns:a16="http://schemas.microsoft.com/office/drawing/2014/main" id="{8F844EF0-376D-6194-B008-C80591B24FE4}"/>
              </a:ext>
            </a:extLst>
          </p:cNvPr>
          <p:cNvSpPr txBox="1"/>
          <p:nvPr/>
        </p:nvSpPr>
        <p:spPr>
          <a:xfrm>
            <a:off x="313831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42</a:t>
            </a:r>
          </a:p>
        </p:txBody>
      </p:sp>
      <p:sp>
        <p:nvSpPr>
          <p:cNvPr id="18" name="TextBox 17">
            <a:extLst>
              <a:ext uri="{FF2B5EF4-FFF2-40B4-BE49-F238E27FC236}">
                <a16:creationId xmlns:a16="http://schemas.microsoft.com/office/drawing/2014/main" id="{DBFB55E1-C467-B0B4-421A-B61D19149AD1}"/>
              </a:ext>
            </a:extLst>
          </p:cNvPr>
          <p:cNvSpPr txBox="1"/>
          <p:nvPr/>
        </p:nvSpPr>
        <p:spPr>
          <a:xfrm>
            <a:off x="3138310" y="4408541"/>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9" name="TextBox 18">
            <a:extLst>
              <a:ext uri="{FF2B5EF4-FFF2-40B4-BE49-F238E27FC236}">
                <a16:creationId xmlns:a16="http://schemas.microsoft.com/office/drawing/2014/main" id="{35EB5B34-6883-F16C-BCC1-621B4F89295D}"/>
              </a:ext>
            </a:extLst>
          </p:cNvPr>
          <p:cNvSpPr txBox="1"/>
          <p:nvPr/>
        </p:nvSpPr>
        <p:spPr>
          <a:xfrm>
            <a:off x="3138310" y="4909484"/>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
        <p:nvSpPr>
          <p:cNvPr id="20" name="TextBox 19">
            <a:extLst>
              <a:ext uri="{FF2B5EF4-FFF2-40B4-BE49-F238E27FC236}">
                <a16:creationId xmlns:a16="http://schemas.microsoft.com/office/drawing/2014/main" id="{25725118-A4D3-2102-F5B3-86255B5DB6C9}"/>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D703C9A8-231F-5B35-AFB5-A5E1259C8A40}"/>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2" name="TextBox 21">
            <a:extLst>
              <a:ext uri="{FF2B5EF4-FFF2-40B4-BE49-F238E27FC236}">
                <a16:creationId xmlns:a16="http://schemas.microsoft.com/office/drawing/2014/main" id="{D82EBFF7-0AF8-161C-7F93-A7F612492D59}"/>
              </a:ext>
            </a:extLst>
          </p:cNvPr>
          <p:cNvSpPr txBox="1"/>
          <p:nvPr/>
        </p:nvSpPr>
        <p:spPr>
          <a:xfrm>
            <a:off x="5147734"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Tree>
    <p:extLst>
      <p:ext uri="{BB962C8B-B14F-4D97-AF65-F5344CB8AC3E}">
        <p14:creationId xmlns:p14="http://schemas.microsoft.com/office/powerpoint/2010/main" val="3956284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E9FC4-1A6C-3FDD-CB09-53C120F299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0AF359-2B1D-B866-E35A-502A45B6C2B9}"/>
              </a:ext>
            </a:extLst>
          </p:cNvPr>
          <p:cNvSpPr>
            <a:spLocks noGrp="1"/>
          </p:cNvSpPr>
          <p:nvPr>
            <p:ph sz="half" idx="1"/>
          </p:nvPr>
        </p:nvSpPr>
        <p:spPr/>
        <p:txBody>
          <a:bodyPr/>
          <a:lstStyle/>
          <a:p>
            <a:r>
              <a:rPr lang="en-US" dirty="0"/>
              <a:t>In the lower right block, what two consecutive digits can be on the open circle? They can’t include 2, 3, 4, or 6, so they must be 7-8 or 8-9—in either case including an 8. The 8 can’t be in Column 8.</a:t>
            </a:r>
          </a:p>
        </p:txBody>
      </p:sp>
      <p:pic>
        <p:nvPicPr>
          <p:cNvPr id="4" name="Picture 3" descr="A grid of sudoku puzzle&#10;&#10;Description automatically generated">
            <a:extLst>
              <a:ext uri="{FF2B5EF4-FFF2-40B4-BE49-F238E27FC236}">
                <a16:creationId xmlns:a16="http://schemas.microsoft.com/office/drawing/2014/main" id="{81654DF3-9703-A55C-B5E2-77CFF2D0EF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58D25F-03F9-9B8A-0A13-35CC415A73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C61D07-CE20-4079-B5ED-8F7DCF76CC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E09C74-5B35-D3A7-CEEC-F582BD8E26B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1D94D30-8F12-D72D-C041-D94566E37678}"/>
              </a:ext>
            </a:extLst>
          </p:cNvPr>
          <p:cNvSpPr txBox="1"/>
          <p:nvPr/>
        </p:nvSpPr>
        <p:spPr>
          <a:xfrm>
            <a:off x="6654802" y="2905709"/>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8" name="TextBox 7">
            <a:extLst>
              <a:ext uri="{FF2B5EF4-FFF2-40B4-BE49-F238E27FC236}">
                <a16:creationId xmlns:a16="http://schemas.microsoft.com/office/drawing/2014/main" id="{0B607925-F90F-557C-DAC4-0C3756E143E8}"/>
              </a:ext>
            </a:extLst>
          </p:cNvPr>
          <p:cNvSpPr txBox="1"/>
          <p:nvPr/>
        </p:nvSpPr>
        <p:spPr>
          <a:xfrm>
            <a:off x="5650090" y="3406653"/>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9" name="TextBox 8">
            <a:extLst>
              <a:ext uri="{FF2B5EF4-FFF2-40B4-BE49-F238E27FC236}">
                <a16:creationId xmlns:a16="http://schemas.microsoft.com/office/drawing/2014/main" id="{28BB6CBF-2AB9-206B-D2A1-862F52C4AD14}"/>
              </a:ext>
            </a:extLst>
          </p:cNvPr>
          <p:cNvSpPr txBox="1"/>
          <p:nvPr/>
        </p:nvSpPr>
        <p:spPr>
          <a:xfrm>
            <a:off x="6152446" y="3406653"/>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0" name="TextBox 9">
            <a:extLst>
              <a:ext uri="{FF2B5EF4-FFF2-40B4-BE49-F238E27FC236}">
                <a16:creationId xmlns:a16="http://schemas.microsoft.com/office/drawing/2014/main" id="{A5C9575E-9278-7E7D-F4DF-5E90DDE15E10}"/>
              </a:ext>
            </a:extLst>
          </p:cNvPr>
          <p:cNvSpPr txBox="1"/>
          <p:nvPr/>
        </p:nvSpPr>
        <p:spPr>
          <a:xfrm>
            <a:off x="6654802" y="3406653"/>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93BD7AF9-A191-3D88-93D0-348A7A4DA2B7}"/>
              </a:ext>
            </a:extLst>
          </p:cNvPr>
          <p:cNvSpPr txBox="1"/>
          <p:nvPr/>
        </p:nvSpPr>
        <p:spPr>
          <a:xfrm>
            <a:off x="6654802" y="4408541"/>
            <a:ext cx="570089" cy="230832"/>
          </a:xfrm>
          <a:prstGeom prst="rect">
            <a:avLst/>
          </a:prstGeom>
          <a:solidFill>
            <a:srgbClr val="44FF00">
              <a:alpha val="29804"/>
            </a:srgbClr>
          </a:solidFill>
        </p:spPr>
        <p:txBody>
          <a:bodyPr wrap="square" rtlCol="0">
            <a:spAutoFit/>
          </a:bodyPr>
          <a:lstStyle/>
          <a:p>
            <a:pPr algn="ctr"/>
            <a:r>
              <a:rPr lang="en-US" sz="900" dirty="0"/>
              <a:t>18</a:t>
            </a:r>
          </a:p>
        </p:txBody>
      </p:sp>
      <p:sp>
        <p:nvSpPr>
          <p:cNvPr id="12" name="TextBox 11">
            <a:extLst>
              <a:ext uri="{FF2B5EF4-FFF2-40B4-BE49-F238E27FC236}">
                <a16:creationId xmlns:a16="http://schemas.microsoft.com/office/drawing/2014/main" id="{55BCFC5A-C598-FFA7-EC31-6B52C40DB580}"/>
              </a:ext>
            </a:extLst>
          </p:cNvPr>
          <p:cNvSpPr txBox="1"/>
          <p:nvPr/>
        </p:nvSpPr>
        <p:spPr>
          <a:xfrm>
            <a:off x="5650090" y="4909484"/>
            <a:ext cx="570089" cy="230832"/>
          </a:xfrm>
          <a:prstGeom prst="rect">
            <a:avLst/>
          </a:prstGeom>
          <a:solidFill>
            <a:srgbClr val="44FF00">
              <a:alpha val="29804"/>
            </a:srgbClr>
          </a:solidFill>
        </p:spPr>
        <p:txBody>
          <a:bodyPr wrap="square" rtlCol="0">
            <a:spAutoFit/>
          </a:bodyPr>
          <a:lstStyle/>
          <a:p>
            <a:pPr algn="ctr"/>
            <a:r>
              <a:rPr lang="en-US" sz="900" dirty="0"/>
              <a:t>81</a:t>
            </a:r>
          </a:p>
        </p:txBody>
      </p:sp>
      <p:sp>
        <p:nvSpPr>
          <p:cNvPr id="13" name="TextBox 12">
            <a:extLst>
              <a:ext uri="{FF2B5EF4-FFF2-40B4-BE49-F238E27FC236}">
                <a16:creationId xmlns:a16="http://schemas.microsoft.com/office/drawing/2014/main" id="{D9ACFEF9-CA92-CD41-4D3F-7D222128C0DA}"/>
              </a:ext>
            </a:extLst>
          </p:cNvPr>
          <p:cNvSpPr txBox="1"/>
          <p:nvPr/>
        </p:nvSpPr>
        <p:spPr>
          <a:xfrm>
            <a:off x="6152446" y="4909484"/>
            <a:ext cx="570089" cy="230832"/>
          </a:xfrm>
          <a:prstGeom prst="rect">
            <a:avLst/>
          </a:prstGeom>
          <a:solidFill>
            <a:srgbClr val="44FF00">
              <a:alpha val="29804"/>
            </a:srgbClr>
          </a:solidFill>
        </p:spPr>
        <p:txBody>
          <a:bodyPr wrap="square" rtlCol="0">
            <a:spAutoFit/>
          </a:bodyPr>
          <a:lstStyle/>
          <a:p>
            <a:pPr algn="ctr"/>
            <a:r>
              <a:rPr lang="en-US" sz="900" dirty="0"/>
              <a:t>42</a:t>
            </a:r>
          </a:p>
        </p:txBody>
      </p:sp>
      <p:sp>
        <p:nvSpPr>
          <p:cNvPr id="14" name="TextBox 13">
            <a:extLst>
              <a:ext uri="{FF2B5EF4-FFF2-40B4-BE49-F238E27FC236}">
                <a16:creationId xmlns:a16="http://schemas.microsoft.com/office/drawing/2014/main" id="{42D8FAE1-7F35-6F02-0057-B08CB70DA641}"/>
              </a:ext>
            </a:extLst>
          </p:cNvPr>
          <p:cNvSpPr txBox="1"/>
          <p:nvPr/>
        </p:nvSpPr>
        <p:spPr>
          <a:xfrm>
            <a:off x="6654802" y="4909484"/>
            <a:ext cx="570089" cy="230832"/>
          </a:xfrm>
          <a:prstGeom prst="rect">
            <a:avLst/>
          </a:prstGeom>
          <a:solidFill>
            <a:srgbClr val="44FF00">
              <a:alpha val="29804"/>
            </a:srgbClr>
          </a:solidFill>
        </p:spPr>
        <p:txBody>
          <a:bodyPr wrap="square" rtlCol="0">
            <a:spAutoFit/>
          </a:bodyPr>
          <a:lstStyle/>
          <a:p>
            <a:pPr algn="ctr"/>
            <a:r>
              <a:rPr lang="en-US" sz="900" dirty="0"/>
              <a:t>24</a:t>
            </a:r>
          </a:p>
        </p:txBody>
      </p:sp>
      <p:sp>
        <p:nvSpPr>
          <p:cNvPr id="15" name="TextBox 14">
            <a:extLst>
              <a:ext uri="{FF2B5EF4-FFF2-40B4-BE49-F238E27FC236}">
                <a16:creationId xmlns:a16="http://schemas.microsoft.com/office/drawing/2014/main" id="{0C468873-844D-082B-E12E-BF3E3003B2C3}"/>
              </a:ext>
            </a:extLst>
          </p:cNvPr>
          <p:cNvSpPr txBox="1"/>
          <p:nvPr/>
        </p:nvSpPr>
        <p:spPr>
          <a:xfrm>
            <a:off x="565009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6" name="TextBox 15">
            <a:extLst>
              <a:ext uri="{FF2B5EF4-FFF2-40B4-BE49-F238E27FC236}">
                <a16:creationId xmlns:a16="http://schemas.microsoft.com/office/drawing/2014/main" id="{A61953AA-7458-D1D1-7955-3EE5489D5DAE}"/>
              </a:ext>
            </a:extLst>
          </p:cNvPr>
          <p:cNvSpPr txBox="1"/>
          <p:nvPr/>
        </p:nvSpPr>
        <p:spPr>
          <a:xfrm>
            <a:off x="3138310" y="3406653"/>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81</a:t>
            </a:r>
          </a:p>
        </p:txBody>
      </p:sp>
      <p:sp>
        <p:nvSpPr>
          <p:cNvPr id="17" name="TextBox 16">
            <a:extLst>
              <a:ext uri="{FF2B5EF4-FFF2-40B4-BE49-F238E27FC236}">
                <a16:creationId xmlns:a16="http://schemas.microsoft.com/office/drawing/2014/main" id="{AAF5AAD3-F8B8-1591-C171-5CCB7388F978}"/>
              </a:ext>
            </a:extLst>
          </p:cNvPr>
          <p:cNvSpPr txBox="1"/>
          <p:nvPr/>
        </p:nvSpPr>
        <p:spPr>
          <a:xfrm>
            <a:off x="3138310"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42</a:t>
            </a:r>
          </a:p>
        </p:txBody>
      </p:sp>
      <p:sp>
        <p:nvSpPr>
          <p:cNvPr id="18" name="TextBox 17">
            <a:extLst>
              <a:ext uri="{FF2B5EF4-FFF2-40B4-BE49-F238E27FC236}">
                <a16:creationId xmlns:a16="http://schemas.microsoft.com/office/drawing/2014/main" id="{AF4E111A-CDCE-342A-4496-34C8F4A421BB}"/>
              </a:ext>
            </a:extLst>
          </p:cNvPr>
          <p:cNvSpPr txBox="1"/>
          <p:nvPr/>
        </p:nvSpPr>
        <p:spPr>
          <a:xfrm>
            <a:off x="3138310" y="4408541"/>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24</a:t>
            </a:r>
          </a:p>
        </p:txBody>
      </p:sp>
      <p:sp>
        <p:nvSpPr>
          <p:cNvPr id="19" name="TextBox 18">
            <a:extLst>
              <a:ext uri="{FF2B5EF4-FFF2-40B4-BE49-F238E27FC236}">
                <a16:creationId xmlns:a16="http://schemas.microsoft.com/office/drawing/2014/main" id="{0728A400-CB0F-12D5-DF7C-B79C36213374}"/>
              </a:ext>
            </a:extLst>
          </p:cNvPr>
          <p:cNvSpPr txBox="1"/>
          <p:nvPr/>
        </p:nvSpPr>
        <p:spPr>
          <a:xfrm>
            <a:off x="3138310" y="4909484"/>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
        <p:nvSpPr>
          <p:cNvPr id="20" name="TextBox 19">
            <a:extLst>
              <a:ext uri="{FF2B5EF4-FFF2-40B4-BE49-F238E27FC236}">
                <a16:creationId xmlns:a16="http://schemas.microsoft.com/office/drawing/2014/main" id="{640B5FE2-B82B-200F-4F76-05500513E132}"/>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7ACF1079-8B87-0087-04C6-72FE1FABE5C4}"/>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3" name="TextBox 22">
            <a:extLst>
              <a:ext uri="{FF2B5EF4-FFF2-40B4-BE49-F238E27FC236}">
                <a16:creationId xmlns:a16="http://schemas.microsoft.com/office/drawing/2014/main" id="{81B45F7C-8C99-3254-3E26-62E7100E09A7}"/>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24" name="TextBox 23">
            <a:extLst>
              <a:ext uri="{FF2B5EF4-FFF2-40B4-BE49-F238E27FC236}">
                <a16:creationId xmlns:a16="http://schemas.microsoft.com/office/drawing/2014/main" id="{4F8DC2B0-D264-138E-0BD7-713F4048CE5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E26AD1D8-7862-1081-D2D0-A25206DCE4CB}"/>
              </a:ext>
            </a:extLst>
          </p:cNvPr>
          <p:cNvSpPr txBox="1"/>
          <p:nvPr/>
        </p:nvSpPr>
        <p:spPr>
          <a:xfrm>
            <a:off x="5147734" y="3907597"/>
            <a:ext cx="570089" cy="230832"/>
          </a:xfrm>
          <a:prstGeom prst="rect">
            <a:avLst/>
          </a:prstGeom>
          <a:solidFill>
            <a:srgbClr val="44FF00">
              <a:alpha val="29804"/>
            </a:srgbClr>
          </a:solidFill>
        </p:spPr>
        <p:txBody>
          <a:bodyPr wrap="square" rtlCol="0">
            <a:spAutoFit/>
          </a:bodyPr>
          <a:lstStyle>
            <a:defPPr>
              <a:defRPr lang="en-US"/>
            </a:defPPr>
            <a:lvl1pPr algn="ctr">
              <a:defRPr sz="900"/>
            </a:lvl1pPr>
          </a:lstStyle>
          <a:p>
            <a:r>
              <a:rPr lang="en-US" dirty="0"/>
              <a:t>18</a:t>
            </a:r>
          </a:p>
        </p:txBody>
      </p:sp>
    </p:spTree>
    <p:extLst>
      <p:ext uri="{BB962C8B-B14F-4D97-AF65-F5344CB8AC3E}">
        <p14:creationId xmlns:p14="http://schemas.microsoft.com/office/powerpoint/2010/main" val="385704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C7754-021C-E29B-A51B-C7DB5F9D76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AD04B1-407B-5674-41F4-000CF6D770CE}"/>
              </a:ext>
            </a:extLst>
          </p:cNvPr>
          <p:cNvSpPr>
            <a:spLocks noGrp="1"/>
          </p:cNvSpPr>
          <p:nvPr>
            <p:ph sz="half" idx="1"/>
          </p:nvPr>
        </p:nvSpPr>
        <p:spPr/>
        <p:txBody>
          <a:bodyPr/>
          <a:lstStyle/>
          <a:p>
            <a:r>
              <a:rPr lang="en-US" dirty="0"/>
              <a:t>And the 8 resolves the green cells.</a:t>
            </a:r>
          </a:p>
        </p:txBody>
      </p:sp>
      <p:pic>
        <p:nvPicPr>
          <p:cNvPr id="4" name="Picture 3" descr="A grid of sudoku puzzle&#10;&#10;Description automatically generated">
            <a:extLst>
              <a:ext uri="{FF2B5EF4-FFF2-40B4-BE49-F238E27FC236}">
                <a16:creationId xmlns:a16="http://schemas.microsoft.com/office/drawing/2014/main" id="{492AFA07-A4F5-68CA-E45E-598083D4D9F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04982F-7FAA-9F4C-886A-19E61CADBAA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D372838-5BF2-0C7E-DC05-A85875ED23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274272-A6D7-4E92-67A3-33020F2E6282}"/>
              </a:ext>
            </a:extLst>
          </p:cNvPr>
          <p:cNvPicPr>
            <a:picLocks noChangeAspect="1"/>
          </p:cNvPicPr>
          <p:nvPr/>
        </p:nvPicPr>
        <p:blipFill>
          <a:blip r:embed="rId6"/>
          <a:stretch>
            <a:fillRect/>
          </a:stretch>
        </p:blipFill>
        <p:spPr>
          <a:xfrm>
            <a:off x="4584700" y="2311400"/>
            <a:ext cx="0" cy="0"/>
          </a:xfrm>
          <a:prstGeom prst="rect">
            <a:avLst/>
          </a:prstGeom>
        </p:spPr>
      </p:pic>
      <p:sp>
        <p:nvSpPr>
          <p:cNvPr id="20" name="TextBox 19">
            <a:extLst>
              <a:ext uri="{FF2B5EF4-FFF2-40B4-BE49-F238E27FC236}">
                <a16:creationId xmlns:a16="http://schemas.microsoft.com/office/drawing/2014/main" id="{0B34FB82-EA90-8C7D-FBE3-2F24D18DDB62}"/>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3EF73E4D-188F-C6CA-8727-039A828D0958}"/>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4" name="TextBox 23">
            <a:extLst>
              <a:ext uri="{FF2B5EF4-FFF2-40B4-BE49-F238E27FC236}">
                <a16:creationId xmlns:a16="http://schemas.microsoft.com/office/drawing/2014/main" id="{F538C867-7337-35D3-C25F-B16556AAE6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764D459D-F7A5-4A6E-45E7-82CE346BD44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84BE794-E4F2-1F10-79BB-B099EDD4F129}"/>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08AD3FB-E6FC-8232-5BA9-0D33DE9021ED}"/>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44169F0B-9C95-5F8D-95DE-AD599C20257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1F15A10-7B16-1127-A48C-DD8216F0A1E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AE4C8D0-4676-ECFF-1CA0-21BC7DB8676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3A50DAA-BE42-9537-F583-D1420963423B}"/>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803AB35-F392-5A7E-C9BB-CD4C61A20F6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3490DC4C-4CD2-269A-2F71-4BF0417191D5}"/>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001E214-A1FD-F1D7-19B8-C539E9905C2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32CF400-145C-59E1-962F-0965A56070C9}"/>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9FB1405-8C1F-3F09-03CE-E616848896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3653E89E-DEB4-D539-B783-B7456BA7E510}"/>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38" name="TextBox 37">
            <a:extLst>
              <a:ext uri="{FF2B5EF4-FFF2-40B4-BE49-F238E27FC236}">
                <a16:creationId xmlns:a16="http://schemas.microsoft.com/office/drawing/2014/main" id="{71377A9E-ACBD-4A27-BCA1-029BEAC7F4D4}"/>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3" name="TextBox 2">
            <a:extLst>
              <a:ext uri="{FF2B5EF4-FFF2-40B4-BE49-F238E27FC236}">
                <a16:creationId xmlns:a16="http://schemas.microsoft.com/office/drawing/2014/main" id="{5B818928-CA68-E143-FC82-A5A30780A5B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37383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A4EDB-47AF-BFA1-C747-447B933C95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F0FD7B-42F2-61CC-86B4-4B93A95A8C63}"/>
              </a:ext>
            </a:extLst>
          </p:cNvPr>
          <p:cNvSpPr>
            <a:spLocks noGrp="1"/>
          </p:cNvSpPr>
          <p:nvPr>
            <p:ph sz="half" idx="1"/>
          </p:nvPr>
        </p:nvSpPr>
        <p:spPr/>
        <p:txBody>
          <a:bodyPr/>
          <a:lstStyle/>
          <a:p>
            <a:r>
              <a:rPr lang="en-US" dirty="0"/>
              <a:t>Since 1, 2, 4, and 8 are all used in Column 1, Row 6, and Row 9, these must be 3-6 pairs.</a:t>
            </a:r>
          </a:p>
        </p:txBody>
      </p:sp>
      <p:pic>
        <p:nvPicPr>
          <p:cNvPr id="4" name="Picture 3" descr="A grid of sudoku puzzle&#10;&#10;Description automatically generated">
            <a:extLst>
              <a:ext uri="{FF2B5EF4-FFF2-40B4-BE49-F238E27FC236}">
                <a16:creationId xmlns:a16="http://schemas.microsoft.com/office/drawing/2014/main" id="{6D2C4F61-BD54-586E-DAEB-3892BEE898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6E9357E-83A8-B192-B85C-FC5352E9E7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F22BA0-187C-BC69-76A5-EFB0C29332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C69102-8A38-3820-96E9-AB24BB5AB75B}"/>
              </a:ext>
            </a:extLst>
          </p:cNvPr>
          <p:cNvPicPr>
            <a:picLocks noChangeAspect="1"/>
          </p:cNvPicPr>
          <p:nvPr/>
        </p:nvPicPr>
        <p:blipFill>
          <a:blip r:embed="rId6"/>
          <a:stretch>
            <a:fillRect/>
          </a:stretch>
        </p:blipFill>
        <p:spPr>
          <a:xfrm>
            <a:off x="4584700" y="2311400"/>
            <a:ext cx="0" cy="0"/>
          </a:xfrm>
          <a:prstGeom prst="rect">
            <a:avLst/>
          </a:prstGeom>
        </p:spPr>
      </p:pic>
      <p:sp>
        <p:nvSpPr>
          <p:cNvPr id="20" name="TextBox 19">
            <a:extLst>
              <a:ext uri="{FF2B5EF4-FFF2-40B4-BE49-F238E27FC236}">
                <a16:creationId xmlns:a16="http://schemas.microsoft.com/office/drawing/2014/main" id="{9641ABD6-8BA2-50E5-D2E3-315EF23E6AE7}"/>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A71B292D-308D-0992-A8E6-0EFBD2B9FAF7}"/>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4" name="TextBox 23">
            <a:extLst>
              <a:ext uri="{FF2B5EF4-FFF2-40B4-BE49-F238E27FC236}">
                <a16:creationId xmlns:a16="http://schemas.microsoft.com/office/drawing/2014/main" id="{8A1546D3-DEDC-0C57-5825-F796C2FB59F4}"/>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A05D03B9-F2E2-E79D-9232-0003A85F5B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B6FDA886-DFAF-7461-6396-EC1A1B66FADE}"/>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E79271D5-BF50-699A-C404-A614A712FD5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250469A2-28C2-0FA7-1602-A606E27B5F2B}"/>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0EB1B1D6-CE5E-53E8-95FC-5F8B3A1C993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862DA4D-2CF0-2981-16A8-4033EEA0BACF}"/>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DFF5FDC-680E-2680-F0C4-3495D7AD3212}"/>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40F3026B-B23B-6AD7-78A7-B8CA8F55D436}"/>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7B2AAAB6-E4F5-510F-E447-C5F9B81A61A1}"/>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A290D2C6-57B3-E95E-4BE1-D00CA31753C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4645852C-271C-CE34-95B4-BA50C4270512}"/>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0BDA145-637D-7916-E8DA-F72D213DBCE8}"/>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712B4FFB-38D9-2748-0BCC-48255BEF1FCD}"/>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2DEDC14-57F2-05D2-A03E-3CB42F70892F}"/>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13CEAD40-AAE3-40E9-7136-4D8C4EBD63E1}"/>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B20ED3FE-AB7D-D685-FF67-7853C2817E76}"/>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951C5328-99D6-7843-B13F-46FC09912ADB}"/>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D97E0621-B44A-0541-06D1-BFB8128BE23E}"/>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A8D86383-4799-6864-6DF6-66D3BFA1D931}"/>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4" name="TextBox 13">
            <a:extLst>
              <a:ext uri="{FF2B5EF4-FFF2-40B4-BE49-F238E27FC236}">
                <a16:creationId xmlns:a16="http://schemas.microsoft.com/office/drawing/2014/main" id="{3B51E73F-0317-4508-9894-E3D1BF344B51}"/>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5" name="TextBox 14">
            <a:extLst>
              <a:ext uri="{FF2B5EF4-FFF2-40B4-BE49-F238E27FC236}">
                <a16:creationId xmlns:a16="http://schemas.microsoft.com/office/drawing/2014/main" id="{06E5CA07-07FC-4E63-18AD-FF17F9B46EE4}"/>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25037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D6EF1-133A-1B57-D3F6-918AEA2B2C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0EB465F-BDA8-8A48-4947-ACE2F5FA5CBF}"/>
              </a:ext>
            </a:extLst>
          </p:cNvPr>
          <p:cNvSpPr>
            <a:spLocks noGrp="1"/>
          </p:cNvSpPr>
          <p:nvPr>
            <p:ph sz="half" idx="1"/>
          </p:nvPr>
        </p:nvSpPr>
        <p:spPr/>
        <p:txBody>
          <a:bodyPr/>
          <a:lstStyle/>
          <a:p>
            <a:r>
              <a:rPr lang="en-US" dirty="0"/>
              <a:t>This must also be a 3-6 pair since only 4 of 1-2-4-8 remains available in the bottom center block.</a:t>
            </a:r>
          </a:p>
        </p:txBody>
      </p:sp>
      <p:pic>
        <p:nvPicPr>
          <p:cNvPr id="4" name="Picture 3" descr="A grid of sudoku puzzle&#10;&#10;Description automatically generated">
            <a:extLst>
              <a:ext uri="{FF2B5EF4-FFF2-40B4-BE49-F238E27FC236}">
                <a16:creationId xmlns:a16="http://schemas.microsoft.com/office/drawing/2014/main" id="{C626E686-2508-7F3A-0F49-4EB9E0217A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D99852-F43A-1E09-23C0-D2B0C55210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E91F07A-E3CC-8992-0918-6C60B488B8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02AE57-B75B-3341-80DC-00FDD24EA80F}"/>
              </a:ext>
            </a:extLst>
          </p:cNvPr>
          <p:cNvPicPr>
            <a:picLocks noChangeAspect="1"/>
          </p:cNvPicPr>
          <p:nvPr/>
        </p:nvPicPr>
        <p:blipFill>
          <a:blip r:embed="rId6"/>
          <a:stretch>
            <a:fillRect/>
          </a:stretch>
        </p:blipFill>
        <p:spPr>
          <a:xfrm>
            <a:off x="4584700" y="2311400"/>
            <a:ext cx="0" cy="0"/>
          </a:xfrm>
          <a:prstGeom prst="rect">
            <a:avLst/>
          </a:prstGeom>
        </p:spPr>
      </p:pic>
      <p:sp>
        <p:nvSpPr>
          <p:cNvPr id="20" name="TextBox 19">
            <a:extLst>
              <a:ext uri="{FF2B5EF4-FFF2-40B4-BE49-F238E27FC236}">
                <a16:creationId xmlns:a16="http://schemas.microsoft.com/office/drawing/2014/main" id="{02C81E68-94B9-A0B4-CB21-CA8F91FC8EE8}"/>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D744FCCA-4BAF-C7EF-800C-0627AB89814B}"/>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4" name="TextBox 23">
            <a:extLst>
              <a:ext uri="{FF2B5EF4-FFF2-40B4-BE49-F238E27FC236}">
                <a16:creationId xmlns:a16="http://schemas.microsoft.com/office/drawing/2014/main" id="{AE1A0699-DC35-FEE7-C4FD-800096EDC87C}"/>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3D5DE9B7-6ADD-D2E2-97E1-12E736A44F8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6291E92A-68F9-CA8D-A1F5-1D203676555E}"/>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07B2DD69-776B-D58D-097A-ADD63EC9C2E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C3CB5860-C0C9-3D48-EF7E-A2AF779CED70}"/>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146BCAB2-2E56-01C8-78BE-8769C9A132F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2FAED12-AF15-26DD-B350-D77FDB4440A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A1848C24-7AC4-9B5E-6892-F78096DAF43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DF8572B7-A7D0-D953-9C99-DF46D2F0B431}"/>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224441BD-7F3E-4EF9-B351-BA1AAD2C3C9B}"/>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323AB89-E1C4-2F69-EE08-B1BBEA075ED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3228AC8-1DC8-210D-012B-C9337F4445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C2238D0-F909-4EA7-64BF-DC2D9573DED2}"/>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BE208562-0075-AB9B-7169-314A173B5929}"/>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BB4D6C8-877A-96BB-62C6-B6CA8A53E3C1}"/>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4990DF45-E4C6-4459-C927-F9EF2367EEC1}"/>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550052F5-D958-D20C-4A9C-45E9C8DE991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B17B00E1-1F3B-D7E5-9617-3599FCC9B939}"/>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BBF8425F-499B-C710-9306-B97B125A177A}"/>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F100890B-9E1E-7EEE-8706-FE7F1C598FE9}"/>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4" name="TextBox 13">
            <a:extLst>
              <a:ext uri="{FF2B5EF4-FFF2-40B4-BE49-F238E27FC236}">
                <a16:creationId xmlns:a16="http://schemas.microsoft.com/office/drawing/2014/main" id="{81B92888-BD90-7FFC-3F37-35918D8EE1F1}"/>
              </a:ext>
            </a:extLst>
          </p:cNvPr>
          <p:cNvSpPr txBox="1"/>
          <p:nvPr/>
        </p:nvSpPr>
        <p:spPr>
          <a:xfrm>
            <a:off x="4645378" y="3907597"/>
            <a:ext cx="570089" cy="230832"/>
          </a:xfrm>
          <a:prstGeom prst="rect">
            <a:avLst/>
          </a:prstGeom>
          <a:noFill/>
        </p:spPr>
        <p:txBody>
          <a:bodyPr wrap="square" rtlCol="0">
            <a:spAutoFit/>
          </a:bodyPr>
          <a:lstStyle/>
          <a:p>
            <a:pPr algn="ctr"/>
            <a:r>
              <a:rPr lang="en-US" sz="900" dirty="0"/>
              <a:t>63</a:t>
            </a:r>
          </a:p>
        </p:txBody>
      </p:sp>
      <p:sp>
        <p:nvSpPr>
          <p:cNvPr id="15" name="TextBox 14">
            <a:extLst>
              <a:ext uri="{FF2B5EF4-FFF2-40B4-BE49-F238E27FC236}">
                <a16:creationId xmlns:a16="http://schemas.microsoft.com/office/drawing/2014/main" id="{48C1C960-022A-3396-91D6-989550F8CAA9}"/>
              </a:ext>
            </a:extLst>
          </p:cNvPr>
          <p:cNvSpPr txBox="1"/>
          <p:nvPr/>
        </p:nvSpPr>
        <p:spPr>
          <a:xfrm>
            <a:off x="4645378" y="4408541"/>
            <a:ext cx="570089" cy="230832"/>
          </a:xfrm>
          <a:prstGeom prst="rect">
            <a:avLst/>
          </a:prstGeom>
          <a:noFill/>
        </p:spPr>
        <p:txBody>
          <a:bodyPr wrap="square" rtlCol="0">
            <a:spAutoFit/>
          </a:bodyPr>
          <a:lstStyle/>
          <a:p>
            <a:pPr algn="ctr"/>
            <a:r>
              <a:rPr lang="en-US" sz="900" dirty="0"/>
              <a:t>36</a:t>
            </a:r>
          </a:p>
        </p:txBody>
      </p:sp>
      <p:sp>
        <p:nvSpPr>
          <p:cNvPr id="16" name="TextBox 15">
            <a:extLst>
              <a:ext uri="{FF2B5EF4-FFF2-40B4-BE49-F238E27FC236}">
                <a16:creationId xmlns:a16="http://schemas.microsoft.com/office/drawing/2014/main" id="{7C359DB4-BA8D-57BD-B0B7-8B30538595C9}"/>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7" name="TextBox 16">
            <a:extLst>
              <a:ext uri="{FF2B5EF4-FFF2-40B4-BE49-F238E27FC236}">
                <a16:creationId xmlns:a16="http://schemas.microsoft.com/office/drawing/2014/main" id="{6F72A5BE-DABB-A196-8D83-2CC4839E1B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719253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32D98-B078-2E15-F632-F8ADBA11665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9A17C2-FCE3-3493-26CC-FC3EC6AC318C}"/>
              </a:ext>
            </a:extLst>
          </p:cNvPr>
          <p:cNvSpPr>
            <a:spLocks noGrp="1"/>
          </p:cNvSpPr>
          <p:nvPr>
            <p:ph sz="half" idx="1"/>
          </p:nvPr>
        </p:nvSpPr>
        <p:spPr/>
        <p:txBody>
          <a:bodyPr/>
          <a:lstStyle/>
          <a:p>
            <a:r>
              <a:rPr lang="en-US" dirty="0"/>
              <a:t>Last possible location for 4 in the bottom center block. By Sudoku it must be in Row 8, but it can’t be adjacent to the 2 or the 8 because there is no black dot to connect them.</a:t>
            </a:r>
          </a:p>
        </p:txBody>
      </p:sp>
      <p:pic>
        <p:nvPicPr>
          <p:cNvPr id="4" name="Picture 3" descr="A grid of sudoku puzzle&#10;&#10;Description automatically generated">
            <a:extLst>
              <a:ext uri="{FF2B5EF4-FFF2-40B4-BE49-F238E27FC236}">
                <a16:creationId xmlns:a16="http://schemas.microsoft.com/office/drawing/2014/main" id="{5B014093-6FA1-EF31-788A-9BB593FAF12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2B7A166-0A15-0AF6-4F4A-B89BC4A97C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0FB8B2-B4E4-33C8-5D44-4FB3207635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2D7706-8582-0225-D4BB-AE5B77AD9139}"/>
              </a:ext>
            </a:extLst>
          </p:cNvPr>
          <p:cNvPicPr>
            <a:picLocks noChangeAspect="1"/>
          </p:cNvPicPr>
          <p:nvPr/>
        </p:nvPicPr>
        <p:blipFill>
          <a:blip r:embed="rId6"/>
          <a:stretch>
            <a:fillRect/>
          </a:stretch>
        </p:blipFill>
        <p:spPr>
          <a:xfrm>
            <a:off x="4584700" y="2311400"/>
            <a:ext cx="0" cy="0"/>
          </a:xfrm>
          <a:prstGeom prst="rect">
            <a:avLst/>
          </a:prstGeom>
        </p:spPr>
      </p:pic>
      <p:sp>
        <p:nvSpPr>
          <p:cNvPr id="20" name="TextBox 19">
            <a:extLst>
              <a:ext uri="{FF2B5EF4-FFF2-40B4-BE49-F238E27FC236}">
                <a16:creationId xmlns:a16="http://schemas.microsoft.com/office/drawing/2014/main" id="{FC9A8EEA-1852-C436-CA19-5B3B582C2D3A}"/>
              </a:ext>
            </a:extLst>
          </p:cNvPr>
          <p:cNvSpPr txBox="1"/>
          <p:nvPr/>
        </p:nvSpPr>
        <p:spPr>
          <a:xfrm>
            <a:off x="7157158" y="3907597"/>
            <a:ext cx="570089" cy="230832"/>
          </a:xfrm>
          <a:prstGeom prst="rect">
            <a:avLst/>
          </a:prstGeom>
          <a:noFill/>
        </p:spPr>
        <p:txBody>
          <a:bodyPr wrap="square" rtlCol="0">
            <a:spAutoFit/>
          </a:bodyPr>
          <a:lstStyle/>
          <a:p>
            <a:pPr algn="ctr"/>
            <a:r>
              <a:rPr lang="en-US" sz="900" dirty="0"/>
              <a:t>36</a:t>
            </a:r>
          </a:p>
        </p:txBody>
      </p:sp>
      <p:sp>
        <p:nvSpPr>
          <p:cNvPr id="21" name="TextBox 20">
            <a:extLst>
              <a:ext uri="{FF2B5EF4-FFF2-40B4-BE49-F238E27FC236}">
                <a16:creationId xmlns:a16="http://schemas.microsoft.com/office/drawing/2014/main" id="{ECDC7480-188D-B714-3F16-B1239B01461E}"/>
              </a:ext>
            </a:extLst>
          </p:cNvPr>
          <p:cNvSpPr txBox="1"/>
          <p:nvPr/>
        </p:nvSpPr>
        <p:spPr>
          <a:xfrm>
            <a:off x="7157158" y="4408541"/>
            <a:ext cx="570089" cy="230832"/>
          </a:xfrm>
          <a:prstGeom prst="rect">
            <a:avLst/>
          </a:prstGeom>
          <a:noFill/>
        </p:spPr>
        <p:txBody>
          <a:bodyPr wrap="square" rtlCol="0">
            <a:spAutoFit/>
          </a:bodyPr>
          <a:lstStyle/>
          <a:p>
            <a:pPr algn="ctr"/>
            <a:r>
              <a:rPr lang="en-US" sz="900" dirty="0"/>
              <a:t>63</a:t>
            </a:r>
          </a:p>
        </p:txBody>
      </p:sp>
      <p:sp>
        <p:nvSpPr>
          <p:cNvPr id="24" name="TextBox 23">
            <a:extLst>
              <a:ext uri="{FF2B5EF4-FFF2-40B4-BE49-F238E27FC236}">
                <a16:creationId xmlns:a16="http://schemas.microsoft.com/office/drawing/2014/main" id="{D69AFD29-CA69-C085-7481-550F9382D207}"/>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685299BD-EEB6-7305-BC36-7A0F51ACA07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B8C15D4F-2A21-C151-9EEA-D570236C455F}"/>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D6225C7D-63F0-E097-D6CF-E24683DFE5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275A9D51-36B3-0D74-0DD2-A2F1942B3E84}"/>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D8F0D8F6-E8CC-654F-1B4D-E8EC7219D93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C40EB4B-AC34-CC68-A5BC-92863CF0BCE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05FE446-F6EE-647C-3B37-ACBEE02750B3}"/>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22C5B097-2EE8-57D6-EADD-4796F477ECF9}"/>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DF2CA77C-55A2-8A6D-3CBF-6228244694F5}"/>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D0D96AA-2F57-5BF5-F31B-8432688BC1B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6A04785-2716-6E2D-0512-96C3ACDBC5A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7DE1C38-CF8B-6E07-1CCC-3DE0185DD4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F06114B3-FE0F-79A7-BF56-74FA2A4BCF8C}"/>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BC39A10-9384-1D62-3CEE-C4EDF30EA07F}"/>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15B5C861-DB03-4003-9270-1A359B5D8400}"/>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0D9290EE-1C99-373E-3DBC-A2E2929CA92E}"/>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275B7EB0-5D1B-5347-F6CA-4A042F667AA7}"/>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D62D9E68-48E2-E3C6-BAF2-C5E21DAAB210}"/>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C0ABEE96-2F9E-B0B1-90DE-1BA7FB74B4C9}"/>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4" name="TextBox 13">
            <a:extLst>
              <a:ext uri="{FF2B5EF4-FFF2-40B4-BE49-F238E27FC236}">
                <a16:creationId xmlns:a16="http://schemas.microsoft.com/office/drawing/2014/main" id="{80CAA596-8537-E0E8-23E8-1384FFFFD927}"/>
              </a:ext>
            </a:extLst>
          </p:cNvPr>
          <p:cNvSpPr txBox="1"/>
          <p:nvPr/>
        </p:nvSpPr>
        <p:spPr>
          <a:xfrm>
            <a:off x="4645378" y="3907597"/>
            <a:ext cx="570089" cy="230832"/>
          </a:xfrm>
          <a:prstGeom prst="rect">
            <a:avLst/>
          </a:prstGeom>
          <a:noFill/>
        </p:spPr>
        <p:txBody>
          <a:bodyPr wrap="square" rtlCol="0">
            <a:spAutoFit/>
          </a:bodyPr>
          <a:lstStyle/>
          <a:p>
            <a:pPr algn="ctr"/>
            <a:r>
              <a:rPr lang="en-US" sz="900" dirty="0"/>
              <a:t>63</a:t>
            </a:r>
          </a:p>
        </p:txBody>
      </p:sp>
      <p:sp>
        <p:nvSpPr>
          <p:cNvPr id="15" name="TextBox 14">
            <a:extLst>
              <a:ext uri="{FF2B5EF4-FFF2-40B4-BE49-F238E27FC236}">
                <a16:creationId xmlns:a16="http://schemas.microsoft.com/office/drawing/2014/main" id="{54226406-1333-0375-2EC9-FD5E7F8D7A51}"/>
              </a:ext>
            </a:extLst>
          </p:cNvPr>
          <p:cNvSpPr txBox="1"/>
          <p:nvPr/>
        </p:nvSpPr>
        <p:spPr>
          <a:xfrm>
            <a:off x="4645378" y="4408541"/>
            <a:ext cx="570089" cy="230832"/>
          </a:xfrm>
          <a:prstGeom prst="rect">
            <a:avLst/>
          </a:prstGeom>
          <a:noFill/>
        </p:spPr>
        <p:txBody>
          <a:bodyPr wrap="square" rtlCol="0">
            <a:spAutoFit/>
          </a:bodyPr>
          <a:lstStyle/>
          <a:p>
            <a:pPr algn="ctr"/>
            <a:r>
              <a:rPr lang="en-US" sz="900" dirty="0"/>
              <a:t>36</a:t>
            </a:r>
          </a:p>
        </p:txBody>
      </p:sp>
      <p:sp>
        <p:nvSpPr>
          <p:cNvPr id="16" name="TextBox 15">
            <a:extLst>
              <a:ext uri="{FF2B5EF4-FFF2-40B4-BE49-F238E27FC236}">
                <a16:creationId xmlns:a16="http://schemas.microsoft.com/office/drawing/2014/main" id="{50D1A94C-B31D-C3A4-B3A0-30A093F89E09}"/>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7" name="TextBox 16">
            <a:extLst>
              <a:ext uri="{FF2B5EF4-FFF2-40B4-BE49-F238E27FC236}">
                <a16:creationId xmlns:a16="http://schemas.microsoft.com/office/drawing/2014/main" id="{BF6B010A-DEE0-97A7-E0F5-5C2E4D6B6150}"/>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56AAFAFA-CA10-E826-7F85-2E092E63B75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619168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FE0FD-E617-828C-111A-F5EDA0C946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6EE089-DFE0-3315-2595-62525C1DFCFA}"/>
              </a:ext>
            </a:extLst>
          </p:cNvPr>
          <p:cNvSpPr>
            <a:spLocks noGrp="1"/>
          </p:cNvSpPr>
          <p:nvPr>
            <p:ph sz="half" idx="1"/>
          </p:nvPr>
        </p:nvSpPr>
        <p:spPr/>
        <p:txBody>
          <a:bodyPr/>
          <a:lstStyle/>
          <a:p>
            <a:r>
              <a:rPr lang="en-US" dirty="0"/>
              <a:t>4 is consecutive with 3, but not 6.</a:t>
            </a:r>
          </a:p>
        </p:txBody>
      </p:sp>
      <p:pic>
        <p:nvPicPr>
          <p:cNvPr id="4" name="Picture 3" descr="A grid of sudoku puzzle&#10;&#10;Description automatically generated">
            <a:extLst>
              <a:ext uri="{FF2B5EF4-FFF2-40B4-BE49-F238E27FC236}">
                <a16:creationId xmlns:a16="http://schemas.microsoft.com/office/drawing/2014/main" id="{524EFF94-D766-B3FF-0DE3-003DFFAE4F4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7FB0D1-DFE8-E197-EF90-8E1FDCFFEC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A6FFA8-5B06-9841-E26F-BDF93A9DA16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BD5341E-44D6-59E0-3895-7F1C1F2FBF8F}"/>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CBC29761-FE7B-1F1F-959C-833262831BF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0CAC9FF1-591E-F9E8-D5EF-4EA71BBFF9C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7942D12-4612-55F3-8198-CC3360DCCA2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1B32AF9-C18F-C8D7-2153-A1A545F5F9D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122551E0-2954-CAB5-6EE0-2DE5CB399955}"/>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7D5D0E0-84C0-1A44-C1E4-8174F383CF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4A35917-8DFA-A9A2-2177-3954AA66833F}"/>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29C0F95-6F3A-7ECA-2EFE-56C1D9F017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33EEAC98-0C38-F758-405F-A3C46C6BA0B1}"/>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4280B673-75DE-5DDD-03C2-8B6226A6326B}"/>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4ED8682-0CB1-A516-394A-7D1BCD95778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2EAA429-D841-5318-F51E-8841E2E0799B}"/>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CD1536A-520D-BA0B-0C74-DBE3677D3640}"/>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6681AB27-2180-13D6-12CF-5BF0A9ECF1F5}"/>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541D70B-D1EE-3A54-0AD8-15B98D97360F}"/>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B1254FFB-78F3-3FDD-8C98-4238E92E258B}"/>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1CDC36E0-B60E-5CD6-752B-2119E46EE8DC}"/>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CC69672C-E823-54B8-B047-44EB6CC76B18}"/>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FD0C2638-58D3-86B4-A272-C00A2493DEFE}"/>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6883B083-D295-9360-C762-D572B122EFD8}"/>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09A8808D-CDC8-667F-D329-F746D88D1618}"/>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7" name="TextBox 16">
            <a:extLst>
              <a:ext uri="{FF2B5EF4-FFF2-40B4-BE49-F238E27FC236}">
                <a16:creationId xmlns:a16="http://schemas.microsoft.com/office/drawing/2014/main" id="{C1C10D21-6555-5D67-D3BE-F0369E93523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5F561E4-D31F-56AE-95CE-D200A211BD7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19" name="TextBox 18">
            <a:extLst>
              <a:ext uri="{FF2B5EF4-FFF2-40B4-BE49-F238E27FC236}">
                <a16:creationId xmlns:a16="http://schemas.microsoft.com/office/drawing/2014/main" id="{A4161B1A-B0D6-B8A2-72EB-196439539C2F}"/>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9735331-3522-9865-11A0-6AC893EEE005}"/>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47EE9AC-45A1-8079-F3DE-C79B8F49E8C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1137F0D-E68A-7320-5326-62BC47FAF846}"/>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237731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4D60D-E26E-5112-B54A-3A86855677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39F124-30CD-7FF2-FD02-6A5BF07001D7}"/>
              </a:ext>
            </a:extLst>
          </p:cNvPr>
          <p:cNvSpPr>
            <a:spLocks noGrp="1"/>
          </p:cNvSpPr>
          <p:nvPr>
            <p:ph sz="half" idx="1"/>
          </p:nvPr>
        </p:nvSpPr>
        <p:spPr/>
        <p:txBody>
          <a:bodyPr/>
          <a:lstStyle/>
          <a:p>
            <a:r>
              <a:rPr lang="en-US" dirty="0"/>
              <a:t>In the upper center block, the 3 and the 6 must be in Column 6. However, since they can’t be adjacent (no black dot), they must be here.</a:t>
            </a:r>
          </a:p>
        </p:txBody>
      </p:sp>
      <p:pic>
        <p:nvPicPr>
          <p:cNvPr id="4" name="Picture 3" descr="A grid of sudoku puzzle&#10;&#10;Description automatically generated">
            <a:extLst>
              <a:ext uri="{FF2B5EF4-FFF2-40B4-BE49-F238E27FC236}">
                <a16:creationId xmlns:a16="http://schemas.microsoft.com/office/drawing/2014/main" id="{B13163D7-B339-E49B-A9DD-DD32C188C1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0E269A-07DC-C82D-4FD6-20491E0048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5BCEA5-C53F-9CEF-C64C-8F59DDEC96C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BEA6BA-E716-9AC2-17F5-3F57EF1DE4C9}"/>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2035E554-41B1-7B93-063A-DCB6B7F23E6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C9C748BF-D6F4-A30F-6ED2-00ADB935FD7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0E46DC6D-C30E-6F93-0D8F-12FD7D8DD24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04F67621-3FB7-42A6-3CCC-779C80044DA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C1EB3873-AAA2-74DD-8287-ABA131AB0DBD}"/>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053382DB-4E7C-6478-6922-76F61B3DA5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233494A-6982-A9E6-D801-F640681CF67C}"/>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331BCF46-5893-454A-49A5-59BD4A7A8CAE}"/>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BD112000-57E0-6883-5C8F-C10FE8CEF72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36E22C0F-F0E5-7E5E-5A97-3FA6590DB3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E8F23A3E-B0E1-151B-F36A-293F6C78738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DD1B63C-DB75-1C41-CF5B-5EE39F03F776}"/>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1908503-8A3C-A5AA-FCA9-40DAD133E6F6}"/>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449FE8A0-F9BE-C50B-08EC-C06776EA194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A006921-A4F9-C9B5-A90B-5BC1EBB435E1}"/>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B88F49DE-C1BD-7A0A-D4FE-7A94799DD3A1}"/>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9CE4179D-6FFC-CD7A-0031-A30F144F0B7B}"/>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21C97C0E-86C2-4B79-73E8-08CEBF3788B1}"/>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D1E0FA2A-9758-26E1-6D45-0E5599E718EC}"/>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F38DEFC1-A970-53F6-BFD3-26F348F88B9F}"/>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D9912957-B229-6CC2-C5C4-BEADECE8E14B}"/>
              </a:ext>
            </a:extLst>
          </p:cNvPr>
          <p:cNvSpPr txBox="1"/>
          <p:nvPr/>
        </p:nvSpPr>
        <p:spPr>
          <a:xfrm>
            <a:off x="5650090" y="901933"/>
            <a:ext cx="570089" cy="230832"/>
          </a:xfrm>
          <a:prstGeom prst="rect">
            <a:avLst/>
          </a:prstGeom>
          <a:noFill/>
        </p:spPr>
        <p:txBody>
          <a:bodyPr wrap="square" rtlCol="0">
            <a:spAutoFit/>
          </a:bodyPr>
          <a:lstStyle/>
          <a:p>
            <a:pPr algn="ctr"/>
            <a:r>
              <a:rPr lang="en-US" sz="900" dirty="0"/>
              <a:t>63</a:t>
            </a:r>
          </a:p>
        </p:txBody>
      </p:sp>
      <p:sp>
        <p:nvSpPr>
          <p:cNvPr id="17" name="TextBox 16">
            <a:extLst>
              <a:ext uri="{FF2B5EF4-FFF2-40B4-BE49-F238E27FC236}">
                <a16:creationId xmlns:a16="http://schemas.microsoft.com/office/drawing/2014/main" id="{A6271E8F-48D4-EDA1-067A-1E59F8069AB6}"/>
              </a:ext>
            </a:extLst>
          </p:cNvPr>
          <p:cNvSpPr txBox="1"/>
          <p:nvPr/>
        </p:nvSpPr>
        <p:spPr>
          <a:xfrm>
            <a:off x="5650090" y="1903821"/>
            <a:ext cx="570089" cy="230832"/>
          </a:xfrm>
          <a:prstGeom prst="rect">
            <a:avLst/>
          </a:prstGeom>
          <a:noFill/>
        </p:spPr>
        <p:txBody>
          <a:bodyPr wrap="square" rtlCol="0">
            <a:spAutoFit/>
          </a:bodyPr>
          <a:lstStyle/>
          <a:p>
            <a:pPr algn="ctr"/>
            <a:r>
              <a:rPr lang="en-US" sz="900" dirty="0"/>
              <a:t>36</a:t>
            </a:r>
          </a:p>
        </p:txBody>
      </p:sp>
      <p:sp>
        <p:nvSpPr>
          <p:cNvPr id="18" name="TextBox 17">
            <a:extLst>
              <a:ext uri="{FF2B5EF4-FFF2-40B4-BE49-F238E27FC236}">
                <a16:creationId xmlns:a16="http://schemas.microsoft.com/office/drawing/2014/main" id="{FE9F1F70-2EC1-2D2B-6110-3FFD35E17BDC}"/>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8BA37EBB-8398-63EE-60D3-1667493ADB6C}"/>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6C2D69B-FED0-B2F8-0DAE-196735C17B7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9A8ED54-59DC-A018-F0E5-9D964B63FA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1B1E0E6-B419-B3EC-A162-86495D3214CE}"/>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D6E49B3-0294-7305-80EB-D0490DBAAE12}"/>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3226F5EE-6002-4D5E-5BB6-36D084E67CDD}"/>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912349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919D0-C005-A4FC-02D5-EB12C0FB8D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AA0F1-8590-09D6-DAB8-DC453C502567}"/>
              </a:ext>
            </a:extLst>
          </p:cNvPr>
          <p:cNvSpPr>
            <a:spLocks noGrp="1"/>
          </p:cNvSpPr>
          <p:nvPr>
            <p:ph sz="half" idx="1"/>
          </p:nvPr>
        </p:nvSpPr>
        <p:spPr/>
        <p:txBody>
          <a:bodyPr/>
          <a:lstStyle/>
          <a:p>
            <a:r>
              <a:rPr lang="en-US" dirty="0"/>
              <a:t>In the right center block, only three remaining cells can contain the 3 and the 6. However, since they can’t be adjacent (no black dot), they must be here.</a:t>
            </a:r>
          </a:p>
        </p:txBody>
      </p:sp>
      <p:pic>
        <p:nvPicPr>
          <p:cNvPr id="4" name="Picture 3" descr="A grid of sudoku puzzle&#10;&#10;Description automatically generated">
            <a:extLst>
              <a:ext uri="{FF2B5EF4-FFF2-40B4-BE49-F238E27FC236}">
                <a16:creationId xmlns:a16="http://schemas.microsoft.com/office/drawing/2014/main" id="{41366F41-0A97-C085-1816-17F7F20463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0F71C9D-D30C-4234-1504-AB617326D6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75D38A-F591-F738-5944-DF7BFD4E7F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14C92F-662A-8090-AA02-60026D059CBE}"/>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FA5CB25E-5A1F-C9AC-5BAB-112427DDB6D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EC0E4432-6575-1581-D3E7-F925A5B6FE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CEA0C808-2CE2-F190-04FB-B84F3A17A97E}"/>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F04D1E00-B42F-3A5C-C2F7-047831BDFB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BD12A32B-9955-4C5B-EDB1-F7391075D66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7E411FF-A9F6-F6BA-879C-CE78CCA15A20}"/>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9DD2FFF-F443-069A-779E-376514E7B29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B50AA4A-FCC8-9D4A-AED5-A88F0BCB9219}"/>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5C08CAD0-F769-9925-411F-9161AF84F174}"/>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12A6D320-F01C-39F9-510F-63DFC8EED55D}"/>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6741BC3-F340-D9A2-C1D2-5231C30705AB}"/>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C189451-1D8D-5C24-15C9-2CA05DF83A0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5BA977E-0070-BD8C-F9B2-1294D184CBC4}"/>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893B492A-5767-CE8F-5B60-8D3F0B285E9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C7CAB52-2C72-FFC8-F6AE-1E5C5CFD830A}"/>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086A7E45-D63F-2BBF-D110-56C9474E5031}"/>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9AB7B503-3330-FE00-0A14-F28A94760980}"/>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FB432A39-3948-8756-B615-488872CF7AA9}"/>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44A1720B-D37C-E831-F304-A134C4D1B4E6}"/>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0894D33C-E5C7-CDAC-9BE5-3469E155CEF0}"/>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00327621-FBD7-023F-BCA0-232399034A7D}"/>
              </a:ext>
            </a:extLst>
          </p:cNvPr>
          <p:cNvSpPr txBox="1"/>
          <p:nvPr/>
        </p:nvSpPr>
        <p:spPr>
          <a:xfrm>
            <a:off x="5650090" y="901933"/>
            <a:ext cx="570089" cy="230832"/>
          </a:xfrm>
          <a:prstGeom prst="rect">
            <a:avLst/>
          </a:prstGeom>
          <a:noFill/>
        </p:spPr>
        <p:txBody>
          <a:bodyPr wrap="square" rtlCol="0">
            <a:spAutoFit/>
          </a:bodyPr>
          <a:lstStyle/>
          <a:p>
            <a:pPr algn="ctr"/>
            <a:r>
              <a:rPr lang="en-US" sz="900" dirty="0"/>
              <a:t>63</a:t>
            </a:r>
          </a:p>
        </p:txBody>
      </p:sp>
      <p:sp>
        <p:nvSpPr>
          <p:cNvPr id="17" name="TextBox 16">
            <a:extLst>
              <a:ext uri="{FF2B5EF4-FFF2-40B4-BE49-F238E27FC236}">
                <a16:creationId xmlns:a16="http://schemas.microsoft.com/office/drawing/2014/main" id="{C15301D4-904E-D405-3526-2F077B6009E1}"/>
              </a:ext>
            </a:extLst>
          </p:cNvPr>
          <p:cNvSpPr txBox="1"/>
          <p:nvPr/>
        </p:nvSpPr>
        <p:spPr>
          <a:xfrm>
            <a:off x="5650090" y="1903821"/>
            <a:ext cx="570089" cy="230832"/>
          </a:xfrm>
          <a:prstGeom prst="rect">
            <a:avLst/>
          </a:prstGeom>
          <a:noFill/>
        </p:spPr>
        <p:txBody>
          <a:bodyPr wrap="square" rtlCol="0">
            <a:spAutoFit/>
          </a:bodyPr>
          <a:lstStyle/>
          <a:p>
            <a:pPr algn="ctr"/>
            <a:r>
              <a:rPr lang="en-US" sz="900" dirty="0"/>
              <a:t>36</a:t>
            </a:r>
          </a:p>
        </p:txBody>
      </p:sp>
      <p:sp>
        <p:nvSpPr>
          <p:cNvPr id="18" name="TextBox 17">
            <a:extLst>
              <a:ext uri="{FF2B5EF4-FFF2-40B4-BE49-F238E27FC236}">
                <a16:creationId xmlns:a16="http://schemas.microsoft.com/office/drawing/2014/main" id="{107FF638-6F42-0651-02FB-8FC53E334D42}"/>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99E4AD57-9852-2243-2C9F-3764B4C7204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CFAA5CB4-2261-7C1C-09C4-7E4C34C2AC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90A76EF-6933-6A3D-B816-BE503040F8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96DEA4A-F66B-58F0-7AC4-353D43DB57F7}"/>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B6FA15B-2508-11C8-705F-E7C33F973E7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52F73B3F-3DCF-1DC6-E779-45FC1E615683}"/>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DB5A27B-6A15-C502-B2C0-D75C804110AA}"/>
              </a:ext>
            </a:extLst>
          </p:cNvPr>
          <p:cNvSpPr txBox="1"/>
          <p:nvPr/>
        </p:nvSpPr>
        <p:spPr>
          <a:xfrm>
            <a:off x="6654802" y="2404765"/>
            <a:ext cx="570089" cy="230832"/>
          </a:xfrm>
          <a:prstGeom prst="rect">
            <a:avLst/>
          </a:prstGeom>
          <a:noFill/>
        </p:spPr>
        <p:txBody>
          <a:bodyPr wrap="square" rtlCol="0">
            <a:spAutoFit/>
          </a:bodyPr>
          <a:lstStyle/>
          <a:p>
            <a:pPr algn="ctr"/>
            <a:r>
              <a:rPr lang="en-US" sz="900" dirty="0"/>
              <a:t>36</a:t>
            </a:r>
          </a:p>
        </p:txBody>
      </p:sp>
      <p:sp>
        <p:nvSpPr>
          <p:cNvPr id="15" name="TextBox 14">
            <a:extLst>
              <a:ext uri="{FF2B5EF4-FFF2-40B4-BE49-F238E27FC236}">
                <a16:creationId xmlns:a16="http://schemas.microsoft.com/office/drawing/2014/main" id="{DC1BA012-6FEF-ACD8-FCEA-71A03E05E8F3}"/>
              </a:ext>
            </a:extLst>
          </p:cNvPr>
          <p:cNvSpPr txBox="1"/>
          <p:nvPr/>
        </p:nvSpPr>
        <p:spPr>
          <a:xfrm>
            <a:off x="6152446" y="2905709"/>
            <a:ext cx="570089" cy="230832"/>
          </a:xfrm>
          <a:prstGeom prst="rect">
            <a:avLst/>
          </a:prstGeom>
          <a:noFill/>
        </p:spPr>
        <p:txBody>
          <a:bodyPr wrap="square" rtlCol="0">
            <a:spAutoFit/>
          </a:bodyPr>
          <a:lstStyle/>
          <a:p>
            <a:pPr algn="ctr"/>
            <a:r>
              <a:rPr lang="en-US" sz="900" dirty="0"/>
              <a:t>63</a:t>
            </a:r>
          </a:p>
        </p:txBody>
      </p:sp>
    </p:spTree>
    <p:extLst>
      <p:ext uri="{BB962C8B-B14F-4D97-AF65-F5344CB8AC3E}">
        <p14:creationId xmlns:p14="http://schemas.microsoft.com/office/powerpoint/2010/main" val="3284276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894DC-426D-1D4B-55CF-13917FFECBC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2B1B0D-024B-A7C3-8E89-234E39B1C071}"/>
              </a:ext>
            </a:extLst>
          </p:cNvPr>
          <p:cNvSpPr>
            <a:spLocks noGrp="1"/>
          </p:cNvSpPr>
          <p:nvPr>
            <p:ph sz="half" idx="1"/>
          </p:nvPr>
        </p:nvSpPr>
        <p:spPr/>
        <p:txBody>
          <a:bodyPr>
            <a:normAutofit fontScale="92500" lnSpcReduction="20000"/>
          </a:bodyPr>
          <a:lstStyle/>
          <a:p>
            <a:r>
              <a:rPr lang="en-US" dirty="0"/>
              <a:t>In the left center block, only four remaining cells can contain the 3 and the 6 (not Row 5 or Column 1). However, since they can’t be adjacent (no black dot), one must be in Row 4 and the other in Row 6. The 3-6 pair in Row 9 also requires that one be in Column 2 and the other in Column 3. In Row 4, neither can be on the black dot because of the 36 cell in Column 8. So, this is the only way that they fit.</a:t>
            </a:r>
          </a:p>
        </p:txBody>
      </p:sp>
      <p:pic>
        <p:nvPicPr>
          <p:cNvPr id="4" name="Picture 3" descr="A grid of sudoku puzzle&#10;&#10;Description automatically generated">
            <a:extLst>
              <a:ext uri="{FF2B5EF4-FFF2-40B4-BE49-F238E27FC236}">
                <a16:creationId xmlns:a16="http://schemas.microsoft.com/office/drawing/2014/main" id="{00663752-4031-63D4-6DB9-CBA5312A174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DE234A-C346-D746-35F1-74A22B18E9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BBEC97-7072-D30D-8A2F-FB784038F81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54F7ED-D187-27C1-91D1-7168E4112D65}"/>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20236718-5B90-A107-0701-7E6246D7B4A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1BBF03DA-C185-66B4-6EED-53D93AD0CD1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0CF04AA8-D481-44DF-220A-6E115B7B90DE}"/>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AB923B3-E538-99D4-9881-0CD36C02CB6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4CE88E27-33E2-66CE-CEFC-819124F6CD54}"/>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CD795478-6401-EC6D-2617-30477A76229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E574808-4BB1-DE1F-BB3F-510D847DDED6}"/>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A63EFAA-F128-D02E-83FD-ACABF05F4BB3}"/>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E2BEE80D-D3E4-2222-A34C-5E21CBC448B5}"/>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9105C012-3CCD-596E-42D0-C6C219227451}"/>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7E0E796C-1CDA-657D-514F-B46844E6F7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3F174BE-BB19-9EC7-1A4A-CA9BE08DD033}"/>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87C0FB8-A351-2DDA-5DB6-4A4D193BBF07}"/>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A9C6E71F-1ADA-B41A-9937-75AA011D0098}"/>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D8CD19-3638-4519-AB14-AE1CDB63F5A3}"/>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6DDCAA1F-4C69-AC47-77C6-B46DBC3D6CC8}"/>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0" name="TextBox 9">
            <a:extLst>
              <a:ext uri="{FF2B5EF4-FFF2-40B4-BE49-F238E27FC236}">
                <a16:creationId xmlns:a16="http://schemas.microsoft.com/office/drawing/2014/main" id="{87BB7247-A606-11C2-2912-6E5210A78ADF}"/>
              </a:ext>
            </a:extLst>
          </p:cNvPr>
          <p:cNvSpPr txBox="1"/>
          <p:nvPr/>
        </p:nvSpPr>
        <p:spPr>
          <a:xfrm>
            <a:off x="3640666" y="4909484"/>
            <a:ext cx="570089" cy="230832"/>
          </a:xfrm>
          <a:prstGeom prst="rect">
            <a:avLst/>
          </a:prstGeom>
          <a:noFill/>
        </p:spPr>
        <p:txBody>
          <a:bodyPr wrap="square" rtlCol="0">
            <a:spAutoFit/>
          </a:bodyPr>
          <a:lstStyle/>
          <a:p>
            <a:pPr algn="ctr"/>
            <a:r>
              <a:rPr lang="en-US" sz="900" dirty="0"/>
              <a:t>36</a:t>
            </a:r>
          </a:p>
        </p:txBody>
      </p:sp>
      <p:sp>
        <p:nvSpPr>
          <p:cNvPr id="11" name="TextBox 10">
            <a:extLst>
              <a:ext uri="{FF2B5EF4-FFF2-40B4-BE49-F238E27FC236}">
                <a16:creationId xmlns:a16="http://schemas.microsoft.com/office/drawing/2014/main" id="{B5019FFA-D995-A19E-A1D9-B972DCAD20A8}"/>
              </a:ext>
            </a:extLst>
          </p:cNvPr>
          <p:cNvSpPr txBox="1"/>
          <p:nvPr/>
        </p:nvSpPr>
        <p:spPr>
          <a:xfrm>
            <a:off x="4143022" y="4909484"/>
            <a:ext cx="570089" cy="230832"/>
          </a:xfrm>
          <a:prstGeom prst="rect">
            <a:avLst/>
          </a:prstGeom>
          <a:noFill/>
        </p:spPr>
        <p:txBody>
          <a:bodyPr wrap="square" rtlCol="0">
            <a:spAutoFit/>
          </a:bodyPr>
          <a:lstStyle/>
          <a:p>
            <a:pPr algn="ctr"/>
            <a:r>
              <a:rPr lang="en-US" sz="900" dirty="0"/>
              <a:t>63</a:t>
            </a:r>
          </a:p>
        </p:txBody>
      </p:sp>
      <p:sp>
        <p:nvSpPr>
          <p:cNvPr id="12" name="TextBox 11">
            <a:extLst>
              <a:ext uri="{FF2B5EF4-FFF2-40B4-BE49-F238E27FC236}">
                <a16:creationId xmlns:a16="http://schemas.microsoft.com/office/drawing/2014/main" id="{50A41F7F-EA73-501A-E4E3-EE9A07185569}"/>
              </a:ext>
            </a:extLst>
          </p:cNvPr>
          <p:cNvSpPr txBox="1"/>
          <p:nvPr/>
        </p:nvSpPr>
        <p:spPr>
          <a:xfrm>
            <a:off x="5147734" y="2905709"/>
            <a:ext cx="570089" cy="230832"/>
          </a:xfrm>
          <a:prstGeom prst="rect">
            <a:avLst/>
          </a:prstGeom>
          <a:noFill/>
        </p:spPr>
        <p:txBody>
          <a:bodyPr wrap="square" rtlCol="0">
            <a:spAutoFit/>
          </a:bodyPr>
          <a:lstStyle/>
          <a:p>
            <a:pPr algn="ctr"/>
            <a:r>
              <a:rPr lang="en-US" sz="900" dirty="0"/>
              <a:t>36</a:t>
            </a:r>
          </a:p>
        </p:txBody>
      </p:sp>
      <p:sp>
        <p:nvSpPr>
          <p:cNvPr id="13" name="TextBox 12">
            <a:extLst>
              <a:ext uri="{FF2B5EF4-FFF2-40B4-BE49-F238E27FC236}">
                <a16:creationId xmlns:a16="http://schemas.microsoft.com/office/drawing/2014/main" id="{2E4BCBBC-42AB-4363-2419-E3315734CEE0}"/>
              </a:ext>
            </a:extLst>
          </p:cNvPr>
          <p:cNvSpPr txBox="1"/>
          <p:nvPr/>
        </p:nvSpPr>
        <p:spPr>
          <a:xfrm>
            <a:off x="5147734" y="3406653"/>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3FF8FC34-677E-039B-119C-D64ECE167930}"/>
              </a:ext>
            </a:extLst>
          </p:cNvPr>
          <p:cNvSpPr txBox="1"/>
          <p:nvPr/>
        </p:nvSpPr>
        <p:spPr>
          <a:xfrm>
            <a:off x="5650090" y="901933"/>
            <a:ext cx="570089" cy="230832"/>
          </a:xfrm>
          <a:prstGeom prst="rect">
            <a:avLst/>
          </a:prstGeom>
          <a:noFill/>
        </p:spPr>
        <p:txBody>
          <a:bodyPr wrap="square" rtlCol="0">
            <a:spAutoFit/>
          </a:bodyPr>
          <a:lstStyle/>
          <a:p>
            <a:pPr algn="ctr"/>
            <a:r>
              <a:rPr lang="en-US" sz="900" dirty="0"/>
              <a:t>63</a:t>
            </a:r>
          </a:p>
        </p:txBody>
      </p:sp>
      <p:sp>
        <p:nvSpPr>
          <p:cNvPr id="17" name="TextBox 16">
            <a:extLst>
              <a:ext uri="{FF2B5EF4-FFF2-40B4-BE49-F238E27FC236}">
                <a16:creationId xmlns:a16="http://schemas.microsoft.com/office/drawing/2014/main" id="{16C16167-BCC7-4667-7D84-0A9621AEC434}"/>
              </a:ext>
            </a:extLst>
          </p:cNvPr>
          <p:cNvSpPr txBox="1"/>
          <p:nvPr/>
        </p:nvSpPr>
        <p:spPr>
          <a:xfrm>
            <a:off x="5650090" y="1903821"/>
            <a:ext cx="570089" cy="230832"/>
          </a:xfrm>
          <a:prstGeom prst="rect">
            <a:avLst/>
          </a:prstGeom>
          <a:noFill/>
        </p:spPr>
        <p:txBody>
          <a:bodyPr wrap="square" rtlCol="0">
            <a:spAutoFit/>
          </a:bodyPr>
          <a:lstStyle/>
          <a:p>
            <a:pPr algn="ctr"/>
            <a:r>
              <a:rPr lang="en-US" sz="900" dirty="0"/>
              <a:t>36</a:t>
            </a:r>
          </a:p>
        </p:txBody>
      </p:sp>
      <p:sp>
        <p:nvSpPr>
          <p:cNvPr id="18" name="TextBox 17">
            <a:extLst>
              <a:ext uri="{FF2B5EF4-FFF2-40B4-BE49-F238E27FC236}">
                <a16:creationId xmlns:a16="http://schemas.microsoft.com/office/drawing/2014/main" id="{3472EC76-6453-DDBB-75A2-1FFD7D7D565E}"/>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3A41514C-DE91-A348-CD86-D0EDD2D744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9887231B-3037-FD77-113B-0215AEC1914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34EA996-19F2-DF3C-72E2-8477BCA26A1D}"/>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3A23E1E-CE68-38EA-7509-BBAFA234ED23}"/>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575A5C2-18D0-7041-CFEC-4BA16DD70FD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35373C65-B3A9-E978-B51C-E6D43FD4BDB7}"/>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95F5F01-0EC0-DAC0-52B7-D72DF84774E6}"/>
              </a:ext>
            </a:extLst>
          </p:cNvPr>
          <p:cNvSpPr txBox="1"/>
          <p:nvPr/>
        </p:nvSpPr>
        <p:spPr>
          <a:xfrm>
            <a:off x="6654802" y="2404765"/>
            <a:ext cx="570089" cy="230832"/>
          </a:xfrm>
          <a:prstGeom prst="rect">
            <a:avLst/>
          </a:prstGeom>
          <a:noFill/>
        </p:spPr>
        <p:txBody>
          <a:bodyPr wrap="square" rtlCol="0">
            <a:spAutoFit/>
          </a:bodyPr>
          <a:lstStyle/>
          <a:p>
            <a:pPr algn="ctr"/>
            <a:r>
              <a:rPr lang="en-US" sz="900" dirty="0"/>
              <a:t>36</a:t>
            </a:r>
          </a:p>
        </p:txBody>
      </p:sp>
      <p:sp>
        <p:nvSpPr>
          <p:cNvPr id="15" name="TextBox 14">
            <a:extLst>
              <a:ext uri="{FF2B5EF4-FFF2-40B4-BE49-F238E27FC236}">
                <a16:creationId xmlns:a16="http://schemas.microsoft.com/office/drawing/2014/main" id="{BDF011D8-30A4-B14D-5BED-CF7BD56C1D86}"/>
              </a:ext>
            </a:extLst>
          </p:cNvPr>
          <p:cNvSpPr txBox="1"/>
          <p:nvPr/>
        </p:nvSpPr>
        <p:spPr>
          <a:xfrm>
            <a:off x="6152446" y="2905709"/>
            <a:ext cx="570089" cy="230832"/>
          </a:xfrm>
          <a:prstGeom prst="rect">
            <a:avLst/>
          </a:prstGeom>
          <a:noFill/>
        </p:spPr>
        <p:txBody>
          <a:bodyPr wrap="square" rtlCol="0">
            <a:spAutoFit/>
          </a:bodyPr>
          <a:lstStyle/>
          <a:p>
            <a:pPr algn="ctr"/>
            <a:r>
              <a:rPr lang="en-US" sz="900" dirty="0"/>
              <a:t>63</a:t>
            </a:r>
          </a:p>
        </p:txBody>
      </p:sp>
      <p:sp>
        <p:nvSpPr>
          <p:cNvPr id="20" name="TextBox 19">
            <a:extLst>
              <a:ext uri="{FF2B5EF4-FFF2-40B4-BE49-F238E27FC236}">
                <a16:creationId xmlns:a16="http://schemas.microsoft.com/office/drawing/2014/main" id="{70D80D7A-1E3E-6C6F-577E-B9DC76D763B1}"/>
              </a:ext>
            </a:extLst>
          </p:cNvPr>
          <p:cNvSpPr txBox="1"/>
          <p:nvPr/>
        </p:nvSpPr>
        <p:spPr>
          <a:xfrm>
            <a:off x="3640666" y="2404765"/>
            <a:ext cx="570089" cy="230832"/>
          </a:xfrm>
          <a:prstGeom prst="rect">
            <a:avLst/>
          </a:prstGeom>
          <a:noFill/>
        </p:spPr>
        <p:txBody>
          <a:bodyPr wrap="square" rtlCol="0">
            <a:spAutoFit/>
          </a:bodyPr>
          <a:lstStyle/>
          <a:p>
            <a:pPr algn="ctr"/>
            <a:r>
              <a:rPr lang="en-US" sz="900" dirty="0"/>
              <a:t>63</a:t>
            </a:r>
          </a:p>
        </p:txBody>
      </p:sp>
      <p:sp>
        <p:nvSpPr>
          <p:cNvPr id="21" name="TextBox 20">
            <a:extLst>
              <a:ext uri="{FF2B5EF4-FFF2-40B4-BE49-F238E27FC236}">
                <a16:creationId xmlns:a16="http://schemas.microsoft.com/office/drawing/2014/main" id="{0310DD43-7122-904E-F11F-85FB3B21C073}"/>
              </a:ext>
            </a:extLst>
          </p:cNvPr>
          <p:cNvSpPr txBox="1"/>
          <p:nvPr/>
        </p:nvSpPr>
        <p:spPr>
          <a:xfrm>
            <a:off x="4143022" y="3406653"/>
            <a:ext cx="570089" cy="230832"/>
          </a:xfrm>
          <a:prstGeom prst="rect">
            <a:avLst/>
          </a:prstGeom>
          <a:noFill/>
        </p:spPr>
        <p:txBody>
          <a:bodyPr wrap="square" rtlCol="0">
            <a:spAutoFit/>
          </a:bodyPr>
          <a:lstStyle/>
          <a:p>
            <a:pPr algn="ctr"/>
            <a:r>
              <a:rPr lang="en-US" sz="900" dirty="0"/>
              <a:t>36</a:t>
            </a:r>
          </a:p>
        </p:txBody>
      </p:sp>
    </p:spTree>
    <p:extLst>
      <p:ext uri="{BB962C8B-B14F-4D97-AF65-F5344CB8AC3E}">
        <p14:creationId xmlns:p14="http://schemas.microsoft.com/office/powerpoint/2010/main" val="2276553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D097F-1ACA-9E30-1760-FB0F29AF79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D4E2288-ABCC-08BA-D7A4-A48C2C4E7387}"/>
              </a:ext>
            </a:extLst>
          </p:cNvPr>
          <p:cNvSpPr>
            <a:spLocks noGrp="1"/>
          </p:cNvSpPr>
          <p:nvPr>
            <p:ph sz="half" idx="1"/>
          </p:nvPr>
        </p:nvSpPr>
        <p:spPr/>
        <p:txBody>
          <a:bodyPr>
            <a:normAutofit/>
          </a:bodyPr>
          <a:lstStyle/>
          <a:p>
            <a:r>
              <a:rPr lang="en-US" dirty="0"/>
              <a:t>In Row 6, neither the 2 nor the 4 is available to be adjacent to a 3.  So, it must be the 6.</a:t>
            </a:r>
          </a:p>
        </p:txBody>
      </p:sp>
      <p:pic>
        <p:nvPicPr>
          <p:cNvPr id="4" name="Picture 3" descr="A grid of sudoku puzzle&#10;&#10;Description automatically generated">
            <a:extLst>
              <a:ext uri="{FF2B5EF4-FFF2-40B4-BE49-F238E27FC236}">
                <a16:creationId xmlns:a16="http://schemas.microsoft.com/office/drawing/2014/main" id="{E52712F4-D55F-8A6B-700B-36107ECD1A9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0B18C18-0318-FE90-1019-C01EFA65F63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0B8FA7-3849-8268-41C8-1EC0E6AD88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780F0DF-4308-6873-0745-424FE94C884D}"/>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5CE84ECB-F134-6A44-1681-51E0CCDA413E}"/>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9310CF1C-8AFC-4C79-BCA1-3EE5F450D55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B2F374E8-E371-2693-D4FA-7C37E2137105}"/>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F9332B34-BC4E-1A21-510C-CD0D3B367E23}"/>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B01C6F15-13BB-2622-4E7D-0CC517D313F5}"/>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97FE668C-DF4D-112F-962A-3407C4F8DED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C8C6658-3F19-55A0-6750-8127F3D52819}"/>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F45954A-8BAA-CB82-61EC-F7D875BEA5FF}"/>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9DEF2C6-E9F8-401D-558C-0E258A0B77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62B0C681-F5B0-BBE9-3A87-0965AEFF9DFB}"/>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A1F6ECF0-FDFE-64B0-9687-15F75F0AB64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AAD5970-8F11-0537-78FA-469674CFA3D6}"/>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91102A9-5A5C-2CCE-1E0E-D15753427544}"/>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5571E271-F3E9-2A4C-B6AF-60B5B615CB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829D0D9-856B-02BB-E346-365CAD0BE36E}"/>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AA7748E9-83A0-E635-6C22-5E56BE0C3549}"/>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F9822E6E-29A9-5ADC-EDE3-F578243AD953}"/>
              </a:ext>
            </a:extLst>
          </p:cNvPr>
          <p:cNvSpPr txBox="1"/>
          <p:nvPr/>
        </p:nvSpPr>
        <p:spPr>
          <a:xfrm>
            <a:off x="5650090" y="901933"/>
            <a:ext cx="570089" cy="230832"/>
          </a:xfrm>
          <a:prstGeom prst="rect">
            <a:avLst/>
          </a:prstGeom>
          <a:noFill/>
        </p:spPr>
        <p:txBody>
          <a:bodyPr wrap="square" rtlCol="0">
            <a:spAutoFit/>
          </a:bodyPr>
          <a:lstStyle/>
          <a:p>
            <a:pPr algn="ctr"/>
            <a:r>
              <a:rPr lang="en-US" sz="900" dirty="0"/>
              <a:t>63</a:t>
            </a:r>
          </a:p>
        </p:txBody>
      </p:sp>
      <p:sp>
        <p:nvSpPr>
          <p:cNvPr id="17" name="TextBox 16">
            <a:extLst>
              <a:ext uri="{FF2B5EF4-FFF2-40B4-BE49-F238E27FC236}">
                <a16:creationId xmlns:a16="http://schemas.microsoft.com/office/drawing/2014/main" id="{9AE09261-5637-CC09-CAA5-4AA1FDE450A4}"/>
              </a:ext>
            </a:extLst>
          </p:cNvPr>
          <p:cNvSpPr txBox="1"/>
          <p:nvPr/>
        </p:nvSpPr>
        <p:spPr>
          <a:xfrm>
            <a:off x="5650090" y="1903821"/>
            <a:ext cx="570089" cy="230832"/>
          </a:xfrm>
          <a:prstGeom prst="rect">
            <a:avLst/>
          </a:prstGeom>
          <a:noFill/>
        </p:spPr>
        <p:txBody>
          <a:bodyPr wrap="square" rtlCol="0">
            <a:spAutoFit/>
          </a:bodyPr>
          <a:lstStyle/>
          <a:p>
            <a:pPr algn="ctr"/>
            <a:r>
              <a:rPr lang="en-US" sz="900" dirty="0"/>
              <a:t>36</a:t>
            </a:r>
          </a:p>
        </p:txBody>
      </p:sp>
      <p:sp>
        <p:nvSpPr>
          <p:cNvPr id="18" name="TextBox 17">
            <a:extLst>
              <a:ext uri="{FF2B5EF4-FFF2-40B4-BE49-F238E27FC236}">
                <a16:creationId xmlns:a16="http://schemas.microsoft.com/office/drawing/2014/main" id="{CEFC4F1F-399C-442D-6B3C-28847D05599E}"/>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0EF14488-C228-7C9F-454B-09BFDF7465C0}"/>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41B9C27A-11FC-9440-5F01-7F3181619A5F}"/>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F1B2214-B56A-32B1-B5E3-ADCC2FD62D37}"/>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EE6DF52F-5BD0-DE45-F6A7-A959CB9FFBD6}"/>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ED797D8-819F-439E-9B7E-17474A3363C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B5A1768D-10CE-A294-2707-B540DA6997C8}"/>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50B966BA-4B5C-F003-228A-6084A8A012C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FFCB5DB8-231C-E0A3-D9D2-20E903164044}"/>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6076E2E8-061F-961E-C0EC-25EAE80526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74291C9C-41F6-E3E8-DCC4-7706E2C91381}"/>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B35545AE-54B6-B7AE-EB88-D351FD69C102}"/>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BABE5416-5FF2-3E87-63F9-05A9424A058A}"/>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A9940ED9-9676-1C6F-3769-92F27F0FA150}"/>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28FEA2CD-A29E-6748-E889-B220228282F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56BA42E-0D0A-64CE-9DAD-87E437039D6B}"/>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912588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CDDF5-A010-E082-BA01-349FFE2426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D5CF07-233C-1712-E932-3BBF19CC88FE}"/>
              </a:ext>
            </a:extLst>
          </p:cNvPr>
          <p:cNvSpPr>
            <a:spLocks noGrp="1"/>
          </p:cNvSpPr>
          <p:nvPr>
            <p:ph sz="half" idx="1"/>
          </p:nvPr>
        </p:nvSpPr>
        <p:spPr/>
        <p:txBody>
          <a:bodyPr>
            <a:normAutofit/>
          </a:bodyPr>
          <a:lstStyle/>
          <a:p>
            <a:r>
              <a:rPr lang="en-US" dirty="0"/>
              <a:t>Last possible place for a 6 in the upper right block. It must be in Column 7, but Sudoku prevents it from being in Row 3 and the circle prevents it from being in Row 1.</a:t>
            </a:r>
          </a:p>
        </p:txBody>
      </p:sp>
      <p:pic>
        <p:nvPicPr>
          <p:cNvPr id="4" name="Picture 3" descr="A grid of sudoku puzzle&#10;&#10;Description automatically generated">
            <a:extLst>
              <a:ext uri="{FF2B5EF4-FFF2-40B4-BE49-F238E27FC236}">
                <a16:creationId xmlns:a16="http://schemas.microsoft.com/office/drawing/2014/main" id="{59B269FA-0727-FD69-CFAE-9BB5604CD2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4F05B2-091A-3609-5E36-8EBC656A19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F55569-16D7-453A-E834-65ACB445AF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FB1770-5A52-699D-A103-D71BAA5A74FB}"/>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864785FA-023A-A269-9367-CA3E6A2063E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F8E9C648-7477-62E3-EB88-486A5E14F5D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5D860AA-78E7-F32B-BD92-B35F0857AADD}"/>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E36798D8-188D-6A3E-32CB-23925295396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CFF516D5-9C2B-0D8D-5725-3A49A78C1B0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24D0EA42-0AC6-1941-0146-A98CB6EB99E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0D52FB4-C22E-34FB-4E84-741C64A811DC}"/>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AEC93FA-5601-4D05-3BA7-308BD97D5A4C}"/>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749FEB1C-09D8-D01C-7FB9-10F9302BABBB}"/>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D31C666C-DBC8-A7BD-A88D-2F7BCD9D6150}"/>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068E630-26B8-E710-C7A3-B3D37F50BA9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00A73AA-C225-8922-5C98-8DA2FE78FA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A30C7C2-9465-9EB8-CFB2-15DA2F4C564A}"/>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C64EC90D-1CC0-4D66-4EED-79512DB394B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606F806-583F-784C-07DA-32C57572BA67}"/>
              </a:ext>
            </a:extLst>
          </p:cNvPr>
          <p:cNvSpPr txBox="1"/>
          <p:nvPr/>
        </p:nvSpPr>
        <p:spPr>
          <a:xfrm>
            <a:off x="3138310" y="1402877"/>
            <a:ext cx="570089" cy="230832"/>
          </a:xfrm>
          <a:prstGeom prst="rect">
            <a:avLst/>
          </a:prstGeom>
          <a:noFill/>
        </p:spPr>
        <p:txBody>
          <a:bodyPr wrap="square" rtlCol="0">
            <a:spAutoFit/>
          </a:bodyPr>
          <a:lstStyle/>
          <a:p>
            <a:pPr algn="ctr"/>
            <a:r>
              <a:rPr lang="en-US" sz="900" dirty="0"/>
              <a:t>36</a:t>
            </a:r>
          </a:p>
        </p:txBody>
      </p:sp>
      <p:sp>
        <p:nvSpPr>
          <p:cNvPr id="9" name="TextBox 8">
            <a:extLst>
              <a:ext uri="{FF2B5EF4-FFF2-40B4-BE49-F238E27FC236}">
                <a16:creationId xmlns:a16="http://schemas.microsoft.com/office/drawing/2014/main" id="{203095AA-41B9-D9F9-089A-02C49F72F80B}"/>
              </a:ext>
            </a:extLst>
          </p:cNvPr>
          <p:cNvSpPr txBox="1"/>
          <p:nvPr/>
        </p:nvSpPr>
        <p:spPr>
          <a:xfrm>
            <a:off x="3138310" y="1903821"/>
            <a:ext cx="570089" cy="230832"/>
          </a:xfrm>
          <a:prstGeom prst="rect">
            <a:avLst/>
          </a:prstGeom>
          <a:no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2A97F6D8-9355-FF34-66A5-D4CA3227F27B}"/>
              </a:ext>
            </a:extLst>
          </p:cNvPr>
          <p:cNvSpPr txBox="1"/>
          <p:nvPr/>
        </p:nvSpPr>
        <p:spPr>
          <a:xfrm>
            <a:off x="5650090" y="901933"/>
            <a:ext cx="570089" cy="230832"/>
          </a:xfrm>
          <a:prstGeom prst="rect">
            <a:avLst/>
          </a:prstGeom>
          <a:noFill/>
        </p:spPr>
        <p:txBody>
          <a:bodyPr wrap="square" rtlCol="0">
            <a:spAutoFit/>
          </a:bodyPr>
          <a:lstStyle/>
          <a:p>
            <a:pPr algn="ctr"/>
            <a:r>
              <a:rPr lang="en-US" sz="900" dirty="0"/>
              <a:t>63</a:t>
            </a:r>
          </a:p>
        </p:txBody>
      </p:sp>
      <p:sp>
        <p:nvSpPr>
          <p:cNvPr id="17" name="TextBox 16">
            <a:extLst>
              <a:ext uri="{FF2B5EF4-FFF2-40B4-BE49-F238E27FC236}">
                <a16:creationId xmlns:a16="http://schemas.microsoft.com/office/drawing/2014/main" id="{6E12C540-F521-47EB-2E00-DB6379B907F4}"/>
              </a:ext>
            </a:extLst>
          </p:cNvPr>
          <p:cNvSpPr txBox="1"/>
          <p:nvPr/>
        </p:nvSpPr>
        <p:spPr>
          <a:xfrm>
            <a:off x="5650090" y="1903821"/>
            <a:ext cx="570089" cy="230832"/>
          </a:xfrm>
          <a:prstGeom prst="rect">
            <a:avLst/>
          </a:prstGeom>
          <a:noFill/>
        </p:spPr>
        <p:txBody>
          <a:bodyPr wrap="square" rtlCol="0">
            <a:spAutoFit/>
          </a:bodyPr>
          <a:lstStyle/>
          <a:p>
            <a:pPr algn="ctr"/>
            <a:r>
              <a:rPr lang="en-US" sz="900" dirty="0"/>
              <a:t>36</a:t>
            </a:r>
          </a:p>
        </p:txBody>
      </p:sp>
      <p:sp>
        <p:nvSpPr>
          <p:cNvPr id="18" name="TextBox 17">
            <a:extLst>
              <a:ext uri="{FF2B5EF4-FFF2-40B4-BE49-F238E27FC236}">
                <a16:creationId xmlns:a16="http://schemas.microsoft.com/office/drawing/2014/main" id="{6CE33AC6-92F0-8323-68FF-D0F927D260D3}"/>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61ED734A-AC76-299C-6E82-2E80C814A15D}"/>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E24705D-03FA-6A2D-3553-CE4E20C431A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01AEC02-1DCA-12C5-B3D9-97D1A63C1DDC}"/>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376B87B-6B9F-BD60-D4FD-14BE5B5162E4}"/>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0EF468A-E74B-BF17-57E0-540294F161C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900250E7-A322-8148-4FE5-7AAC24191494}"/>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E1649DD-27CD-B5CD-CE27-5CEC96D1E6B5}"/>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193EF098-3843-335C-DE94-A0AC493157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625CDF3-BCAB-6BA7-4BA0-13C4330CF2BA}"/>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8BC66500-7FC8-36D9-CE4B-27FCE0E02E11}"/>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047B4E02-BFF6-5A6A-E6DF-5A4129BFDECE}"/>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6053EA8B-F800-CDC7-55EC-BCF1502030A4}"/>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1C4A783-AF1A-5444-7727-03E628FC9C6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B4AFDAA8-3266-1E53-1C94-B73D0F1F42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74D5C3F-426D-8574-3859-188DA33608A9}"/>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DF2AC754-50F5-A9EA-3EB1-959DCF87547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735940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0C4CB-40E6-142F-F7FE-CA0AA8DA82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3D7774-1D96-1D39-AEE8-B66B64F5D553}"/>
              </a:ext>
            </a:extLst>
          </p:cNvPr>
          <p:cNvSpPr>
            <a:spLocks noGrp="1"/>
          </p:cNvSpPr>
          <p:nvPr>
            <p:ph sz="half" idx="1"/>
          </p:nvPr>
        </p:nvSpPr>
        <p:spPr/>
        <p:txBody>
          <a:bodyPr>
            <a:normAutofit/>
          </a:bodyPr>
          <a:lstStyle/>
          <a:p>
            <a:r>
              <a:rPr lang="en-US" dirty="0"/>
              <a:t>Reduce.</a:t>
            </a:r>
          </a:p>
          <a:p>
            <a:r>
              <a:rPr lang="en-US" dirty="0"/>
              <a:t>Last possible place for 3 in the upper right block, since it can’t be adjacent to the 6.</a:t>
            </a:r>
          </a:p>
        </p:txBody>
      </p:sp>
      <p:pic>
        <p:nvPicPr>
          <p:cNvPr id="4" name="Picture 3" descr="A grid of sudoku puzzle&#10;&#10;Description automatically generated">
            <a:extLst>
              <a:ext uri="{FF2B5EF4-FFF2-40B4-BE49-F238E27FC236}">
                <a16:creationId xmlns:a16="http://schemas.microsoft.com/office/drawing/2014/main" id="{A459D58B-68D3-8834-36B3-B4751F22B9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3C7154E-311F-07B6-6124-E955F12F95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65133A8-8F63-226E-97E5-37C7EE8B0FB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BE43D9-2511-B1AB-4204-43DC1B19919D}"/>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FB97B841-29C9-1C25-96ED-AB0207A6C677}"/>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65AA623E-B793-89B9-C612-24195B88186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4A958715-7AEC-FE27-4725-94D551FF4717}"/>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4714F540-4CD3-4559-E895-48B67FE4498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E0186E01-A8D2-0A21-E332-2DEBFB1A5BF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E87D3B4D-9489-12E3-8FB4-F865B929452D}"/>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966B4AF3-D041-7FBA-C180-6054CD6D4E8E}"/>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31C944C-3FA5-EC7C-BDA0-11C3D5D388BF}"/>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D16C566F-F3F3-76FE-12BE-55F0689A779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9BF74F1C-3F62-443F-39DE-DB672D19594B}"/>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6430E3DA-C5DE-81AC-EA02-2A0F19D34CD1}"/>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2528319-9EB1-392F-AB8F-A78C0A225EB8}"/>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FBE365F-77FA-D11E-BF62-6BFA18E419AE}"/>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A2841F51-6C83-D299-AB39-4852B7A129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D00BBFB-A4B8-74B8-69BF-4CA6B26A6D6A}"/>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B3AD138B-0B8F-16C4-50DE-8D33E63ACE2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0714F72D-F9A4-8D46-C747-021675CA0B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A22F262-00F4-85A8-0F4F-0F7F148480E1}"/>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E1E9C80-BFFE-5A0C-0928-004FBA4D005D}"/>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1973E0E-D033-61F9-BB92-F01B75DD46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36A7FD0F-4D43-9914-D35A-A4CB63C564F0}"/>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5C82151C-9516-C084-F5B1-5FEA0858EEF9}"/>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BDFFD607-07BE-33A4-3CFC-36E9627FDB7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A23C507-FDB1-AE4F-30C9-95B09269A0EE}"/>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934231FA-72E2-BDA3-222A-ABBA77C6FED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B99F4708-02B2-D8A0-CFF3-8E6A9DD54085}"/>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C39AF1E0-0FA8-F5C8-7DBB-DE8E5B1033F9}"/>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0D54FB3-E39B-D137-1880-3D058F29A21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73477C45-F058-543E-E130-9D84D0179C59}"/>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B07B61B9-89DC-F75C-C697-FAD6352E2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9F0AE953-B383-39AB-F160-4F24C590B193}"/>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F70E7B3-9061-DCB3-FC2E-110D99374B0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14341C51-CC65-5ACD-7CA6-8C0D0D0C7A7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F8C8459B-20E4-1B62-9A23-2BCDA0F878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5C90A47-5039-B720-6238-FA90933950E0}"/>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ED301119-1F8A-81C6-F6FD-E7E6F65640A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015617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AA915-F365-D010-0599-171AACB0BC5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46FD50-A998-D896-C80D-C728E0CA6903}"/>
              </a:ext>
            </a:extLst>
          </p:cNvPr>
          <p:cNvSpPr>
            <a:spLocks noGrp="1"/>
          </p:cNvSpPr>
          <p:nvPr>
            <p:ph sz="half" idx="1"/>
          </p:nvPr>
        </p:nvSpPr>
        <p:spPr/>
        <p:txBody>
          <a:bodyPr>
            <a:normAutofit/>
          </a:bodyPr>
          <a:lstStyle/>
          <a:p>
            <a:r>
              <a:rPr lang="en-US" dirty="0"/>
              <a:t>Complete open circle.</a:t>
            </a:r>
          </a:p>
          <a:p>
            <a:r>
              <a:rPr lang="en-US" dirty="0"/>
              <a:t>Note that all 3’s and 6’s are assigned.</a:t>
            </a:r>
          </a:p>
        </p:txBody>
      </p:sp>
      <p:pic>
        <p:nvPicPr>
          <p:cNvPr id="4" name="Picture 3" descr="A grid of sudoku puzzle&#10;&#10;Description automatically generated">
            <a:extLst>
              <a:ext uri="{FF2B5EF4-FFF2-40B4-BE49-F238E27FC236}">
                <a16:creationId xmlns:a16="http://schemas.microsoft.com/office/drawing/2014/main" id="{72B7BD2C-F2D0-5D4B-CB1C-534C49A4A16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11A5FE1-CA1D-344C-EEE4-DF603B6405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621E65-59B0-9A41-67B7-CDC19CA040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05ADA3-D382-0716-93B1-A45001F27333}"/>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1D098799-9F8F-3928-F0EE-846984A525F8}"/>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276D582B-9764-7F2A-56C4-42D3F33653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69A4DDF1-F354-1E25-710E-39A759ACC1C8}"/>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8C15595B-E98E-32B9-84B7-E637FF68CCF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E0FF1A2C-8BE7-2E0A-BCDE-1C34CC7B8B1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047F3CC-B7D7-7E7C-364A-8106E767D19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A8D2D2AC-F2D4-6077-FF4E-4D56189E652F}"/>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BC2E5BA-3323-6D8F-D867-62F7512C65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38933C2F-DDDA-1D02-05D7-BE78196CA7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3005799F-55DF-6965-D803-C4FC7DC6808F}"/>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FA8A102-6676-3DC8-1EB1-76C633C8266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ACC7606-7F5F-601C-CF8D-6AB70C258B8D}"/>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BEF2BBA-0B79-B606-524A-E601C5D20455}"/>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C2D21FA9-C999-C312-F6EB-B95DA44969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FE0404D-5861-2B8E-BA6F-08E074742C04}"/>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9492DB8D-CB17-07FE-A200-273873EBED0D}"/>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92A18858-53AD-86DB-91B0-756FB587D4AD}"/>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7F7F354-B383-7D0D-1FD0-F7ABE845DE7E}"/>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19B5B090-9CDF-8710-76D4-DA8CFE835E04}"/>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1F045F7-361E-1028-09EF-57157FD4F16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2DB6669C-2A44-EE9E-22D4-0691605AEAD4}"/>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AF1E6F0-6B23-E41D-49F1-33D0E1FE54B1}"/>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166C28C7-1739-9BDF-6A81-85DCE4FA797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06483B66-B8E8-E49E-7342-97217C170A9D}"/>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4085091A-ED20-A4B7-D5ED-1208339C3D3D}"/>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CF38F815-D582-DBE4-ABD6-4D1A4B3DD4B9}"/>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47A53AC8-4B28-EBEE-C30B-A7C000E295E0}"/>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F8400E1-C49A-0CAF-8B13-669E9FC0DBB9}"/>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0DE253DE-740B-338F-3BD5-984278C217A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996667B-316F-BFE6-E498-1BCFA550306B}"/>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733343E-55BE-3C40-E097-6204F76A29E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FACF644B-AB81-A5D9-679C-C87869850F0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AD69CE76-C92D-74C1-7269-548CCD230AB7}"/>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5B0423B2-94FB-E79A-ADBA-532AE0D282C9}"/>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09B60D6-F8CD-C949-4AEB-18F270439829}"/>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286E47D-9C04-FF55-D6FB-A48204FE576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19DD5F84-2DE9-4905-FEC5-88CEA3B8C579}"/>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Tree>
    <p:extLst>
      <p:ext uri="{BB962C8B-B14F-4D97-AF65-F5344CB8AC3E}">
        <p14:creationId xmlns:p14="http://schemas.microsoft.com/office/powerpoint/2010/main" val="16571255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1EAAF-B5B9-16C6-D2BF-241ACD79A3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7F2029-4F21-F524-A2D0-067512978C76}"/>
              </a:ext>
            </a:extLst>
          </p:cNvPr>
          <p:cNvSpPr>
            <a:spLocks noGrp="1"/>
          </p:cNvSpPr>
          <p:nvPr>
            <p:ph sz="half" idx="1"/>
          </p:nvPr>
        </p:nvSpPr>
        <p:spPr/>
        <p:txBody>
          <a:bodyPr>
            <a:normAutofit/>
          </a:bodyPr>
          <a:lstStyle/>
          <a:p>
            <a:r>
              <a:rPr lang="en-US" dirty="0"/>
              <a:t>In Row 4, the four digits on black dots must be 1248. They only fit one way.</a:t>
            </a:r>
          </a:p>
        </p:txBody>
      </p:sp>
      <p:pic>
        <p:nvPicPr>
          <p:cNvPr id="4" name="Picture 3" descr="A grid of sudoku puzzle&#10;&#10;Description automatically generated">
            <a:extLst>
              <a:ext uri="{FF2B5EF4-FFF2-40B4-BE49-F238E27FC236}">
                <a16:creationId xmlns:a16="http://schemas.microsoft.com/office/drawing/2014/main" id="{46186C8A-C1F1-C700-A3F6-1375C4F422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D2242E-629A-DBCF-5F07-3B5CC5661B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57AC23-B1A8-801B-B9E8-32A0EF65F0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7CC064B-55BC-8659-0850-C79D53A9960B}"/>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37E9ABB8-82A3-B967-0098-2C9BD94D8F6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AC455A9B-2B65-F8C6-7A47-0C6E8616829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67FBE695-6174-623F-6D23-9EA699C72193}"/>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4D765420-8177-05C0-2FF1-79D1D3BDD17D}"/>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348EBBB0-933A-82F4-027C-3CE6369240C8}"/>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4D139EF7-79BF-3EA2-DC69-CBAA0436489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612D9CC-FA8E-2AB4-F2BD-5EAF38B2497E}"/>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B967C329-E320-4A0E-3F18-0F9E120AF5D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38A05E4-C5A4-F695-DE38-70EBAB84FFFE}"/>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A49B2D83-81D7-51E7-0AB7-C2C64BCF74A4}"/>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35F2E31-75DB-2AFB-208D-2862655D5D7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4BDC885-28B9-34F3-2D0F-1225831BD22E}"/>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63501C58-8ED3-23F7-63ED-383B2EA8343F}"/>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4B538519-FA91-0FFC-0AC6-F3A0703FF7D7}"/>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6211241-A77A-5C56-72E3-8D627BB1C286}"/>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6F23A454-361D-A675-0CA5-75CCB7F2C458}"/>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4928696D-731B-DC22-6314-A31C977E635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D596527-3724-F73E-B497-16E9EEA9485F}"/>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BBA6CA9-A05B-8430-7D4B-43C3D2BDAB15}"/>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0F8A183-08ED-E505-D48E-C5A5F9DB1BE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06156F4F-0424-376D-D031-9FB887C9F74E}"/>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2BEB5E1-AEB4-97C3-7472-58DDD4F461A5}"/>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6BAE20D7-2FA2-EF60-FDFE-1C1F1B91117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0B73F7A1-ACB5-B25B-2BB8-C15DD0FD9162}"/>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6D2206F0-4516-6263-04B1-EA36CED9BD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FCF6312-E7D5-83DF-01B2-B38C7B2656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93505C8C-318F-C077-7EB5-2BACE332751C}"/>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DB18F6B-3328-69E5-89E7-CACF5D7FEAF8}"/>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1000CECC-30B9-6370-64F5-329A4E369A18}"/>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D28E0472-85C7-3B2E-47DE-7206C7A4B27B}"/>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E7933919-5C3A-625B-4579-6D7F922BD8C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5542469D-0760-904D-29B7-FF581BF07D8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5130A439-E435-D3AB-61AE-D0A75C7588F9}"/>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82E6FAA-E2EB-38C7-54B0-5973B877FB68}"/>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0A75BB1F-0AD2-1EE9-6CF0-D1C7F6E279BF}"/>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BB1A3977-B1AE-C11C-DA86-F6713B32FBB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48BB2253-9079-F34A-9922-68B855313576}"/>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1CE335EA-FD15-5474-4C3B-5C91349A454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03C4E09-9E16-5F9B-339C-08750072B23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5C6EC31-1C30-0FD8-59FF-F7145538869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DF89D26-AA16-EDA2-9F29-75372AF6DA86}"/>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2714101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034A6-A6ED-805F-831D-8254B40589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18EA8A-1B52-853C-E27B-684F8D4E6442}"/>
              </a:ext>
            </a:extLst>
          </p:cNvPr>
          <p:cNvSpPr>
            <a:spLocks noGrp="1"/>
          </p:cNvSpPr>
          <p:nvPr>
            <p:ph sz="half" idx="1"/>
          </p:nvPr>
        </p:nvSpPr>
        <p:spPr/>
        <p:txBody>
          <a:bodyPr>
            <a:normAutofit/>
          </a:bodyPr>
          <a:lstStyle/>
          <a:p>
            <a:r>
              <a:rPr lang="en-US" dirty="0"/>
              <a:t>In Row 5, only 2 and 4 are available for the black dot. Since the 2 cannot be adjacent to the 1 (no black dot), it fits in only one way.</a:t>
            </a:r>
          </a:p>
        </p:txBody>
      </p:sp>
      <p:pic>
        <p:nvPicPr>
          <p:cNvPr id="4" name="Picture 3" descr="A grid of sudoku puzzle&#10;&#10;Description automatically generated">
            <a:extLst>
              <a:ext uri="{FF2B5EF4-FFF2-40B4-BE49-F238E27FC236}">
                <a16:creationId xmlns:a16="http://schemas.microsoft.com/office/drawing/2014/main" id="{35DCDE88-FDD2-3325-0EC4-139058CF715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DA5CC1-6499-FE4B-AED4-9A20ADC22A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2513308-38D4-1057-B79E-831A0DF211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7439F7-3DFA-7DAA-F060-D8825BEF05D1}"/>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46720EA7-59BC-2E71-5003-3D84FC539113}"/>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41ED798A-B32C-F43C-6A32-90F4D886234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2B1F2670-8DEB-EFEF-47A5-6601C343A14B}"/>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32E1D57C-2659-C28F-1B82-F55F25006AC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A1951A1C-3941-D268-AE9F-96186BFB1040}"/>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834F8CED-2AF3-7F7D-4926-161DF436C9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40E57DF-665A-413F-4933-295D513EDE30}"/>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A62C651C-3D00-8DAE-7206-9B3B0AB57E6D}"/>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4C39D1A-5E8E-09E4-DB42-D99A9A1D960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90F4FE81-F95B-CC13-7737-3718D578A839}"/>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77CE52CE-B736-BD80-0EAE-0389E56606F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C11C91D-0F33-7DA1-13B1-9981829F8E9D}"/>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68BD282-A00A-8A1C-3413-F704293EB63B}"/>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18B5F42A-CB3A-51B2-F45B-BDBA63A06D7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7B47E90-2413-F010-3FFB-812320F96F41}"/>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A2DF8BE7-EE0F-9D63-95F2-B3374647959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62311F64-9845-4983-63EA-E8736B1FD098}"/>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34D714F-9D88-429B-2476-08C541CE8E9B}"/>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E20506A4-7B88-4258-313D-F8F0515B6111}"/>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7392FA9-3A89-5D70-209E-7BED50DA342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5957C846-83B4-6903-59BE-4F476775B585}"/>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861D8A4F-8A2F-1AAE-1BC7-FB5B8FB21A9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6B391232-7E87-8695-5386-56FDE7AA2FF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39E57C97-EB73-05F5-CB7D-29D472F0C1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8F6D9D57-83AA-59C1-B533-3D1B7195AE8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0BAF26A6-EA7E-1F11-D95B-4A72BB3DB8A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5E4F4469-71AA-8F51-B05E-FFBD8A0D1008}"/>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A793247-CAA7-5666-6671-57549C8010D5}"/>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48A83921-A2FD-F05D-953B-D2F82F4E89EB}"/>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A65FA18-2BFB-1B85-27A4-0E974E56DA21}"/>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28BEAEDB-218D-D074-0747-5E3BF0381A5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4E89B0A-9915-B320-D7B5-A1C89D995E7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F6037CE7-780E-6FBB-46E3-1C107E51D864}"/>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C9B65213-B2A5-5251-4421-13D62A6655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126A0B8-51E0-FB6D-7067-055FE06BB5B8}"/>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944624A7-220D-9B6B-0007-4C2ACBF44D0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C8040B28-6F04-C10B-6F7E-B9058D683033}"/>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1AA95F06-8C21-B52B-61B5-67159C63F0A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C462EEC-72B9-D28D-6E0A-CE7196BB926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64064B-667E-BD80-D651-29C0D2FDB9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9DD8FF3-1F03-BF03-1786-01CF08FDBC8E}"/>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AF4A3A4-2554-9399-355C-FE191482BDA5}"/>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972A2415-BC81-EC70-B088-77F239B33983}"/>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825101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6BF88-D2D2-C8A4-C2BF-709472FB0F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1D9527-0F03-7F90-4CCF-F54CE546AC9A}"/>
              </a:ext>
            </a:extLst>
          </p:cNvPr>
          <p:cNvSpPr>
            <a:spLocks noGrp="1"/>
          </p:cNvSpPr>
          <p:nvPr>
            <p:ph sz="half" idx="1"/>
          </p:nvPr>
        </p:nvSpPr>
        <p:spPr/>
        <p:txBody>
          <a:bodyPr>
            <a:normAutofit/>
          </a:bodyPr>
          <a:lstStyle/>
          <a:p>
            <a:r>
              <a:rPr lang="en-US" dirty="0"/>
              <a:t>Last possible 1 in the right center block.</a:t>
            </a:r>
          </a:p>
          <a:p>
            <a:r>
              <a:rPr lang="en-US" dirty="0"/>
              <a:t>Then, last possible 1 in the upper right block.</a:t>
            </a:r>
          </a:p>
        </p:txBody>
      </p:sp>
      <p:pic>
        <p:nvPicPr>
          <p:cNvPr id="4" name="Picture 3" descr="A grid of sudoku puzzle&#10;&#10;Description automatically generated">
            <a:extLst>
              <a:ext uri="{FF2B5EF4-FFF2-40B4-BE49-F238E27FC236}">
                <a16:creationId xmlns:a16="http://schemas.microsoft.com/office/drawing/2014/main" id="{9273E9C0-F6D3-22F3-E259-F95050DE7B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DC4EE0-CCB6-F188-02FB-752EC9676CD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CFC9E5-DBC9-CBCA-4508-F25411055E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30FBDE-00A9-DD1E-46CC-8B86E2720C13}"/>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F5ED88E9-649D-7978-773F-4AD38493DEA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5F2432F4-AB55-F5EB-A38B-42597DFCE27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CD74E40B-8E23-A102-27F2-7EC6D3CF3C37}"/>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7F9F0A36-DEA2-41A9-AE4E-7EF462238F9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B4B71E03-E4F5-1446-83AD-F3C3ED9CCC81}"/>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71CB9302-7467-71C1-23F1-1A3E0364F03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BD61BA0-287E-7DF4-1F92-2629E05351A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DE9DB18-0A70-07A8-4367-F0A392B5959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FE927C9C-8B90-F6BC-2FA7-6F0C5E751EF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01BD2597-7DB0-9752-F812-5C866E11480A}"/>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3F41184-FED4-E9B8-40FE-7D8AC0F13C4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F809457-0964-631D-2551-73DF1A9B61C1}"/>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06D9DC6-4DD6-646A-B591-FDFBDBFC1E94}"/>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9EE4F376-7B18-F914-6FE0-FB5307A0D998}"/>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B86E51C-C132-DA30-C22F-A515063274E3}"/>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E3A32502-2664-4141-7171-99F9DB425F7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29867728-1760-0215-DCD4-3D8BBD08E88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C950A95-173F-A84F-BA60-00BBEB6EB0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CA432BA-EAFB-8CFA-97D9-13E25C1605F9}"/>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C764ADC-5C6D-AFA4-35BB-F98A068F499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F223E77F-7E82-B468-C001-3BF79A469831}"/>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5AA3FC65-0617-C12E-4372-88D8924B1710}"/>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0924B0A5-8FC1-92CC-DC39-09F16C72715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AAED5C09-326F-BA14-7F54-E3C7954CEE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9CB3A05C-8B55-B93C-4440-62AB4CD487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719042E-EF3A-E73A-E074-7F18B8C4D36B}"/>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CD997A4F-759D-69C7-2C6A-35A0ED91A99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6EC403D-D1A6-0B90-0D4D-6CD96ED63CC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9A5C068D-B7A3-EEE0-6B23-71F562CF3760}"/>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81DB673-9EED-A139-E950-744A1ED683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CFF3261-FD44-7CA4-5345-F76295E62AA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DB7266E-9AD5-9D0B-6F5E-BE34AD4A307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B444BF99-5842-0906-A7F1-BADF72BF4D60}"/>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0849748F-4B24-A450-D748-68F42E9996E8}"/>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2CA3628-7E4B-9276-0BBB-7B48EB089CD7}"/>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26560420-9152-8844-491A-1C737789252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CE4E385F-3CC3-8F11-E416-01A7029AC4A8}"/>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157C03A1-1C8F-5D01-1FF8-2C799074C4C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3AC6094-C406-4243-DF3D-B37B168E9C3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39F3F7D-2660-A867-04D0-28D71D36F853}"/>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D90C2B7-03EC-459B-7A86-782B9F98091E}"/>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888C1B7-12E6-3E56-EEA8-772EE45007C0}"/>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8B8C355F-5BAC-07EB-33C5-1484BA3FEA6A}"/>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00284FEA-C6E2-A7BD-D5BC-377C0762967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5C8BD925-9667-2A1F-C2E5-2E778B28A181}"/>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745176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55E38-C462-ADF1-111F-8C475F7A8F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C46DF-FB48-47FE-C0AB-C9AADCD9BFD4}"/>
              </a:ext>
            </a:extLst>
          </p:cNvPr>
          <p:cNvSpPr>
            <a:spLocks noGrp="1"/>
          </p:cNvSpPr>
          <p:nvPr>
            <p:ph sz="half" idx="1"/>
          </p:nvPr>
        </p:nvSpPr>
        <p:spPr/>
        <p:txBody>
          <a:bodyPr>
            <a:normAutofit/>
          </a:bodyPr>
          <a:lstStyle/>
          <a:p>
            <a:r>
              <a:rPr lang="en-US" dirty="0"/>
              <a:t>These also must come from 1-2-4-8, but because there are only three in a row there’s more freedom. However, the two series are linked.</a:t>
            </a:r>
          </a:p>
        </p:txBody>
      </p:sp>
      <p:pic>
        <p:nvPicPr>
          <p:cNvPr id="4" name="Picture 3" descr="A grid of sudoku puzzle&#10;&#10;Description automatically generated">
            <a:extLst>
              <a:ext uri="{FF2B5EF4-FFF2-40B4-BE49-F238E27FC236}">
                <a16:creationId xmlns:a16="http://schemas.microsoft.com/office/drawing/2014/main" id="{788107DD-5326-D164-39CC-FE22266A1F3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15AFBC-D008-F22B-DFD2-085DD7B484F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E711EC-6AC0-7DE9-EB96-BDFE17AE5A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B0E645-6D0E-A797-8C9A-BF943E1715EE}"/>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68B32E68-137A-79B8-3932-567D7922C7DE}"/>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E2B2FC7B-0BA4-F67D-31FD-E7DA92796F0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8D0E5978-CD38-E12E-1F82-3A3E0002F7F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A844077F-2356-5F0C-37F9-B10822E797C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D8F9F1F7-E8CF-9682-6C4B-0B3923EE2133}"/>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B91FE045-04FF-ECAE-095E-7298C5F36884}"/>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8AE0A4E7-CC5A-E95C-DDBD-CCA7C1446E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0F39B7C-1B1A-0029-560C-7B56A756970A}"/>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4890A264-FDC1-FE14-DBDB-D9C3848D65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8B27FD4A-9C0A-324D-3E69-2E57C0F70C9C}"/>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28F9CA8-7B10-155C-2D82-8E2E88AE200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64E11C0-EE22-DF8A-DB90-6E03A04C5CBD}"/>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67D14C11-9F59-F2E6-9C41-6EF4D00BAF0A}"/>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8ABAB00D-74EF-D660-0BB0-FB7274FFF42B}"/>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B18B773-6613-D1DE-8249-D262FE61FBD2}"/>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8BEEFDA3-EA4A-7795-E541-7E7FDD43D3B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4953DB8-6222-C45D-F8E9-D35A47CF1A65}"/>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DAE1A23-E277-223E-0BDA-61F9C41F8CB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68A1B4A4-E27D-1584-4C1F-5528A1B32270}"/>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DB18FB5-8867-9DF7-CE92-27B963A4220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C69603B0-943F-78FE-1872-4F63313B3E00}"/>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636ACF20-B269-4D48-C501-474D1ED73E1F}"/>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B2AFB7D8-C6F4-27CC-F9F3-5D4374FA73B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F885FCDA-64D2-5B9A-EF1A-B3A5645142D7}"/>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7B90D209-39B4-2CC3-5087-88B9305A0E37}"/>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2D6A88B-9486-B024-83A9-7E30B165039F}"/>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3F642BC2-CCC4-0DFE-D571-9945A3A3BD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C310F0F-4B6C-164E-71E1-C93DC723298F}"/>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7EE0044A-2A89-9E7E-D59F-6249B6865A4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83C2FAC2-216B-61B0-A5DA-ED1C2DAEDA1D}"/>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65D3E061-A7A3-EDA8-2D31-85088787B12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D2B428EA-1C77-2510-A23C-D62EE0C47386}"/>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ACDB9FC2-DFFE-0A2B-0ADD-3F23CC703F4B}"/>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91A2A8CC-952F-09E6-6F76-75A0642328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0963CED-BD83-1122-BA99-3A59222DCE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999106ED-E0B0-BA58-7270-830C03EB50F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7DB6EC83-A5A3-9836-F86D-6BF226A1CB68}"/>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CE33143B-434E-7674-B7F5-42F97E29F83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AE95D03-EA6F-566B-17D8-D7DDB12FFF2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E546C22-B1AE-508E-1815-DBFDD6A6198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04FE1DA-D8D3-6960-DD15-5D41341C94A3}"/>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6AED99C-4AB9-FA25-2FC9-03F76E95F69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F936856C-41D4-306A-A928-EC6F45CBB47E}"/>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E092BB88-6ABD-3C1D-1781-A28FA8E7977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5A74300-B4A9-C8EA-B2F2-F1CA5C158277}"/>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3322293-9D23-98DB-3490-4F1513F9FE6A}"/>
              </a:ext>
            </a:extLst>
          </p:cNvPr>
          <p:cNvSpPr txBox="1"/>
          <p:nvPr/>
        </p:nvSpPr>
        <p:spPr>
          <a:xfrm>
            <a:off x="3640666" y="901933"/>
            <a:ext cx="570089" cy="230832"/>
          </a:xfrm>
          <a:prstGeom prst="rect">
            <a:avLst/>
          </a:prstGeom>
          <a:solidFill>
            <a:srgbClr val="FF0000">
              <a:alpha val="30980"/>
            </a:srgbClr>
          </a:solidFill>
        </p:spPr>
        <p:txBody>
          <a:bodyPr wrap="square" rtlCol="0">
            <a:spAutoFit/>
          </a:bodyPr>
          <a:lstStyle/>
          <a:p>
            <a:pPr algn="ctr"/>
            <a:r>
              <a:rPr lang="en-US" sz="900" dirty="0"/>
              <a:t>1248</a:t>
            </a:r>
          </a:p>
        </p:txBody>
      </p:sp>
      <p:sp>
        <p:nvSpPr>
          <p:cNvPr id="53" name="TextBox 52">
            <a:extLst>
              <a:ext uri="{FF2B5EF4-FFF2-40B4-BE49-F238E27FC236}">
                <a16:creationId xmlns:a16="http://schemas.microsoft.com/office/drawing/2014/main" id="{E540B63A-C699-1E1D-0E3E-704E49687730}"/>
              </a:ext>
            </a:extLst>
          </p:cNvPr>
          <p:cNvSpPr txBox="1"/>
          <p:nvPr/>
        </p:nvSpPr>
        <p:spPr>
          <a:xfrm>
            <a:off x="4143022" y="901933"/>
            <a:ext cx="570089" cy="230832"/>
          </a:xfrm>
          <a:prstGeom prst="rect">
            <a:avLst/>
          </a:prstGeom>
          <a:solidFill>
            <a:srgbClr val="FF0000">
              <a:alpha val="30980"/>
            </a:srgbClr>
          </a:solidFill>
        </p:spPr>
        <p:txBody>
          <a:bodyPr wrap="square" rtlCol="0">
            <a:spAutoFit/>
          </a:bodyPr>
          <a:lstStyle/>
          <a:p>
            <a:pPr algn="ctr"/>
            <a:r>
              <a:rPr lang="en-US" sz="900" dirty="0"/>
              <a:t>2424</a:t>
            </a:r>
          </a:p>
        </p:txBody>
      </p:sp>
      <p:sp>
        <p:nvSpPr>
          <p:cNvPr id="54" name="TextBox 53">
            <a:extLst>
              <a:ext uri="{FF2B5EF4-FFF2-40B4-BE49-F238E27FC236}">
                <a16:creationId xmlns:a16="http://schemas.microsoft.com/office/drawing/2014/main" id="{BF4C8453-E395-17AA-B55F-F7246508AB58}"/>
              </a:ext>
            </a:extLst>
          </p:cNvPr>
          <p:cNvSpPr txBox="1"/>
          <p:nvPr/>
        </p:nvSpPr>
        <p:spPr>
          <a:xfrm>
            <a:off x="4645378" y="901933"/>
            <a:ext cx="570089" cy="230832"/>
          </a:xfrm>
          <a:prstGeom prst="rect">
            <a:avLst/>
          </a:prstGeom>
          <a:solidFill>
            <a:srgbClr val="FF0000">
              <a:alpha val="30980"/>
            </a:srgbClr>
          </a:solidFill>
        </p:spPr>
        <p:txBody>
          <a:bodyPr wrap="square" rtlCol="0">
            <a:spAutoFit/>
          </a:bodyPr>
          <a:lstStyle/>
          <a:p>
            <a:pPr algn="ctr"/>
            <a:r>
              <a:rPr lang="en-US" sz="900" dirty="0"/>
              <a:t>4812</a:t>
            </a:r>
          </a:p>
        </p:txBody>
      </p:sp>
      <p:sp>
        <p:nvSpPr>
          <p:cNvPr id="55" name="TextBox 54">
            <a:extLst>
              <a:ext uri="{FF2B5EF4-FFF2-40B4-BE49-F238E27FC236}">
                <a16:creationId xmlns:a16="http://schemas.microsoft.com/office/drawing/2014/main" id="{2C15208F-46C7-C525-6036-BA393EB41EF2}"/>
              </a:ext>
            </a:extLst>
          </p:cNvPr>
          <p:cNvSpPr txBox="1"/>
          <p:nvPr/>
        </p:nvSpPr>
        <p:spPr>
          <a:xfrm>
            <a:off x="7157158" y="901933"/>
            <a:ext cx="570089" cy="230832"/>
          </a:xfrm>
          <a:prstGeom prst="rect">
            <a:avLst/>
          </a:prstGeom>
          <a:solidFill>
            <a:srgbClr val="FF0000">
              <a:alpha val="30980"/>
            </a:srgbClr>
          </a:solidFill>
        </p:spPr>
        <p:txBody>
          <a:bodyPr wrap="square" rtlCol="0">
            <a:spAutoFit/>
          </a:bodyPr>
          <a:lstStyle/>
          <a:p>
            <a:pPr algn="ctr"/>
            <a:r>
              <a:rPr lang="en-US" sz="900" dirty="0"/>
              <a:t>8181</a:t>
            </a:r>
          </a:p>
        </p:txBody>
      </p:sp>
      <p:sp>
        <p:nvSpPr>
          <p:cNvPr id="56" name="TextBox 55">
            <a:extLst>
              <a:ext uri="{FF2B5EF4-FFF2-40B4-BE49-F238E27FC236}">
                <a16:creationId xmlns:a16="http://schemas.microsoft.com/office/drawing/2014/main" id="{8FAF26DD-7298-4938-4E52-F364F3DDC176}"/>
              </a:ext>
            </a:extLst>
          </p:cNvPr>
          <p:cNvSpPr txBox="1"/>
          <p:nvPr/>
        </p:nvSpPr>
        <p:spPr>
          <a:xfrm>
            <a:off x="7157158" y="1402877"/>
            <a:ext cx="570089" cy="230832"/>
          </a:xfrm>
          <a:prstGeom prst="rect">
            <a:avLst/>
          </a:prstGeom>
          <a:solidFill>
            <a:srgbClr val="FF0000">
              <a:alpha val="30980"/>
            </a:srgbClr>
          </a:solidFill>
        </p:spPr>
        <p:txBody>
          <a:bodyPr wrap="square" rtlCol="0">
            <a:spAutoFit/>
          </a:bodyPr>
          <a:lstStyle/>
          <a:p>
            <a:pPr algn="ctr"/>
            <a:r>
              <a:rPr lang="en-US" sz="900" dirty="0"/>
              <a:t>4242</a:t>
            </a:r>
          </a:p>
        </p:txBody>
      </p:sp>
      <p:sp>
        <p:nvSpPr>
          <p:cNvPr id="57" name="TextBox 56">
            <a:extLst>
              <a:ext uri="{FF2B5EF4-FFF2-40B4-BE49-F238E27FC236}">
                <a16:creationId xmlns:a16="http://schemas.microsoft.com/office/drawing/2014/main" id="{CEC957EB-4E3B-75AF-E5B8-8FFBE69FF36E}"/>
              </a:ext>
            </a:extLst>
          </p:cNvPr>
          <p:cNvSpPr txBox="1"/>
          <p:nvPr/>
        </p:nvSpPr>
        <p:spPr>
          <a:xfrm>
            <a:off x="7157158" y="1903821"/>
            <a:ext cx="570089" cy="230832"/>
          </a:xfrm>
          <a:prstGeom prst="rect">
            <a:avLst/>
          </a:prstGeom>
          <a:solidFill>
            <a:srgbClr val="FF0000">
              <a:alpha val="30980"/>
            </a:srgbClr>
          </a:solidFill>
        </p:spPr>
        <p:txBody>
          <a:bodyPr wrap="square" rtlCol="0">
            <a:spAutoFit/>
          </a:bodyPr>
          <a:lstStyle/>
          <a:p>
            <a:pPr algn="ctr"/>
            <a:r>
              <a:rPr lang="en-US" sz="900" dirty="0"/>
              <a:t>2424</a:t>
            </a:r>
          </a:p>
        </p:txBody>
      </p:sp>
    </p:spTree>
    <p:extLst>
      <p:ext uri="{BB962C8B-B14F-4D97-AF65-F5344CB8AC3E}">
        <p14:creationId xmlns:p14="http://schemas.microsoft.com/office/powerpoint/2010/main" val="10471640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2975-388A-E33D-B143-EDBB3F9B28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D09E00-BE64-1816-B952-70EFA4540F91}"/>
              </a:ext>
            </a:extLst>
          </p:cNvPr>
          <p:cNvSpPr>
            <a:spLocks noGrp="1"/>
          </p:cNvSpPr>
          <p:nvPr>
            <p:ph sz="half" idx="1"/>
          </p:nvPr>
        </p:nvSpPr>
        <p:spPr/>
        <p:txBody>
          <a:bodyPr>
            <a:normAutofit/>
          </a:bodyPr>
          <a:lstStyle/>
          <a:p>
            <a:r>
              <a:rPr lang="en-US" dirty="0"/>
              <a:t>The 1’s in Columns 7 and 9 preclude the 2</a:t>
            </a:r>
            <a:r>
              <a:rPr lang="en-US" baseline="30000" dirty="0"/>
              <a:t>nd</a:t>
            </a:r>
            <a:r>
              <a:rPr lang="en-US" dirty="0"/>
              <a:t> and 4</a:t>
            </a:r>
            <a:r>
              <a:rPr lang="en-US" baseline="30000" dirty="0"/>
              <a:t>th</a:t>
            </a:r>
            <a:r>
              <a:rPr lang="en-US" dirty="0"/>
              <a:t> possibilities.</a:t>
            </a:r>
          </a:p>
        </p:txBody>
      </p:sp>
      <p:pic>
        <p:nvPicPr>
          <p:cNvPr id="4" name="Picture 3" descr="A grid of sudoku puzzle&#10;&#10;Description automatically generated">
            <a:extLst>
              <a:ext uri="{FF2B5EF4-FFF2-40B4-BE49-F238E27FC236}">
                <a16:creationId xmlns:a16="http://schemas.microsoft.com/office/drawing/2014/main" id="{C2A37B9B-3B66-6676-8B2F-06A672A6DC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C49A92-AB76-C602-EB33-A87A793F72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C7C7A4-370E-50FB-373F-CAD0562318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4E9B354-0C3D-45D4-C572-C5B926DF446F}"/>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19284EBF-7C22-FEA6-DFC3-0B56CCAEAED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583129A4-7B68-FE56-4A86-64455AC4FCA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B31F055-A5B4-2895-42C9-41E31B236DE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6F06489-D9F4-B662-2310-3E11D73A19F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B4295B7B-DE74-C9C8-8269-61320CE8CCE9}"/>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4A303C0D-3F0C-9A0A-039A-6E03367AF2E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C29E466C-E2B5-BDF6-C148-C48A2B31878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8F7A441-1D72-BC40-9B5A-5F3A6DC2CBD0}"/>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C0AF7E4-6E4B-1BE4-2CE6-C23282053CA5}"/>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BB5A96EB-8EEC-E27E-8460-E8EE72BC4463}"/>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41AA3BE3-9D3F-F844-3759-5DD2C79B724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4347AA5-A98F-8F10-B46A-92DDBD8661BB}"/>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CD1541A-E725-9D11-17A4-58A1ED6042C7}"/>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BFE56260-D540-5B1B-6040-629C97ECC77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EE51705-01F8-A3BA-6DFF-B2C335849B2B}"/>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E4C78554-274A-B9E6-1099-80A64AEAC323}"/>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0A752F56-C9E3-2858-22AE-7933BE7E017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B878FFF-7DD7-2FB7-609D-4D4DD820AB23}"/>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A77F09C-7418-A420-61EC-12AFD343DE1E}"/>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252099B-44EB-F265-0888-064971998BC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08EA819B-013A-1F3F-6CE0-E940C3EBFCFB}"/>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596A013-66E7-29FC-E23E-25D4CBF3F510}"/>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1AA95EF1-FEF8-DE6C-8062-63E14543F88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60660B2-4AD5-560E-EBEF-C021D9E2C06D}"/>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EB2E5861-5C6A-EBCE-6CFE-C9D8B40F4C1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05EEB4EF-1408-531A-6491-77F7F1FEAF69}"/>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F82639E6-ADEC-B44D-0B61-B48F3E54FF53}"/>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AC23C52-62CE-67DC-AB2F-7CC92796BD1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D3493794-7CEF-4FDD-C6A9-4D5639BCA3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BC271A4-104D-C1E9-CB0C-F6919FF60F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8AEA60A-461E-2069-6C45-7CC1477BDC96}"/>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AD4B070-6263-337E-A1EA-442BC38DC66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2889B2FA-C8FC-BB96-C321-AD735E57B579}"/>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FEB2A188-B59A-6BCA-7943-F0CC74A30A70}"/>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B7C8C8E-736F-5272-BA5B-C2697D49EAE0}"/>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A622797A-A68F-087E-563A-C28816CDCB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223DAA53-87B2-91BE-5040-9486568818C1}"/>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ADE218F9-22B1-4FFF-F931-5E91912C5ED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9C889FA-EF57-0DFA-F59D-184C6306D3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F08F393-3472-5444-9D7A-77DE1D3CB0B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50BA3C0-2A25-6C81-1B4F-5F17A9F45CC9}"/>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74E42E3-55A9-89B4-714F-D1EE20E8745C}"/>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9254A8AE-76CC-5994-77CD-CBAB3A2BC13B}"/>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99318E72-0B92-7528-0150-94B38857000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9BD0B3A9-4858-6A87-CA6F-7E6014266722}"/>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7A5324C-2C3A-525F-05AC-CB025C08DB2A}"/>
              </a:ext>
            </a:extLst>
          </p:cNvPr>
          <p:cNvSpPr txBox="1"/>
          <p:nvPr/>
        </p:nvSpPr>
        <p:spPr>
          <a:xfrm>
            <a:off x="3640666" y="901933"/>
            <a:ext cx="570089" cy="230832"/>
          </a:xfrm>
          <a:prstGeom prst="rect">
            <a:avLst/>
          </a:prstGeom>
          <a:solidFill>
            <a:srgbClr val="FF0000">
              <a:alpha val="30980"/>
            </a:srgbClr>
          </a:solidFill>
        </p:spPr>
        <p:txBody>
          <a:bodyPr wrap="square" rtlCol="0">
            <a:spAutoFit/>
          </a:bodyPr>
          <a:lstStyle/>
          <a:p>
            <a:pPr algn="ctr"/>
            <a:r>
              <a:rPr lang="en-US" sz="900" dirty="0"/>
              <a:t>14</a:t>
            </a:r>
          </a:p>
        </p:txBody>
      </p:sp>
      <p:sp>
        <p:nvSpPr>
          <p:cNvPr id="54" name="TextBox 53">
            <a:extLst>
              <a:ext uri="{FF2B5EF4-FFF2-40B4-BE49-F238E27FC236}">
                <a16:creationId xmlns:a16="http://schemas.microsoft.com/office/drawing/2014/main" id="{713E33B1-DF6C-8B6B-F7FA-2182C30261FA}"/>
              </a:ext>
            </a:extLst>
          </p:cNvPr>
          <p:cNvSpPr txBox="1"/>
          <p:nvPr/>
        </p:nvSpPr>
        <p:spPr>
          <a:xfrm>
            <a:off x="4645378" y="901933"/>
            <a:ext cx="570089" cy="230832"/>
          </a:xfrm>
          <a:prstGeom prst="rect">
            <a:avLst/>
          </a:prstGeom>
          <a:solidFill>
            <a:srgbClr val="FF0000">
              <a:alpha val="30980"/>
            </a:srgbClr>
          </a:solidFill>
        </p:spPr>
        <p:txBody>
          <a:bodyPr wrap="square" rtlCol="0">
            <a:spAutoFit/>
          </a:bodyPr>
          <a:lstStyle/>
          <a:p>
            <a:pPr algn="ctr"/>
            <a:r>
              <a:rPr lang="en-US" sz="900" dirty="0"/>
              <a:t>41</a:t>
            </a:r>
          </a:p>
        </p:txBody>
      </p:sp>
      <p:sp>
        <p:nvSpPr>
          <p:cNvPr id="58" name="TextBox 57">
            <a:extLst>
              <a:ext uri="{FF2B5EF4-FFF2-40B4-BE49-F238E27FC236}">
                <a16:creationId xmlns:a16="http://schemas.microsoft.com/office/drawing/2014/main" id="{F3453766-2E23-9874-11FE-29D66FB7B8EF}"/>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0B2D5AF3-6D16-767A-995F-010965BBE4BE}"/>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2060144-51DC-C821-6497-9436E64105AA}"/>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AE2F7052-9ECE-46A9-B4B9-E9AFCBB41CCE}"/>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8457003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D4974-810A-6A85-360D-5972A791FA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456B0A-B391-E133-EB60-288286B324A2}"/>
              </a:ext>
            </a:extLst>
          </p:cNvPr>
          <p:cNvSpPr>
            <a:spLocks noGrp="1"/>
          </p:cNvSpPr>
          <p:nvPr>
            <p:ph sz="half" idx="1"/>
          </p:nvPr>
        </p:nvSpPr>
        <p:spPr/>
        <p:txBody>
          <a:bodyPr>
            <a:normAutofit/>
          </a:bodyPr>
          <a:lstStyle/>
          <a:p>
            <a:r>
              <a:rPr lang="en-US" dirty="0"/>
              <a:t>In Row 2, the 4 determines that this is a 1-2 pair. It fits in only one way.</a:t>
            </a:r>
          </a:p>
        </p:txBody>
      </p:sp>
      <p:pic>
        <p:nvPicPr>
          <p:cNvPr id="4" name="Picture 3" descr="A grid of sudoku puzzle&#10;&#10;Description automatically generated">
            <a:extLst>
              <a:ext uri="{FF2B5EF4-FFF2-40B4-BE49-F238E27FC236}">
                <a16:creationId xmlns:a16="http://schemas.microsoft.com/office/drawing/2014/main" id="{9217EC48-ADDF-9913-8E54-FAFB916BED7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053A08-060B-EF41-CD19-86314DF09F3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06DC28-C907-5AFA-D6C3-1AB1E164461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3D2471-622A-AF81-A993-B77BE8585A4A}"/>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3B9DF59D-C7ED-7125-8DFA-4CA36DC698B8}"/>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69AA63E6-5705-DCBA-7DB5-66E9FBF1D54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62AB5BCB-75AA-5DBF-247F-5BB70863C02E}"/>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E537F82C-1696-FFE7-5DFC-8A32A256093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562DEC37-2474-F54B-34C5-81070FBFC080}"/>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C6AD5455-E3E0-514B-F799-1F3050C73A4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DE07027-1445-BE97-4FB9-B86E80FF7A42}"/>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BD4D5B1-9080-EC6A-297D-5D9E66BBBC08}"/>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223DEC96-F828-581B-F548-ED9311E1580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C3FB07D7-DC2F-3D06-337D-5A257E9E9937}"/>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8FFB1FA-832C-8CA3-9516-97BEE7928B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45A34CE4-7117-212E-C67D-2847DE4F6B8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019F60F-4FA8-BC21-8B0E-8D361FFA2946}"/>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DB484D04-4096-486D-F307-C374622CC40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378ED71-7875-474A-A53E-218057959B75}"/>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D396683B-236D-1679-5BA5-0FAF9D93B018}"/>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902C15A-2E1F-8934-4947-3CEFF154F1F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FC5C089-3A0C-F372-8DF6-266AD3C70C7A}"/>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62DD0424-5224-05DA-AC55-16D28CFC7F88}"/>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53C3C51-393E-8669-69AD-EEC4A81A40E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C2FB332B-85C9-3E90-2B95-19B4769AFF76}"/>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1F4C013-989E-09EF-C8C9-C48938C771C4}"/>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FB90D78B-B18C-AAE3-8465-1767E888E6E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3FDD3C7-5A59-7D6A-D430-C10540DE88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5B7A7BA1-FB95-BB72-767F-3A95516ADBE6}"/>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9EC79D58-1DA8-68D0-80CA-5A0E5EDEB17A}"/>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27C7635E-94A4-88D2-27B8-1C5DB5A4EEB3}"/>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46362EA-EBEC-ED59-46C6-2389516A47A4}"/>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3BE3CE96-63D1-79AD-8FD0-6DF8219B71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7BBB8EA-1C41-39A0-87FF-ECBEF48F54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2F882211-A12B-01B3-7958-9AA91B4EA8F0}"/>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A528B90-7617-6B46-2717-EC80556B420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B09789FE-FF29-C3B0-48AB-1CDAB2308609}"/>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3396A025-84E3-DB8A-B3DD-05D8D1711623}"/>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C2CABA1-BE38-C376-0127-D4A1DF05B744}"/>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15F8912B-EE0E-0150-5B4A-6C4B5B10024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172DCF70-9D9D-3430-7D88-6B3F73DC4E6A}"/>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C42063CA-4591-51C5-B2E0-41D7120DBD4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76FF3B2-E21B-1D48-B20E-5EEC871088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AD7DBE5-4BEE-8DC5-B91C-0B1688E7492E}"/>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3894BE6-1D48-D98B-8B93-45E08F699486}"/>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AB3C0DE-8326-19E8-7D6D-9B57979F5E2F}"/>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857D59F4-358D-235B-F8CB-3A70A00253A9}"/>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5B9C0196-DF13-710F-E469-4874B95233C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A5986CE8-5011-2024-5044-ED9A090324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ACBA14A7-B476-3D40-9B00-222994C8D75A}"/>
              </a:ext>
            </a:extLst>
          </p:cNvPr>
          <p:cNvSpPr txBox="1"/>
          <p:nvPr/>
        </p:nvSpPr>
        <p:spPr>
          <a:xfrm>
            <a:off x="3640666" y="901933"/>
            <a:ext cx="570089" cy="230832"/>
          </a:xfrm>
          <a:prstGeom prst="rect">
            <a:avLst/>
          </a:prstGeom>
          <a:solidFill>
            <a:srgbClr val="FF0000">
              <a:alpha val="30980"/>
            </a:srgbClr>
          </a:solidFill>
        </p:spPr>
        <p:txBody>
          <a:bodyPr wrap="square" rtlCol="0">
            <a:spAutoFit/>
          </a:bodyPr>
          <a:lstStyle/>
          <a:p>
            <a:pPr algn="ctr"/>
            <a:r>
              <a:rPr lang="en-US" sz="900" dirty="0"/>
              <a:t>14</a:t>
            </a:r>
          </a:p>
        </p:txBody>
      </p:sp>
      <p:sp>
        <p:nvSpPr>
          <p:cNvPr id="54" name="TextBox 53">
            <a:extLst>
              <a:ext uri="{FF2B5EF4-FFF2-40B4-BE49-F238E27FC236}">
                <a16:creationId xmlns:a16="http://schemas.microsoft.com/office/drawing/2014/main" id="{B80CA55D-EF2F-E386-E10E-CD21176EE65B}"/>
              </a:ext>
            </a:extLst>
          </p:cNvPr>
          <p:cNvSpPr txBox="1"/>
          <p:nvPr/>
        </p:nvSpPr>
        <p:spPr>
          <a:xfrm>
            <a:off x="4645378" y="901933"/>
            <a:ext cx="570089" cy="230832"/>
          </a:xfrm>
          <a:prstGeom prst="rect">
            <a:avLst/>
          </a:prstGeom>
          <a:solidFill>
            <a:srgbClr val="FF0000">
              <a:alpha val="30980"/>
            </a:srgbClr>
          </a:solidFill>
        </p:spPr>
        <p:txBody>
          <a:bodyPr wrap="square" rtlCol="0">
            <a:spAutoFit/>
          </a:bodyPr>
          <a:lstStyle/>
          <a:p>
            <a:pPr algn="ctr"/>
            <a:r>
              <a:rPr lang="en-US" sz="900" dirty="0"/>
              <a:t>41</a:t>
            </a:r>
          </a:p>
        </p:txBody>
      </p:sp>
      <p:sp>
        <p:nvSpPr>
          <p:cNvPr id="58" name="TextBox 57">
            <a:extLst>
              <a:ext uri="{FF2B5EF4-FFF2-40B4-BE49-F238E27FC236}">
                <a16:creationId xmlns:a16="http://schemas.microsoft.com/office/drawing/2014/main" id="{F32D6EE4-5908-24BA-8983-C6DB111E58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9C1CCC9F-DC6A-E9A8-2D44-CCD45F605AA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4118342-5D65-78A5-B330-AAA638CDF794}"/>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69101FC1-CEFF-7953-3728-46E2FFD9B1DF}"/>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97559582-66B5-EE53-BB25-B0B010AA7A13}"/>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4CE098D-ADCE-00CD-88D0-C1C6B2DF2EC4}"/>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77290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BE8DD-6ED5-2474-B46A-0B27113210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BFACFE-8B9B-87EB-AA58-CD8D1549EDD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3B57FAC-759D-A371-EA05-4DF9AC06CD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10DC0F-DCA9-8088-F698-6F7D5D9494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00FF3E-4AA3-51FD-8015-83FF127CA7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0B7C3BA-3A1B-0012-29EB-FB923C419131}"/>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9B7F2AA8-F74A-9F5A-39CD-8B9B061F2FC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6F141C63-C300-A35C-E66D-A29E35C6635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3C640BA0-7FD9-70E3-6CDE-DDBDA9115F9F}"/>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FAA09BF4-828B-A1B1-0A1C-BF6E66CCC65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54D51C6A-49EE-A061-2EC6-CE687207591D}"/>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373CB3E-D35E-3C8D-7F29-5B44FD3DD9F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BB11121-AD20-1A60-45A0-A88891EAB987}"/>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38CE4EC-DB78-0726-DBF4-214B221C6D2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08A031AB-A9BC-D0DA-D027-8B5D8713C91E}"/>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242C490E-16E5-2A10-2DFB-938944728ABE}"/>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68C23A3-96C1-D6B0-341C-27B6C2761FC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A7AAD4D-C6E7-FEEF-3500-DE2E3FADE087}"/>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C6C37677-26E2-F68E-3C2D-96B9A5CDD96A}"/>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CD2B3705-B5B9-22BF-AAAD-3E0E63EF8E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C9EFF81-4A97-CB01-332D-E5358141C765}"/>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C136D885-3ECF-9520-192A-9B89D9191F2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D018E68-E392-5F11-C559-CBFD657EA40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5F370FB-DEFA-7880-A0B9-F55D5E5FD9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64EC328-D006-D3E6-97E0-CCD457E628AC}"/>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7E7B131-F38E-84B4-E024-41B9BB368A2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B3DE2994-0D88-6BD5-7521-4179D8A4AD3B}"/>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647A92C7-CE27-5772-BC0F-FAD2CE695397}"/>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626881F3-D0CA-8F49-78A4-A33975EC8CD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79D92076-26D4-47A8-ED60-06D866EB7EA5}"/>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0ACCB770-3866-366B-7579-8D1D5F455049}"/>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36D76979-315B-76ED-B38E-879D49F1F4ED}"/>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9C273C54-4BA3-3336-35F0-78BB2A5D0A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EC49904-926E-E646-2E7F-137808305FF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0F17B51D-3421-EC36-8023-D880F4E4AE29}"/>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8FDD81B-9BAB-3708-FF5F-65DBFA55C48D}"/>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F2F59DE8-5679-37B8-6B03-4D257F25786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515226F9-EE1B-9FA8-B81A-7DB0E2C5DC4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B23DFCF8-5E2F-7CFA-9C0F-68B72875DC9A}"/>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08528C5E-68E9-88DA-BCA0-002501C8DDE1}"/>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16E7569-0792-8582-EDE4-890E156682C8}"/>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81747C1-C4B6-C14A-476E-219A9F5A984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132B76A2-8A98-A8E0-6F3F-029DACF48B99}"/>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532C9B89-094E-62E2-32D9-4BDE8DE830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A8A7255-3847-0870-B8B6-D30FEC2EB2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33EF0D1-41F6-1F98-F562-EBF5099E093E}"/>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40E70B0-BD98-1DD8-37C8-FF40C85C07AD}"/>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27283FB-AA60-BB4B-1731-E4179E9F8349}"/>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EF1E6987-E014-D252-05B2-5DFA3AE0D593}"/>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3FB8D60C-3942-23CE-A552-066CEE78C7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E55263B8-D298-FF01-4588-6C5CB9F408BF}"/>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0D882763-8430-D936-158D-2A13F7314C3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06C488E0-AADB-FCF8-4F38-01D6EDF05DD4}"/>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F09F390-F0C1-9A27-3CB2-671CA292BA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2937A3B2-9097-FE39-1CB7-7AD60F8EE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8831116B-DB0F-DC04-A603-F91F95DC72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D87F7F6-D1E3-D47C-84AD-091A13EC2277}"/>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5A7A275D-4CE6-CDFF-B394-D7A240DB90A3}"/>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C8E56B09-1B51-7887-BB2D-372CEBFBA55E}"/>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000681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BE12B-504F-953C-FD25-714A534079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40FB46-A530-06C0-B03D-675B8F6A3311}"/>
              </a:ext>
            </a:extLst>
          </p:cNvPr>
          <p:cNvSpPr>
            <a:spLocks noGrp="1"/>
          </p:cNvSpPr>
          <p:nvPr>
            <p:ph sz="half" idx="1"/>
          </p:nvPr>
        </p:nvSpPr>
        <p:spPr/>
        <p:txBody>
          <a:bodyPr>
            <a:normAutofit lnSpcReduction="10000"/>
          </a:bodyPr>
          <a:lstStyle/>
          <a:p>
            <a:r>
              <a:rPr lang="en-US" dirty="0"/>
              <a:t>Last possible 8 in the upper center block.</a:t>
            </a:r>
          </a:p>
          <a:p>
            <a:r>
              <a:rPr lang="en-US" dirty="0"/>
              <a:t>Last possible 4 in the upper left block.</a:t>
            </a:r>
          </a:p>
          <a:p>
            <a:r>
              <a:rPr lang="en-US" dirty="0"/>
              <a:t>Then, only 5 (not 3) is available to complete the open circle.</a:t>
            </a:r>
          </a:p>
        </p:txBody>
      </p:sp>
      <p:pic>
        <p:nvPicPr>
          <p:cNvPr id="4" name="Picture 3" descr="A grid of sudoku puzzle&#10;&#10;Description automatically generated">
            <a:extLst>
              <a:ext uri="{FF2B5EF4-FFF2-40B4-BE49-F238E27FC236}">
                <a16:creationId xmlns:a16="http://schemas.microsoft.com/office/drawing/2014/main" id="{CC7EFFD9-D515-7CAB-4532-7FA3ACE9F6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B3C897-14DA-C0CB-E5F9-867A8F02C4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5ADF4E-2A03-8F78-039E-212F4C734A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41C9A7-18E4-5146-69FA-A67BEBA4FD2B}"/>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88B65048-8E4B-FF26-36F9-E494587A1E97}"/>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DE42F44B-621E-853A-540E-944EC4555E0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7B676EAF-6E17-1B57-1B37-14EA12A534DA}"/>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BCF3BDA8-07B2-169F-B845-A6E60A96BE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97CD7298-1EBC-BE98-8A3B-0B98BDD3EA89}"/>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4B8537FB-0457-AA5F-EA94-69A97137E485}"/>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03EE9DDE-1355-361A-39B3-3DA2C65D57DD}"/>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4669E3A-DC8F-E7DD-E94A-BF5E0C5BB06E}"/>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83A42A39-A280-BB96-0C30-9D6DFDEDDC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473A0CE2-BCFD-C588-5868-0E0CD1CB64DF}"/>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4D0D956D-54F1-2171-ED9E-67EDFA8435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AB5D726-6B27-17FE-F2B3-2FA2ED431D5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6A510261-7D5A-8C68-95E0-4AF80B860941}"/>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FE49C93C-DBF2-B593-D42B-BA442BF95A31}"/>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4B3FE74-0EFB-6766-0406-A9AE6544B7BA}"/>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B6CD2131-621E-0842-C11C-622ED060F889}"/>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C005D41D-E34C-A78B-3BD1-78F7FAB5710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C658A38-4561-F736-1321-4172177B8540}"/>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AD51E92-9FBC-CE8A-028A-002F0BF799ED}"/>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7FBE66E-5A87-A60C-BE8D-0A27A9F9C31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7E00F58D-794C-BF27-B7C8-8927103BF6B9}"/>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D9D45C0-25F9-2FDA-EA10-7CD21CCEB7E4}"/>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DD918A0D-1D09-FC27-97EA-2AD7E653AA8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0231481A-1EE5-40E4-9E5A-94FED78FB0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38BC2719-BF80-B4C2-3C9A-6B6906D733AB}"/>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27F13A3B-2B22-DB82-5EA2-FC40F865029E}"/>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3E592B77-F5E8-5138-FAC1-9CA7C2B4F7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2AD73ED-6401-70FC-A464-651CCC90BDA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7E0996DD-9425-EA0E-A919-862AA3CCD0F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8E64C72-F721-0ED5-0034-DF57D073CE07}"/>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752EF456-73CD-8CF6-4586-92014852FCC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EAAAB34-0055-B205-7B6E-6144A2AADFCB}"/>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6A384E6F-5EBA-63CE-6993-09729522C738}"/>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5C3659B-3C2E-837A-3AA6-DA40789E61DD}"/>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9358909-98C2-661E-BBD0-6C5767F69FA2}"/>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F3F5495D-E91B-77F1-6087-06E7A78BD95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DDCD999A-DABD-6739-1E24-0744177DA7D2}"/>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F21744D2-06E8-458A-6CEE-007C4AAD66C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DC767B8-0107-0C29-83AE-C36B9383AB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E71888-E901-60EC-12CA-26C7559A3CC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8D086A1-E8BE-835C-A983-4979D9E416D8}"/>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170D037-DB03-2238-14D1-C9A8147C721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5441BA42-39D8-C84C-0891-6D7351485F77}"/>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A8EEE6DF-498A-078B-C2C4-5E8E4AEC124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60C55B28-C8DF-5DE3-E53B-F9D83F663B9C}"/>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A2D3BB91-E714-07A4-8746-8D582CCF3DA6}"/>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8142D188-A9BF-D7B4-EEBC-F26FDBEB155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DB9AE2A-AC03-8594-4D90-55F7744474BB}"/>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A42BE89D-B257-CA63-605D-47A003F3DA6F}"/>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E174EFCA-57E9-DD70-3D73-02021CBFC36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771A4852-C2CA-72B3-5390-D91F644C3ADE}"/>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4793DEC-BB69-4BD8-5429-995453B38C3B}"/>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6E26E4C-4EBB-CB39-DA87-335A78286C4F}"/>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8CD7E932-06F7-E534-D20D-977FBC2D325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6A9E3430-7E0B-3C59-35BC-66139D8E3139}"/>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AEC6C67F-D54D-0D46-A238-2AA5112779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777233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0C72F-43C0-EB88-E4E9-3A2B8DC195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2231A6-CCDA-BF62-12D0-8F654A940859}"/>
              </a:ext>
            </a:extLst>
          </p:cNvPr>
          <p:cNvSpPr>
            <a:spLocks noGrp="1"/>
          </p:cNvSpPr>
          <p:nvPr>
            <p:ph sz="half" idx="1"/>
          </p:nvPr>
        </p:nvSpPr>
        <p:spPr/>
        <p:txBody>
          <a:bodyPr>
            <a:normAutofit lnSpcReduction="10000"/>
          </a:bodyPr>
          <a:lstStyle/>
          <a:p>
            <a:r>
              <a:rPr lang="en-US" dirty="0"/>
              <a:t>Last possible 8 in the upper left block. (It can’t be adjacent to the 4.)</a:t>
            </a:r>
          </a:p>
          <a:p>
            <a:r>
              <a:rPr lang="en-US" dirty="0"/>
              <a:t>Then, last possible 8 in lower left block.</a:t>
            </a:r>
          </a:p>
          <a:p>
            <a:r>
              <a:rPr lang="en-US" dirty="0"/>
              <a:t>Note that all 1’s, 2’s, 4’s and 8’s are now assigned. Only 5, 7, and 9 remain.</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DE92829C-D568-E8E9-DAEB-8C26D76139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31DC595-0AFC-64AB-D280-6D03D8E2BC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AB6C321-DE14-0430-B978-6C5156434D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CC8AD6-B0DB-8D37-03B3-98941AEB8BA1}"/>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40C2F45E-3DD1-7EEB-2BB9-707EB80A7D8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25BBE2ED-BC71-52A2-5334-B8FFB403A5B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2DFDE48-A9FC-5FA0-D4AC-00FBF23D7AD7}"/>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917A8736-D1F2-5978-9666-43561D7D12B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773975AE-88F1-5C81-DABA-B3E5DE7AFFE8}"/>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2FFC5E45-F62E-426C-CC10-CD788E2B392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AF71595-0CE4-878E-44B1-C4D690D2E0F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3116B46-C541-FBC3-779E-B21AA0AEB036}"/>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7B98C0B2-136F-4C4C-2480-0D047084FBD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9529F2B0-4394-94CC-A8FA-9BA1AD728D54}"/>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9F76D8B5-18AE-8A5D-C067-5F619C0E05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E64B118-5D48-6608-7E22-3BCCBAF1AD44}"/>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BF901BE-3789-5AA7-63FE-8EE868E16569}"/>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9AB3C91B-F8EE-9C07-FE5D-0491C718B545}"/>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FD1E699-9C62-03A1-FD2F-49BBCF8056B6}"/>
              </a:ext>
            </a:extLst>
          </p:cNvPr>
          <p:cNvSpPr txBox="1"/>
          <p:nvPr/>
        </p:nvSpPr>
        <p:spPr>
          <a:xfrm>
            <a:off x="6654802" y="3907597"/>
            <a:ext cx="570089" cy="230832"/>
          </a:xfrm>
          <a:prstGeom prst="rect">
            <a:avLst/>
          </a:prstGeom>
          <a:noFill/>
        </p:spPr>
        <p:txBody>
          <a:bodyPr wrap="square" rtlCol="0">
            <a:spAutoFit/>
          </a:bodyPr>
          <a:lstStyle/>
          <a:p>
            <a:pPr algn="ctr"/>
            <a:r>
              <a:rPr lang="en-US" sz="900" dirty="0"/>
              <a:t>79</a:t>
            </a:r>
          </a:p>
        </p:txBody>
      </p:sp>
      <p:sp>
        <p:nvSpPr>
          <p:cNvPr id="19" name="TextBox 18">
            <a:extLst>
              <a:ext uri="{FF2B5EF4-FFF2-40B4-BE49-F238E27FC236}">
                <a16:creationId xmlns:a16="http://schemas.microsoft.com/office/drawing/2014/main" id="{DFDE6273-8089-DF4B-BD4A-DFE901B5A81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2AC4DBA9-06A7-BF4B-CE38-1D3CB36A0E7F}"/>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A452BBA-62B2-F593-D595-5A8D95198543}"/>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6414BAD-48EE-0950-D90A-F94539C0CEC9}"/>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45F807A-6E5C-F3B6-C5D3-09FA25DF509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C99537FD-D650-F206-9D95-CFBB0C3A9B39}"/>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59D6D574-CACA-16BC-E623-C4F2507E87B3}"/>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4347B7EF-86B6-C6CA-B3D3-2DAACE07FA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DB6E615-9673-CD5D-8CF8-BCEC78999961}"/>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364C08E6-28D8-EC93-37A6-022E73E2625D}"/>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2A43E59D-B47C-6578-CF44-B81DE1E5810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D1F0DF94-3F88-60E3-9F0C-E80AC8B0E379}"/>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1A740C6-9F3B-ABFF-07F4-4A7832E5903B}"/>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69BA5407-102B-D840-31D8-B6CB83D28F44}"/>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3F0CA22-789C-627D-8CEC-4E950F7C83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B9D6097-C39A-35A8-4775-C7EA6BD8B19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AD72EC2-9799-592B-E42E-5BBAC70C199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05C9A355-C829-F51B-A30B-EC81D2AC147E}"/>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1ED8CDAE-6636-08D7-C496-01AB6C7FC244}"/>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A50CE77-6A69-B4A8-633F-8AE1ADD2E7F7}"/>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C6BAA45D-D71B-7AF2-7035-779C6DD8F0C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D4E980D6-45DF-D10D-3145-66A6BA583835}"/>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43289D16-B841-0B73-47F3-86729B83E47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A6B3B8F-AA60-A597-ED3C-3646CE1FD60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73AE751-C602-CEA7-5401-574A4D5C35B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4D2177A-94A6-6081-84FF-EAFA00DC8974}"/>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32733FF4-90CC-7CFC-11D5-AE1B53253972}"/>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852D2419-C306-BB2F-5C1A-0FB593EC5985}"/>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6A4BF61F-C677-BE06-CC1D-72C1F6BE66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757504AD-3DA7-9032-B5FE-FE12CEBC80C0}"/>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6AC56041-99BF-9F04-C676-CBFA5EA7149B}"/>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17912FDD-5D41-6448-7B1A-5B853CF37DC1}"/>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1AD8234-3B82-2879-3955-9C07D00BEFF3}"/>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74840196-68A9-5C35-4EB8-85647FD3B66A}"/>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7B2B4181-10CD-60E3-BD3B-39F4EAFE5E35}"/>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E012C12-C41D-A1AB-49C9-B3E438F23E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402E28BC-9243-4194-5B38-BE70A6AC4812}"/>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46BC961-FE19-61C0-F4F0-C44B270A49D4}"/>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960943FF-5B78-7510-7C4D-1A23F5CF26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2DEF593B-277F-A446-82A0-D26DCD9E345C}"/>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DA2C62C3-1350-2227-08D1-348611D40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E61FDC5-93C2-0A55-DA23-273EAC85DB5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01395528-9A85-2918-258F-27E856580DB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8460150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03188-11B9-D8B9-5727-F75C8830442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7C2E242-46D1-7711-E2DD-95798172BF93}"/>
              </a:ext>
            </a:extLst>
          </p:cNvPr>
          <p:cNvSpPr>
            <a:spLocks noGrp="1"/>
          </p:cNvSpPr>
          <p:nvPr>
            <p:ph sz="half" idx="1"/>
          </p:nvPr>
        </p:nvSpPr>
        <p:spPr/>
        <p:txBody>
          <a:bodyPr>
            <a:normAutofit/>
          </a:bodyPr>
          <a:lstStyle/>
          <a:p>
            <a:r>
              <a:rPr lang="en-US" dirty="0"/>
              <a:t>In the upper right block, 9 is in Column 8.</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5D265586-188C-421A-BBBC-9415691099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0AC4E07-4114-2EC4-233B-2968BA27EA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379607-7175-38F7-21D3-693D16B435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940F763-5712-9FC8-C736-DCE57B45FF15}"/>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3529C4A9-145E-1E71-FE51-EE08384E1F4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6E82E126-230F-F999-3CE9-5F184318B36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FE458219-3F1D-A471-FE2C-1DCB62F35F4B}"/>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C1D4F330-947D-69B7-DC72-C8AE1D40D99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2942A98F-C2A6-41A3-D5B3-9FDD988062C4}"/>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88D614C0-0D17-BF5D-D5FA-9B62E82AB61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C0E888D-8F04-201F-6EE9-D39CE3BB40D2}"/>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32F02CE-57F4-5A48-7F64-30AB770CC8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6E80220F-A071-F5E0-348F-EF4477E84F7A}"/>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1EA96ED9-212B-E24B-9209-18962F1EA8CE}"/>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3C4AE43-6811-F6B5-7C9A-DC086E6739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E717A6-BDD8-3B00-0DD5-A533819B41B3}"/>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94DEBA5F-36FA-EC93-65F5-9D7F7129E252}"/>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DCDC84A7-416B-29D6-53AF-51C8C29E8295}"/>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E299E55-722B-EE1D-22E5-0BA9FF54F1D9}"/>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6C04A4A8-9A1C-78C8-FAAA-2D42F7F5D1F6}"/>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06C6D3C-53F5-5E8E-C3DA-DBCC1692A08A}"/>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BAD366A-3C9E-52F6-C756-0AC4ED0BE4E2}"/>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4D35BF7-8C90-68EF-1A18-CA1049B45E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8A9450FC-6E9A-861C-293A-9B869443DBB4}"/>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CDDBCA4C-BEAA-8E52-A55C-561176D7688C}"/>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12D1F901-2D7A-46F3-281A-45D7A964B76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700C42F6-C72D-E429-F814-8B8117AF1F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29CCB3D5-3B80-3D27-5D8B-466EE84FA64A}"/>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F1B7FBF9-3A60-8402-B901-36385C663482}"/>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4C2DF85C-5F4B-3929-CC3F-5562CB0244B0}"/>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2A77736-5ADB-83F6-466B-E9FD81344CC9}"/>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05C174DA-ABE3-3B85-3BBA-329BC03D47F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14D2AF9A-70AF-EF66-66FD-496F6646D4FA}"/>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C46D44F3-E86F-D5CF-8139-9866FAAEF0FD}"/>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E44C326-028C-CEC0-459F-22C01917FCA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DDC77437-B164-984C-0F14-84EAC3F0E94B}"/>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E7B14043-7D34-272E-48F1-D8CB23F622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0187760-FD8F-322A-109F-A103E2F2E7F4}"/>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28A89F5A-3F55-3FAF-8E1A-617982C921F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F80B8A71-53D2-1FB1-89DF-8955257FD73B}"/>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1F564F53-58FD-0AF1-2493-17E7440F160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AA11B40-675D-32D0-DC87-0C7A6CDBC2D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B03979A-E400-4650-BC33-6469FB015A6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01B8D46-EF7F-9C27-9A2E-DEEBF4E5B255}"/>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1D3FE2F-AAC9-017A-81DA-1E5A2A946D71}"/>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C40C7F6D-41D6-BD5C-6423-0A9C00F9EE05}"/>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B8342B5B-A909-7B23-F44B-02C9985EC81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698F8FBA-CFA8-8E1F-8E95-2523A69EBE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DD42008B-907E-9976-E30D-818A54F4E3FD}"/>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30B0BD5A-28A1-2A7E-5F12-A0B9E5EDDC84}"/>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E07422D-05C7-D803-4D32-A6D1848DE06E}"/>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F929AA75-3732-9355-D1BD-B76A7CDBC2A4}"/>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1DDA3345-8B42-49C0-9A49-B0E55B48205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6A889C91-C453-70A2-F024-81956FE50634}"/>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D75BFEB-7D1A-905D-C15C-EBA1A880595D}"/>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A5AA0DE8-9305-D880-910A-8E2B05D372A1}"/>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F392B1DA-EF5D-DA52-30E1-7CE007E0084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9442B2EB-9E6F-8D35-31FC-DDA21A216300}"/>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D3D30AC2-30AF-556D-55E9-6D857AFB7B4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921EA72-32CA-A197-ECAE-181E4A4F46A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1C1DEBB-4FC3-A60F-D172-75E196115E8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8F31082-8B8A-92BA-23F2-891C2907D690}"/>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4775090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C369B-A0FD-7845-0AD3-74B99DAA6D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F82157-D236-BE50-7D0F-0C87193ED591}"/>
              </a:ext>
            </a:extLst>
          </p:cNvPr>
          <p:cNvSpPr>
            <a:spLocks noGrp="1"/>
          </p:cNvSpPr>
          <p:nvPr>
            <p:ph sz="half" idx="1"/>
          </p:nvPr>
        </p:nvSpPr>
        <p:spPr/>
        <p:txBody>
          <a:bodyPr>
            <a:normAutofit/>
          </a:bodyPr>
          <a:lstStyle/>
          <a:p>
            <a:r>
              <a:rPr lang="en-US" dirty="0"/>
              <a:t>In Row 3, the remaining digits (79) fit in only one way.</a:t>
            </a:r>
          </a:p>
        </p:txBody>
      </p:sp>
      <p:pic>
        <p:nvPicPr>
          <p:cNvPr id="4" name="Picture 3" descr="A grid of sudoku puzzle&#10;&#10;Description automatically generated">
            <a:extLst>
              <a:ext uri="{FF2B5EF4-FFF2-40B4-BE49-F238E27FC236}">
                <a16:creationId xmlns:a16="http://schemas.microsoft.com/office/drawing/2014/main" id="{9C9EFFAD-6CA9-311A-6ED0-B1D3B5E1C6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689907-10C3-EF17-D034-5F4C9854E0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E12D92-18F1-C6EE-F1C5-EDB16AB685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AFCFFE-39DB-6E22-3251-81B977683012}"/>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5F40F184-EB51-5A72-442E-CAEF0EECCF1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83497DDE-0FBB-301F-830A-BD1B0591639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21BB0769-FE93-3AEB-75A9-218AB4FE5175}"/>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17370C5-F7F3-C566-BD6F-D27ACAC650A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459263FC-C401-210E-2B80-4C4F2E0F9D88}"/>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6ADB1B61-D979-95C0-FF95-DB2DF606DD6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0B7A3FF2-2A9A-844E-C670-E66BEAD89C4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388A435-67E5-B4CA-C781-46E1DDC6DD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77FF782F-EFEC-4D98-3EA5-B77DD817ECA9}"/>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84D3AF89-7D95-89A1-7B98-C69E7DEFB1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7F19A232-88ED-78C9-5EDB-25E37D9D69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BF2E2C-69E7-8F0A-EE93-C8C4BFEDD429}"/>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18B5F27-5025-F354-264C-0189ECD258B0}"/>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0937D288-A798-C345-7EA6-0134354CC1A9}"/>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8C08751-753B-B602-0BFF-C274CC99309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2A91C2BF-21CD-E2B2-9763-868470F13346}"/>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8A33711-D0D1-57D3-835A-A10CA80A8F0B}"/>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E4F56087-0396-EABE-72D6-A300E48AE374}"/>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278BFC1-22A2-3B19-7336-5E05C679A73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7CDCEF9B-AEC5-DC4B-27F2-1A4B1D7C6DC2}"/>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FAFE9E3-8581-F108-2644-C2E169881863}"/>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DF965844-E9F4-E864-9162-59A42464AE3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8F90E9B1-9D98-2922-2FB5-2A6A97307B41}"/>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211F9FC5-E114-CC04-2348-BA6B40FEF60A}"/>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E7F7EDD0-4136-147F-D6D7-1F4342160B62}"/>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DC88E45F-2714-E92E-2D9E-DB783D5244B4}"/>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D374F9B-F944-841C-8F85-B676B07CE7C5}"/>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4C3C92E1-5F8B-0910-B5A8-31ADDE90A3F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94D2CFE8-0AA1-AFAB-7D91-149665B9E89B}"/>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852A167B-B362-5624-501A-72E9FED5853B}"/>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7986E4EC-11D4-A087-F48B-9361C2CC8A09}"/>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E88ED938-EFF6-F81B-D5B7-58B8D420CCEB}"/>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1800633-B3D2-C9DC-B582-E12F209F005F}"/>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081A070-1457-1620-3C05-D4E2823B00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80D2B4DE-32AE-EBC2-6583-CB8190A6A36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8" name="TextBox 7">
            <a:extLst>
              <a:ext uri="{FF2B5EF4-FFF2-40B4-BE49-F238E27FC236}">
                <a16:creationId xmlns:a16="http://schemas.microsoft.com/office/drawing/2014/main" id="{FCD64F58-60BE-E8D5-65F3-53EE8F99B944}"/>
              </a:ext>
            </a:extLst>
          </p:cNvPr>
          <p:cNvSpPr txBox="1"/>
          <p:nvPr/>
        </p:nvSpPr>
        <p:spPr>
          <a:xfrm>
            <a:off x="6152446" y="901933"/>
            <a:ext cx="570089" cy="230832"/>
          </a:xfrm>
          <a:prstGeom prst="rect">
            <a:avLst/>
          </a:prstGeom>
          <a:noFill/>
        </p:spPr>
        <p:txBody>
          <a:bodyPr wrap="square" rtlCol="0">
            <a:spAutoFit/>
          </a:bodyPr>
          <a:lstStyle/>
          <a:p>
            <a:pPr algn="ctr"/>
            <a:r>
              <a:rPr lang="en-US" sz="900" dirty="0"/>
              <a:t>57</a:t>
            </a:r>
          </a:p>
        </p:txBody>
      </p:sp>
      <p:sp>
        <p:nvSpPr>
          <p:cNvPr id="9" name="TextBox 8">
            <a:extLst>
              <a:ext uri="{FF2B5EF4-FFF2-40B4-BE49-F238E27FC236}">
                <a16:creationId xmlns:a16="http://schemas.microsoft.com/office/drawing/2014/main" id="{D3F23D7E-FB1A-0C94-EF09-232BEA02950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4CDB032-C5AF-5221-9EFE-7E115E0D89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109BD53-AC47-1C38-3372-887DC2B9CFDA}"/>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D09118B-CC64-DAC6-6F28-0858C02FD49A}"/>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D88EA40-9645-BAB9-3F54-67434E7A6693}"/>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28605EC0-4EB9-73EA-E1F8-597BEC20BB61}"/>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4856A461-EE18-FB62-9D1C-09A10B01066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4CE799F5-5871-2C52-383F-608F979E5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11ACCCFF-B785-B440-44E8-9C093ECCB88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96E4D395-DF94-456A-F3AE-C81CD7851ED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D21246C-31BF-07D9-570A-A14CC67B140D}"/>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64FCACF5-62EB-5F7F-1D6A-93A9CD5B1858}"/>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01EFCBD9-C2A5-6CA7-2C8C-473B1D1F77E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07194397-2588-4751-D1AA-EF04FEE6E3D6}"/>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B40CF7D4-860E-7354-32F6-F7D42B2DAEC7}"/>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6D283F29-AE75-C152-CB18-2BD8DD5D562B}"/>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17AA004D-91D8-D52E-D01C-0E471C7F044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532D8D08-D958-6837-3295-F6326833E0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7A86FA5D-9BE0-7948-E41A-E0A04D163638}"/>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43A4F8A0-FB19-561A-EAE9-8D79032AF87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7BE94EC-400F-CD50-8B81-687EA06A492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2325017-3F54-8CFE-CD00-BC8D727BD6A8}"/>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2C2A4D42-8371-6237-DA09-6C9195D82498}"/>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6CE9A5FA-42E0-9399-0CA6-6090B7DDEAFE}"/>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475682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2C86B-9CAD-E7B7-BB14-B4C2DE2374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57C84B-3911-26E0-4C9C-368FEE5FC37A}"/>
              </a:ext>
            </a:extLst>
          </p:cNvPr>
          <p:cNvSpPr>
            <a:spLocks noGrp="1"/>
          </p:cNvSpPr>
          <p:nvPr>
            <p:ph sz="half" idx="1"/>
          </p:nvPr>
        </p:nvSpPr>
        <p:spPr/>
        <p:txBody>
          <a:bodyPr>
            <a:normAutofit/>
          </a:bodyPr>
          <a:lstStyle/>
          <a:p>
            <a:r>
              <a:rPr lang="en-US" dirty="0"/>
              <a:t>In the upper right block, the remaining digits (57) fit in only one way.</a:t>
            </a:r>
          </a:p>
        </p:txBody>
      </p:sp>
      <p:pic>
        <p:nvPicPr>
          <p:cNvPr id="4" name="Picture 3" descr="A grid of sudoku puzzle&#10;&#10;Description automatically generated">
            <a:extLst>
              <a:ext uri="{FF2B5EF4-FFF2-40B4-BE49-F238E27FC236}">
                <a16:creationId xmlns:a16="http://schemas.microsoft.com/office/drawing/2014/main" id="{D745E98E-A682-57F0-477E-F5B3715A07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7EC61DB-FAF1-54E3-78EC-8D8066D075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7C9DA24-BD4E-5A44-4B92-93FDCC38938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861D90-6059-2A4A-7B89-8C34B188A550}"/>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D122C7A8-868B-7BE2-60D8-4B153E892D3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E1CB6C50-ECF6-F0AB-C053-67A8BA1ABFE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30CA69B8-9423-DC2E-1C00-54D36BEC21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CF6FE3DB-7E33-7270-2518-0890361BCFC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1902E90E-5678-80DE-A17F-2D67255E129C}"/>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1ADB675-9C58-C5DA-B2A3-C9F9013E751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A4EB830-F674-1A72-1D17-C3DCAABC6846}"/>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A9FC3F6-EABC-73A0-D925-3FBCD4AE2861}"/>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177B94B1-8725-6AA4-801F-DC3F6B722E92}"/>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F0E586B0-96EE-9709-0146-02C58ED730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EF0A222-406C-C18D-3E94-47D154F98A34}"/>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B747B3D-D245-6D11-D316-FCF34D01B2F2}"/>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B482947-868E-3F3D-B27F-F88DE2B32BED}"/>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BB13FC57-FA85-2974-DA11-A33422244D0B}"/>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1B0342B-E801-525C-3A5C-68AEAA0B757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B735C79-CB7A-CE0C-45FC-48DD1C1F7E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BF916FF-E8A9-A30D-F73C-0212AA100CB1}"/>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85BCB54D-EC75-808E-036A-693DFD136765}"/>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7DC9235-4C23-55C9-C720-4259C915969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D68B96AB-2D3B-3892-8E78-C51EC6D49612}"/>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770270E-0D2D-2C29-493E-48DE17BFE5B7}"/>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D12D6BFD-0A95-2916-C694-86EAB66B18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FF06C04E-03F5-A2BF-17A0-4395F564B212}"/>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33CE8472-B4FC-8C0F-9AE2-1250D5A5FA3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948DEA5E-E511-B255-5F60-C851957DD188}"/>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490E3216-E27F-1A80-8BC6-61C3570DA539}"/>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D7B1441-4554-3247-A022-B9A203F3EBDD}"/>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BE49BD97-C6CE-4D04-699E-B261EB37A64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009BB1C-1225-FEBA-4030-0ECF994E2B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E36400E5-9467-8186-3BE9-80B08C8FF84C}"/>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F9EF9ED-F8E4-7C28-9185-3F225ED1405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B18190F3-D396-4768-7514-0A55AA098C8A}"/>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7718F9E9-41E3-36E1-9009-3EB40E698A88}"/>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FDAFBAB-8B19-E864-2CB3-554218D551F6}"/>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06521311-8C4A-1A80-DBA1-F6AD5573DCB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A7C00839-73A5-1BCC-6D2C-27E1A4A2A6C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1C2C5E6-DB89-5431-0280-B88666262E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7321C87-A5ED-3797-1771-2A6EF64AD7B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3483B1B-1891-7813-4D67-54956A9848F5}"/>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5C57AA4-C395-DCAF-1771-6761A3E92DF6}"/>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DB142725-6EB4-915C-236E-BE3A80122C84}"/>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8EEE8ADA-F687-F4ED-4B08-2F30439C20F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B0AAEBBD-D5AA-F3DB-B2F2-2E964BF9C67B}"/>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9802C018-5C75-881F-9435-E39D53FA0280}"/>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EEDBBE81-2776-174A-AB99-2E99D038BCF8}"/>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872F232-D88F-BE6E-5673-DABC04AE26BA}"/>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6BE1E948-6936-D5B8-8DB1-5D30F4B58478}"/>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F8D8151A-9268-225C-DFBB-5181A6F6247A}"/>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753E8AA8-395E-1F98-1ECD-595AC61D399E}"/>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253E8B1-672E-CA50-F489-95579A358142}"/>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CA72244A-6B34-72D5-386E-FCD5FED4E285}"/>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0C71EBC3-8762-3DCE-BFEA-867C2350488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94997355-3409-B134-0A39-16A93B1EBD5D}"/>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24135886-69BC-A54E-2864-5B3A73B8D554}"/>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99DC2C55-CF27-3851-F7AD-375BD51CD13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AFC32F50-42BC-D759-F05D-1BA7A49B16C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E682597-5355-ECE3-FD8B-9C586114C225}"/>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50DFA7C7-C466-1F89-9CED-518E7B22A0CF}"/>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77065E6-8E21-88A2-4ED9-517343131AFF}"/>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6919ECDD-807D-14CD-566C-F42319AC2C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97ACEEF4-E626-04EA-D045-788BDBA98474}"/>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7266365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7FF38-5103-022A-9F0F-D258452693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5B84F2-6D63-238B-8FD1-390139949481}"/>
              </a:ext>
            </a:extLst>
          </p:cNvPr>
          <p:cNvSpPr>
            <a:spLocks noGrp="1"/>
          </p:cNvSpPr>
          <p:nvPr>
            <p:ph sz="half" idx="1"/>
          </p:nvPr>
        </p:nvSpPr>
        <p:spPr/>
        <p:txBody>
          <a:bodyPr>
            <a:normAutofit/>
          </a:bodyPr>
          <a:lstStyle/>
          <a:p>
            <a:r>
              <a:rPr lang="en-US" dirty="0"/>
              <a:t>In the upper center block, the remaining digits (59) fit in only one way.</a:t>
            </a:r>
          </a:p>
          <a:p>
            <a:r>
              <a:rPr lang="en-US" dirty="0"/>
              <a:t>In the upper left block, the remaining digits (79) fit in only one way.</a:t>
            </a:r>
          </a:p>
        </p:txBody>
      </p:sp>
      <p:pic>
        <p:nvPicPr>
          <p:cNvPr id="4" name="Picture 3" descr="A grid of sudoku puzzle&#10;&#10;Description automatically generated">
            <a:extLst>
              <a:ext uri="{FF2B5EF4-FFF2-40B4-BE49-F238E27FC236}">
                <a16:creationId xmlns:a16="http://schemas.microsoft.com/office/drawing/2014/main" id="{589FC82F-8A7A-6273-0A7C-93F6718B40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BF6C4-183C-8D36-95D2-C9E68633CE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8BF9A6-D9EC-4A4B-9E99-8F166252A7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94792F-97B2-4BB2-E7C3-1A32D36A1869}"/>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F30A5C86-5BDF-0B41-4871-98D464E1C81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307EB747-71BE-0B35-6DA8-8570C1AB534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544CE441-20C4-4883-78E0-FEDEBEE1EA9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0CBC10C4-52E4-19BA-8F45-4CED979439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AA8B8C09-0448-884E-51A8-00159B2DD449}"/>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6355A934-6EAE-490C-E089-7540A271E9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C85F610-B288-EABF-26B2-39A94AD377EE}"/>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B8A6B2A-19ED-7574-0AA5-1D054C8426B1}"/>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42CDC928-0E2A-C92F-5D4C-A33D4CF9A432}"/>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897BFFAA-F4B1-60CA-31C6-D5E44142E0C3}"/>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3DFA54A-39E5-71BC-57E7-1E8D1A159D7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84A4367-DE21-B0D1-FFA0-FEED332BE7F5}"/>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9FD218F-DE05-1B46-8AE3-C33F375F68D6}"/>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B17D5468-5F66-F741-9390-9367A617453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DE7A2BB-B653-5E12-70E8-101B74CD1F61}"/>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3B847A3E-1AD8-4FAD-C1F9-92205699401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3D348EA-8F57-957C-B631-D617BF9336E6}"/>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6EECAAD-FC7C-99EB-E778-B7854E7F411D}"/>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30FE03B-3F25-D19F-55DC-D34E5A5DFA13}"/>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09299A60-F26F-8C73-EAD9-B0E319F232D4}"/>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9F66E643-4E6D-FDBC-3E95-4B5D27985D2B}"/>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6646C7CB-ACDF-1D7E-B632-8BF64F5C7F4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034BB7C-9572-2B3D-7069-64E29DF1BD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2CA9F3F4-1F4B-D17A-FC22-72827FD65C8B}"/>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83A690C5-77F0-FA96-2138-DB380E6406D6}"/>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67B608C2-B414-DEB8-66EB-D14EEACD11F4}"/>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21A32E1-4B10-22DE-4A4F-4828B0AE4D5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3B26BEEC-176C-0385-064C-C369A07EC1B5}"/>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BC50ED88-6B45-08F1-A6BF-51220CCAF1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0CF91752-FAA8-6960-B200-1BE73018D20C}"/>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B8F85AD-97F5-D926-796F-138D06B0E1C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67259EC7-4653-2F3D-7069-BBB51DFFAE99}"/>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1FAF8026-0382-6B89-32CA-689920E767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FEF1DCD-AA83-BF27-C080-AA322CC7EA14}"/>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AB50926F-C8C4-86E7-AB3B-1BB398821BD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206C55B-5BF8-B996-0557-51991A36E7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08D854E-3F29-C644-9F1B-3BC97CB79A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04875FA-2399-BE16-8F5B-489FB936B99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9CB4558-2151-2C1C-0329-638797082C58}"/>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EC0BDCB-CB0F-27A5-7AF4-CF35CC70F739}"/>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CD985D61-1CA0-2AC5-84C6-F505BBFDB697}"/>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1A93E5AD-6D1F-DDE9-4959-B6251200F43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02BB6E3B-5D84-E20E-9669-43AE692BB2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8EDCD098-FE4B-5C83-DBF3-27CE219B7C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6C7F5CD7-DD38-2BA7-FF6E-EA3CEB7D9E3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CCBAC9FE-33F2-CCF9-1293-DE85267ECEBD}"/>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5964295C-D90A-4D1B-5552-13B1F7D4F70F}"/>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0650E485-C6FB-6D3B-A4E3-3EAEE5FDED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E5366513-C36F-423E-A035-5E12F3F19DBA}"/>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9696326-A1D6-60C0-3034-A1EA425F8704}"/>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BF33D12-824C-AA8C-7145-0EBFABD45A71}"/>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BCB9668B-4241-225C-52B3-23114D7B8DA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338183CC-F661-A85D-F26A-F007896E6C3E}"/>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77E53E2B-F828-8052-8814-A623E23D0755}"/>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917A18F-0200-E84F-264E-A9A2FDC73C8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99E3A581-6582-2575-DA07-EB5561B15DE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1983D13-4293-8CEC-6B01-E2595743CD3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D9B10475-924B-DEB8-6F39-388FF033B276}"/>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29C7E7C-9FBD-166B-A45D-39BABB5BD40F}"/>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9DFB94B2-9E14-8487-DE01-52C226D177B9}"/>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402827CC-1C20-8BB8-F059-2B472B0DC173}"/>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5FDD9C0-8BEE-200A-432B-ACA996AC758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DC76E01F-3F2B-6D3B-0967-E810914DDC2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70" name="TextBox 69">
            <a:extLst>
              <a:ext uri="{FF2B5EF4-FFF2-40B4-BE49-F238E27FC236}">
                <a16:creationId xmlns:a16="http://schemas.microsoft.com/office/drawing/2014/main" id="{C8D047F7-EB16-A269-ED19-36FB8C9A4EB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B285BB6-E905-EC2F-5DBC-80093E35BD4A}"/>
              </a:ext>
            </a:extLst>
          </p:cNvPr>
          <p:cNvSpPr txBox="1"/>
          <p:nvPr/>
        </p:nvSpPr>
        <p:spPr>
          <a:xfrm>
            <a:off x="3716867"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5783699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03656-0F5F-FFB8-5A6A-EA5D759537C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876D92-20F4-FF44-5C76-626A35D91153}"/>
              </a:ext>
            </a:extLst>
          </p:cNvPr>
          <p:cNvSpPr>
            <a:spLocks noGrp="1"/>
          </p:cNvSpPr>
          <p:nvPr>
            <p:ph sz="half" idx="1"/>
          </p:nvPr>
        </p:nvSpPr>
        <p:spPr/>
        <p:txBody>
          <a:bodyPr>
            <a:normAutofit/>
          </a:bodyPr>
          <a:lstStyle/>
          <a:p>
            <a:r>
              <a:rPr lang="en-US" dirty="0"/>
              <a:t>In Row 7, the remaining digits (59) fit in only one way.</a:t>
            </a:r>
          </a:p>
          <a:p>
            <a:r>
              <a:rPr lang="en-US" dirty="0"/>
              <a:t>Then, complete Columns 2 and 3.</a:t>
            </a:r>
          </a:p>
        </p:txBody>
      </p:sp>
      <p:pic>
        <p:nvPicPr>
          <p:cNvPr id="4" name="Picture 3" descr="A grid of sudoku puzzle&#10;&#10;Description automatically generated">
            <a:extLst>
              <a:ext uri="{FF2B5EF4-FFF2-40B4-BE49-F238E27FC236}">
                <a16:creationId xmlns:a16="http://schemas.microsoft.com/office/drawing/2014/main" id="{ABF32486-6258-F4CB-D86E-1AEF67C9B7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AD0E19-492E-CE9D-F9DD-67613C3CED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B601D9-716E-3EBD-1C60-CCC28C3053E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9A78EE-63D0-55AE-362D-F4CB12A8577B}"/>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9A48BCCF-E72B-2EDC-84DF-AA78A66EFFEA}"/>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C59B2037-44D7-9A77-52D8-423BA74BB98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091C4DA8-0A74-4DCB-3133-AB0878B61C13}"/>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CD83D6D4-102B-6702-0998-9129F528D07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AD2B4276-F8BF-B70E-B6AD-8ED6C81C77F9}"/>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DE3A5FCF-7D07-0A7C-A5BF-5DA5546BD1EB}"/>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2AF71A0-80B6-3329-6821-58C849251F73}"/>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5F22520-E12A-3F3F-0742-405913443D24}"/>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98A0B628-9659-921C-5E11-D457BA546176}"/>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2360F6CE-5251-1A14-EA50-DA20FED901F0}"/>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1F31E0F-05AD-4534-9301-B294D40018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0D20C4D-9D54-11BC-6801-581FBECC29C5}"/>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23CB08E-1052-3E12-E0E0-C38474D7892F}"/>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1086F200-A167-C161-C8EE-3F19B6009370}"/>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D846721-59D1-6916-FD27-D0DFF080B816}"/>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E432D3A1-9737-7452-0420-8D272A73CCF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51B1738-B0F6-229F-4C3F-6627117C210E}"/>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6B066FA-3251-26A9-6FA3-EFCF9F79E29C}"/>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C5D782A1-5F32-D8C9-66D8-70A022D8E8E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965CE5FD-4F4E-87AC-BAEF-E1FD096CD4BF}"/>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994FF3E-5568-6433-B733-AA37DDD38462}"/>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6EC35AF5-33AD-A55C-E4A7-3F2A6E99D32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5035C81C-F8CF-8AF9-06F3-F7A8EF79BA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99A75A47-754A-169A-E7D7-A6314C0058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CD4BC78B-5DB1-111D-99C4-1DB6F060139D}"/>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58F9B7C3-4344-8D89-3D49-8BCC0441591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74ECEC7-8316-27A7-DD5A-F3D53ED429B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0373CE73-BF42-AD8A-7A9D-3AC58450E7D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6C31C56-C347-D736-73EB-2F95849FBC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589A2DCF-FB3E-8083-051E-87E90539E2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1E9FEE59-1BA7-47EC-3944-4F8CB00E6D8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743DE692-782F-8863-53C9-F3EC2400490F}"/>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5D63854C-3205-81E4-084E-25582610B97F}"/>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A2D1EED-8ECF-D1FE-7F88-D5AD66FC9B88}"/>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29879C48-2DA7-CCBB-71AD-12FE3FCC48F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8357AB26-9CAA-1B15-7C36-05A4BD7F078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C6CAD7B-3E94-5B63-1A6B-38105CFE989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1BE0C1-28A1-9B23-777A-5F02B9C5EB11}"/>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EE96C36-DE60-2B86-CC2E-14D47F7EB811}"/>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93D0864-7B99-A7A6-5195-6327764331A5}"/>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5E89083A-A34C-839A-5284-0740C4AEC606}"/>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7FECE260-1D52-0B5A-CD67-6E6CDD396D8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1757819B-68D7-6C5B-F22F-7E1BB50007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533AA4C4-DD86-7611-5163-38D459FB8CB1}"/>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1C6625E6-27BC-E530-ACB4-83156E3A595B}"/>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CEA8DA6-ABE3-F955-ED1F-8ED798D98224}"/>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1E97605F-890D-23F6-C25B-EA0CDCF54D7A}"/>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A94C66A3-38D8-1CED-B66E-A03446393D96}"/>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B309EC01-7968-B112-DD86-FDEF7491A3C5}"/>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691558E5-8CBF-ED8B-5AE6-84D34BC6547A}"/>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059BD41C-DDF6-CE86-9A4C-5C6B18B3DED2}"/>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A8F00BB8-0001-3366-ECDC-F5AB2FE159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6EFFA485-8259-1B8C-8BF7-5DAF7D63C73D}"/>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D4892074-B5D4-673A-9316-BADE1BC525AB}"/>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F89080CE-7766-6147-B70F-562C6AF678C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8AEE1A4F-E823-77BD-DE6D-20BB2CBF6AB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424B6EA-89D0-0A05-03B1-E76C9E09C706}"/>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B34021C2-92CF-4EF6-3A69-CC465F2801B6}"/>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8EE0ACD-A5F8-601F-920A-B0CEC5D01B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321C743B-E3EB-6E41-6332-00BD5B91A49A}"/>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4EBEFADC-9B57-7B06-7D43-98AEEA197B34}"/>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0E6EFEA-0CA6-900A-90E1-664688EDE004}"/>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3D46C4D2-39B6-2B1B-D0C8-2DAFBAB17DF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70" name="TextBox 69">
            <a:extLst>
              <a:ext uri="{FF2B5EF4-FFF2-40B4-BE49-F238E27FC236}">
                <a16:creationId xmlns:a16="http://schemas.microsoft.com/office/drawing/2014/main" id="{199A757D-BB18-E067-70CF-C2DE498E9CF0}"/>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2148A3DE-BBD0-8F55-388A-2DDF98A6267E}"/>
              </a:ext>
            </a:extLst>
          </p:cNvPr>
          <p:cNvSpPr txBox="1"/>
          <p:nvPr/>
        </p:nvSpPr>
        <p:spPr>
          <a:xfrm>
            <a:off x="3716867" y="122455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E1104C82-4D74-C0D5-656F-D283C458112C}"/>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FA20BEA0-BC5F-DD8F-8085-DC3A2FFD80DB}"/>
              </a:ext>
            </a:extLst>
          </p:cNvPr>
          <p:cNvSpPr txBox="1"/>
          <p:nvPr/>
        </p:nvSpPr>
        <p:spPr>
          <a:xfrm>
            <a:off x="4216401" y="3741226"/>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18BCD326-A0A2-2A4D-1D19-D27016C2C036}"/>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606EFBC4-2F4A-1D97-6423-4CC4594EF209}"/>
              </a:ext>
            </a:extLst>
          </p:cNvPr>
          <p:cNvSpPr txBox="1"/>
          <p:nvPr/>
        </p:nvSpPr>
        <p:spPr>
          <a:xfrm>
            <a:off x="4216401"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589341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4FE79-0ED9-8CF9-0D90-EB3C2F31AE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DC09D5-F9F2-4B40-9F63-92B56BB6053F}"/>
              </a:ext>
            </a:extLst>
          </p:cNvPr>
          <p:cNvSpPr>
            <a:spLocks noGrp="1"/>
          </p:cNvSpPr>
          <p:nvPr>
            <p:ph sz="half" idx="1"/>
          </p:nvPr>
        </p:nvSpPr>
        <p:spPr/>
        <p:txBody>
          <a:bodyPr>
            <a:normAutofit/>
          </a:bodyPr>
          <a:lstStyle/>
          <a:p>
            <a:r>
              <a:rPr lang="en-US" dirty="0"/>
              <a:t>In the bottom center block, the remaining digits (579) fit in only one way.</a:t>
            </a:r>
          </a:p>
          <a:p>
            <a:r>
              <a:rPr lang="en-US" dirty="0"/>
              <a:t>Then, complete Rows 8 and 9.</a:t>
            </a:r>
          </a:p>
        </p:txBody>
      </p:sp>
      <p:pic>
        <p:nvPicPr>
          <p:cNvPr id="4" name="Picture 3" descr="A grid of sudoku puzzle&#10;&#10;Description automatically generated">
            <a:extLst>
              <a:ext uri="{FF2B5EF4-FFF2-40B4-BE49-F238E27FC236}">
                <a16:creationId xmlns:a16="http://schemas.microsoft.com/office/drawing/2014/main" id="{6A4D4541-D831-EE93-24F5-135DFA1A098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256773-D8CE-BC0B-78A5-759CD5C4C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DA405AB-41DF-56A2-EEEA-599A265A24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944D56-5ECD-033B-8247-759D952A86CA}"/>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1EE48BDA-4EEA-4922-4BC0-790A72CA4D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04F30415-39B6-A7ED-9901-B3189F94A78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1E5FEAB0-3DCD-EA20-45D3-1FED1ED7218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C36F2EAD-BB73-9955-EB20-0861402212B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7CE5CB63-F1B9-75D2-B206-54FEFBB4430C}"/>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3C656EFC-A77D-999F-5F41-147030E795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76FC54C-2D5A-58E7-B2A6-6AC50F614AC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F7AC8A4-32D6-9DA7-A92C-785D67C1448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999EBD5A-C1ED-1489-F141-73C63B3A55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BE39C09A-6714-930E-0A12-CC2974E9A073}"/>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F05B9D10-A152-D79E-4407-8063D75CC2C4}"/>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7C4B193-0FD0-D81A-DC2E-20A98E3ACDFE}"/>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1DEAAD8-DC2D-8BCB-4BC4-501D0F476EC7}"/>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7D28E297-73EB-D89D-7756-49BA93513F21}"/>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FD21967-E920-D8C8-C9F2-F77B323787B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DADDBA6-3F0D-A9ED-856A-27F7F03F5D02}"/>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3FD96F9-2E11-F025-96DE-E4821D684C45}"/>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5854F43-767F-A51C-5B5D-95AD64F3508D}"/>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80350F9-7C1E-2904-D00A-381325741F6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A52D6185-D128-E983-D52C-ABE754079AE5}"/>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66BC5BDA-8FDC-330B-5EE9-E3EFE5A19177}"/>
              </a:ext>
            </a:extLst>
          </p:cNvPr>
          <p:cNvSpPr txBox="1"/>
          <p:nvPr/>
        </p:nvSpPr>
        <p:spPr>
          <a:xfrm>
            <a:off x="4645378" y="3406653"/>
            <a:ext cx="570089" cy="230832"/>
          </a:xfrm>
          <a:prstGeom prst="rect">
            <a:avLst/>
          </a:prstGeom>
          <a:noFill/>
        </p:spPr>
        <p:txBody>
          <a:bodyPr wrap="square" rtlCol="0">
            <a:spAutoFit/>
          </a:bodyPr>
          <a:lstStyle/>
          <a:p>
            <a:pPr algn="ctr"/>
            <a:r>
              <a:rPr lang="en-US" sz="900" dirty="0"/>
              <a:t>57</a:t>
            </a:r>
          </a:p>
        </p:txBody>
      </p:sp>
      <p:sp>
        <p:nvSpPr>
          <p:cNvPr id="41" name="TextBox 40">
            <a:extLst>
              <a:ext uri="{FF2B5EF4-FFF2-40B4-BE49-F238E27FC236}">
                <a16:creationId xmlns:a16="http://schemas.microsoft.com/office/drawing/2014/main" id="{DF9EDC59-503B-2A94-3A4B-1B2E54F6CAF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BB26168B-90B1-290D-BC69-B920BBBC9C58}"/>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7557C9F9-88A1-52D1-BE05-D95E1B8523A2}"/>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6F03097E-579F-4ADC-C70F-75173697D8CF}"/>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C8C8CD78-BFF4-D9A0-7BB5-7259CCDC3B74}"/>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8CAFBAB-F4C7-7520-1980-AB01A18A6FFE}"/>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DBFFD22F-2700-99A4-1F9E-64277E0394C9}"/>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5E0F9F99-E8F2-A73F-0140-4F5984341C64}"/>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3E4B3BAC-18EB-73DD-FE36-8DB2E67D3DEE}"/>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CD03F849-EE2C-72E8-0231-07A94B527E3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D88D2A1D-7723-E6F1-FB28-3CF625500DE1}"/>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F691125-F861-5B72-8B51-29579DA5BDC8}"/>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1D70839-B9AA-7281-E5A5-B964ADB9131C}"/>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D4B60EC-20EB-AF9D-C462-9E5EC03F219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AA3BB94C-EFFB-B576-A94D-6B903546B71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0F72603-2380-B8F4-C45F-55F51FB92C6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90A488D-C6B9-7D91-040F-D0CFEDA8BAE3}"/>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8995DC5-9C26-42DB-B7BA-E43A2EDFFC8C}"/>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A82BD75-A639-F1D5-05D3-CC8E355CEC6D}"/>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CF06BD8B-572F-7427-03B0-6ECBAB707970}"/>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83ACC253-014B-4409-DB59-FCDB1607A6F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F034132E-E155-8915-110F-DD67789AF748}"/>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FB814EB3-A3BE-6664-8A10-EC20CCC7791D}"/>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5E04BD3E-5D13-CA54-E4C2-F265921685B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4E5D194-FF4C-D9FE-FD0D-593B751FC1C6}"/>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5EB80B03-4B5B-D072-26CB-AFED881C57E6}"/>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B3AABE4F-55A7-B434-15CF-BA79A04E889C}"/>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A8BA992-A362-9A3A-5302-A8CA4EB60F8E}"/>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5D84F92C-1B7A-8C88-3552-F07E2CFF988A}"/>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E4C85A21-90C0-1C0C-70FF-28F93B1A4C9C}"/>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4410B94D-64B2-525A-8F55-766F4B51E49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BB302FBD-C5E3-CE7F-B0F7-58405D60A3B9}"/>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FA7AB485-52FE-A05D-7DCD-8ACDBCFC3B5E}"/>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06CB0919-3A68-5C62-0530-C3C2B3DDE8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C75937E9-7D43-BE1A-4F83-0B2DD47706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6D1BB15-7916-EF72-EAAB-06DC77595B9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635618F1-AA9C-7170-45F4-471E73A4FB5F}"/>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DB28718-28DF-5B42-292C-0A13CEF8AE77}"/>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091821F7-3AC4-3A36-1B8E-CA84208ACF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FAF8BC8C-B93A-1F19-FD70-E2C3CC7D6B7B}"/>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A6D5D76-4F7D-A9BD-D287-CB42EAB850B3}"/>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3847CBE2-AF76-DBBB-6AA4-7748C34098C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70" name="TextBox 69">
            <a:extLst>
              <a:ext uri="{FF2B5EF4-FFF2-40B4-BE49-F238E27FC236}">
                <a16:creationId xmlns:a16="http://schemas.microsoft.com/office/drawing/2014/main" id="{B9A2D581-C8ED-41C8-1902-D8A6133B161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31E7C1D-B4EE-537A-D58A-8437D65A5BA9}"/>
              </a:ext>
            </a:extLst>
          </p:cNvPr>
          <p:cNvSpPr txBox="1"/>
          <p:nvPr/>
        </p:nvSpPr>
        <p:spPr>
          <a:xfrm>
            <a:off x="3716867" y="122455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CF84859C-EB01-A618-1AB0-D83D761260FC}"/>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77BEC1EC-FE6B-516C-7918-2DC546E5FF9E}"/>
              </a:ext>
            </a:extLst>
          </p:cNvPr>
          <p:cNvSpPr txBox="1"/>
          <p:nvPr/>
        </p:nvSpPr>
        <p:spPr>
          <a:xfrm>
            <a:off x="4216401" y="3741226"/>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C0FEB9A5-067A-9202-4B1C-F7FA3946FF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B85CE356-780A-99D5-0CE2-17A10DCD434C}"/>
              </a:ext>
            </a:extLst>
          </p:cNvPr>
          <p:cNvSpPr txBox="1"/>
          <p:nvPr/>
        </p:nvSpPr>
        <p:spPr>
          <a:xfrm>
            <a:off x="4216401" y="4244561"/>
            <a:ext cx="462845" cy="584775"/>
          </a:xfrm>
          <a:prstGeom prst="rect">
            <a:avLst/>
          </a:prstGeom>
          <a:noFill/>
        </p:spPr>
        <p:txBody>
          <a:bodyPr wrap="square" rtlCol="0">
            <a:spAutoFit/>
          </a:bodyPr>
          <a:lstStyle/>
          <a:p>
            <a:pPr algn="ctr"/>
            <a:r>
              <a:rPr lang="en-US" sz="3200" dirty="0"/>
              <a:t>7</a:t>
            </a:r>
          </a:p>
        </p:txBody>
      </p:sp>
      <p:sp>
        <p:nvSpPr>
          <p:cNvPr id="76" name="TextBox 75">
            <a:extLst>
              <a:ext uri="{FF2B5EF4-FFF2-40B4-BE49-F238E27FC236}">
                <a16:creationId xmlns:a16="http://schemas.microsoft.com/office/drawing/2014/main" id="{0858096D-336C-A7E0-24E4-548D75BEC59B}"/>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77" name="TextBox 76">
            <a:extLst>
              <a:ext uri="{FF2B5EF4-FFF2-40B4-BE49-F238E27FC236}">
                <a16:creationId xmlns:a16="http://schemas.microsoft.com/office/drawing/2014/main" id="{6A522381-C598-8895-A220-BA5E38A71619}"/>
              </a:ext>
            </a:extLst>
          </p:cNvPr>
          <p:cNvSpPr txBox="1"/>
          <p:nvPr/>
        </p:nvSpPr>
        <p:spPr>
          <a:xfrm>
            <a:off x="5715003"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3CFA2EB-6F97-EAB2-1BC3-42BECA63A78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F4953EFE-F3C2-DE6D-14C3-D4EE1827E853}"/>
              </a:ext>
            </a:extLst>
          </p:cNvPr>
          <p:cNvSpPr txBox="1"/>
          <p:nvPr/>
        </p:nvSpPr>
        <p:spPr>
          <a:xfrm>
            <a:off x="6214537" y="424456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ACB7C94-665A-9BDD-BE1F-EABD417D53C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38050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46595-7BCA-3420-6D01-2867EF8D6C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8C8D67-8CF2-6D80-B5C6-E6C137D140DC}"/>
              </a:ext>
            </a:extLst>
          </p:cNvPr>
          <p:cNvSpPr>
            <a:spLocks noGrp="1"/>
          </p:cNvSpPr>
          <p:nvPr>
            <p:ph sz="half" idx="1"/>
          </p:nvPr>
        </p:nvSpPr>
        <p:spPr/>
        <p:txBody>
          <a:bodyPr>
            <a:normAutofit/>
          </a:bodyPr>
          <a:lstStyle/>
          <a:p>
            <a:r>
              <a:rPr lang="en-US" dirty="0"/>
              <a:t>Complete Columns 6 and 7.</a:t>
            </a:r>
          </a:p>
          <a:p>
            <a:r>
              <a:rPr lang="en-US" dirty="0"/>
              <a:t>In Column 4, the remaining digits (59) fit in only one way.</a:t>
            </a:r>
          </a:p>
        </p:txBody>
      </p:sp>
      <p:pic>
        <p:nvPicPr>
          <p:cNvPr id="4" name="Picture 3" descr="A grid of sudoku puzzle&#10;&#10;Description automatically generated">
            <a:extLst>
              <a:ext uri="{FF2B5EF4-FFF2-40B4-BE49-F238E27FC236}">
                <a16:creationId xmlns:a16="http://schemas.microsoft.com/office/drawing/2014/main" id="{F726430B-BF27-83D9-48DC-6F93F7BBEB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0CF0EC-8DE5-486E-3A92-5861E9ACF3D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7B0FCC-21C6-C8F2-04D4-9DC2D65A9D2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2FFE9D-A92B-881B-098B-DBC0F42556E2}"/>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B3567B6D-3137-F5A6-D22C-B4493E25AB5D}"/>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56AF9C43-FF8F-5867-3573-9902D8153B4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8D16313B-35D8-8321-DA8D-C6EB6FCF1609}"/>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FA7377B2-5ED5-3C65-6AD2-82A9FEEDDFB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D43BD352-6ED8-F536-08A5-1FFCCBC37A5B}"/>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68819F5A-E6F0-4B22-7241-4455B776F5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9B8A890E-7051-8840-0BC7-AC42787BCC2A}"/>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F99D970-BF8D-842A-BFFD-4374B03CCF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56D4CE2B-C164-1F28-548A-8BD7348E4F3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FED8E4D4-E364-457F-D17D-1AC848891E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7D03A96-D72F-D9EF-F429-8976FF7468D5}"/>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706F378-569F-A1E4-BFE2-B02F343052A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4FC4053-4338-BADA-45BD-1C0D56CCF890}"/>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D0C1F540-855A-585B-3622-2775ED5F1C78}"/>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91ACB22-39A0-A761-4331-D49FFA0B9B58}"/>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BFB26B0-DB4E-7D7B-2239-771D21AD306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614CE65-055C-A486-B92E-F3D5C73796DA}"/>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D5DE342-0B84-84E6-8673-E8018580AA9B}"/>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8840A4C-6DA7-641D-B900-5F58C857400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4C9FC603-CCC1-6EE0-C8A9-52270BB11C31}"/>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6101823F-3569-04D8-0941-2B21FBE5275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3D3F0089-15EE-CA98-EF46-3B27FFFC11A1}"/>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B8121514-91AB-BDF0-D7C1-573B8B455F9D}"/>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862BFDAB-6052-6FD6-BA19-3C6A1CA0D9CD}"/>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F10D4430-B126-7664-DC32-A90A9D080F63}"/>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DB32D473-3820-E763-7DED-5A40FDA1F98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FB6353E7-632A-529F-59C9-5CEF162D5CF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65E6B61E-4749-024F-C01D-F41292E63825}"/>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AFDE389D-7E6A-3496-7BB9-79982C855052}"/>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8057893-2CA1-777F-4868-584263D8E5A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BC3ABE4A-3B44-8BD6-BC0B-DDBD08DE46CD}"/>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39448649-0937-69EC-42C7-F7DA6D852B41}"/>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0FC9A88-38C9-9D5A-5704-0D9DFCDEA803}"/>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A9F61D3A-E3EE-A8E1-8458-6BF6C8333C8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85E3ECC-11BC-BB67-2106-47BB0D6D62A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6D9CE03-0C44-C9F7-D862-C1C0573DF1F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7B4B9F4-153B-3B97-3DA0-26B1282CB61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02B980DA-4AFC-D067-2A9A-CFA74FA0D7C6}"/>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6FFDBD2-7C03-CE3C-C8B1-E492F6179439}"/>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76565223-4F7B-4EAF-1194-8ECEA0E3CC1E}"/>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3C13D77F-2AF0-CD6D-7A80-8CD6C09D58C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D05B6D03-0376-47B9-B840-177332E06232}"/>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6FDA4CB0-0889-71ED-EAFB-34489ECC4EE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37C25BC2-D7A1-3FC7-274E-7983C9797CD6}"/>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BE69F86-190F-9DC4-3C5D-320EF8666D63}"/>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EFE7B2F4-4F35-EF9E-CFA1-B6FFAEAC54B1}"/>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BB950A41-58BC-A400-86C4-50C7C16056D5}"/>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CC4FCBB-F32D-D8B3-0257-B0E35E9FDC88}"/>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980979F-CA1F-937F-1353-98554821888E}"/>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302518C0-0D60-1FAA-CDF6-3F368327E5EB}"/>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496BBF9C-C5A0-B98B-B130-BC4736B0E96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C3284271-3C21-F353-69EF-126CC8722B41}"/>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58C89D0A-E363-55CA-1967-6775BC94CD83}"/>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F1F20FB5-34BC-F593-173C-3E9CD50E4FF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1DA80888-2602-10F4-0E91-438BEFA8B1B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55B7F74-1B6F-1A32-498B-0B9098DB9079}"/>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D2F56ADE-7463-103A-2BBC-EC08AE7266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C6093B9B-1A0D-1007-F020-18117C8DF1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93BBAC0D-424A-B865-ED18-BEAF07FFC4DE}"/>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0850331A-BBF6-893F-FD14-6656478BBA9C}"/>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740CD159-4491-772D-CCBB-F62C8C47EE32}"/>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AADAF8C1-677F-6655-CB2B-4BF938FB376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70" name="TextBox 69">
            <a:extLst>
              <a:ext uri="{FF2B5EF4-FFF2-40B4-BE49-F238E27FC236}">
                <a16:creationId xmlns:a16="http://schemas.microsoft.com/office/drawing/2014/main" id="{34B9D319-CE3B-030E-1D05-EB954234FC0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02B494A-4FF4-269C-FF51-963E402F1C66}"/>
              </a:ext>
            </a:extLst>
          </p:cNvPr>
          <p:cNvSpPr txBox="1"/>
          <p:nvPr/>
        </p:nvSpPr>
        <p:spPr>
          <a:xfrm>
            <a:off x="3716867" y="122455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6856B934-174D-2E4E-4AF9-F560A35AFA5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FF0F8A97-E95D-3811-53E9-0915288EDF9E}"/>
              </a:ext>
            </a:extLst>
          </p:cNvPr>
          <p:cNvSpPr txBox="1"/>
          <p:nvPr/>
        </p:nvSpPr>
        <p:spPr>
          <a:xfrm>
            <a:off x="4216401" y="3741226"/>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B15B8869-F59A-277E-8FD3-37748528D89E}"/>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834106AD-2F4A-B30D-A6FF-052634E22C09}"/>
              </a:ext>
            </a:extLst>
          </p:cNvPr>
          <p:cNvSpPr txBox="1"/>
          <p:nvPr/>
        </p:nvSpPr>
        <p:spPr>
          <a:xfrm>
            <a:off x="4216401" y="4244561"/>
            <a:ext cx="462845" cy="584775"/>
          </a:xfrm>
          <a:prstGeom prst="rect">
            <a:avLst/>
          </a:prstGeom>
          <a:noFill/>
        </p:spPr>
        <p:txBody>
          <a:bodyPr wrap="square" rtlCol="0">
            <a:spAutoFit/>
          </a:bodyPr>
          <a:lstStyle/>
          <a:p>
            <a:pPr algn="ctr"/>
            <a:r>
              <a:rPr lang="en-US" sz="3200" dirty="0"/>
              <a:t>7</a:t>
            </a:r>
          </a:p>
        </p:txBody>
      </p:sp>
      <p:sp>
        <p:nvSpPr>
          <p:cNvPr id="76" name="TextBox 75">
            <a:extLst>
              <a:ext uri="{FF2B5EF4-FFF2-40B4-BE49-F238E27FC236}">
                <a16:creationId xmlns:a16="http://schemas.microsoft.com/office/drawing/2014/main" id="{7B771E23-2F4A-C953-61BD-E5A7063490BF}"/>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77" name="TextBox 76">
            <a:extLst>
              <a:ext uri="{FF2B5EF4-FFF2-40B4-BE49-F238E27FC236}">
                <a16:creationId xmlns:a16="http://schemas.microsoft.com/office/drawing/2014/main" id="{99977A94-165B-B4F0-9D0A-C073A61DC8D2}"/>
              </a:ext>
            </a:extLst>
          </p:cNvPr>
          <p:cNvSpPr txBox="1"/>
          <p:nvPr/>
        </p:nvSpPr>
        <p:spPr>
          <a:xfrm>
            <a:off x="5715003"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1E602D9-3ED3-0893-F588-843712F67A3B}"/>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B8D5E7C8-5CF6-AF3E-D0FB-E8AD3D4A1CA1}"/>
              </a:ext>
            </a:extLst>
          </p:cNvPr>
          <p:cNvSpPr txBox="1"/>
          <p:nvPr/>
        </p:nvSpPr>
        <p:spPr>
          <a:xfrm>
            <a:off x="6214537" y="424456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29FC25F-D66C-91C4-AA88-D583BB53B37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81" name="TextBox 80">
            <a:extLst>
              <a:ext uri="{FF2B5EF4-FFF2-40B4-BE49-F238E27FC236}">
                <a16:creationId xmlns:a16="http://schemas.microsoft.com/office/drawing/2014/main" id="{C9F628C8-EEA5-2744-CCF1-D7863B57E8EC}"/>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EC0D6C44-8168-5037-81BB-795D19AD6BC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83" name="TextBox 82">
            <a:extLst>
              <a:ext uri="{FF2B5EF4-FFF2-40B4-BE49-F238E27FC236}">
                <a16:creationId xmlns:a16="http://schemas.microsoft.com/office/drawing/2014/main" id="{952FFA67-19A4-18E6-DDDA-02FCC6135E22}"/>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8A789A99-C2D6-4EA9-AFD7-CDC85AE48F9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782848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A9B93-A5D2-F318-AE30-B946DAE844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D292D3-3035-ECE3-85C5-8B021150C45F}"/>
              </a:ext>
            </a:extLst>
          </p:cNvPr>
          <p:cNvSpPr>
            <a:spLocks noGrp="1"/>
          </p:cNvSpPr>
          <p:nvPr>
            <p:ph sz="half" idx="1"/>
          </p:nvPr>
        </p:nvSpPr>
        <p:spPr/>
        <p:txBody>
          <a:bodyPr>
            <a:normAutofit/>
          </a:bodyPr>
          <a:lstStyle/>
          <a:p>
            <a:r>
              <a:rPr lang="en-US" dirty="0"/>
              <a:t>In Columns 1 and 9, the remaining digits (57 and 79, respectively) fit in only one way.</a:t>
            </a:r>
          </a:p>
        </p:txBody>
      </p:sp>
      <p:pic>
        <p:nvPicPr>
          <p:cNvPr id="4" name="Picture 3" descr="A grid of sudoku puzzle&#10;&#10;Description automatically generated">
            <a:extLst>
              <a:ext uri="{FF2B5EF4-FFF2-40B4-BE49-F238E27FC236}">
                <a16:creationId xmlns:a16="http://schemas.microsoft.com/office/drawing/2014/main" id="{127D6477-8773-6F52-A10A-A057C6C768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244A48-6A86-610B-0FE2-1648BD0BB8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BBC41D1-2676-7B1B-0E3A-7B60F4103BB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71A7AB2-DFFB-0B30-0460-849950A0D209}"/>
              </a:ext>
            </a:extLst>
          </p:cNvPr>
          <p:cNvPicPr>
            <a:picLocks noChangeAspect="1"/>
          </p:cNvPicPr>
          <p:nvPr/>
        </p:nvPicPr>
        <p:blipFill>
          <a:blip r:embed="rId6"/>
          <a:stretch>
            <a:fillRect/>
          </a:stretch>
        </p:blipFill>
        <p:spPr>
          <a:xfrm>
            <a:off x="4584700" y="2311400"/>
            <a:ext cx="0" cy="0"/>
          </a:xfrm>
          <a:prstGeom prst="rect">
            <a:avLst/>
          </a:prstGeom>
        </p:spPr>
      </p:pic>
      <p:sp>
        <p:nvSpPr>
          <p:cNvPr id="24" name="TextBox 23">
            <a:extLst>
              <a:ext uri="{FF2B5EF4-FFF2-40B4-BE49-F238E27FC236}">
                <a16:creationId xmlns:a16="http://schemas.microsoft.com/office/drawing/2014/main" id="{CC9B01F9-74AB-4DA5-BFC5-1C5EDA5A4C6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A29EA8CE-7576-9692-8EEE-4E000D6AD21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DD0B9A35-2B0C-AC6D-45B9-E8406579F33B}"/>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C07DF1F1-93B1-AB9C-BCE2-70EFE519554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28" name="TextBox 27">
            <a:extLst>
              <a:ext uri="{FF2B5EF4-FFF2-40B4-BE49-F238E27FC236}">
                <a16:creationId xmlns:a16="http://schemas.microsoft.com/office/drawing/2014/main" id="{5747E59D-2388-33D3-8E1A-ED3EDA3CE7A5}"/>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397FBF73-2B7A-4BB8-75CB-60C48B69464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90F53B8B-84D0-71A9-F4E5-C2EAF4928655}"/>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D908F1F-F8CE-4309-513C-BC28FCF09357}"/>
              </a:ext>
            </a:extLst>
          </p:cNvPr>
          <p:cNvSpPr txBox="1"/>
          <p:nvPr/>
        </p:nvSpPr>
        <p:spPr>
          <a:xfrm>
            <a:off x="3217333" y="4244561"/>
            <a:ext cx="462845" cy="584775"/>
          </a:xfrm>
          <a:prstGeom prst="rect">
            <a:avLst/>
          </a:prstGeom>
          <a:noFill/>
        </p:spPr>
        <p:txBody>
          <a:bodyPr wrap="square" rtlCol="0">
            <a:spAutoFit/>
          </a:bodyPr>
          <a:lstStyle/>
          <a:p>
            <a:pPr algn="ctr"/>
            <a:r>
              <a:rPr lang="en-US" sz="3200" dirty="0"/>
              <a:t>2</a:t>
            </a:r>
          </a:p>
        </p:txBody>
      </p:sp>
      <p:sp>
        <p:nvSpPr>
          <p:cNvPr id="32" name="TextBox 31">
            <a:extLst>
              <a:ext uri="{FF2B5EF4-FFF2-40B4-BE49-F238E27FC236}">
                <a16:creationId xmlns:a16="http://schemas.microsoft.com/office/drawing/2014/main" id="{2A7D1524-CFF1-7570-D6E0-FF847780EB1B}"/>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48AC7289-82EE-CC5D-C93A-F19F73E6CC75}"/>
              </a:ext>
            </a:extLst>
          </p:cNvPr>
          <p:cNvSpPr txBox="1"/>
          <p:nvPr/>
        </p:nvSpPr>
        <p:spPr>
          <a:xfrm>
            <a:off x="5715003" y="3237891"/>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EB464B67-039D-F8D2-8C16-EB918A39150F}"/>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22134FE-DBDE-567B-4A18-0D0A366CCA94}"/>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CC42FDD-D812-BE37-38C5-6FEFC32A7AB9}"/>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
        <p:nvSpPr>
          <p:cNvPr id="3" name="TextBox 2">
            <a:extLst>
              <a:ext uri="{FF2B5EF4-FFF2-40B4-BE49-F238E27FC236}">
                <a16:creationId xmlns:a16="http://schemas.microsoft.com/office/drawing/2014/main" id="{779CEC0C-5FF2-BE04-B871-7C7527DD14B3}"/>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526F4D9-E2AB-5AE3-2118-D1A09E862EBB}"/>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DFD58024-54ED-603C-CF4C-F12C8F5FD8E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FCD5C94-549B-6386-4006-1652A5FDEB1D}"/>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A062385-3AE1-A200-EC6A-1A55DDC9FDA0}"/>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B9BC9F4-FC2A-B775-7446-37068444884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BC6E138D-FE92-81D6-3BFF-8F08A4DABC71}"/>
              </a:ext>
            </a:extLst>
          </p:cNvPr>
          <p:cNvSpPr txBox="1"/>
          <p:nvPr/>
        </p:nvSpPr>
        <p:spPr>
          <a:xfrm>
            <a:off x="7213604"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F793FF9D-743C-6ED5-CB0D-EB1EB493DA7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EEB79DA8-0511-2750-3979-2CE19D14DA82}"/>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43" name="TextBox 42">
            <a:extLst>
              <a:ext uri="{FF2B5EF4-FFF2-40B4-BE49-F238E27FC236}">
                <a16:creationId xmlns:a16="http://schemas.microsoft.com/office/drawing/2014/main" id="{570CC85F-918C-60DD-A653-C33E9564C1EF}"/>
              </a:ext>
            </a:extLst>
          </p:cNvPr>
          <p:cNvSpPr txBox="1"/>
          <p:nvPr/>
        </p:nvSpPr>
        <p:spPr>
          <a:xfrm>
            <a:off x="5215469" y="273455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D341F17-EF3E-7906-9CE7-D296A3BECFD3}"/>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A405381A-CCD3-1F07-9F6D-6813489EFF07}"/>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42FB956A-4109-C1F0-A826-65F8F3C2154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24E3CBDF-EA82-D296-46CE-45FB00D67573}"/>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C722FEE-6E7A-DB78-5FD1-FAB7FECB1EB3}"/>
              </a:ext>
            </a:extLst>
          </p:cNvPr>
          <p:cNvSpPr txBox="1"/>
          <p:nvPr/>
        </p:nvSpPr>
        <p:spPr>
          <a:xfrm>
            <a:off x="4216401" y="3237891"/>
            <a:ext cx="462845" cy="584775"/>
          </a:xfrm>
          <a:prstGeom prst="rect">
            <a:avLst/>
          </a:prstGeom>
          <a:noFill/>
        </p:spPr>
        <p:txBody>
          <a:bodyPr wrap="square" rtlCol="0">
            <a:spAutoFit/>
          </a:bodyPr>
          <a:lstStyle/>
          <a:p>
            <a:pPr algn="ctr"/>
            <a:r>
              <a:rPr lang="en-US" sz="3200" dirty="0"/>
              <a:t>6</a:t>
            </a:r>
          </a:p>
        </p:txBody>
      </p:sp>
      <p:sp>
        <p:nvSpPr>
          <p:cNvPr id="10" name="TextBox 9">
            <a:extLst>
              <a:ext uri="{FF2B5EF4-FFF2-40B4-BE49-F238E27FC236}">
                <a16:creationId xmlns:a16="http://schemas.microsoft.com/office/drawing/2014/main" id="{2DAF06E1-0E90-BD7F-2C49-9DACE9E05DA7}"/>
              </a:ext>
            </a:extLst>
          </p:cNvPr>
          <p:cNvSpPr txBox="1"/>
          <p:nvPr/>
        </p:nvSpPr>
        <p:spPr>
          <a:xfrm>
            <a:off x="6214537" y="122455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E7AA30F-8F55-456E-3743-3762460BE2C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2" name="TextBox 11">
            <a:extLst>
              <a:ext uri="{FF2B5EF4-FFF2-40B4-BE49-F238E27FC236}">
                <a16:creationId xmlns:a16="http://schemas.microsoft.com/office/drawing/2014/main" id="{824A3247-D46C-65D7-F3ED-4652F7D19DA1}"/>
              </a:ext>
            </a:extLst>
          </p:cNvPr>
          <p:cNvSpPr txBox="1"/>
          <p:nvPr/>
        </p:nvSpPr>
        <p:spPr>
          <a:xfrm>
            <a:off x="5715003" y="72121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BA91F048-839D-3AA7-742C-322718B0A565}"/>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E3CBD7D-50A3-0BE5-A66D-474E13318065}"/>
              </a:ext>
            </a:extLst>
          </p:cNvPr>
          <p:cNvSpPr txBox="1"/>
          <p:nvPr/>
        </p:nvSpPr>
        <p:spPr>
          <a:xfrm>
            <a:off x="5715003"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F550825F-E185-0A92-29B5-328C3092905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0ABDC24-70F9-118A-1244-D71C3C78A06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F6686BA-9FD7-475E-1FC7-93FB562992B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A966267-7578-F119-231A-925F904B455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5C28D26-5267-DC97-7143-C9564873CAE2}"/>
              </a:ext>
            </a:extLst>
          </p:cNvPr>
          <p:cNvSpPr txBox="1"/>
          <p:nvPr/>
        </p:nvSpPr>
        <p:spPr>
          <a:xfrm>
            <a:off x="5715003"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99ACA2A-4863-AC41-D8B8-6D5593ED16C4}"/>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49F1EC3A-829E-0979-160B-53E6ED6204D6}"/>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14A855D3-EAC1-F86F-8869-30769B8DBB6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CB263358-E324-A4BC-9C44-BF8196285EDF}"/>
              </a:ext>
            </a:extLst>
          </p:cNvPr>
          <p:cNvSpPr txBox="1"/>
          <p:nvPr/>
        </p:nvSpPr>
        <p:spPr>
          <a:xfrm>
            <a:off x="7213604" y="2734556"/>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1E34594E-FB0C-B96B-16DA-897AED1EDF06}"/>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346D9B57-EC0E-21A0-3E33-B2FEAC90E6F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C40EC3FE-DFDD-0C19-2F9C-5575B6854103}"/>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34B4CE12-5096-B319-BD56-5B619B0A4B64}"/>
              </a:ext>
            </a:extLst>
          </p:cNvPr>
          <p:cNvSpPr txBox="1"/>
          <p:nvPr/>
        </p:nvSpPr>
        <p:spPr>
          <a:xfrm>
            <a:off x="4216401" y="721216"/>
            <a:ext cx="462845" cy="584775"/>
          </a:xfrm>
          <a:prstGeom prst="rect">
            <a:avLst/>
          </a:prstGeom>
          <a:noFill/>
        </p:spPr>
        <p:txBody>
          <a:bodyPr wrap="square" rtlCol="0">
            <a:spAutoFit/>
          </a:bodyPr>
          <a:lstStyle/>
          <a:p>
            <a:pPr algn="ctr"/>
            <a:r>
              <a:rPr lang="en-US" sz="3200" dirty="0"/>
              <a:t>2</a:t>
            </a:r>
          </a:p>
        </p:txBody>
      </p:sp>
      <p:sp>
        <p:nvSpPr>
          <p:cNvPr id="53" name="TextBox 52">
            <a:extLst>
              <a:ext uri="{FF2B5EF4-FFF2-40B4-BE49-F238E27FC236}">
                <a16:creationId xmlns:a16="http://schemas.microsoft.com/office/drawing/2014/main" id="{A349A428-BB2E-A389-577F-3D8BF627D0FF}"/>
              </a:ext>
            </a:extLst>
          </p:cNvPr>
          <p:cNvSpPr txBox="1"/>
          <p:nvPr/>
        </p:nvSpPr>
        <p:spPr>
          <a:xfrm>
            <a:off x="4715935" y="122455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1B34BDF-51F9-FBD7-22EB-01E5B41A0D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CA3DE414-87F8-EF1B-BF89-046A75F5FE7F}"/>
              </a:ext>
            </a:extLst>
          </p:cNvPr>
          <p:cNvSpPr txBox="1"/>
          <p:nvPr/>
        </p:nvSpPr>
        <p:spPr>
          <a:xfrm>
            <a:off x="3716867" y="721216"/>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7BCB9EC-C1AD-46D0-E2B4-28E7A7D52B0D}"/>
              </a:ext>
            </a:extLst>
          </p:cNvPr>
          <p:cNvSpPr txBox="1"/>
          <p:nvPr/>
        </p:nvSpPr>
        <p:spPr>
          <a:xfrm>
            <a:off x="4715935" y="72121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4BEF1709-CECA-D01F-D663-E16B366897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96C874D1-B34A-EEA7-7A92-D47D89ACAEDE}"/>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564DF3E4-1244-5887-03C1-576F932FAB16}"/>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83644FB-6A6F-19DB-489C-430CB6A5A56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31D872F-0418-4511-3C82-2F404E0B52D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385EBB4-98C9-399D-2BE1-CBC92A132B25}"/>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18" name="TextBox 17">
            <a:extLst>
              <a:ext uri="{FF2B5EF4-FFF2-40B4-BE49-F238E27FC236}">
                <a16:creationId xmlns:a16="http://schemas.microsoft.com/office/drawing/2014/main" id="{A57C38F3-6A56-7E64-F1CF-07C408F1B517}"/>
              </a:ext>
            </a:extLst>
          </p:cNvPr>
          <p:cNvSpPr txBox="1"/>
          <p:nvPr/>
        </p:nvSpPr>
        <p:spPr>
          <a:xfrm>
            <a:off x="5215469" y="1727886"/>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F1B9857-30BD-E229-7AE1-4780FCCF71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0145114F-D714-CDCD-63E7-6F402E482710}"/>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8D9DBF65-F937-726D-252C-CB5902E0F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F059461D-4B9A-DCBA-003C-9166D0E96D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95D021BB-6AEC-8F7C-00B7-4DE49ACF2A2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70" name="TextBox 69">
            <a:extLst>
              <a:ext uri="{FF2B5EF4-FFF2-40B4-BE49-F238E27FC236}">
                <a16:creationId xmlns:a16="http://schemas.microsoft.com/office/drawing/2014/main" id="{87D40068-C29B-B8E7-B48E-5F0BB58F84C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782604B-912A-A467-503F-C2F5A9CCFEB7}"/>
              </a:ext>
            </a:extLst>
          </p:cNvPr>
          <p:cNvSpPr txBox="1"/>
          <p:nvPr/>
        </p:nvSpPr>
        <p:spPr>
          <a:xfrm>
            <a:off x="3716867" y="122455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71376D96-3519-6100-885B-C5BC6913BC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000E253E-09CE-0BAF-9CD1-5D7DA6FFDE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8B06EB77-0242-C63C-0C5A-CE333613B0BD}"/>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9CEF2275-EAF9-608A-FE8A-22E3D20141DA}"/>
              </a:ext>
            </a:extLst>
          </p:cNvPr>
          <p:cNvSpPr txBox="1"/>
          <p:nvPr/>
        </p:nvSpPr>
        <p:spPr>
          <a:xfrm>
            <a:off x="4216401" y="4244561"/>
            <a:ext cx="462845" cy="584775"/>
          </a:xfrm>
          <a:prstGeom prst="rect">
            <a:avLst/>
          </a:prstGeom>
          <a:noFill/>
        </p:spPr>
        <p:txBody>
          <a:bodyPr wrap="square" rtlCol="0">
            <a:spAutoFit/>
          </a:bodyPr>
          <a:lstStyle/>
          <a:p>
            <a:pPr algn="ctr"/>
            <a:r>
              <a:rPr lang="en-US" sz="3200" dirty="0"/>
              <a:t>7</a:t>
            </a:r>
          </a:p>
        </p:txBody>
      </p:sp>
      <p:sp>
        <p:nvSpPr>
          <p:cNvPr id="76" name="TextBox 75">
            <a:extLst>
              <a:ext uri="{FF2B5EF4-FFF2-40B4-BE49-F238E27FC236}">
                <a16:creationId xmlns:a16="http://schemas.microsoft.com/office/drawing/2014/main" id="{C3B5DE9D-DDE4-27EE-C6C1-C75B8D0365FA}"/>
              </a:ext>
            </a:extLst>
          </p:cNvPr>
          <p:cNvSpPr txBox="1"/>
          <p:nvPr/>
        </p:nvSpPr>
        <p:spPr>
          <a:xfrm>
            <a:off x="5215469" y="4747898"/>
            <a:ext cx="462845" cy="584775"/>
          </a:xfrm>
          <a:prstGeom prst="rect">
            <a:avLst/>
          </a:prstGeom>
          <a:noFill/>
        </p:spPr>
        <p:txBody>
          <a:bodyPr wrap="square" rtlCol="0">
            <a:spAutoFit/>
          </a:bodyPr>
          <a:lstStyle/>
          <a:p>
            <a:pPr algn="ctr"/>
            <a:r>
              <a:rPr lang="en-US" sz="3200" dirty="0"/>
              <a:t>9</a:t>
            </a:r>
          </a:p>
        </p:txBody>
      </p:sp>
      <p:sp>
        <p:nvSpPr>
          <p:cNvPr id="77" name="TextBox 76">
            <a:extLst>
              <a:ext uri="{FF2B5EF4-FFF2-40B4-BE49-F238E27FC236}">
                <a16:creationId xmlns:a16="http://schemas.microsoft.com/office/drawing/2014/main" id="{6248AF28-F50B-E6C3-A978-21861CA4CF34}"/>
              </a:ext>
            </a:extLst>
          </p:cNvPr>
          <p:cNvSpPr txBox="1"/>
          <p:nvPr/>
        </p:nvSpPr>
        <p:spPr>
          <a:xfrm>
            <a:off x="5715003"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7F20E38-A0A3-9364-7763-500530E286FC}"/>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85EDA6CD-B5AC-26FE-44D4-2070363C6383}"/>
              </a:ext>
            </a:extLst>
          </p:cNvPr>
          <p:cNvSpPr txBox="1"/>
          <p:nvPr/>
        </p:nvSpPr>
        <p:spPr>
          <a:xfrm>
            <a:off x="6214537" y="424456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E969606-0EA0-E1C3-D7F1-5D78140312E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81" name="TextBox 80">
            <a:extLst>
              <a:ext uri="{FF2B5EF4-FFF2-40B4-BE49-F238E27FC236}">
                <a16:creationId xmlns:a16="http://schemas.microsoft.com/office/drawing/2014/main" id="{3D621A16-70C0-BF42-35D6-92DFE6CF4C3C}"/>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6AAE1294-FBA9-C125-9968-BA4E1CE8B3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83" name="TextBox 82">
            <a:extLst>
              <a:ext uri="{FF2B5EF4-FFF2-40B4-BE49-F238E27FC236}">
                <a16:creationId xmlns:a16="http://schemas.microsoft.com/office/drawing/2014/main" id="{18298908-F58A-CBF5-54AD-F26E7FD83617}"/>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A71D893E-C672-B247-C8CE-371977B6428D}"/>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583B74B2-B071-3662-4371-C4A192AA33DB}"/>
              </a:ext>
            </a:extLst>
          </p:cNvPr>
          <p:cNvSpPr txBox="1"/>
          <p:nvPr/>
        </p:nvSpPr>
        <p:spPr>
          <a:xfrm>
            <a:off x="3217333" y="2231221"/>
            <a:ext cx="462845" cy="584775"/>
          </a:xfrm>
          <a:prstGeom prst="rect">
            <a:avLst/>
          </a:prstGeom>
          <a:noFill/>
        </p:spPr>
        <p:txBody>
          <a:bodyPr wrap="square" rtlCol="0">
            <a:spAutoFit/>
          </a:bodyPr>
          <a:lstStyle/>
          <a:p>
            <a:pPr algn="ctr"/>
            <a:r>
              <a:rPr lang="en-US" sz="3200" dirty="0"/>
              <a:t>7</a:t>
            </a:r>
          </a:p>
        </p:txBody>
      </p:sp>
      <p:sp>
        <p:nvSpPr>
          <p:cNvPr id="85" name="TextBox 84">
            <a:extLst>
              <a:ext uri="{FF2B5EF4-FFF2-40B4-BE49-F238E27FC236}">
                <a16:creationId xmlns:a16="http://schemas.microsoft.com/office/drawing/2014/main" id="{AD18FA2C-5692-5A8E-08E5-48417E441B24}"/>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28865720-456D-6A30-A766-B3C48FA509E2}"/>
              </a:ext>
            </a:extLst>
          </p:cNvPr>
          <p:cNvSpPr txBox="1"/>
          <p:nvPr/>
        </p:nvSpPr>
        <p:spPr>
          <a:xfrm>
            <a:off x="7213604" y="2231221"/>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8BC938AC-0B3B-8650-5F70-B4BAE78AEFA5}"/>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2477945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10216</TotalTime>
  <Words>2406</Words>
  <Application>Microsoft Macintosh PowerPoint</Application>
  <PresentationFormat>Widescreen</PresentationFormat>
  <Paragraphs>1514</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398</cp:revision>
  <cp:lastPrinted>2025-12-02T00:08:17Z</cp:lastPrinted>
  <dcterms:created xsi:type="dcterms:W3CDTF">2024-03-19T02:13:08Z</dcterms:created>
  <dcterms:modified xsi:type="dcterms:W3CDTF">2026-10-02T23:18:53Z</dcterms:modified>
</cp:coreProperties>
</file>