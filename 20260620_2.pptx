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40" r:id="rId10"/>
    <p:sldId id="538" r:id="rId11"/>
    <p:sldId id="541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66" r:id="rId26"/>
    <p:sldId id="567" r:id="rId27"/>
    <p:sldId id="568" r:id="rId28"/>
    <p:sldId id="555" r:id="rId29"/>
    <p:sldId id="556" r:id="rId30"/>
    <p:sldId id="557" r:id="rId31"/>
    <p:sldId id="558" r:id="rId32"/>
    <p:sldId id="585" r:id="rId33"/>
    <p:sldId id="592" r:id="rId34"/>
    <p:sldId id="596" r:id="rId35"/>
    <p:sldId id="597" r:id="rId36"/>
    <p:sldId id="593" r:id="rId37"/>
    <p:sldId id="598" r:id="rId38"/>
    <p:sldId id="599" r:id="rId39"/>
    <p:sldId id="600" r:id="rId40"/>
    <p:sldId id="601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0" r:id="rId49"/>
    <p:sldId id="611" r:id="rId50"/>
    <p:sldId id="612" r:id="rId51"/>
    <p:sldId id="620" r:id="rId52"/>
    <p:sldId id="621" r:id="rId53"/>
    <p:sldId id="622" r:id="rId54"/>
    <p:sldId id="623" r:id="rId55"/>
    <p:sldId id="624" r:id="rId56"/>
    <p:sldId id="625" r:id="rId57"/>
    <p:sldId id="626" r:id="rId58"/>
    <p:sldId id="627" r:id="rId59"/>
    <p:sldId id="628" r:id="rId60"/>
    <p:sldId id="629" r:id="rId61"/>
    <p:sldId id="630" r:id="rId62"/>
    <p:sldId id="631" r:id="rId63"/>
    <p:sldId id="632" r:id="rId64"/>
    <p:sldId id="633" r:id="rId65"/>
    <p:sldId id="634" r:id="rId66"/>
    <p:sldId id="639" r:id="rId67"/>
    <p:sldId id="641" r:id="rId68"/>
    <p:sldId id="635" r:id="rId69"/>
    <p:sldId id="636" r:id="rId70"/>
    <p:sldId id="637" r:id="rId71"/>
    <p:sldId id="638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C9EE7-C98E-7CF8-D12A-6AD83E86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BA2DB-0F63-4CEF-35E2-65E8945B3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5DA90-9FA7-8330-CBA6-3D3A0FBD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9D6AA-FE04-1FA3-DB7C-C4AB56D21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62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1B19-ED56-34BC-582A-939ADFFB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9BF77-CA34-8794-7C9D-91E123140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EF0AD-B333-90DB-90FC-9330994BE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4C9C7-9455-85F6-3E03-79326B452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98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EBE3-33F8-D373-47ED-355F8CDE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2681D-1F20-571D-90A7-0DEEEC834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BD9A4-1C10-157D-5893-3AECCFE93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4E8CA-8E06-3350-26BF-6746DE109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10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59C0A-D358-463D-28FD-D0978D43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37752-7145-E086-18EB-3971DBA08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54CE1-9AA9-D0EE-8934-BE8EEEE01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195FD-5F94-D6F7-7EB3-ABEDE589E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61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DE92-DBCE-6F8C-D340-72806AC0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CEA82-D44A-323F-5389-B34E2DD18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5BFA9-0097-A831-B7AB-7C3DEC6BC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9D566-FB92-3489-32C2-F4F742158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29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FE8A-E7F6-76C9-6F84-4F855501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F4CC5-78FE-E2BD-095C-C3B4655FC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561D2-DD1F-4B39-49A8-9457F1EBC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11951-BBD9-AAFE-369C-ED0A4345B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76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EE66F-97C9-EAFC-2729-FED6195B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239A5-3A15-754E-E215-3041704F8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EB29F-5FFC-F0F0-6DA3-6DBDA3593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5BA45-1FEB-DAA1-159F-3DDC781A9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99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2306F-5CC9-5DA7-7F91-95413358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7FC64-1DF9-1528-D7E1-10E918722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CE343-7E85-00BA-6BD2-D339C82F5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708E3-F125-5E31-67FE-DCF99E1BF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29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F3B4-7F31-4BDA-3F3C-D43AD277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D3BC8-CDEB-2B8C-63DF-98BEB4C10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E41BA-BA79-972F-9743-20812F2A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16369-7C6E-E4CF-9900-D19F57ABB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61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DBE2E-76F2-3331-181B-EC8E3055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43A70-86A3-40FD-3F55-9EB1F0D88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2FA9A-1BB4-8F85-0E94-B6001144C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36314-651D-ECF0-A091-87BF368BB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55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3E73E-F065-D449-D817-81DC7E0F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C6301-A8A1-5FF7-FDF9-175DC3EF6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AEEDB-E41D-A6D3-5EDC-0261ABE84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1A200-14BE-647B-35F6-A4F29F389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79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39B8-E90F-BF5C-398C-296977A5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D7647-BF10-2843-A18F-CB5C36E20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0FEAA-1ADF-0F95-9213-EBD75A2BD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E5B75-FA96-4721-9062-77B1581C3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62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094B-356E-C09C-33AF-F59F75BB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54F07-8E1C-A9A5-DDB1-E60C0B1DA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31611-8EE6-FABF-6456-20B2E3469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E6395-D0F5-5503-0138-BDDAFCBA0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38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B036F-1688-3E3A-F1EA-87EFF58C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4AF0E-5F6E-BE5D-EAD6-BEC562F42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209AC-3742-3163-8373-A1D5B4C4E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81185-6F55-DA67-1B04-AD8C72C87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01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8554-B702-82E2-05CB-BABEB2BD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E1D0F-B382-9239-CF78-419F6733E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CC4A4-F546-4398-8240-FF4048404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29291-7940-49F0-011C-9A1674596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23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7F56-4687-73B1-CD17-AAC1C332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B2272-F870-F17A-1870-A865AE840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DA282-734B-7AA2-7EB2-942BF61CB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F99BC-9ACE-ECDD-31B4-4EB16653D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88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A94E-23D1-8602-DF1E-8A1A54AEA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864D6-4C61-9AEA-F0F1-76E509CD3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54518-2598-492A-5DA7-EBACA578B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6E42B-A8B7-E43E-D99C-9B262C08A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097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AB49B-52A2-B485-6C32-C776B137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73A72-FC8F-9BC5-71E7-2222B4370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AC870-859E-54FF-068E-A30104660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0A59-B7A6-AC43-130F-04EAD81FB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58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9B34-423D-FB18-C604-720F2B84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5F8D9-5B9E-77A2-8F75-A70FAAB72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6E12C-74EC-B00A-7E63-B430EEB8C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3F8BD-BA82-BC02-8D06-E88B5FB64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20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4C40-E6D4-BC6B-CC0E-82571022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07536-96B1-30DA-78A7-CFAE0B370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4D7D8-AFE1-6B91-5B13-40A403DA1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6FC1F-CC98-8ED4-8EEF-4745FD8A1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32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386D9-2E5A-41E6-E6BA-459CAB7D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1C222-97FC-C103-E5A7-3439DAB69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1F41C-B029-F29C-0BA4-08A4CB128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437D3-3D3E-E194-2B3A-409B5C8A7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297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2C80-27FC-6831-4198-31B29FC41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B4EAE-4819-3A6E-0374-E917CEBAA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53885-EA22-E07E-9C48-84D23D251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B9871-88CD-9EF2-AD49-6D8D3A353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418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B5356-8296-A2B3-C1F4-78CFD55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C5CDD-CDC1-F7D4-5462-09670B635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9DF68-4A32-2D14-4D00-74C5DFAC1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55219-A92D-F9D3-9159-12305492B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12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2E1D-BFA2-7AF5-DCE9-A9054B49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3900A-0D53-1820-83C3-F0F735814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CCB92-9DE6-E259-2611-5BA7C6023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20B41-A9CF-07A9-2D4B-0B5D24498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77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A6BD-C9BA-80D0-8C73-C5445A5C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0A98D-2BF1-7B59-772E-D117D99D3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CA1EC-1D46-2ADA-90D3-674767F5A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A29D4-6687-DE3D-BD9B-02C5E3CA1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514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BB42-4978-BA41-B99C-5C831E86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15776-3162-8265-A0E1-0ADE698BF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CE02B-F81F-6FE2-1CBA-F7DA1D6B5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8BD4-52C5-D045-7A25-447D3AC5D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322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96D93-DAFF-F280-5F29-C3DAF710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F5C82-8C72-7BCA-15D4-279AFF5D8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D78FC-C941-7CC1-4878-230C968D6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93D90-999C-C045-5D6A-2B4143C4E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292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5146-FE13-E7F2-FB72-D078DCFA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B8170-DA9D-832E-0B31-041A93119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507A5-F10A-2A66-2DDA-28342B2FC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ED60C-4CF0-D4B7-091C-2BF3905FD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520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17BD-195D-E520-4C8F-FA91DA989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5D535-EB7D-2398-75D5-2E9752DF4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C71AF-65AE-2EA4-0514-41CE037FA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1538D-A2D0-0166-BCC5-7AAA2C38E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96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AA53-ACA0-49A8-576E-437852F4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AB9EE-A012-C4CA-3CBC-7D4A2A202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27988-2686-7858-074C-A143A62E4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2CB17-0CA1-23C4-5BB7-A6A836D5B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836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F265-62D6-6056-C683-0D5A3AE6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E232C-8DEC-E617-A4D9-CC7E06D71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475A9-A1C4-8437-AD11-786A2D917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B1DA1-7DD2-9735-65DF-4B673FD8B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426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8599-4AC7-43DC-04AC-170D75DD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FD7C2-CE51-01E4-6B9B-79235A6AD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A6114-6FE2-D738-ED88-25B0330C1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EC2D8-FA0F-5E05-AE72-FAFFA4CC7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862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146B-F3C6-3CB3-A6C1-ABE64C4E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1D39-EBC6-3415-A497-C798B5885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7CBF9-EAF7-A4D9-5598-3D6E19E19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D195A-9D44-6BBC-5346-0B05E30AD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406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EF32-9BF3-7E79-4F58-A33C052B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50CCF-8F17-6721-1017-1ED4EDF9A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2E742-A74F-7FD1-38B0-6C0DAA6E3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8943F-4BA4-88C3-CAEF-2F496BF79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09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1858-12E0-7B9C-7749-40398424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19E58-E9BD-7618-0833-4DCA4D2B3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1C82B-BF0B-1E20-49F3-D4D4F2709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0081C-3505-4D8A-4C59-16F75D287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59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8388-442E-6BE0-1BBC-31E9D2B3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51EB4-E68D-E35D-7CD0-7C005FF4A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D7A36-81FB-AB8D-C6C9-106A9FD9F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CA64E-B537-494F-FF7B-F9408BBAA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930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2DCB-CB38-BFFA-96DC-E65800EF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746F3-1DFE-02D0-3DDB-36E5E0DEE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39B32-5A67-993E-335A-B30900A36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CB811-6456-9BB0-4B67-6C40387B5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798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2EF5E-0282-EF0E-2E66-F478781B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195B2-8A82-1AB8-30D2-B09C60D6D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EF85F-EFBE-A20E-2A30-0CB3D4011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2D77A-9037-A13F-4A03-1F61735C2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686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8ECC1-25F7-13D4-81F1-22B18F60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C4335-BC85-6D87-5DE2-88E5AF668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C39C7-E216-B545-5BCC-C4C71C96B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4D79A-DE38-27B8-CE99-8471DB26A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515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F6E9E-5D70-7900-9328-025E0A67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EC4F0-D000-3248-1D51-49A4E63AD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829DA-F0B7-F108-9352-64C3C2F93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C86DC-5BC3-B74C-35BA-956108987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13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4C8B-11A7-11E1-2876-F7727E198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D6590-D796-8CBB-A698-3DC016B93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0D12C-DD46-D31F-41A0-354A388A2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74EDE-FE5F-788E-8EE1-A6297E25B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504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D9B4-267D-D0D5-738A-8CAC0A73E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3CF32-D862-4E08-9D9F-A650EBE14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2CD4F-BA16-CC17-CCFF-365A41F8F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D2B3A-5022-65CB-FC0D-B61BB12F6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55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E662-FB5A-7B9F-2195-C60E5A5E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3966B-C38A-BA70-35EB-7442D05D3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7F79F-99D3-A1B8-5426-FF8486E1E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ED894-9B87-1FCB-2BD6-04765D0B6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25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76C2-0C00-D8C8-CC7E-CD3F02A9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9C695-5FC3-4410-95FE-8A55281E3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7911A-B495-56DC-F369-D5DEDDEF2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B0880-9A10-7161-39AB-B8AB19C3D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072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EA43-4B00-FC94-FCFA-9DD463AA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55F0C-DA83-CAD0-9C96-E8F304508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79313-E3E8-C7B8-B3BE-65C7DBDC3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E7AE8-F9F5-0EB2-9690-529F81740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41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E48A-E885-76CB-EF90-DF00C798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3B044-83BD-6EF7-FFEF-CA4A05297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A5118-C91A-333B-6C5D-DFEFCDC44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572D3-B908-B670-C7EA-B4209AE4F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717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024A1-3C8A-016A-05F5-554481D7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4F1F4-F2A7-274E-603A-75D14890A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75C49-94DF-EC6F-17C9-2641E9150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8B773-54ED-55DF-D021-4DF2FF518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436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3D016-5484-80E1-C200-DFB31826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FC8F1-E25D-7038-C1E2-9FC620883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27F19-F9C3-8CEB-CB26-BD135C294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13EB9-735E-BF37-FE81-3B5160D73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761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0184-0B50-8FF9-BED6-4378AC59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CC558-9E61-367B-AF77-CA39265D0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AC90C-01A4-AF0D-087B-D82741FC5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425F4-9E02-F8C5-4265-EFA1B49F4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928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E1F9-4F2B-D09B-823F-2A767356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22DFC-04B9-3DEE-79CB-AF9B77678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0FF1F-22CA-AB0D-A9A8-524371E70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7C74-0808-BD8F-D5F7-A8F32BE2F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9011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8BFE-14C0-F6F4-F0BA-7A5518731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42C4D-1FEA-962E-DFFE-8B78B1844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31302-0C42-42B5-FFD6-C2AFB1E21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B2349-7135-0877-534D-89CF9488E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026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62769-15EB-3B47-A002-17A1AD60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4D90C-FC78-60AC-8CAF-B016B92B7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C09E7-782E-E536-2736-3BE4AA05D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7A63B-63FB-A8C5-FD5C-D9309671E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111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7069-6BAF-6C7E-295C-1137EF64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66117-F027-E91C-A31E-330A6F342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2F5B6-FEBB-74FF-1F00-53C3384E8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4F278-B525-B601-3031-2F216D772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584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023F8-48D4-B7A3-A1D0-C4683710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C0373-223E-FEDB-5D3E-57B8FA32A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0EDC2-9FCB-EB54-D35D-A9D54126A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7DCE-3ECC-8867-323C-8C966E2EB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5458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E8A3-D18E-A4F8-2388-95339DF2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27D52-2D05-5C84-90F9-336C4158C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F23A0-9C1C-F017-C2FB-F49F690A1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B5DBA-AD8E-DD97-96D1-92D0185EB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9101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3516-75CE-B696-44C3-188ED93E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F0F9F-08D9-6ECB-1687-2C67F9C44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3340B-7ACD-29FD-6EA2-681478BF3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3236B-3721-D12B-12C5-9EF3DE9C6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652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84C5-BC69-0AE5-6D56-FF333EAE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7D1C0-C826-7A22-C3DE-89C713DD7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4509A-B146-E873-A6C3-7ABFBF254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25EED-2D03-DF5F-A875-1505A38DD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849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92D4-C779-9D4D-2186-70A3937D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98B7C-4C72-F333-6D14-BD3F8512D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26239-749B-5F29-7687-04FCEACEE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78A53-D85B-F5F7-5EA6-FF852C5C6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5696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4727E-A0B7-D81A-6C9F-84A5A1C2D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E81E4-6C0C-4EC9-497C-85773E036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1C35C-8D0E-AF09-7146-BED5893E5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597BA-0B6F-488A-4E48-A6EF38712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94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B120-0C1C-34B5-89FD-042B6527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E069E-FC9A-8577-0510-6BC837390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51D19-434D-F1D8-966F-CC59B9DE3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E9CEB-C53F-1980-1241-91F25EA6D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028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D203-6021-A410-3CC8-E04DE16C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241D1-B521-1740-496D-F0F9DE45B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C1C6F-AAC0-723F-5F28-476D2142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5309F-AE99-99D5-166A-9C70EAE97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33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EBC3-FEAB-508B-3592-C4169851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E94CE-EA95-BBE5-3DB1-1C6A8FA5C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A3126-3379-ADC2-B87F-68D8685B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88AC1-3E83-C512-8AE8-229174B6E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0055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C6DD-CC91-7B9F-26B9-DE9C66E0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21237-EC4E-A336-77DB-756AAC43B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699F1-ABA8-8DBD-5FDC-FD6CDA523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AB5CB-CEAD-03FE-FFD5-611D64633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408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4407-BCA8-5384-3874-58180123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A5620-1692-F59C-CAE4-A231D7FB5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DF033-56E9-6F80-C90F-24B7DC0F3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A6C86-A3F1-1AB8-5B86-13DC31E8D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120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09EDD-7BFC-6953-FCC1-FE3540ED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EA992-475D-7852-EFC6-2405ADC96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0FAB2-F810-5A66-6036-5EF924592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F2A8E-3D07-4F06-EF0F-A3E9CD2A8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6942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C2F4-0DF0-6598-0E91-008E5480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D9887-5E80-E2D4-F46A-E52812757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6E0C8-814B-BB6C-F38F-6CF9F44E7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8FDC-A0CA-5454-585A-B5F4F0EDD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7919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36D3-5CFD-78D4-A6B1-8A64CCEC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9B0C2-793D-3070-71B4-4491CF89E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27B9F-23AF-750C-DD07-1DA814C51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DB012-2201-0322-1C9F-7320E4509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9754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0AD5E-DABA-98EA-E38D-88DC280B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E51BD-E821-D302-DD6A-06C5E4DA0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7E6AF-FE9F-7007-31BE-B275371FF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0C2F0-9F28-A5D6-D386-8DB9E378B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71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348E-8F53-F8F8-0FC6-768F33B4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4C9EC-5756-01A3-392F-6F9EEEAD2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A468F-9AF3-D9DE-2985-9611B2B72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1BD9A-8153-FDC6-E21A-8CC28610D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2047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B12E-D604-C0EC-D796-DF15D9BB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0C0FA-84C5-1BDC-A7F3-23753406F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52F37-D969-A0F1-9FA9-EC1D88393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1CC23-9F5A-C427-0977-23A985F0B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3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731D93-44B5-0D0F-2D29-A8A863470A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69688"/>
            <a:ext cx="4546677" cy="502831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ABC1-DB85-F4C9-89E7-8A4C8E36C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86CBD4-3F75-0F9B-99B1-2CE85F72D5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1 and 9 cannot be “between” circles. “Between” cannot be inclusive because that would mean duplication in a row or column.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62180A-D41D-0855-DA87-0E2C4AC4D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8F0944-36DB-463D-5C67-E2FB47CF0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68F167-212B-D88C-0CEE-0FF5F87B8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24CF3E-5565-0D07-3679-9EB027A25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27D48-0A4E-CEA2-0981-9C930FA49882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7CCDA-29C3-293E-21FD-FAE1166D895B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95B72-F7F8-95E7-BC04-67E2A907CC3A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58B54-2C95-4A92-F5AF-819E3A18C63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E38330-E964-1311-624A-2140FC5C0E8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B7E03-AD68-2B43-5A00-9E16B8D3162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3E3C2-D143-ABF9-CFBA-713FE89148A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6540E-A014-5F44-0549-04AA3AF4152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62420-D312-F141-EF71-507FD0434AA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64705E-7094-FF36-9768-F24FE47EBC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61461-5577-B778-94A6-CA0463C8FA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6578C9-A004-0ABA-D531-5620E5DEFDA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6320C-A940-C1C4-932E-43B2AE37D6A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E3315B-2355-C253-706C-9ADCC208AB0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EBC5E-9E13-B041-C53A-53AFBC743D4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A847A4-6BA1-0D77-D9D8-CD520425BB88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01EB7F-8039-065F-4194-78E7595C05C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</p:spTree>
    <p:extLst>
      <p:ext uri="{BB962C8B-B14F-4D97-AF65-F5344CB8AC3E}">
        <p14:creationId xmlns:p14="http://schemas.microsoft.com/office/powerpoint/2010/main" val="411279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C64F8-E6D1-BD22-B271-80CAA385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739D70-00CA-CC3F-327B-8685E6439A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left center block.</a:t>
            </a:r>
          </a:p>
          <a:p>
            <a:r>
              <a:rPr lang="en-US" dirty="0"/>
              <a:t>Last possible 1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C872BC-6630-4F0C-6930-477CD1DF1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945899-30B5-4476-B21E-8DBA7D713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E2F0FA-5599-7E68-07D0-D629D85C3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FD22E3-BCD5-D071-2EE7-A9CA7B207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8434FE-7AC5-43AF-EF28-7B3848AAD5D4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59BB70-A4B6-C64E-AAFC-03CD61D2BC96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301A1-C624-E24A-E4E9-324230F882F4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4B187D-19DA-D11D-F98D-45C4AD832D4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134F0-8144-0028-86C4-8387DC68C45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6D008-4C11-A2EB-969A-A96004275FB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559DD-02DC-7B80-72A3-0B58A7B29B8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E863CA-3635-6839-B61B-FF44228C646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37F79A-6BED-4CB3-6EDA-9390DFF5B40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8B7291-1E9B-D925-4F7B-A6D61A5E15D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2FC4E-A398-E191-7929-304F341698A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D3236A-B2FE-A22C-AEC4-B9F5B1D9FBA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E6425-794F-BE47-154F-448CBE5A675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5E740B-D019-95BF-EB7C-A6915CF68A6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A58255-997F-172C-14D4-075B4EDA91C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6FB7F8-6ED4-E0B5-BB98-A0B6D4041AB1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FA57DB-8DA1-18BD-62A3-AB695F2E5E8B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2BA3DF-5416-4DAD-4F27-A4873359992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D6CC51-3DCA-C994-F70C-841C78ACC5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4922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E827-0776-1BD3-A6D7-F200273F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BF73F7-09DA-B688-933E-DC4CD42C76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5.</a:t>
            </a:r>
          </a:p>
          <a:p>
            <a:r>
              <a:rPr lang="en-US" dirty="0"/>
              <a:t>Then, 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BF94A8-2030-932F-840A-2002F0DC2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068812-E736-AF14-55F3-D81249946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9C6B0A-0F96-6EE5-6916-5674F3A1E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92FA4E-9D65-54ED-2FB9-4BCFC0877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5F7C56-9766-3782-93B2-E4827DCFB8C3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751D3-CBE1-479D-6EC3-2D1E63D21B4D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48D63-D227-950B-5202-0FF18D8E3EA9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F72B0-61F7-9F5F-F280-CC7473063FC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80E05-A038-D6CC-C16F-D47C23A2F9D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C2891A-F46E-A518-F456-236D1B4CAF5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375B39-C629-288A-C0CF-EBF8CEFFB19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B598AE-7F29-9315-EA46-CF881357B88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2BA91-2FA6-10F5-D0FC-1810685B712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DFE3C-B160-EC10-B2C2-90775AAFF7B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4FDB8D-D9B6-82BD-5283-FF96DD1B953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76C5C8-2C1B-C7E5-4FF3-8E663AFDF49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466F90-CCA2-82BF-88E1-E396A76F64C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4FD897-0346-F7F8-DCED-017ACA40A9F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1F1A3-FA66-91DA-4111-C821ECA2EAB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FE966A-FC17-C87E-7800-61F97F6C9BAF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46069-54B3-4A4C-53FE-993B397D713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174B23-7080-4888-ABC7-B42874839CB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489C0F-8A70-80BA-9070-E36AF4803E3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5B9DE2-2DBB-AC32-026F-0A9627E85F3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4D7B6-4454-E760-B9AE-9A7AFB7C326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B2EAF5-F3A9-BEDB-A7DF-5A03129EAB1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671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6FA8-0F71-D1C1-BD26-05DF60C8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E59627-4650-F999-0139-73B890003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8AA8B3-364F-801F-A3A2-E594D6DED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A77A3E-070E-F5DE-5814-6AB1BF9F3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12A458-85EA-B49D-5351-D016D6A6E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AAE60F-4475-DA75-BC25-F49BDFBEF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F4EE14-D7EF-E4D6-D492-00ACA2B5BF73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307FA-2128-A08E-223A-83855B5D56B3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F3999-F176-2D2E-6ACC-EF53700215AF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1E70F-57DE-1276-4984-95C793D7D75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4FE93-BE6D-B699-A98F-9A5DBC2AF11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664EF-777A-C2D1-CD31-F16BE1D4564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E1EE9-93C9-FD23-E597-A2F0904DCAE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E22F8C-92EB-EB93-A646-11E0CE6C10D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CEFC5-28F8-4743-89DF-A05983C3906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1A403D-BC6F-F717-F5E1-CF99B960FFE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0BCB8-05B2-4021-D204-2427E67BEC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E6E432-8974-F582-7709-E1F28CD47E0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490F-250B-4E9A-C161-4E61EEFD2F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2679C0-15C1-E341-6B8F-273E7B346BA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793B69-0596-76E8-0ECF-BE200EEE5F2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AEC650-B874-FA44-A132-ACCB89445160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CBF2A4-293D-2467-C962-00280B4D51D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7C1FF9-90D5-38FA-D5D6-45EA672CA09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E37C8D-BEF9-06EA-01F8-D1A1EB34505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5D840-0FD9-21DE-D49E-4B837A1D9C1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CC37F3-F832-E940-76E6-B1855873E5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A9A9E8-822C-D6B3-28B7-6EBC49DC3AE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4673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260D1-5D49-125F-AAEF-3E7447CD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6DC35-0613-1E6E-393F-3C6C4594BC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circles on the horizontal lines cannot be 1 or 9. So, they have a minimum of 2 and a maximum of 8. The digits on the lines cannot be 2 or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90066A-CFDD-FC1B-EF4B-1A2C4C792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1F52A4-F68C-095E-4715-D1B2EEEF2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2F3CE4-6375-B82E-BE74-8DDD8B20B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EDAEAF-4300-A32D-E033-A70604B52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476E89-4AA8-8ECE-8BBD-8D48BC075D49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01B42-6C33-CB0D-672B-08BC2F2C6ABB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E36ED-4A4C-E44D-EB48-ED8E96CFA9CA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30BA4-57F0-CD80-9369-3F3B246A7D1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B8719E-7BCE-420E-5678-332481A9148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6C229-C847-CBE6-283B-8C917F1B017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CA485E-FF0E-B99B-ADBB-5B525A0D59D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0B50B7-613E-6C3D-6D62-CD410CD21FD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E8FBD-8C8B-F5FC-2773-5AC9B52D515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AF97CC-5DB7-D3CD-AB15-3B9E4D1B129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227058-357F-36B7-B7E6-92942043D02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F98979-F12E-301B-89A2-30000655751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4ECEFA-6DD9-0E9E-D00A-3A82BCCA89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D3A1DF-5647-ACEF-A0FF-1B47489343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3C7EF3-479A-A8D1-B2AB-5F43B90FEB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95039B-A432-E86D-56DE-1A533C6D0AEE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1DDA1E-7C77-5052-1292-02D78F4AD30E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4BC9A-23FA-EBC4-CD0C-2F3B357E2E8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DF5C42-5F29-0E53-87EE-341A43124C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082CC-F541-1127-4E00-4852BEEE75A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A1EB45-71B0-EB2A-9451-CE529F445A7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BCF756-AE9F-D4E4-8F53-FC6775EDE5D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3052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3AEA-E488-258E-442E-AE969F99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4529C-4042-02D6-D2B5-5029660F95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circles on the horizontal lines also cannot be 5, since there aren’t three unique digits between 5 and 2 or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412772-9C1C-ED47-95DF-DBE5BA797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FF9993-BE27-03ED-918D-605387F29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BD8677-843B-DAB0-3C9C-E78BD8764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10DDAD-E810-01A9-C07E-F4355B7AF3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CF766B-C015-E79F-3967-0F186C29E3BF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114A7-71A3-9C6B-46F3-640D2607E88A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948D0-5A97-28C9-C072-1CEB98D8E430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1B361-6143-CE67-7322-677CBDE2775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E8B956-4D74-19A1-C582-35D84B360D1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15C1E9-A69D-B702-BFEF-D879F987A2D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7479F9-046A-68D4-5B4D-8BFC477A144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5A581F-C957-74DB-3110-DAD32EC9E6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68D1B9-A7F9-3AEF-4645-653D3E4A539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5751D-9308-2CFF-4980-B6353EC99B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157FC-EA84-E885-47C3-2062B27CF42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908831-C2E9-D673-457D-2C897EB94D6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55D81-735B-8050-AA96-1FC48FCBB15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E7D898-6E86-1AD7-BEAD-ED633A1A55E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009B11-AA50-7135-C320-EB0B1678C00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0D3A5-AE16-602B-91B5-210F1E0420B1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B7F350-2656-F3A1-DBA5-C09E13C4967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4D5A28-936C-BD97-2A65-77845ECCA85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74260D-CB77-56FB-3F47-ECACC31C242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C7B96A-9B90-DD8B-C14F-A9E165CC8E6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01E2CD-B714-BB5C-51B5-7345A325304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02815-96D5-B9E9-F97F-31F321E87E8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3FBB4A-A2AF-26F1-DF5D-60A214815B92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5865EC-1034-1728-08F6-18E595341BF7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E7AC0F-B19C-D1AF-0004-136ABAB99273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D1F62E-67BE-D3A9-80B5-BF62A34C9876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</p:spTree>
    <p:extLst>
      <p:ext uri="{BB962C8B-B14F-4D97-AF65-F5344CB8AC3E}">
        <p14:creationId xmlns:p14="http://schemas.microsoft.com/office/powerpoint/2010/main" val="208016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28C2-0A28-41CB-7E43-0FE526FB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9096F9-754B-A20A-3BA7-4C433C121C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and right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998187-97C4-3C31-C3C5-86EBFCE3E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00B01F-2ED3-3D9D-B2A3-9F1ED145D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F7F849-B7E7-62A4-15FB-6171C6D41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AFB024-AE82-3302-267B-889580173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19A786-0861-358F-CD37-69E25392B732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D3F36-3B20-2A2A-AB11-6FDBF433F632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3FF2F-6366-C556-13EA-D0F445CAC8E5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DFEE6-1461-342F-6663-15587F3A9DA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04E053-7EF5-BC37-92DE-8A746DE124C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0D2C4-D3F2-1684-A8DC-65B6446D932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1C665E-3595-6B40-4297-086DE2041DF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14123-5EAD-8B07-91C6-AE08DF6EA65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6DAAA4-2138-03CB-7357-DDAB64C212D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DBFD1-5FD8-4AE9-547E-F906CB766DD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DB6D11-9C97-6BD3-47CC-7029E5097BC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832604-16BF-B377-2D58-C5C6004F722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999256-E3A3-B779-68F3-B038A8486E1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AC5037-4779-0523-FC9A-DC58F8A585F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5FC7E-D633-8898-0AD9-CD32D05F9D3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24F353-939E-2796-B19B-ECFBDCF4236B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839ABC-3CB5-615F-97C6-42C155F9C670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40A2D-9BD0-6F71-B75A-F8F559DBF80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8C1E56-B127-A184-88F2-122C0ECD9C9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11677E-E4C8-02FC-ED1F-49D874355F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F4A660-269F-95DC-F89C-B0DD418E969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D2C82-9CB9-6770-5770-4A7AA0D5C14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A35E9-84F2-2ACC-ABBD-EFA70662FA47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21286F-56F6-3E1F-035E-361ABD86970B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E6B56A-9889-FFB5-D7B4-EC7919C48096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2F408D-DF66-4A00-999E-C250DC3C6A14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C1B25E-9E54-0F70-CB8F-83A62E88530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27D027-8C0A-79C2-8D02-0AF4488B72D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1432316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0DAE-FE63-7B18-54B0-B21C7E5C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7A6295-99FA-AD32-9580-F34C94511D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4, since the circles can’t be 1 their minimum is 2. 2 cannot appear on the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CA0BC2-07C8-D0D0-FFF5-A574E501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175083-0269-E64C-FD53-28FDF01FB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A5B4C6-0DB0-44C0-2C1B-2CAC52003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06249A-9CF6-F7C5-B494-414D06DAB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1DA01E-FFD2-F463-7A15-B298A98FA204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36C52-D454-55F3-A039-2717FC211279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45F23-8B7E-49D8-E817-013F8BA3DC34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8A52A-E753-8A57-E6BC-4F2F302DCE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F1CB5-3BBE-DDA6-EB1D-F7A4FAE8F45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1318E9-4BFA-D940-6344-32CD67DDE80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FB984-D58B-7F98-BCB2-827CBDF7628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147188-435C-3323-EBE4-898D548BD62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A9EB3-64CA-81F7-6549-6C829DFA709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7BB156-17A3-229E-FA28-EF085A0A0FC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757B2D-849A-D4CC-B334-491011DAD6F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7BD9A5-F9B0-E007-EA61-416404CF4FC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68A0-9F34-5EF0-9516-19A6D44D283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45833-225B-EA08-68E4-778BB69A78A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B456B4-D477-20F3-16AD-11C90BE1827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CF1013-99A3-5B17-29A4-884B71739E80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582E79-76BB-6EB5-5584-A71CD98CCD30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79186-14A1-EEAE-DC13-2049E3CF465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F5B5FA-4A2A-7D12-941B-6B523DD6E2A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5C8E29-0835-3EA4-48E5-23A6E04788E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81A8EC-A18E-8D54-4299-F5B03F834A4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47A1A7-87AC-9B3F-370B-D7AF515C392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A19F14-350D-CCCE-209E-FEF0027B7662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0627FF-AC03-DD15-15F8-F050EB2B8C21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AC005B-3F3D-F6A1-98F3-93F8D9265834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16CF23-978F-1D90-D564-B5D94639003C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3D0750-828A-FCFD-29B2-671E8DD3310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2E4D74-007F-C794-B2E5-0214FB0959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290769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C0C91-6539-D09A-8A2B-190D2289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360C25-6D95-4F31-0638-16B598811B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57851E-8663-F5FC-9C89-7923C0EAD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F4FEC1-341A-1AF0-923B-7757B0E0C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428B42-31DA-1A8E-8BD8-6EC134482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D6E419-58F1-F0CF-9EA3-67CB6C74A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B75EA2-B477-5206-C897-69FACB05CC05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24A79-1152-DF7A-4B22-F8B27687B5FF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67EA5-3CA0-F83B-A41E-7D0983035BDB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E5BC4-9ED6-A851-1F2B-678F40482EE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38E7C-8422-E855-6B6B-289C8B55588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792E8-C156-EB24-C938-41C69B40D10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1C75B6-F8DD-33BA-CC41-B0820686C57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9F725-1519-431B-A9C6-E8BD0709053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4E8F6C-F970-D73C-8466-949904ED6BD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D9C952-C782-A5ED-D0FC-708B7DDB212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D56F8-8F3B-C1D7-0249-FB68BFE2FE4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31C48-B6D6-7791-4C0A-C367389E2FD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13A1B6-485B-AA63-A6C2-DEFCADDD9AE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94690-0F62-2CB6-FC21-B4108302FAC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E8DF30-6D33-D543-4821-44F7F5939F5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FAD61-11C3-636E-6CEE-CD8CF5663BC2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29A098-E5A0-78FE-B965-05A429DE6AD0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99F363-E8D4-F0CA-C637-5CEA56D647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5813A6-49E5-4B46-2DF4-0D6C4AF243D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6ADD99-B35D-6CCE-FDEB-16FF62AA893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D0C84E-EA6F-60F5-D2DE-2EEDB1CC658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F65FD9-E5A9-DCB2-461F-8F2C6A23BB6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53C3B4-E828-B162-2F9E-6F881188651E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CF1349-92FA-CA87-0DDA-0F563732AD59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54A036-D232-6068-4CE0-A1FF3351AEB9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AB9ED7-1BED-6A8E-45E3-9A0BA3887452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EF59CB-0CD8-3FD3-129A-FC61B0EE03B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D0C3A1-FE29-C3DB-5124-55B22334BF1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AE4367-CF7B-377E-5796-080CCF25F12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4008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DBB7-D431-8D81-78C7-87A079D5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48549B-7D88-7CBF-282C-D894D6F57E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6, in order for the line to contain the 6, the other circle must be 7, 8, or 9. 8 is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70A1AD-8CDB-38B7-F666-EF023E474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FFF396-BE76-2637-958C-615E13B03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CBF791-E564-7811-4BC4-F2E036569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17C662-8842-AC99-AD76-2427335F29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3D01D7-7739-9189-A938-FB83F19934CE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3472D-585B-F00B-7CF5-2D7F0A6D8864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7241F-D7E0-A8E2-6478-7F679F9B9F64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9027B-BE55-ACE7-4146-7E80E9ABC85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6D718-3DDD-7E32-301A-11F3A81075F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5812A-624E-E8D0-5E4D-C294AC95F90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07DB85-25AF-3686-0D92-A8B25F296C6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5483B-9948-2B1C-7A7B-B85CD438502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D5446-B994-C00F-0160-F0095C38EDE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DB2EF-A5AA-2ED3-8C39-1776A8DD19E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E9F71D-E5C1-62A6-A924-4B741A5349D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A52D16-DBE2-7517-520E-C8DED92BFA1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F2E70-E96B-809E-B047-7D8E834A473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B45112-4836-E03C-67E7-FF4E321FBDD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674DB1-4A0D-2470-12CC-744F178C335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8E3A47-5969-9361-B45F-897C9E083A7A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D97A3C-3A7A-F6C6-29B5-2E6E554D879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3EE4C5-D7BC-672D-9B2C-717B363C670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864BE5-7A03-A751-828F-EC7C634B8BA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360F57-05C8-BD9D-AD2B-FD4763E0649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1D2B99-92EE-A68A-EC33-8469FA1B18E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2C4E2F-B2FB-EA5E-E748-91B84C020E9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73643-4196-2CDD-6473-C4A2011CC088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2497FB-C88B-27F7-1F8F-F5A93C8D81AE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84821A-FA07-2359-39F3-D4C74BD9DF8F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57413F-72A7-39A2-22A4-C477BD8AC365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E8591F-DD93-AF3E-D2A8-4390AC43828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A220BD-C162-ED4E-0957-6EEF3567E0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B146DF-68FC-6029-97DB-23ABBADF938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4BF344-C81A-D6EF-42C8-FA24F7AA7365}"/>
              </a:ext>
            </a:extLst>
          </p:cNvPr>
          <p:cNvSpPr txBox="1"/>
          <p:nvPr/>
        </p:nvSpPr>
        <p:spPr>
          <a:xfrm>
            <a:off x="5650090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2085955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F14C-A7D8-00D0-D324-C32252F3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A323C3-85C1-54B7-9E6B-CE1213E796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Indeed, in the lower center block the 9 must be Column 6. Therefore, the maximum of the other circles are 8. Since 8 must appear on the line in Column 4 (only 8’s in the center block), the top circle of that line must be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33F4E5-0A1B-93C1-E5CA-6A9D473C3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BAA4DB-6DEA-7BB2-91CA-C96C31492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49E6A4-D054-4E62-79F4-78810238E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7FBFBF-E267-EBB8-4B1F-BC585B6AD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271423-02A3-AA72-BA9E-EA6813D54026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3E54E-9501-88B7-EF5E-ADD79E74DAE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88EB9-6B1D-B1BB-BCF6-84B4791C7011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8A5BB-19BA-40DF-C8EB-582E12A68EF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FA5F4-3D58-2F4B-6DD6-C8870B6B2EA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1836C-60F5-EE6A-E916-C3E78D50FA0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38AAF4-DEAF-C2A6-A641-F4A35FF139F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AB832E-71A5-FD2B-4F1B-EC0FBB3B593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A49CC0-DCE0-F7D9-C5E7-9944283F5C2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CC8E5F-5CF2-C089-EE98-045CDF4E67A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B4341-E634-FEE5-D090-B0712D562A5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D5F60-134C-FADE-7A52-5FDA832012C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AD66FD-71FF-D8C2-D316-7817FB5BFED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DF7DAB-3AF3-A089-0DCF-605B59A3607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A28A41-B79B-4D6C-EC21-77E148D5DE9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AC821-151B-2F25-C55B-0736BF0B1622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7E9136-72D4-21FC-53F0-44D12FD17551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52B01-3343-2908-9D8C-6147AB82489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049477-2BCF-7CC1-A328-B9266AD1C5B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51FBFE-E993-5EB4-457A-3146A91802C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52764E-3CB7-CB2A-031C-E1F2F64BAB2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178709-C992-2BA0-CAFE-2425BB328DC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81D177-884F-33AA-C6CA-81BF67B14324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7F8644-2EAA-FEFE-1C81-E585D57D1C9B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49A46F-2B2D-A504-5900-EAB393E060DE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0D527F-8D4D-233A-1A7F-672FD6649035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0B7A6F-8BA8-D65C-912C-C2E39901BAE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319BDF-2D0F-CDE9-973C-86158CF3E35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8EF6F5-9AED-11AB-1BCF-9E051D01654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1567AB-A3AF-A7F8-1F2E-E35B1D2DB062}"/>
              </a:ext>
            </a:extLst>
          </p:cNvPr>
          <p:cNvSpPr txBox="1"/>
          <p:nvPr/>
        </p:nvSpPr>
        <p:spPr>
          <a:xfrm>
            <a:off x="5650090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799773-FE8C-0A11-4B86-7BC3FDFBF19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7362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09674-5059-B717-CC2E-2F4AB81C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DEF890-AE28-4510-2DE5-BF80CF7857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order to include the 4, the opposite circle must be 2 or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BBF4D3-1C08-AC50-B435-95EC5F9CE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301344-7423-3673-211C-F8D476A27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9D91E2-4302-1830-D77B-615A25874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E59282-F713-A16A-DCE0-31655BC502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A01F69-1B39-C0F9-7781-553DDA34CBB1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2EBAF-AA77-A58B-ECCC-2E2B11832CB7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C2278-4A06-C2AA-2C8F-28CDA98ADB85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6748D7-E8E9-E9A3-EA3D-4FDC1ECD2C2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56E4B-5FE5-E670-8F7F-74481728362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78BE8-A935-482A-A0D8-944A3616E2C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8AD01-B156-EDB5-6F72-50119FCA15B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6666E-DD2F-2FBF-588B-6CB70EFDCF9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56CA1-4140-2825-BAC4-44A49A400A1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D50A7B-1801-5888-228B-0F2519D211C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3D31B-280C-D545-516D-ADA57AB97FC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E0E4A0-544D-777A-39D4-6D12DC8E992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796C4-337A-17ED-5869-3DAD71AA5EC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2CAF7-B716-DD55-1090-0929B2DDB8C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7319F-8C68-AC75-A7DB-68967AAE624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4CE8EF-8435-2D44-1F94-26E9B1397FDD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68F91-44CA-5954-D5FA-73B1D3C55D82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8707F4-4FDF-36BA-B036-251FDBFD842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61EA7F-55C5-ECA4-FD4C-5F5919A0853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48651A-4DE5-8D84-575C-0698D956D1F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68789-BF85-3769-5759-DAEC6E79DEC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08754C-1A20-7005-838D-036DD226253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CE4326-3077-1554-A617-B41F3FBD58B8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0F100C-518D-EEBF-DB72-0FC0E69EF620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BC14E9-B0FD-D98D-5E68-EF4D19F5DE3A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803172-53F7-CF71-0DFF-962DA1C6ADE8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AD7600-5E52-34AE-9820-35A1E02ECD5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AE5DDD-8198-2834-9529-A3ECEA24C94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6CFC01-4126-5749-70A4-2914281B996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511EDE-6F88-4D79-3C5F-74202564767D}"/>
              </a:ext>
            </a:extLst>
          </p:cNvPr>
          <p:cNvSpPr txBox="1"/>
          <p:nvPr/>
        </p:nvSpPr>
        <p:spPr>
          <a:xfrm>
            <a:off x="5650090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D31BD4-2585-40D7-D6D5-58E6CE0C14D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CF5D0F-CD70-7C2B-3FD5-15AABC646AED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414602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52B6-3C5A-6228-4D4B-A6D831C2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FB2010-5704-9595-0957-6AE7D004F2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D85B23-3861-DF39-25D9-39EC2D4A0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15B41B-2719-F4E1-713E-86ECEDC1D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D510261-6F00-A43E-CBDF-59F6C59E7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B5F096-43C5-7893-2287-2C078D32B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ABC253-D5FB-7634-5DBD-1009C4AA6B76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07DF6-AEF8-4005-1D2D-45FB7880A2E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42DBF-8AA9-019F-A04A-15C09A401856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83EB5-5D8F-7050-9A65-16CC65E3E8B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C35FD-DFDB-12DE-72A5-A2C759E8AED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3D806-8E78-345F-4AEA-AB0AD35DDFC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D52DDE-BF4D-08ED-C1CB-443A22C9F6B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06EC8-EABC-E8A0-EEF0-895A84199A3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A670E8-BA51-3A1C-25AA-E41951702DE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B776CC-8186-A4D0-264D-A4E63384409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7716C9-136F-D321-87C1-E0F7A352936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D4A357-95E1-33B6-2A38-14259281ED9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BB81B1-AAC3-EE15-D8C4-7F49AC95FC5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AEAD-9076-D504-A8D9-577FEC3808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98D030-5FFB-2B7B-4B83-8CF7651A386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8979BB-9A59-7E93-16C5-69E83E2F6C12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DE5A4C-39C7-ACB1-EB44-ED750C35B118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A76C2B-0405-0530-11C1-D39389E53ED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1F6D68-0E5E-BCBB-0932-06328BB31FA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95167-2DCB-F3FA-49CD-4EF238A87BD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C5A500-3582-AA9C-881E-96E4E3B4C44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CF0966-D468-6997-7335-12077BC946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1481CA-4DDE-43EE-0A4E-E10372C8F92B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DC0AC2-7FAB-D60A-6E8E-E6BBA598F12F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50A445-0D3F-6D19-8FBD-6EF10E124665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AE144F-78E2-5856-55B1-EFE1E674F021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4D3CBD-6465-AD8C-E225-D9A8E9897D6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04B55A-16B2-7934-35CF-28BA9235823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FA5776-F8DB-50F8-5DA8-91846767632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20FE1E-BA58-F96F-8C79-17FE450CA833}"/>
              </a:ext>
            </a:extLst>
          </p:cNvPr>
          <p:cNvSpPr txBox="1"/>
          <p:nvPr/>
        </p:nvSpPr>
        <p:spPr>
          <a:xfrm>
            <a:off x="5650090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375129-7BE3-E812-3782-106C66B64AA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32E624-8F5D-040B-D894-D678086C2EEE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838419-4260-B15F-15B9-A1846B024C2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E41B13-267E-8ABF-17AF-ED0F36BD5FD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617FA6-A2F5-4D12-FDDE-C63E0B83909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AD52BA-CFD7-F099-4F4B-1D0714ED450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FB165-47A4-99C1-8578-8C8C0FA1EE0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180708-D4F8-6250-2979-2469BCCC62D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61453D-A936-A08B-B4B9-4DCA73F47CC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4DEBB-DECE-FC3D-6BED-20B8A8CD6C4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</p:spTree>
    <p:extLst>
      <p:ext uri="{BB962C8B-B14F-4D97-AF65-F5344CB8AC3E}">
        <p14:creationId xmlns:p14="http://schemas.microsoft.com/office/powerpoint/2010/main" val="2506161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263D-0862-C2F0-BACE-49D2A7EA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026D8D-8C06-CC7B-E172-FD766D66AC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the line in Column 2 contains 2, one of the circles must be 1. It fits in only one place.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56524C-6021-96D1-739D-4DD6D1093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2C7B00-4B4C-7AB7-8967-C6A00BA78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0A99F8-C581-2CCA-A925-5A3003819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1A2EBD-E08C-6279-E3EF-70328911CD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A774F3-9B11-8AA4-A64A-71B00F5E8FE0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EBF34-A64E-8EB5-90D7-2344A513311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1DF00-CCCC-AE59-8C59-30CDFBDEE2D8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57FA7-CBE4-403D-FB93-661C32415E5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12D98-7473-C8FA-7E48-34104432FCB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8256D6-24D0-A7CC-69ED-AEA028FFBF2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4462D2-F6BC-85F5-369C-FEC2019CB96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135E1C-D80D-3DA5-8BE9-64141D4C75B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58110-FAA4-9F15-3758-6D4215A1E2C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D89F3F-FB0D-E59D-0450-88B6690EDDB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6F79EF-EAAC-D853-72A4-211A66559A9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40EF7-CDFC-7070-3425-F223540927A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4454EA-BBEA-A17F-0EF6-94FB074F674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84D67-B2C8-FFD5-B637-41D52CE40C1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E253F1-55B1-1ACE-30FE-17B632D7DF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F128F5-32EB-6B36-EA38-83E21010DCE6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D00000-F558-A35D-2D4C-52C58644EE45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474B8E-F632-9A3C-46D4-D3625C57BD6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9C6E5-CABD-FE49-A563-235EB2C0A31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1DA5D7-97B2-30AB-ACC8-CB969C98180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ADB068-86F9-A8C6-0C2C-CC2E64CE0A2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B39209-0F30-8B5B-D504-8C7C7399545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465BF9-5771-938C-14A6-236E972AED74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F84670-D9A9-4526-3D5D-3AC30C9987D7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DB1AA6-658B-0DEB-4C9D-18D09FBB235E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958204-F272-4FFE-0C30-E494FF68538A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76EFFE-EBE3-5433-E828-2CF32720FCD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93CAA4-2F8C-CE49-AB8C-CDB98706B24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D81E4A-89A6-C745-0B43-3A67344BEC8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B1FB16-6382-B7AD-5AA6-37BBFEF19014}"/>
              </a:ext>
            </a:extLst>
          </p:cNvPr>
          <p:cNvSpPr txBox="1"/>
          <p:nvPr/>
        </p:nvSpPr>
        <p:spPr>
          <a:xfrm>
            <a:off x="5650090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3FF319-5D35-BD6E-FC5C-1EDFBD90BFE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73EF4D-BCEC-02D3-39D5-D5DCB5172315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9236B-2E50-7EB0-8C19-EE8E81B72E6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5068C8-55DC-50DA-FED2-A9865350B3C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3CA253-D6BC-79E5-66DD-E95E980201D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2BD19-0AF6-861E-15D1-4058348AFFB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F95D76-2A3B-CB2D-E419-5DFF736365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423607-AA7D-BC19-978B-9B4CD918D95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CD4BB1-E9AF-2398-473C-DECF8D8D8B7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98B507-AE08-844B-6AB9-5C968F08AD5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87A776-F5C3-2FEA-7280-A7E4F6DA424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0013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C990-3F9B-D2AF-143A-A3D78B9B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34AB6-54D4-B80E-A018-D0D1100693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the line in Column 8 contains 8, one of the circles must be 9. It fits in only one place.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224B0F-D82D-F42C-CDA5-31D0C8E6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A44120-433D-2406-0E17-5C6F5D7F3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CBBC46-AFB1-5C31-AAC8-99B1F9336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14F148-D9B8-22B8-8035-304488BE87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9CA269-DC33-51E0-2E91-7C2AC29B62AE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39682-4C85-2733-7CFF-BCBAB85097B5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78585-67F1-1D21-2B82-18D3BFF2F934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4374E-42C3-AB83-FFF0-A791C036AAB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CD9A9-8831-4C6E-2B6D-4B5766D4D6C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A820B-3368-D287-0BC2-76A45F43719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1C0DDD-9804-55FB-5334-E7021F3A018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DF81C-657A-AFA0-37A8-9A2829A31A5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CA4EC-4E95-2D2E-F879-AF79D9D9586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11D02-8FDC-E718-04F8-23329787454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448CB9-33BC-83EA-26B1-67C8D864692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17F28-3197-1B0F-7863-FBD7407919E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E523DE-E2B4-BB2A-8B73-B059B353329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5CEE16-AFE3-0FE1-BFA6-273D8453F9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0424E8-5A9B-E772-F1A5-1188240A634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E0997E-0B15-30DD-5E78-F93EEBFA186A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516DC7-0496-590B-B8C0-E321CD23A7A0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E94DB6-0E47-F650-6405-BF18A56A636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2DD802-023E-04C0-5E1C-A34B2E8614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5025F6-4E2A-DFB9-DDC2-91F0C73FE54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CFF54-C26B-6C4F-40CD-CD11CF7670C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100A21-23C4-1717-BEB6-CAB4E22932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FDE009-B999-F3C2-7F7C-87C069500272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C7C9FB-8D91-1734-FCAB-7ADD7758DFCF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0E985F-3877-1AC8-9AF7-900837FC6159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0B57D9-99B2-0097-A553-503F23517050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C27AF9-4B5C-1446-3AD3-DAC5CE54B4A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84C418-901B-BFB3-F210-813B6F98C9C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148A0B-829E-6AE2-9C00-FC545CC5E5A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87C8E8-282A-A467-0B85-B98885BE1C92}"/>
              </a:ext>
            </a:extLst>
          </p:cNvPr>
          <p:cNvSpPr txBox="1"/>
          <p:nvPr/>
        </p:nvSpPr>
        <p:spPr>
          <a:xfrm>
            <a:off x="5650090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4C9F2A-7F98-6E1F-D7FF-29CE432680C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01AC1F-E98C-20F5-7A5E-DD823B2D7A3A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5CAD2E-E753-A4C2-EC23-DE20BA154F2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0B6E7C-51CC-6D5C-68C3-61A72912148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9FC059-B851-1CF1-B9CD-1F9A135AE00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330DA9-908B-2301-FB5C-95473E4EAB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46216A-806E-B892-4D4B-30C013DFBCC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761582-5707-1931-FFFE-480888F2338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9E3CCA-EBAB-C4C8-2944-46E10476422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7721E4-060E-26D0-0B16-66B78B3633A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6BBCC6-1623-9C30-58B1-443CB586E7A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D7B6D9-DBF1-CCAC-512C-4271613288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79733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26E9-3F8B-23B6-8A25-14722087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488677-90BB-8CFE-DDFD-DAF913F263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054068-2954-9FBC-FB98-1C5DA4301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752A95-D851-E04E-ADD8-C86368E69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E6B87A-AE37-5E0B-D175-E435FC3ED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49A592-2A6C-157C-CC92-8983A404C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456F14-60B2-CC32-AD13-5C7D0430803A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63F96-5704-3CAD-5498-28394FC098CD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30F28-C755-8600-9E87-F64B63C3C5BD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F4760-5585-1CE9-0B94-5A025FC4826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921DF-1363-E634-26CE-5DA804A23D4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26417-555F-3AE0-2E0D-960F655E94F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D3477-BD52-D865-7527-F3724A9B0F6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BE448-DE46-3BF0-A727-2609C996FB7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86D3A-64BC-445A-5EF0-B7AEAC1A179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B19011-3F3B-5DC7-562D-9525D3CF5AF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74D865-5873-3637-A8DD-E9C2D6D3C08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DFACD9-5E6E-9455-4385-C36892FD358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39C4D3-0AD4-9C2E-0ED4-858C7A48ACB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953CBA-CCEE-32C0-9300-2D08F9F5DEB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BF94CA-D524-C563-A1B1-CB3834D8204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A679C9-AA7D-E754-E02E-D8290CD2099E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56F5C-77C9-B332-ED05-D6E9742D834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7D8059-94E7-917C-3907-64F7A298FEC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A7A6D7-B6F8-121E-2B2C-793020AB5D4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835348-D40C-9666-1E51-7F2133D43E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209C7D-03FC-B450-F099-9D46CC450D1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6A8C62-4C17-2D3A-248F-918C20BFD67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196188-3119-93F7-8AD0-C6A4C9F88740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1D88C4-D034-9977-626F-6B182FE0B5D1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FE2AF7-7E35-DDF5-401C-4AE3839590BC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D1106B-2ECA-72B4-4239-9EC9221DB75B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E3AE21-53C1-6317-44A3-D1D3A06FE22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BCCDE2-2B7A-3371-11A1-1EC21487D78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A39BED-35AB-1699-17FD-559CCC1B136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DAD1E4-ED5D-4F70-E07B-BD969E029C9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DDEDC9-4458-3E7B-4BC0-5D6DD669258A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5125D4-131A-C7E4-3ABE-F879CBB259E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1CE1D0-ADA6-B3CB-C4DB-452BA796E93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5CE61C-514D-5061-320C-A8D4D705AE1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F89656-7410-9443-2C4F-4BB17722A03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1F2233-5500-4126-518C-DF2120E5C2D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7328E9-64B7-9154-03E1-68BDAE378D7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EF1F5B-70DF-5DC0-3A25-829C4CCCBB8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3558C4-2E9F-CFC0-3680-0AE6D758213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254A0A-5DBF-97A5-A7A5-FFBD2FF3849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46FB2E-5CFD-FE58-E4CF-B2D24B40223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FA6FAA-5B8C-CDF7-23D3-82E54CED306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8474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76C9-1785-D2E3-4A3F-3B1DF181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5FA695-C6FE-89B7-3361-D1A0DE0277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617172-9A65-A91D-6512-D8D479A9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AB6935-077A-A78C-0D21-5CF7F9BAC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598CFF-FBDE-7EEB-8390-ECA31D013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6FD175-9B98-1159-6E54-017532B24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6BE7D5-727C-5447-2757-7A35959E1A57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73CB8-2FD9-C0AB-4B8D-6C9053CB8CE6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6C7AA-9A9E-3386-25E8-06577625730A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2B3096-80B1-46E5-6459-F11F7A23CE6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1AC8C2-D0A5-54DD-530D-51E3D724AEF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D3F5D-A49D-152F-FE15-F898439BA20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536931-45FF-0A4A-3C4B-7C0455EE11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47609-D004-E339-5577-88105E317CF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B86C8B-CA22-4969-E8FC-D62CB27F4E9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928B3B-5202-DE98-7F65-B93A5DBCC7C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A4446-B257-DB1C-4136-1B12C60EF2A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F48C6-FC25-C4F8-C8E4-92B70E5C13E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962BE-F021-7B87-BB26-EA285B8D6D3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4BB7B2-AB43-D4C2-E8FC-C87493549B0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4E52A2-9CD6-32D1-492B-8685FC3401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934D52-EB5B-42D5-87FA-84B9A9BE26A5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FEBA14-D998-A8B6-867C-AC2AE95FB7A9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5D6B1-9133-739F-4908-BBB1A61920F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0ED2D-B8B7-F0DF-F124-07EA481B450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C7FBC9-4808-6CDE-9452-CB5CAE92CFC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C45F1B-C09B-3247-B92E-3E8A8A9E202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627D1F-B9DD-945C-7505-51952D36195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D6C7F0-62AC-475B-B408-40735549CF60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A5734-ECFD-94CB-3EEC-0DB7B4F09DF8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7B93EF-4D27-7627-5EB7-01B58C1AA694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7CD2A8-D2FA-1EF7-93CC-D9B5F320552E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9A38D9-4336-9411-A7BB-C6AC9B6A719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AF7281-0CF5-F237-5D63-23A544F9152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F6F30B-9087-9437-ADCC-912437FF860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DF14F7-3D93-DC85-CA88-A8005FB1E7A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313471-50EB-F35E-A470-B707C94B8674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4DC509-68DB-9428-B068-EBC4FADC295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A8792D-393B-BB63-F44E-5685730565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384E28-FB3C-4F43-F3F7-CD306C6C3C6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C480D6-35FE-F413-5A84-D9B1A3D2CB5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2E1506-A337-C977-1B6E-C7C0710E8B2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1B066E-6708-B175-E07B-5531994A322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31805D-229C-3A3D-953E-48092973508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DF3D52-D238-ECD6-470F-1DCA3C1DA6A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1C6600-FB26-D37A-7F9C-2DF62B58B36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8EAB0A-DC3E-DF9D-6697-74D9773CE0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84EA75-0D80-FC46-20C7-DEABB0BC309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88208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0C72-47F5-C300-BAA2-28547442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22F3D1-015D-4339-F116-6E7DC82142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C736C0-971E-B8F1-981F-8B59FE44D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5002A0-C2A1-58B8-9B42-953D9B8D8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C6408B-8B9D-BA15-65FC-3856B8840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D26644-852B-0103-A152-F5C1ACBD1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A7296C-8555-A159-2942-FDA92D540BF7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4B9CD-8726-2221-7ED9-7A4B847EF059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5BFF0-2705-FAA3-0C4C-B3153BB3A0FE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0A7CC-2569-4D18-0FF3-F1677A9C1DD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E904B5-30B8-D0F1-2DEE-BF6D2A30591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D4F4A-527D-1FAE-DEBC-7C03E3CC68C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1783B1-AB53-95EC-5DE9-584A34A0063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89E492-61BE-FF93-D866-7820680C6CB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CD5B72-1825-F730-1FCE-990C829BF58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92E360-2795-DEAC-EBF5-C16F8936FB7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E12554-E818-DDC6-9070-641D68E4F44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1492A-59BC-021D-011D-77E532BFD1D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D5AE04-B537-DD1F-3BBE-32AD56F36F2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3DEA47-CEA4-A09E-3BFE-237188D29D5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A62190-C689-1425-A75E-2CFB466E866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E9A6CB-1416-4082-D120-756CA4179BA6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319306-38D8-7172-894B-518C7A18B805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2B75C-CA13-783A-D979-864697A1A81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DDF9BC-49C2-B08E-5F00-DE8AA53604C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EAF7D5-F7AE-688B-9BD9-7C13AEAC128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59CE5-44DE-770C-7BF2-2985EAD940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C3B2F7-2734-FCD7-99F1-090F249BCC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F8D115-20F7-3879-1D06-6C5DBD779060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8C9B30-4540-4C23-344F-FF3EEF2F55B8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273EEE-D2D7-1AED-5BF0-D5D4A1D58525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9D212D-DC9A-64FE-4D14-045D97968F76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45FB0D-CFA1-F625-7C98-008A87F32E2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BB1DC0-B4C4-963B-3BBA-583ABD691CB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D5E531-CF9E-6211-C8F5-C8B199D1758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9BDA94-31EF-ECA9-D887-4659C641FE1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65AD7D-D316-763F-6BA0-11740C978036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C26D30-C867-5DB7-AD47-575122D99F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85C490-9EEC-46DC-0A04-CC166181EED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1CE8EE-472E-76DB-79FB-1A04B25EC73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AC5145-7085-F6AD-4A49-D507E844C3D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2EF182-6B09-788F-7122-B5C9C05A6E3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8BAD1D-C103-0D88-A123-97428A2FE28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5A8DC1-692B-0D17-6266-F2643C1666B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B2F356-2829-414C-1C98-6FA838D56A2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5B7B98-5FF6-DF4A-7CF6-A48DEC648FF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16AC3D-38CF-CB23-7281-DC8C315BBA1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DB1419-9858-9DB3-9F5B-0D2A53963D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783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96260-AED6-E2AB-B492-CE51FD4F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C32897-9998-2756-8942-B170B2DCEC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D91182-4967-E560-8C51-B9E0BDBC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5FB056-468D-C771-F82F-D1422D677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EE1E4E-65C4-684E-B2D2-6B10BB379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7A8437-DBE5-44AB-A889-B7080A1F1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42D495-D978-028A-2669-594A9D371F4F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A9108-6E85-CE60-0EA2-B367146D562E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F1F78-CDAC-68A0-A114-A033309E184E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1D0CC-0CAF-F87A-3E16-7FE382D42CF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BD8D07-9D87-37BF-5C31-0C2645E860B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6BB33-AE4F-EF54-2DF5-FA976EBDD91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8A06E-056E-593C-73D9-272E058DAB9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2A0897-A65D-77A0-2D1F-857DD95E178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103E1-7E8C-7928-88BE-705CC6C911F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89FE92-EC9F-F8E5-0292-FF3A1B7C2D6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B772A0-43A8-3D8C-53FB-FC788BBDBA4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41E7F-139E-5FC0-B68B-6EF8CC9B890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AA3A3B-0E17-B399-B369-98B3EBDDEC4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B5C4DD-440B-117C-77ED-279E17978F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1AECFB-B53F-7083-4AC9-7967CA89301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DC9E57-27D8-DC21-5E93-FC53725F054C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1CF7C9-AE06-7317-FBFE-DA13A33CE31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396C3C-2C43-0FA1-2FC1-608D55F5D68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5FB889-C89D-B9E7-AF92-622EBAEAB7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163E27-A01C-8925-3192-E004EDA729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5C15F2-59D0-E063-2954-F8629E448F7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D5D5C6-A6A7-BE43-E85A-131003527D7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C7008A-39F9-E2D9-06CD-6C78FE134303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928351-98E7-6516-E360-AD62E6552DF9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0D6EF-6591-06AD-8D8D-C38674C59E39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F02E40-30C9-174C-BB06-D2765805BAED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364EE9-D0D4-9154-9B82-9AD4517874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385775-BBE3-2732-DF27-D96BEFF148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BA8C7A-3E9A-6487-0CB6-3CE51B6129F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E47405-474A-07FB-D3B0-58B11242E7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20DC6C-D745-20C0-50EC-C31B06146829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953ACA-9D9B-F37D-083D-08BF560778E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73A921-6133-76DB-938D-C5A3FB0D55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53BF8E-4C33-B870-0EEB-14D9737065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1D95AA-5299-F1B5-F3EF-10024405345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B6E0BB-4F98-2B54-160C-D4C51C5161B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DD61AD-2AA0-3970-CBA3-10A19FDB7DC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7B87D4-B6DD-881E-B4F9-EA8F28AB19E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3517B4-AFCE-6357-D9D9-AEFC13A2E34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885F27-8BDA-3CB4-7C84-AD550E47748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BD1A42-780F-E855-2728-D67AF248339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E1834C-3326-BF78-777C-A190212B52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53687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0052-C207-27B1-2D44-F5F2238E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ECAB4E-EE16-88E5-4FB2-1630AB0E88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the vertical lines, since 1 and 9 are taken for the circles at both ends, the minimum circle is 2 and the maximum circle is 8. 2 and 8 cannot appear on these lines.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3EB0CE-FD0A-1550-CA36-FED0204AB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0CB769-4309-A9B9-1866-8A54C4AD6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B67449-41B9-83A4-A352-5E94F367B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5644CE-A6B1-D6CB-D64D-06598E28F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754C73-8B47-67CF-3758-A8AB0DEA0D77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C70222-93D1-444C-BBCF-965BC60C4D7B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2CDF5-1A26-6EA2-CB08-6DAAF8A4AE28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A015C-E0CB-9813-9761-56275C40569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80ABE-72CA-E59F-BFC7-A64A5D7D09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4027B-11D2-1770-D348-66C2A8040F5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758E8E-990F-C259-2FDA-7124E273E8E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3E61D9-B9A2-0F0F-C6CC-E1764757B9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48C0E2-1138-B0A1-EA6D-C8FB2EAD1AA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E6F204-FBCC-BB6A-E527-5A93319F104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2CB74-9095-13F9-6799-7016296FD7F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879048-7FC1-6E3A-8C51-F146EAD85BA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901EF-9567-6EC4-6727-085592B26B6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FC04CC-22AB-DC72-C866-629115BE9B8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EB9CF8-C6BD-B5B1-2F86-B44EAE68C07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961076-D30A-20E5-FFE7-23E4893DE9E4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1AA351-54DD-ABE0-0F53-AB562E993E91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A2A19B-A75A-0A1D-9093-DA28C2EF7C1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37F8F2-DB1C-C325-4242-79D6F94CC0E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CB399A-F534-DF08-DC6B-810B0168A71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801611-71D4-E6FC-0947-755A593A47C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7E8108-D906-66F1-A355-072F085455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289676-191C-71C8-7A42-EA22142920C6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6E2BA8-1AFE-D308-227F-FDBE8106C6AB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A80E84-7F30-05BE-0A9F-ED34AEB94E50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E732E0-2FA6-4093-FC58-FDFA7939F1EF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4CCB92-B420-44F7-AF80-EA7FC5F5FD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CFD543-3D67-E51B-CC16-61AEFE4D6AE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9971F9-CB1D-B009-1B88-C21F284E09D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EC04B6-735E-D51D-1E0E-F194A7900DB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34F095-A2C5-7B8F-46DB-C0C607420F04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842196-A50C-1499-D8FD-0C20F222C33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F1E437-D8DC-2A2C-2226-A7FFD5784EA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5C225D-7F1B-17ED-64C7-1A90FD18AF4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9CFD81-280F-9BA9-59AC-7795C21BC14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C4D4B9-0811-02B5-6733-E3D14F9599B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01558D-6F86-590F-0008-221055086E6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5C3D5F-C9DC-422C-C2E4-4DE43786FE0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B04C6B-5F3A-31F0-416D-6277A61807E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0F945B-D07C-C445-DEB9-BE8CFEE5F7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5EF929-903B-7BFD-97AE-39BB7BD8220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32DF97-B4FF-863A-DABE-FF25B3282D0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28268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457C9-D664-751B-5BF8-678A50E6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A82634-C310-B8CF-59E7-33003AB06C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left center block.</a:t>
            </a:r>
          </a:p>
          <a:p>
            <a:r>
              <a:rPr lang="en-US" dirty="0"/>
              <a:t>Last possible 2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7DCC53-D9DC-ADFD-CC92-FAF145790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BD1321-E020-CC7A-9F41-5ABC95CDD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03A068-B0F7-E8A7-8534-C3791CCDB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C6E91F-0827-1D2D-BA84-47AF096E4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3A0EDF-B306-DD74-545F-4E578D150806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89ADE-62A6-1F10-C986-E330F2B035F9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0D43A-9A24-E75A-499A-5C9067ADE41E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CFFEB1-428C-0168-0503-8ECB167F497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BC6A8-6666-6C1A-35F0-B6DAD09896B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B4A25-1C50-D8FC-97C5-D3B8D4FDCD7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E6B3B-1C29-2501-8A8C-54EA121E426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07BB0B-88A9-2E74-E20C-EF8E6E0DBCA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64BDB0-A42E-83BC-59C3-0DECCD6E940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BFA23D-92DD-E81C-8B69-7A82BB58735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02BCFA-614A-F75D-704B-2347D3E1FFF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94AA0-F605-BAC2-7336-7539D50DCA1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0C2E96-93F4-DDD1-6E43-1B05ABD8993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AF2D65-42EC-6AFB-B9B3-981137FA37D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3E6693-8D62-DFF0-AB41-9A57D642D1A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079CDF-45AF-BB91-3BED-CC3BCECDC0F8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DF0E2-9001-58D0-F60B-F47E7C827121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1547CC-3A52-00AA-4888-1114370E0BA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03B0B3-698A-B907-170C-93B5AB705E1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217C0B-BD08-862A-3968-A14EDE0707D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9602C9-ADA0-F279-1C31-2477720148C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750A15-0B4F-E57F-F3EE-6F4EE35EFF6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FDE107-CEA1-24C2-21EB-1546931DE0ED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12E750-55AE-CA92-7634-77FBEAD6CEF4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151AD5-9592-4AE4-FA67-AE133E328784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EE75DF-CF3F-59EF-558B-C5AAD69989D0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A61ABF-11C5-F411-AF6B-6A322F08C34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D1D455-D75C-E02C-31F5-A780489F3C3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5545D8-1E6A-5774-CEE8-E3B8B107B498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A71CD3-8201-3A1E-FFD7-04DA673AE38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18BEB0-F42B-E120-5D2D-A72F45F6A34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16A4F9-7817-1E50-1FD9-A5ACF359442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2014D9-30F4-7F28-4B09-F576AFD3D0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5CE40B-E9AB-4DB8-AA8F-5C212D7F96F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E80DA4-842F-FD7A-D7C4-F3BFD4A51DA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F6B096-6D7F-68C4-D94F-BEF34F8ABBD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159C40-8176-AECC-C072-4217FAF6519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BA1EA5-2E25-E9E4-A554-7B267E6DF98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B4077D-B8ED-E100-34E2-220E83B4FFF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07BE66-E8BE-09DB-2415-8F28F8F2746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FF96E6-CA65-D5D2-8ADC-CC01E911247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784746-F767-F78F-F9F4-5F32832E71F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1938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ED0A-EEE8-6D45-0112-FDF82093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AFA238-0B81-C583-4BF4-E66CDB9CC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B8689A-478A-43AB-433A-BB1A4DA26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EF4393-61BA-B120-C186-FDEF2D39A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20CDAC-AB37-90A8-5583-012490FFB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508AC8-55AD-10BD-6263-EAD632C31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8E0FC7-9B5A-E5C1-B107-79741D00967A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369B3-6A6C-F755-138E-D3F384377346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BB06C-20AB-5885-730A-9D745FEBED47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9CAE17-5280-731D-3F24-FACCC03702C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BDFBD-2E92-EF0F-0596-C2EC04B6062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CE4FC-9338-FB12-9C37-E33FE3C4195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3C1300-3372-836D-2CBB-D1CB76C7D4F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C68798-DB18-2CAA-0118-F7F15054AEE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041042-20B2-A6D5-707D-EE3886F7EFF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1313CD-83F6-BA96-0A0F-86B2BEF02EE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370536-A211-5B97-D09F-0DAFC683852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902B2D-82B0-15AD-1CC4-34748502B2A2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674E25-62F5-E811-9AC5-DEA198ACC097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A8FAD8-82F5-E747-A872-9295EB4A44A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18FA15-6345-E743-31CD-E31FB48246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739358-2CE9-5B41-EF79-134E655DF80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FA1AA1-0BD1-BD6E-CF5A-42B98522D6B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0E6E70-0B05-B6B8-B6CE-A19EA4F9DE1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04338A-72C3-038E-A944-E10D6172A21D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C0EEE2-951F-F664-95B9-F53A66D63F82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94BF73-5248-D7EF-F802-D387C7B5A317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BDBB22-9949-2DF8-0063-E0296CA0284C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3D3BE8-B56E-7F05-F02C-578A0D049C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39AD32-D667-D06C-D06F-B1579612B15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2C5270-D876-8EF5-E884-F9858E03C78B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60D908-8ED0-0832-E957-234C9204060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1E6593-A73E-45CF-65AA-B517E28C57C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49BB28-AD2D-312B-E666-D13FE805662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CD8680-27A4-6AE1-72C1-7734656FD51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10D9E0-2DCE-87B5-FDED-B054E4F64B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1A3DA4-A737-6A57-C4AD-E2ABC58D958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C61E54-30A4-6825-8D11-7013DF7C2FC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622190-B492-F23B-95BD-6811664F9B7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94C080-FDEB-3CC7-D292-F63ECA8822C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85AE25-E8FC-1FEC-690D-C524DF8BB35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3CF988-9044-F80E-E031-0A3641FFA00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E8C61D-3BA7-F468-E4CE-1D14CA56C7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26F175-A6A6-E5A8-721F-E82B8F3D3E1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EA555C-BB43-E9C5-4301-831E124AA7C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77C455-913B-C6D9-7B2E-B2FF430498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2D8172-BE86-2164-5FFF-35EEDAB2BD1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E5FD94-24CF-1238-3C58-0EE125A0DA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7325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D7A5-9CF8-BA78-9C06-7D966DEAC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712F14-F06E-45D1-026E-61D4ED20B2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20785D-9B9C-6EF3-2C9B-ABD2F45A0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920C29-E2AF-9674-B93C-A247320BB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B64A06-B81B-C3D7-1CF7-1EAAF20E6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3E1188-8977-99EF-E2BD-95D3B68F6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2447BF-6335-6AC4-88FD-A2ADAF072A76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06EB9-A01A-FD43-8C57-F4081C5B6C0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A889E-7CBD-B33E-D2C9-110141270C9C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7847C7-96ED-97F1-48DD-AC52F5F9989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29F85-1CE8-544E-D75C-72458752109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913B1-9046-954B-5E16-D5674D9258B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259A7-D918-34E3-1C7A-C7F0D0FC22F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F9C045-310E-9778-C59A-085BD6C84EE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51D869-5CFD-545A-8D3A-B1BC3334A11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1B202-814C-5029-64C8-35E334AA8A7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61E2C9-B4E0-51E9-0322-3B858E07A0B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04C769-BBAC-7BFA-27E7-A78E8A4FFBC9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E08051-5C12-BF4D-3A3C-437CCB7AD65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1F2336-6D4E-A50E-57B8-79E0321775F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C1E55F-B3B1-FB21-53C7-FE20BFB09F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42C325-F6AE-FA2F-CA62-BDFE5679E05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15D2D2-8D95-A29E-476B-F5AB11DAF7D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2978F0-AEFD-32D3-566A-69ED80B19A9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9AD416-EDD3-43F7-5555-190F03F48F42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AB14E1-A205-7D6C-0817-D4A5FE08C8CF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FA6938-0AC9-5C9F-D45E-7C865F0BA9D9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CD5731-C9CE-DD01-97AA-4BC9E36F8914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0AF5D5-55FB-6069-3097-1AAB28B437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E85F9C-2B16-C69A-3527-47DC4F052BA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2355E1-0A82-398F-5657-8F9FF0781139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0515B5-C5FB-E228-33A5-ACC2EBAADC2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9BD1ED-2B92-4EC2-A723-98C787DCC2D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BCC110-AE37-8778-C0BE-246ACCDE5DA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950ADE-FF35-716C-DF7D-5869F7BA6BA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29D7B5-4A1D-88F6-A8C7-22EAF230022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282DDF-AD59-6B33-1014-17B20AC70AC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D4C2D9-A872-209F-5695-2663681081A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34173A-E244-A91E-AAFD-2EC6B0DE76E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319412-D2BB-8BAA-4A6A-72F53623FC5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0D56B6-CB35-632C-5B1E-9E2AFB6D38A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07A56B-C842-0B67-F1DC-1796897234A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383F54-929C-604D-8DDF-D926F5DF25A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EB2773-E7A0-F841-4E24-75F40654AD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02ADB2-1980-4AC1-9C10-58336E12498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C372FB-D854-130F-D061-F143867CC62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5EB24C-A85E-3684-C894-9DEE731D5E2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B62260-9B0F-47AB-200C-794416D92BB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814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B4E0-E316-8477-2A1B-B7E1CE99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08CC64-2849-74F5-3139-649E4A7C4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right center block, 6 is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081ADE-74EC-EFB4-D97C-3F5995213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AE8536-7D4E-0BE9-E0D2-92E8285D9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530A3B-3D69-EB0A-F45C-03766E319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B40BD0-1245-0522-5049-92BD09894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A2B5B7-50CF-21A3-E29D-DCF3F529B873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27114-59B1-F57E-792A-3436806CDE9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F4FB4-AC3E-57F2-10F8-246A7F5740C3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83CC1-7649-F188-C65B-02F69A534C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F3B9F-5AFB-F219-4BF6-12BD7EF6330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03043E-806D-80A1-0506-E905DCD5CF3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8CA576-870A-471E-B5C7-027F68E5A77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0FEEDC-5A9E-BAC7-266A-3C97BD303C3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1267A-5C1D-631E-0DC1-BB94F14D29C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3E574E-28DE-4EC6-64B6-1AEC241B9A1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D5633E-591E-E6E5-662D-BA79604F348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0F3B66-DE6C-E351-C43A-C530EDC95F37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CAF6E-AC04-A6D3-9389-D7E116713765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C7F246-D3AB-3D07-AB73-C46ED04D2F6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1837EC-F2E1-AB24-C0CF-5B873FC2A41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58F720-04F0-97F9-A312-5BBA803769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212601-D446-A1C0-C413-7061D1172FD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04F899-9184-F288-4804-89DEAA95185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0AB8A7-DB7E-45C7-21E2-51E6659BC4B0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934CAA-7BC9-5ADC-5BF9-6325C3648D26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9EF412-C300-57CC-0F88-98337D6428F1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EB5ABE-A40B-4DA1-D1B2-0360D6BB167A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7569DF-E63C-FF31-C748-5D929F9CDF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9C4BE0-D283-C828-5B45-C5259BB7F98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3B1C3F-530D-13FA-61C0-80A78E324EC9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C7F8FD-390B-62C3-0510-CEEB92DD93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BEFFBA-C4ED-3DC6-B981-C5F10EBD6DE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84AB93-1108-3DBE-E912-A37B9E5B577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0D4681-FFB3-E98F-41BD-26FEABA6FD5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F80FF6-B53E-76DA-DF5A-EAAFECD4D22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1A55D6-AC05-A8E2-739A-AEFAF3B400E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FE7777-3925-90A9-B4E0-7B75025AA48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833D6F-7408-B56D-3558-091E4ADCB19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7843AB-0024-1203-EBAE-40922B629BE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602F5A-E626-9941-62DF-01506F511B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0D6632-3708-6B4D-31CF-E09F50E5CD2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E64CC-C654-D895-D7EB-D0474FD13D5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461547-A7A6-C68B-6388-B50FFF63D2C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FB10D5-4E3E-3F87-8BED-BE7BF8B7F9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3661F2-1E51-2413-15B7-4E8276552B5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E56CFC-C170-B8B5-782B-D2730A94568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0CEBCA-4404-06F6-B3C4-2B053D73789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502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8BE2-F7D6-9A4A-D224-FCA0504F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500355-E432-E0C2-1099-07B445AEDD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circle can’t be 4, 6, or 7 because there aren’t three different digits between 3 or 8 at the other end.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403682-9C3A-3F66-87A8-C04697919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93608D-170A-2537-12E4-555222553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02D498-A28D-702E-E28A-4C3984A71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9DF41A-D7B6-FDE9-F4E0-86D017FBC1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94443-2DCD-E91C-CCF9-C1F8728141FF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19BBF-B1D8-E45F-FBEF-9BF47144B2C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513C4-11AD-FDAA-0220-E0C097F15EE3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9C2B7-16A8-26B4-F152-BAF8C09C7F8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12117-8BEB-06EA-A219-CE1E2F70345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2E95B-0C7C-DDD2-32D6-EE4984E231D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B2D56-6355-81B7-6C00-AF61E76A4C7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A5B95A-4622-665B-DD22-919C210F465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3BEA06-133C-BE46-2A2D-B1C09D5F446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8129F8-E7C9-408F-1D71-1F007470A5F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BB442B-F05A-ED98-2B2E-481A4C65D78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D5D8FF-3E2C-BB52-3FBD-E9E131410339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950C6D-CB36-B572-F36E-F64F61BE19D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781073-8236-60C3-1F38-6B295AF71C9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E92E2-F394-9540-8C81-AEA7DEE5A9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E41FBC-F176-E2C4-4BE0-7D1865A7652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7908AC-25AE-3E15-5C42-EB18B22B47D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D27B05-280C-4BA1-80B4-9F71B3CCCD9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172059-F450-A4FE-6C52-5CA1F3D22B7B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7B4FC8-6AC8-C571-CC8A-731DCFE8B761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5927BA-40F1-631E-2104-D1125417DF0F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790D2-298F-4768-852D-AEB82A597322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531FD8-7248-EF1F-3194-7AE49203566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CE9344-E060-FD65-0D5E-15B239722C5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05A24C-9E35-AAF3-A2FA-26B70E5EF92A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FB2F1C-A720-EE18-38FA-957B7851FF1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DAC419-1949-2E92-B808-24D116EFC03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6A9563-4515-854F-152F-D9675099A01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D0B7B3-9074-E5CC-52ED-724CC7AAE47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73CE6B-40C1-28D6-2A01-7E27D8152DD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025B9E-A1CA-543F-F681-1310E884B9A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5E1B00-1A10-695B-A94E-C15A3D31D83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9D7ECA-1349-0E1A-B4C0-56C8929ADF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029010-9BEC-BD50-5C71-6DE9D6B71FF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D9EE55-DFF1-6041-4201-7859493C18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0A2E3F-5745-8A42-14F1-DD735F2FE9F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AAA866-87B0-B67B-6B6D-751553C950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120BAB-6656-627A-9881-BDB6529A10D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604DA1-C99C-EE6D-765A-08ECE9F188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2EE1D1-2117-978D-194D-CB63D4BF5B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820265-DFA2-C7FB-6FDB-5FDBFC76CE7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99576D-5589-B364-3B72-CB86D60C99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4001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155D2-2E21-86EA-C09E-B79E144E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132F31-3E2D-E9C9-75BD-8A60B26111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circle can’t be 3 or 4 because there aren’t three different digits between it and 7 at the other end.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7EEF00-EE8D-AA16-D864-E6D5F8CEA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EB3AC5-9777-3425-E309-F727A9EBC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1EB5CE-63CD-4957-6B6C-744193E83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733E7E-50F0-CC41-A4A5-15409D8323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0908D3-5AC4-C4F5-6564-924854959D99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4D25D-2F1C-F451-8AF0-854F9A01CC35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85DB4-2BA4-5FE5-B871-E61B018D934E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4D758-E62F-4774-F400-EBEBDD5953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65CE9-88D1-A0D2-9EEB-FF1AEC9AC7F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BBB0A-1C90-53C4-3553-8A040C8E81C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457A2-EFD4-1F36-4C33-BBB984D5A8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E84050-66FD-BCF6-376A-34E9BE8C35B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29A-3F8F-3C9D-9E7C-650D78869AB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3D6021-7FA3-7A2A-5F73-7856511333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0DFFC-4972-3817-4504-74B16E471EE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23BAB6-8C73-96EB-D827-16FF40B7C5AD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545B3-8230-DA10-11F5-BE2517AAA690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3064ED-86C9-E067-102E-FEECD125064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850B51-25C2-CFD6-E8FE-E1C8D7E3277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A0E564-9612-D027-DF00-42EA9F9A6A5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24B38A-04E3-C3B0-D54F-33214B952C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E79524-9AE1-9E5E-406D-36D993AF1CA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5CF58-B84D-5B75-69C1-7826363A3D06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DD0634-D942-1D03-2AC1-C9EE967A7CB1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364D6E-78E2-88DC-F17F-5B067995DAD6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88B5A3-C3E9-B15E-91F5-CB6DD77CA14D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211126-7F96-645E-7E3C-EC6E9747F8F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7374C6-8299-F287-4639-63AAA0D8971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C118A4-358C-DFE7-C25E-81BC918A882F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8807AB-DC6A-69D1-1E09-F0F1A133C00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7D7C5A-8EE8-2890-3A25-6B159E2C9C7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46F75A-7BAF-6233-1795-DB03D3E089F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1FB59A-935A-5029-7ACD-7202E808AA9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8CF03C-0544-189D-BE6B-389736DD5ED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44C2CF-3E22-089E-6F49-C944468359D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326EE0-7432-D737-BE33-D3A0D4DE2CC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795941-DD9A-DB33-8E50-EC2A75E8FE5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0CB80A-D56E-B0BE-938D-9187E9CB5B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8FA40E-386D-3A29-80DB-8BB8FA5A09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CB12A4-1F67-81AE-4BE9-8A22F3E5132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1B3EC2-D6E7-9081-ACFE-68A8A8F0C24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54F238-CF0A-ED17-3198-2806BB39580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DA0A17-67D0-088A-E2F8-A094A50604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8420ED-0C57-726C-A589-7FDEDE0BC87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EEFD45-9ACA-C282-FA7B-344C727A0C0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76EFB1-0F5F-3A63-0941-C1108E94E54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98923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143F-C298-7A6A-6FD1-12F1447D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489C85-1822-FD7F-9111-033B3C8825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to have three unique digits on the line, the other circle must be at least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14BE13-3ED8-569B-8710-C4971A1D8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94272A-B8E5-A7BB-2943-893F133E4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4CAA4C-E9F7-4981-D65F-71BBB5A92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4F22DE-FA33-D9C6-3C13-D59581F5E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94235-461A-2F90-4B62-63AF3331A641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6AC51-F5C0-B2EF-B3C2-8E05A3DD4994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FE73D-F1F3-4904-C521-C41D9412E87C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7C81A-6DC1-87D0-BC69-EF4AFC37CCF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BA2A3-4C47-BBE3-A785-08045921E8A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D3AD41-0695-A772-9301-403C579A4EC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BA623B-3AD0-83DF-5FDB-7D84A62A2B6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68BC20-DE40-7474-58B3-0A757D51249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829AC-DBC3-EA8E-D54F-9B03DD9A81F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75FD8-6B84-15A1-F2CE-567DEDED6CD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2C8292-1CD7-9313-CEAC-79882E86D07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7AA99-0830-088B-445C-89EE9EB6E67C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88535B-C623-3114-308F-608EF1DC3127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4BDF3-1466-66B9-92B1-886CB1D363F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8CEB45-407F-7182-3EE1-989B8C800D0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9189BE-9D9B-5E7D-21FA-54C6EB14BC1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0C8408-593B-D930-C346-1D6ED80303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E3049A-23B1-1AEE-2027-13B463915B4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D6BE27-1702-02E7-9ED6-7A6C5FA1E4BC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27B8A0-E082-DAB3-5E4E-619B0C7010F9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BD352A-557F-9D5F-A73A-F864460642B8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B53421-76BC-C3BC-B206-B0785E029C8E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0F234B-E0F0-922A-7A1C-8C9CE89913C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45965F-AFCC-8FE6-FC02-BCD461644D1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B6B402-705D-45A5-3473-3D754BA445C8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F18B10-E128-E01C-C2A9-E8B478F8328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F2B16E-25AC-3638-25EC-85196CFCBB8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DE7338-115E-5E06-CC7C-00E3198FFAE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5166FB-7C0C-3178-DFAF-F3AC6C5CD99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6E82C1-0846-D133-A7E3-C65E4E12A98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F7BF21-CAED-868D-E571-8C92CA95EF6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773FBF-8262-112B-404B-6ADE356DC0E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4EA166-DAD3-2420-8001-2F73A201A13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E0CD69-E26D-9CF4-9944-49B9C4B6428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5BD6EB-83B2-249F-0301-3133DA8466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1F1CE5-06C5-0479-75D9-C7279FAACCA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8CCAA3-79CC-5541-261D-48B80A28E9A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710C88-D8B9-42FB-C998-5F88A20C6C1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35E3EC-4347-A83C-386E-FB37FCDB18A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894730-6833-5F20-6BCB-C1C660C7D9B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588D51-4DA5-878B-2BFC-782F9D24D7E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9555FC-C7BA-5875-E4BA-08F126E0A32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1C92A6-5F96-08F8-52D8-4530C443846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2592833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1B23C-7B65-238B-AE6F-7156B623D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497573-6BBA-6054-58F5-6E434969E7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to have three unique digits on the line, the other circle must be at most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FF2DDA-A063-E27E-BF10-5118EC2CF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821406-D033-C5E1-7345-602F8FEB5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B58258-19AF-B1FB-70C5-8811C626A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D03C41-B822-72AE-CF34-E2B778E05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EA3DF4-D40D-50D8-425E-B75D0F0C63A7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F2CB2-92FE-8960-77F0-ADA2496879C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236D4-3BF2-CE66-BF6B-6865D7374755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E4A18-6D53-9A96-7930-2EDDE4BB612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225C8-2777-153F-6F47-3D4DE0AFCE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9702E-D2AC-1ECB-D68C-196BED1DEC7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5977D-875A-D06A-315E-73751CD8734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3723C-590C-2760-0B99-89E254B08A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8C6FAB-289C-DBF2-EA27-6510A70CB12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A2882-071F-87F1-2F85-539F1D4E20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C68B9D-1093-75FC-4305-F985F181A6A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BD1318-A781-52D2-8E4B-4DDD70756AD1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4AA1A5-82DB-B8D3-0799-FFC5D941D9B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C0A2DE-7B3B-5B46-8889-EF96D60DD3A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D7F46-F5A8-21A3-4305-459159E833B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68A071-09B4-809A-51D9-FA4D40F934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E7AA9D-E889-3019-E403-16BB5D68D2F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F6DD45-1EF3-01B0-940B-CD275F95B2F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23D0D0-CB89-4D70-1EB1-85585D0BBE78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93469-B4D2-44EE-0D60-C3209EA350DC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E3A6A1-2CEB-06D6-837C-5073A3E43892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D18668-8CDC-A51B-454D-0499EA71D8DD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6363DF-157C-D754-ABC0-2935F642A9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9148BF-EE04-ED48-4734-208075B31A9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48695B-FDC5-DF73-B23D-FB447BCC781F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2AFC1F-FE0D-A8BE-C289-BA07A3D0058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C0AD15-4E4C-31A9-E126-ED19A326C60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A0B47A-DB08-B8B9-B4D1-5166BABB73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268BDD-76D2-E349-7473-64744E7968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958DCD-2D8D-3E55-24B0-5434F2C8EC0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FE5C15-6C44-2E9E-DC19-C24A5825C15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424DD0-7ACE-4B88-5E2F-11637E77583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AEC270-4384-C308-2C3A-01ADAD0DE5F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C5D74D-695E-689E-2444-D18D5E622C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0696B1-500F-C0E6-78E4-6E9ECD59C0A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6C20E0-C762-2F5A-4779-431F4614F4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52DB71-D11C-D835-D535-D1F55FBCB67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6AFF8C-2C01-4327-DC39-77269FD70C5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2C9B21-3358-7B42-102C-FB7A93CDD7B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595ACD-4268-7137-F3A1-12974C93406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1B72EF-EDE5-5007-4ECD-E45634E31B7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EF67EA-A059-884C-98E3-E23A7BE8899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F28A5-730F-C01E-B53D-A4BA53420616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7BEFB-FCFF-C2A4-7E94-FF9B8EECCD8A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84917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108B8-0DCD-D18C-0EF5-B400C1B3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D4C18-5EA3-98A0-CC23-2EEE5F4E54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7, to have a 7 on the line, one of the circles must be 8. In order to have three unique digits on the line, the circle can’t be greater than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735B78-4D76-B51D-5FB8-1C59BC40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356B73-4D23-DE64-A696-23FA2049B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873EED-DE57-EA19-E3A3-38C25E07E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D901B6-85D7-4BD6-3DE9-4063C25D4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AD23F0-AA7D-CAB1-78EF-11BEF124CFB8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FBEA5-3AFE-1A6F-7277-06B76964B304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BB5AA-F91C-1750-D4ED-B2A24B06E76F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BB490-9B96-0D6E-5444-21260384E11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8CAC92-C167-E61D-B819-5C31D075258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07A8A-ADA9-403A-8106-44BFE815911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78F5B-CB44-E9F3-9815-07B3249C4BC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7B3142-643C-6342-DAE4-3AC9E474DDF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5FA1ED-5B7B-2CE8-D0EA-F22914FDFDC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EC87D6-76BE-3552-AA1A-9EEE8700F20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DBB9B9-5198-9B7B-2707-B77953F728A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4E546B-5D02-0993-FC85-EEFDA24A4047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F7E335-A04C-B029-6E89-9DF03E425BCD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BED6EE-3245-C862-CD04-8F4336E6889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A5697-9468-5DB1-8BD7-6143106BF2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745F01-4F89-EE50-13AB-E9776C77A8A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12C0DC-A0C8-AEBB-75F0-6478FE066B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C7F71D-5B9B-2791-4FB8-55BCA221FD5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40FD82-DFF1-D8A1-4959-590E827DB549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BEF4AD-B5FC-787C-1B34-A922E9C2FC4A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3F0998-1B62-2675-45B4-5EAE49F1B86F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086DC-B4FF-EAC3-696A-252DADE78F80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1D0C07-DB8F-AC1A-3A59-2AAA4E060E0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9A77C8-814E-E3FD-A6F3-557197CB15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5883B3-8418-6956-CD44-C251239532B5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410BA1-2CF0-70E8-E535-4B44688DB5C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96008-4612-4258-A1CF-1ADB9AED184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EED345-6341-FC2B-4868-4E01BF9C204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ED3825-9E95-4586-F18B-A364CCD075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2B048F-ED61-072E-136C-219378746FD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0E6255-796A-F464-6F41-B1BBFEEA929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93CD59-CBF3-2A45-AE38-87BB41C587B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4380E7-F958-55D3-1F38-5DCA6238CE2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6CE752-6578-BF08-AFCF-BED3098E6C0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7B8E07-7A03-291E-AC03-E30B15D9BA8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F93A3A-8A80-0B84-368E-589E22B4DA1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40759A-925F-689A-DC0A-5BD8CE1DFC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3DC906-2CEB-D356-95FC-2B0550D4DB2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EF845E-93C9-91E2-12BA-880CE3A49E8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D8DB6C-94DF-5A37-ADB2-5E9EA83A12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EB565B-E010-1A5B-E8C9-16C2AA0C685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B81C08-8226-4D5A-C085-5DBFCEF61F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A24F5-DF82-DB8B-B91D-2A33C64C855D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5BDE-9B88-AFF2-B281-593AB71CE36E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987CD5-6F98-02EE-4B48-9165CFEE43BB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610BA1-C8D9-FF4D-D413-4545F412E520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</p:spTree>
    <p:extLst>
      <p:ext uri="{BB962C8B-B14F-4D97-AF65-F5344CB8AC3E}">
        <p14:creationId xmlns:p14="http://schemas.microsoft.com/office/powerpoint/2010/main" val="3904599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1B45-CE38-D326-0C25-9124DF32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4111A7-8548-7AB2-26BC-0E0287984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3, to have a 3 on the line, one of the circles must be 2. In order to have three unique digits on the line, the circle must be at least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3AAB45-F9F4-EA23-8413-1E854BC8E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1A330A-9D27-B6B2-44CD-28D3D5F25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A50E25-8E8C-F83C-E906-1BEADB2FF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94C1B2-AE25-9B55-5EC3-CB39B487E6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A425F5-452F-71CC-3F87-41C77DE66402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EA872-1992-936C-4AE3-F01D59C0C4C6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70DFD-DFA8-D8EE-1C68-EB1284432216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7E57A-AF47-3C64-0F6A-7726B669FE1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16A6C-E54F-840E-359D-312B5440D4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3AEA3-F66D-9A50-0ACD-99E1D3EF490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7E2B4-A860-FF8E-6499-0633956AE86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C8C52-CE9F-D873-77C7-0796F2D453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355DED-E38C-E67C-A038-863BF0EEC3F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8137B1-C77A-41B1-A315-256F02EA23A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4B85A4-D824-E9BD-7A38-D6667A33497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8EAE42-4AD5-AF7C-1C66-719D3A9033A7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07B7F6-F3E8-529B-9FCB-C4846D7756CE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D06E1C-F8B8-EEF6-5AFA-2C65F4FCF94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822F02-BBB9-D772-7A8B-900E4EC0481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273A6C-39C8-9107-8320-F586B38BE27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DC17C7-0476-11A6-B6B8-09A7FA2848C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B44089-DD15-BA4C-DBB6-6151CE8FEB6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AEB669-6763-3623-518E-EA5BD15E0064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CC6F87-13AA-DBB1-E406-3112311D1111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06D1E4-7F9B-8758-DC43-1B4D7AE81570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E13A48-5F17-2E8F-1448-E2CCDF82ED8E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BC3A66-2DE9-A357-8617-137F016D40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B72AE8-4D62-CDBA-4F9B-837BA2A12BA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D318B3-A0E2-B068-FB25-7C6F00EAB83E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5E1058-04FC-A13E-6ADA-C353D74F1F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C2D990-1843-229B-7C2D-E3795CAD720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20C9B7-FB3B-75FF-7FC2-C993B05CE5E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F7672B-D4A4-FD91-430A-7CAE0E24E51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242575-3544-6978-F937-19BFA38C944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41DE06-4F01-C865-4B0F-6DC1989B6BC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D55E04-7265-9B75-C663-E266CFDE381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299B7D-3CEC-EC2C-4D46-000ECB41351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F099CB-14D3-D694-8B91-6276E133699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62CBCD-B00C-CB8E-A44C-3F42FC9C40F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851C5C-C0BF-EC6D-BBE1-346543961E2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54F66B-A3BF-662B-D9AE-73BD0D8E090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B653EA-33A5-FF59-04C8-710BBCE0D7D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8BF599-0F2A-A9CD-B474-F91A70E5A9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E412D1-4B1A-B9E4-742E-1E68D421625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FEC34B-E680-DEBF-87DC-26E24C4B680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3F3DCD-F156-2422-9C27-0710370E45E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64F4C-6E5E-E147-01A3-260B513A189F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EE45ED-E7A5-D3F3-E2BA-13549C3C1793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932BD-689E-E13C-1B53-058AC7840847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AAEB4C-3E3D-0B4E-C555-15C23D900293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DD61F4-1DC1-7B41-3C44-4A1A5EE2B4B4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7AC328-2FFB-A901-D5CA-920D7F66818C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</p:spTree>
    <p:extLst>
      <p:ext uri="{BB962C8B-B14F-4D97-AF65-F5344CB8AC3E}">
        <p14:creationId xmlns:p14="http://schemas.microsoft.com/office/powerpoint/2010/main" val="1292790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9F1ED-60FC-11F0-E2B0-71DE76D8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84AF32-3BD7-3ACF-0432-5FC8ED45F1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upper right block.</a:t>
            </a:r>
          </a:p>
          <a:p>
            <a:r>
              <a:rPr lang="en-US" dirty="0"/>
              <a:t>Then, last possible 1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563502-4EF2-D469-CDA2-559021AE8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84A5A1-DBF2-138B-69D7-A660A73B8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DC8D91-C6C5-A898-174E-965BF9A54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8ACAFB-E4DA-0E12-98A5-55A1338E2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A85E6D-48FA-3865-69F7-BDC8346C0EFB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F5110-1B77-A773-741F-7279126F8EC2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7F4AD-91DE-7C4A-8B19-CABFFABEBBA8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2058B-E8FB-5BF3-E3D2-39B36F69B00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156B3-2543-67B4-9C8C-EB0A81DBF72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32D35-AFAA-4AF3-150A-A29A8CDF28B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526873-2244-D82A-845B-D0F65563527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41EF57-20BC-16AA-E0C6-C84385A757B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FB4F43-9673-D090-E0A7-A0ACB9DD922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72D01-B43A-02EE-DF41-E2EB92463D7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191BEB-3347-2A24-F3A4-9F024E7CBE2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E9CE58-DD8A-4005-D1BE-58A083954860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066EA1-537B-E086-9674-DC399E4D1332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8EEA6D-1251-B0D3-3308-5DDE893867A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CDD3AD-4E7C-D9D0-0A55-3959982A27D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BFB951-05BD-1203-9847-EFF7A89EB12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7F13FB-BE72-D5FD-ECE3-B74AC1CA70B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89D981-B046-8E89-ACCE-7814634F939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06446B-7981-D2B4-4BB2-7C51247DCCA6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C8758D-314F-9284-F903-B1C072D2BE82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9F49C6-B66F-F891-77DB-3BF8B82ACC18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C7E43D-C6F5-FAEF-0D17-31659B217F65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8FC2FC-9246-DDB2-1FDB-E69B4BCC8BC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26D9DB-EAD2-B598-B1B4-1F8F71906E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32F340-836A-C65F-DCA9-E62D86707485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12FAAF-15EB-4813-931C-CC21052D75B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EE990-9959-6F21-CF5F-17FC5E65E47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87832-CA8B-E1E6-7D83-1A7AC87135E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3A01BB-DDA0-92C2-C6C4-2B80B63A04B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1FE61B-511B-AF24-3142-F99B16D25A2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208CE2-AFC4-FFC9-2673-03AFCC6F820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E79EB0-F63D-1EEF-D99A-47DCAAC760B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79A693-84C0-02DA-82B9-845CCB0F98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A8327A-601B-9349-7900-600A09A4589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8C273A-6B48-FA38-42E3-A1C37E02A16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DAFC8B-705B-1443-2ADC-5F54DC1A46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28C61D-3195-7BB0-B8E8-5C36D5DE806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F4C52F-3552-3E29-DDC7-29D5584A2E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A668B9-3BDF-2EFA-90C1-BABAB62CBC4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EA390C-E68C-A7AF-6BB9-436BB4100BC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8D616E-CFC3-2C04-6652-32B5B705DB6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88F51B-4E61-8148-732C-B459D47FA9E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A899E-904B-1D27-D269-6144B6BDF1D6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A509C-50BB-3501-1C10-B851E061F5E0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20326-A897-B38E-FC0C-B74E601EB1B2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8815E4-3431-B10A-F1A9-88B33C80D654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F5A096-EB97-B363-AE92-4E7E6AA1E73D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F95712-2693-09D8-8C17-E036A49C2AEE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2E88BA-79AF-9BFF-3E42-1A49CA1398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E44812-E506-C081-59E7-354D0137950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39378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4B1BD-E749-5FC0-DEAD-716EACB9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39130D-451E-1BFD-C4AB-79DB78592B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left block.</a:t>
            </a:r>
          </a:p>
          <a:p>
            <a:r>
              <a:rPr lang="en-US" dirty="0"/>
              <a:t>Then, last possible 9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0890F0-89B3-6137-E094-9A2487537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9E4A93-F7AC-9F23-404F-DCCA9F3F8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D4A5EC-3EF0-A47C-4E38-A15A5D39E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689B81-8A0E-1AAE-BDEC-B6F786122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829E00-F7EE-1A11-4AFA-360A57117DDD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78EEBE-DA77-D110-442F-EB05BA24BC1D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A37CA-6BC9-2C61-EC77-11801FDB704B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57678-3101-8677-BB9A-F1ED827DECA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A895F6-805F-3B40-3FD8-5FA863CA055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EC0B1F-FBCC-D447-8E72-7F43B18F126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657BFA-B991-E474-2B06-FF7AFE45925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EB17DE-1DD5-CA3D-0832-AF85B5403F5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9D807-9AA5-30D4-CC36-C5496B093DB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19B984-EF7B-C836-08DE-9FC3F9D0856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ED06F-0E1F-FEA0-25D1-97FBF60546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9ED8C-8310-3ECA-3B17-A0D94F3E824C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EEE3B1-F06E-02FC-2C4B-154553C37C6C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0C0BB9-9ADD-0120-936B-5AD8C4ADF4C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AA86E6-B231-AB19-4496-D489924519E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39FCAF-1F5B-5C46-D3A1-4045B2C916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714A80-536C-4D24-F955-DBD1E95635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D868F3-321B-1DDE-6491-BD50C3E7F80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89F3B2-A0E0-EDB3-B345-7876F32A1101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30205C-003C-2BDD-A00B-0940348750D6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0AE816-868F-F5EF-5F34-EE2454C44CF8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07B192-8C87-B3EA-B7D1-2FB271807346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12926-8BEF-45A0-98A4-6CCB9F413EC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6AB1F6-D935-428A-14C7-CF0C0BB6DA8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6837B7-4241-BE17-820B-B645FD47E7CE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369397-1B71-15AD-4916-6C3B397773D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D49725-A8A8-D957-ADD9-462CB930059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014CC4-7D4F-7E4F-838E-3C9C4AD5E23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98DC10-4292-7198-0A2B-2BD4106C2D2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1E22BB-E5DE-505E-97B2-5088C1A16CC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268177-8F2D-49AD-9657-9881DF0797C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01210B-E929-1D05-79A0-9EC198AA4CD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511B42-D05E-D2DD-0192-09CDE70E879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A55EC6-8367-0B09-2E2E-49620DFCAF9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4EC48D-72D5-235F-5FA9-9A7C51316A0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391788-A60A-CE18-D322-5C77574467A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8841F5-63E2-C50B-023D-CE8EE5FA988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3243D5-F020-9114-2DD4-2641F637B80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4F58C6-147B-2F5E-D172-310CE75D2F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A101D0-D5F3-F9A9-C1FE-BC17C7FF7FC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806549-3437-94F6-7639-26821F092C5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368DBF-FAA3-DB10-E1D6-5954F61282C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C6231-6123-9387-5AD3-A7C5403173F0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B2A41C-B7CF-54A5-D476-90F96CC51E4E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11D019-54D5-5501-6664-CDFE6D5B8C53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243FDC-DCBB-1476-CB6B-7310588E18D5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DCF73C-544C-82B1-2711-99BB779D7D4A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2D9214-1000-CD79-B0E2-79029A31E867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AA44F8-FBD2-CCBA-40C8-3CC8FA024B6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93FF89-0BAF-311E-5D36-10C6D35DA5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D5E881-861E-1976-3CBF-1506B0B94CE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966BA6-8910-0D0A-7687-3725F76356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00884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B198-05C2-2E75-1E3F-91157527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8E1550-41A1-AB56-BC4C-8F3754F38F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lower right block.</a:t>
            </a:r>
          </a:p>
          <a:p>
            <a:r>
              <a:rPr lang="en-US" dirty="0"/>
              <a:t>Last possible 9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52D3DA-CA4B-538E-DD96-8EF731E3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662781-3768-BAEF-5ADC-BC82050AA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D2BE5B-C5B1-2590-1F5C-E0D4EA6A4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E6DB81-7B8A-3903-DED8-586AD19D75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32FAE8-DA03-207F-AE05-16000B8E4BF9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82CF2-A3C0-A50D-9C31-5BE7D166F6DD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B0B71-2E3B-B5CD-F5F2-B16DB5671D4F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364FD-BB73-29C1-D537-22D34FE9D2D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38EEC-AC0C-C22F-2859-8E27FA57DEC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FD5BB-CB52-9045-22A4-090D3A7C8A9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88885-CEDB-D362-6AED-4777E181879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768E7-7063-A400-C2A5-5097D42351A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663CAA-C2EB-4450-1BF2-0A1F8E50A36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8C9C7-91C7-7B7D-0A07-619B0557733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8D61EE-AB51-C6EE-091C-E6D9E2D4AB3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D8EC97-66F7-B853-09BD-9F742E8FFBDF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9D7B5D-8039-6733-7C74-7DEBF64323C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27D5F6-862F-EC98-AB34-6350A332F3E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67AEC3-1670-0169-6716-5290550AE1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8DD1FF-ACE1-D302-0A68-AE8AF6E061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7D0578-3FF0-5D1E-BF40-79346A98E7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C0D305-F405-5A35-7B54-9A6EA206C0C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5EC64D-8266-CCAD-CC24-9CEAA656EDB7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662963-E566-5156-379A-EE487AE8B66B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9B55EB-311B-8F18-0119-126D7889FAE2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33BDE5-0485-96BB-35F0-065EDC14225C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86B901-C07F-B5CA-22E1-5AAA6CCD09F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91AB53-D5C0-71FA-0201-F3F6CF3B314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43843C-1E00-29EC-F8C6-DE6DFC13F113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51C56A-7338-4584-BE4D-1BD39756B44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734E64-EDD8-088B-3274-61A31004CAF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41B0AF-4401-C97F-4B07-748471FE655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3FF388-1062-7414-1233-C3E1CC314D1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5F9DBF-C5E7-4ABD-B2B0-6B4D864187D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A2967C-C5FB-C834-3837-8881F5DD8EA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D458C6-2B93-8189-F6B2-56BC680294F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C5F121-E02E-03A5-0AA0-F4C6BE1BE1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8D08B2-100F-FA59-E818-34E6981EF94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18B701-390A-DEB6-7711-5B1B61EAAE2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6344A0-4E21-72EC-566D-307B37F27D9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0A412F-084C-A7C3-57CD-EA9D8BB9C16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CA3666-579F-17DE-25AC-ED4D61A5C78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BBE547-BAF2-DB00-BC50-08C0FEA1478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4CE62-0375-96E6-B74B-470AAE6D92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B22ADF-A33C-6120-24D2-2E3F2E8808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85EA21-1B62-3777-61FB-651C079EF6B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CF822-F978-BF31-4DA7-9390C14E8F36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1D231-7AF2-3509-A012-6E3B18157CD2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DDF2A4-C706-153C-48F1-CC4886A8171A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077EA8-CD5E-DE07-37C8-4646F899F025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E17041-D87B-299A-A198-7D73786635B1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B84326-4843-4614-4B49-B96FDC6AD3E0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57849D-1F68-9896-6D64-0E62292B82A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A0838F-ABA3-3405-4BE8-82CD4B5E43E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79D063-D9C1-1295-C648-BDEBCE4CD51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FA5A06-BD00-491A-D25C-8CDD19E9817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7B43A4-9DDF-3A06-0D9C-F7DD5E1770C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4C90C0-B3F4-6000-1390-F40CD000B5C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42179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9DEC-C2AC-9B5C-9FF1-91D50059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A8A0E9-4795-9A3D-BC9A-B9DC476B86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last possible 9 in lower central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FDE57C-A83B-4B33-1E44-178FBE327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81802E-A236-0B4D-1251-08A4D8E74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6FA3DC-E86C-7E99-7588-4752D7E55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14AE72-E557-E48E-D94C-E0F51160A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9D18E5-5103-6DAE-29CF-54C139797E6E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D14A2-761B-6785-3E89-6B335B69F758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2EC60-12AF-8D0C-105F-612AD6FB60B5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F06B4-6C9F-AF5C-EDF4-25383ECD7C6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12AE5-C329-1EE1-4FDF-ECBC0B793ED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065DC5-2183-48BF-D73F-D35FF07A939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193882-0826-902C-7E1E-39687A0BF57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EE4928-0D82-599D-B999-ADF0D47D936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A27F8E-4098-5022-F247-5026DDA4AC2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41C5B-C483-1C46-5F54-5A4D5D86B1F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671B3B-D361-731E-4197-9A293E1DFAA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FE3355-72EB-FEC2-AEC4-070F4CF17203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E71251-1C26-F10F-D7FB-F2832DBA872C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798875-B656-32BB-9D3E-390A593D314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57820D-6585-AA0B-B3C3-5F23E70230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FEFBF7-016D-54DF-CA0C-8A2ADA12E0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4CC6E-4A70-8737-096D-D3614F0A67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EB9687-C6F7-2560-034A-4C5DFC2B72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CE4C95-7F24-97AA-6A21-339580E43EAC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24B8E4-D337-EE8C-2151-EC7E76CE5C1D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213CB5-E304-4FFB-8936-5B71BEEECA31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7BDEFF-2BB0-DBDD-1363-1DE180C207B8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D4AFBF-114E-EDA6-B3F9-7F409AD313E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E8F2A7-391B-4303-3719-85931743E26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215C24-C02A-3C7B-1241-20A5BF8C5A55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132AD7-D780-209D-F520-D1757EEBF41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936472-583D-21A7-3A81-3A4FE5D2117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93F427-22EE-6064-67EA-6C8D418A0A6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1CC186-1A6E-D603-2737-2E2C31511C2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4570BE-119E-1C1A-6170-FAC176CEEB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08BD3A-C59C-367A-6220-FE4D60ED9B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B2F2C3-8A6C-A822-EC23-328EC4DF462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AF1FE2-52C5-14FE-8223-F79CFC824CA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A3455-B140-88CA-4C4C-41C244077DD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506BF9-3197-B678-0FA6-436428ABC6B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810E10-A1F8-9B95-8D9A-FFED71F1E39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7A97FB-1ADF-FEBD-11BB-684FEB9EA4D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F4EFC1-4C7C-E281-C26F-FB759A0E192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BE406E-80F6-D070-EC37-FB91A4AB152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93A14C-5162-6937-8BCF-8E35D90015B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16481C-A5E6-C63E-A542-74531EC46F3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DB9B1-A487-B9E9-7952-66D9FE3FEFE2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0114D-75ED-E4FC-429C-D2423BB3EAEE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EC2B15-735B-D695-76B1-B81D5B146609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1E7EB7-7EC1-F4BB-EB7F-1EA19E52FAF1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FB6324-AFD7-39B6-E3C9-BB45A4F77E7B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200413-EC17-7629-5288-A656D860D44A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584D52-AA57-4EA8-D86E-BD0AC0FCB62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B9905C-3525-83E8-B376-9E2B2025446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D90AB9-A44C-6250-3566-C398496EE69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D65C01-1BAC-9C69-F658-2ED9DF18653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519BBC-EB5B-9408-5929-03DD37C0DD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1EC306-0191-EC33-59F7-5EA439134B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D9657C-4D2C-815B-CAAB-2ACEDC83CC1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77997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C4A2-E767-122C-D559-A2B66173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EB76B3-B7B9-5A82-FB0F-BC58BC7317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1 and 9. Note that one will have 5 in Row 3, and the other will have 5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230BD5-C96B-9F80-3260-3C5011B96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CAF5DCB-6287-0116-DE88-923EB0918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3E9AC5-2A7F-1EB3-3AF2-F4CFC3C8A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C0DB9EB-5E0A-168E-4BC1-9F3C9864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9EC9E-93BE-3CDB-993B-E5F1440657D1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E549B-EA81-E601-A345-C630D469D50C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FB23E-8903-F3D0-F4A7-02059D7C233E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CF78D-B6BD-629A-0A26-4CF94860FE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75089B-1A45-8F15-A600-6D7B2DAEA4B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C708C-00D1-DCB9-4034-D3093A1464B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2BA40-F4B7-02AB-E696-9B7EA12AF8A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9DE94E-F33A-F79F-8FF3-F7AA0AEAD0B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A00E2A-EC65-DC65-176E-6A71330DFAD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256196-A08F-9749-181A-43C090FA12D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522E71-6BDE-0C90-FF02-869F075BCEA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8B425C-A5D7-21DF-0693-4F3EED10066A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F10FD7-6F86-3224-2F43-A5B027C9EC82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36086-F7E4-3D14-4385-5865A4267C3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FB0E0F-548A-06A6-312F-E97C181CB3D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E5D49A-D0BF-C883-8EC6-9783554293E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7FACDC-B73E-FD6F-BD97-2B5591A042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13EA23-EBB2-4A5A-3E99-52FDAD3D09B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DEF489-4CF9-C472-FE41-EDECF8A78FE4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1F6621-C5FF-C058-4DCA-E704B295AFB6}"/>
              </a:ext>
            </a:extLst>
          </p:cNvPr>
          <p:cNvSpPr txBox="1"/>
          <p:nvPr/>
        </p:nvSpPr>
        <p:spPr>
          <a:xfrm>
            <a:off x="7157158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69338E-FB7E-26DE-D95F-6F1F02B9BB31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76DAC0-2E10-FC84-6963-7E1ECDCED113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6276DF-3D35-D6BB-3B15-F20905E12D4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B387CD-3FF2-44C5-BECE-D1B450B9F1C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6E9A79-7A41-8FA4-BC54-B92297DFC409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9BD32C-B593-6D56-4C56-BEDC63BF831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DFA289-CD0D-758C-4431-78B579F8958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E6CE9F-B1EE-7746-A6A9-9B1FE604DFE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F32800-C6B7-87CE-018E-F11BBE3770C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36CC31-016E-E415-CC6E-F4525EE5F87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6061AD-7CAF-9028-330C-B41C44D2EAC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E193B9-F4F8-4835-31EA-89F6531DBB7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32E0A0-85BD-2F2B-E3C9-7CB45ED06B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C47DA5-CAF0-A286-8B80-863A897AB0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E61206-2CFB-00B3-85AC-789E33BBC99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6B282D-96AA-33E3-E70C-3216C04E119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D10591-E76B-27DA-0CDA-69B6920A87B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57D0C9-01ED-9AAB-FA88-ED02939F5A2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BFF82A-A225-DE58-6AD4-92C11C0F90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624B82-A997-6766-4A32-ADF8FFCD7A6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2A5DE4-2615-EF44-366C-6E18748F935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0156F-06BD-D0B1-86F7-DDB2F75852CB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CF1B6-41D4-60A7-C002-4D0BF87B2CE2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A4A3C-37C2-91A3-D76E-664770B01387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9E84AE-3B71-1163-EE84-BBFBA086EE5A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3DACC9-EBFA-CC30-549E-BD4C202E92AD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E105C7-6992-09E6-66F3-D59699FB1720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6A352A-1D03-3D38-1C23-EDD82E4BFE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C26885-7AB7-0504-FF00-D25B94D0D26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AC1711-77CD-8074-AE32-64DB56A5D91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3E97DF-4C08-E555-18FA-64DAEB68F94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67334E-BACE-16EF-3A6E-D056DDB8BB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858C9C-F12F-61E7-6D17-1DA58E856C3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3D56D4-35F0-9701-F7CD-9B52F9C331C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DFABD5-878D-BB26-A6D1-E0FE5D1CBD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1E28E8-55F0-4664-D702-6C3B94EB16D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6AA06B-5F92-CDD0-A133-FEF7CCAA283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E68115-A74F-A752-1C7B-3DD36199B8B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E226BF-6227-5D98-D110-E046D8BB95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BD0F63-E4C2-6BFE-0AA6-F3A42DBF1C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6B7031-D65F-63BA-2ADD-546E96B2357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75ED59-1AFB-BE79-088C-66FA6E1A0B4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B6F792-F522-2D8C-C28D-4519062D9D3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AD389E-3BB9-ABBA-5631-28556E5CA81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99021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A49B1-98FD-5F76-7533-B6E3DCDC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99160D-0991-19D6-6A38-11005071CB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45539F-3CF5-6E9E-C5DB-BBDBA702F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38053F-5C08-BCE5-7CAB-029BDA589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FE3712-3BE8-0964-0A61-0EBFA747F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E8E34F-B753-00CB-3626-EDF8C147A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ECBBA1-AB77-92FF-3469-089DC837A113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DC460-8269-3059-89B3-020E4475AB3F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DDAF88-D29C-D970-2B13-7F8418367EE4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A6020-FAC8-44F7-BBC6-4C796DB2A36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26A3F-312F-9324-0E49-54C025BD037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9B776-8D41-3766-0148-9DBBBB76553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E247A3-D1ED-F797-BF6C-1857C1AFEEF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D4B90E-6B41-A810-E217-83B0C9453C6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DF7852-BAC8-D9D1-F638-74419D40666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6B112-F98E-EA95-E294-06BE29434B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8D6F18-AECF-6253-2665-E269B229D00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1EA926-1500-04BA-DBF7-3BE74F769F1C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58B983-D6E3-7F74-7407-F3268ED40D2A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80E1D-DC97-E0FF-1E07-4109BA6BF18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EA639C-6331-DA97-99E2-F153F8B82D4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17068-B355-EFF5-BA1E-E4494C585A2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4B28AA-F9DC-32E6-F980-D548895B22C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CC036B-756A-4E9C-CA09-DD731AD861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F9CE62-09F8-65D5-C830-708E1F0D9DB7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6D4C0E-685B-553A-89B8-5FB96F950192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729F07-C040-FD4B-40CF-DEE29B3E114F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14F0D8-3562-A5B8-EC4F-E0F6AC5CDE3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EECFD2-8E59-45F9-DFE4-30FA3C9F575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5DB062-534C-CE1F-B2A8-C0993BB981F0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24A317-61B6-DF11-F7FB-5EF466151B9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6D396A-D270-0CB2-3422-70E4431D4D0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023C69-26E8-757E-E47D-0B13D5D772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173D6D-6F3F-807C-972E-D59CC58FC7C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B9824B-875A-552E-CAFA-E290A9F7225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3BF21E-3B07-826F-D0D7-C834CDC9D49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7BAE67-4D3F-1F5E-FBFD-02DE74FCF20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B2E4E7-BBA3-73C2-A0C1-27CD05C786B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F89158-9275-ADDE-2FE4-6A0F09E13EE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CFC549-F629-C176-38F7-D19D3B5A4B3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13850D-90AE-FEB0-8781-6D0CE567542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FA7327-F111-7A4E-0808-7D038A5E264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83BC60-640E-B901-D04E-0F96ECC6951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FADF04-4AC7-D99C-3EA6-394839E4B34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74CF91-B67F-6A0A-8769-AEBB3EC64B4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80EAED-5712-D960-8CC0-871B27508F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F078F4-DA54-2E37-584A-ACA8A139DDF2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5191E-A56D-ABD8-0528-9003DC6B09F4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EB1F6-68D9-E786-218F-488F3DCE3180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C2BBDE-11D8-62E8-BDC7-90E866871E93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04763D-F9EA-EE41-19C4-70D2851E8700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6A6626-B2FA-4DBC-28DC-D0E5D5FA027B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DD2958-A6AF-3E8C-CA9E-FDDE87A965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0E7297-2163-994D-92EA-C11E3A17700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111DDF-DD90-F17A-3F5D-AC999C9942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C0C008-B58A-DCE6-E031-EC96500818C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C730F0-4342-4D54-82A0-0A87505DAD7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FCAD28-5385-54C7-D996-BC1EF86D1E0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0089CC-456C-6324-CF1E-1828287E7C2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A50958-3C63-C2AF-879E-3F638DDD002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715FCA-1AEB-ACD2-9D8B-ED08DD8987A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3BAAA0-BEE0-8CE2-4D79-FF6FF2FD32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C2F4E2-3956-3DD3-AD81-EA00AB6FFA8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8AE14A-23C5-D4C3-5E90-D270B799105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ABFFB-C02A-AB6E-E7E6-CB1641AF6A8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85C3AD-9135-413B-8597-DBD2F7D790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35352B-5F2E-6D0A-CB87-A9B80AEBE72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9DCA55-6B02-BCB4-365C-38610268836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157BEC-E349-4025-9477-F613FFF8D4A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8E7C0C-0F2E-7A94-D78A-283FF7593B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5723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2FE9A-93FF-1730-3BEA-8907151F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236E87-17A1-BDDD-6AD4-8B112909E6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5D9CB0-25F7-67F8-B2CD-8F1C98EAE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A538F2-231F-81B6-7FBB-857D202F1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327A01-0EAC-C5E1-68EF-CB987A2A3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21D674-237C-C748-69F3-A94E1F230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D7B2CD-1F6E-7DFE-D30D-80DBA41C3151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A14C7-7E94-B92B-4C40-70180AA585F0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73063-69FD-195E-A067-4D60A705CA5B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7B023B-A701-66BA-74E4-218F9CD2D90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AD878-9082-B6FB-5A66-71C0ADF1A43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0414A5-1C3C-1700-F0E3-F0E99002267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4D5A4-631D-99B4-ED03-243580BD14D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45F8F-1D09-4B81-6334-205C661329E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2584E6-116E-7AC9-F02A-7A1BCAE21D2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6484B4-7AD9-29ED-8C8E-A84E227E5B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0B8CC0-38A2-B4CC-22FF-54F160E3966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E4A941-0A85-D101-3018-F605DD78BEB1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BCA99F-1F7D-A66F-8986-CB20DDC589E8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F6BFA5-D416-9546-24BF-B3F50F2133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20C6D6-9AEF-ED82-C73E-B54A86AF8BE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0AE5F5-0E8E-7288-2EC1-9F3E7C23A3B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E155D8-E6DB-6B0E-09A4-60CDB1D833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6CEE04-9202-DD20-ADCB-FE76DA60EF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C6C157-10AA-DC01-FA66-0B99413A1205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7AEF45-8E70-9478-A364-0E768DCC8D85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F18126-A10F-0687-9C98-1820244F9E83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C3932D-61FD-6911-57A3-AFC8716D8DA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4BEE32-E8D1-6B7D-8B37-E07D5DAB59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9F681A-F34C-81A4-47FC-93D2243A72BD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DDB905-FB4A-B419-628D-0C223D720BB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AD14F6-71DA-56E9-634D-B582B1E3C65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EC29ED-51C3-45B3-0CFD-8853E56B4D6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8127EC-A4DD-1C03-C02B-24665A9F868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44C538-BFDC-EA93-5CE2-36C07792FDE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6D541C-6823-851D-AA35-508A1E07987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5F3DA5-4066-D526-860E-701DB424BA6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6CE556-B430-80AB-05B8-34E2ED0C117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01F118-F584-1CF3-9581-2F348FAD91A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E928ED-E379-1F57-054B-16F490785D8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66D37-5B10-BDF2-D8A2-3A85E773C85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FBA2A2-5CE1-6133-5081-6DF493AB73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D46472-89A0-DF9F-C532-1B81AC134B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1632D8-8B1E-5D0B-AAA5-D0A4AA03108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B521AC-5DAF-C60C-10E3-B939191C32B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325494-CEFC-2588-3057-09FBA6FC9A1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9ABE3-43A3-2C32-E060-6FF96DFB4E5D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D7D17-BA94-061F-498F-0AFC3D30D005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5ABA0F-04E0-898D-21FE-5C6F778B0555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946DB9-F70C-1739-6F00-B811D3C01CB3}"/>
              </a:ext>
            </a:extLst>
          </p:cNvPr>
          <p:cNvSpPr txBox="1"/>
          <p:nvPr/>
        </p:nvSpPr>
        <p:spPr>
          <a:xfrm>
            <a:off x="6152446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0E6AA7-B128-917D-D592-A9A24E41624A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A66DCB-3E4D-ED75-AB2A-362F603AB1CE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2A07D3-86D9-1A69-193F-08AF658EED2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472549-2110-FAC6-FE3F-C5DEBBC1537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843E7B-FA4B-2FE4-EC20-AA192E7BC91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B18F0AC-E3F6-2E21-F57E-BB46361BF42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4B6B4A-096E-12F6-F858-67B0EF2EF4D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C14D51-6F7B-5BCF-5408-520FF11F679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42A8A0-0AD9-5B8A-2E46-294FBD8ABC5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21E130-881B-BCBB-26B4-10DBC94C9FD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95177D-CCE4-3D81-BB9B-F3AF8C0F1B8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EEF5F3-6073-DF6A-67D8-8BA75D0A936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CB3804-164A-F454-8058-958E262A1A6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21A469-21C4-60AF-098C-A7039EFB3A8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B3A166-0231-869F-A65E-47DE17638EC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8D3BC8-D1FB-A9C2-81CE-5704059E2EA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5772E2-3890-EAF5-8B75-A0826418FE6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03353A-FB75-9708-9FA9-6637B1F200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5A8B3C-C234-7C40-877C-8B5D6DC2C70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51726B-6133-732D-07EF-3DA74FD26B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61364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4A08-951B-8DC8-66B2-D86747F6B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57AB5C-B355-5B88-4C06-2897A6C39E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7, there must be an 8 in the circle because there’s a 7 on the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01B7E5-B586-029D-F009-A91C3D55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159B2D-7E7B-14B2-B145-422E70261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E5003C-60C4-DB7D-1C13-5F7753276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A3219C-1B5C-CF15-9A1A-F7B5D401F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BD4E5E-48F3-E8D0-5126-F07A87DB7B2C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3F3F7-882B-657D-D0D7-85406FEFBBCB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B9A98-8F21-30A9-7145-AC1F80822D94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34523-0F24-8003-7216-2DE46CED59E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2FEF3-4A89-1AB4-8C2E-5E35833088D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1E649D-84D2-234B-3705-A36D555A28E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941DDD-A2BF-98DD-35F8-58044B5454C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18D9CC-DD05-B393-BF02-E79E26D7245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D1E6D-03C9-B5AC-B027-BABCBB93639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C3B99D-9640-6B5F-7716-A9E6F652F60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B6771A-BB3A-7DD5-C4CB-84CC0AF9EED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6C86E7-9658-04E5-475D-10036FD9402A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1E3075-17E1-4856-9C16-93436801BCFE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FFC2F-D9D1-08BE-0F97-FCEDD0D6479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7EBFC0-3767-93FE-1FA2-7183C800AA5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6B87BE-03CC-4E02-DA42-DC78C9824CF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0BC5E2-6B4B-90EE-2354-93A555F66A8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747B25-6F0F-FDAA-5BA3-619592BB6E3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0080B3-187C-63DB-C12E-E1BDED514E5B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643014-2E54-2965-863E-123D6B89E93A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59F0C0-452E-C9C6-4584-4F2EDE1B836B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8EE7A6-065A-FDBD-F73E-CC522BB5C09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087E5B-86A7-A67D-312A-EDD88F3794A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A5ABA1-6A75-8E07-B77E-45FA54630F9A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0C6E6A-60FC-627E-81EA-8919E58E9AE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BDBA12-F70E-C3C4-AF4E-6EDC829F576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8C2426-AD24-2B1F-0B16-A2B8869946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9B0F38-5A0D-AD77-D898-1DFF6D142CF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37C97C-16BA-6490-BD0B-2BAAB6D190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58601D-E80C-B6B5-4E52-1F74FEFCCE3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821542-B049-9FB7-A77A-CB6CB347D29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CB1C3E-2A09-B490-C76B-ED3394A2FEF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098391-F647-69BA-DBE4-5F9AA8AC993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6E7C1C-8C06-5976-6400-6B4C523F0C2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017920-4194-A093-A770-B53A99765E4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1A75BE-5DAF-891A-B17A-5959BA3441B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EBDE01-F1DB-487D-3093-0B5D2CDCE02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1D9957-532D-D4F5-60E9-D6AD1676C94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BF200B-EC78-CFA3-42F7-931098A355D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5AE89E-6899-7788-3A2B-28A6CE94769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1E0A18-EFBF-908E-E12E-24BEA38DD10F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0F9D7-FFC4-4DEB-31E2-695227E740AA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8047B1-FC2E-E5DF-6D6D-2A3A08FA4B8E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6C0E74-E58A-7612-6BD4-8480F28429E3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D5AE33-CB7F-0F06-9B00-75E8AA03650B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4030A8-A951-C7D0-89CC-487982048C2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4CE10E-4CDE-D7D7-479D-882BD805576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00CEC8-FD4F-9C98-CC0B-AFB631F4364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F6EABB-A6C9-6C3A-C630-100804EB93B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59A4BE-AA38-E0AF-CB21-F8ADCA852BD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058655-6234-0EEB-CF56-D598AA6EB14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E552AD-1CBB-6CAB-97C8-8833B888D45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F3A0C0-A104-944C-29D8-E6278F789A2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3AB402-F6BE-03C9-D880-767653E7EFD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25024C-E8A2-DFEF-361E-D6F7086636D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BA875A-D59B-0C3E-4838-B918FD05182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BBE096-43D7-612D-CB9B-679312717DF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36E905-8770-AAEB-3E58-560972D7D1E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CF3167-A811-ED8B-FC7D-AF06874BF83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570C0B-C3B8-ADAF-3CB0-A4C479BA3A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A8E2D9-0CDC-AE52-685D-9CE3BFFD0D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48B94DC-F64D-8803-DA74-4FDE86BA492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C702F0-98D1-E64D-B507-2136875849D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30358A-62CC-2C5B-DEBF-4C0BD2180F5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8894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33735-788B-DF74-953A-88E9CEE5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A9BF52-81B9-E350-66EA-3DFF211B2A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9CD54C-0340-EDF5-4D05-029EE0660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B3883B-50C6-3F45-423D-8C0FEFC56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3CEEB3-C88F-CF13-88FB-ED8614037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05A638-DEC2-D37D-2DA7-53D590B2A7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FBECD1-638C-6781-1FF3-3B6A52E41CA3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FF2134-3AEA-4C7C-93BB-61D41CB21823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2B994-6EDD-7B0E-0713-636440B3C768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3F764-8CDD-D4B9-0317-8AA58E65234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94334-551D-0354-7106-5C5F2F25D2B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69C909-CFA5-A2B3-5E71-233D93A2D17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4D6143-3800-7822-D019-CC48A2C323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F4E008-6A3D-B22C-1C41-E544F5865C0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4B2992-C369-94DE-2D75-8D79EB5C31D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8FBA1-D49B-C19A-57A1-E351AF1EFF6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C58F91-540C-02B8-0CF8-B9D57E2FF64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59FB44-6995-A00F-39F6-9E365A350B38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6B828-CAF1-FEE7-58B8-D7C0032F9F3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96182-DA4A-243F-4450-20790D167FC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2394F-D5FE-86BF-54D8-AB1D76C6C08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8F8B5B-851E-8EA2-EA5B-F12D6A30E2C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FF42CF-AAB2-F1DA-7273-806E802865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B4D56A-0EF5-5C62-0F02-9C8A978937B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B12ECE-7A07-3960-D5B4-36FBE8E33F1A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56A765-C234-DD52-2661-2FC5593D9D8F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1D3CBB-E40F-D3AD-0EB8-5C219AFFAD19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DDF988-7679-933C-A647-E06B4A61AC1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93C23D-B762-0BE1-2986-2228D18D8D7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7F9008-E48D-09D4-C312-8493CF666E8F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90AF13-E7AE-9A26-0805-233BAB73A26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3DD9B5-F0EA-A175-F79B-908D9EB5ED7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8DC30D-9921-B937-FE24-DAF221DB158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D5B5F5-116F-42E8-432A-CDDFD288471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816720-E7C8-A7B7-317E-361DF6F6C3E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C928C-5AC5-6AE6-F4FC-834C59C6796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E5C1EB-57AB-DA89-C7A0-297D33075CE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B0A9FE-12BB-C283-D101-119DF07CB89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DC70F9-94EB-ED28-9E1E-5C0D57B4C1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4243B3-3978-4CFA-F3D5-F943A148751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EE7D32-EC9D-AF51-68E4-A5005D12A1C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B4CF88-0AA5-F9D1-D24F-AC3CA7F0C16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9FCC50-138B-3441-D6B1-D6A832A676A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80E83B-3E59-15FC-74EF-78280FA9517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161DE0-0350-02E8-0148-FC44AAAC421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1D8232-D5D3-2575-C1DA-55D51B31F09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53DB5-11BD-4570-A454-17D337614AFC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EEFCC-3F7A-08DB-528D-709BB604180E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C223D5-7375-DBC9-DF7A-AA32923988AD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346EB7-9E05-E633-28EF-3C6B8E11351E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503006-8263-043E-CD08-F2FD320DEA22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6FDE9B-72BC-FEA1-7AAD-300D053792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C505A3-4E59-3039-2132-884D0B844CB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2D6569-7D25-645F-90AB-1D230B3D6FF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027FF6-5AD3-19E4-7433-B55AF9902A0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6F4C33-0C7C-9D2E-6B94-F863F0D3D26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1E9457-0629-94BB-0218-7F97C022732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52C55A-EFBE-5D8E-5206-403D22A404B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F55E7C-77BD-264C-961E-0CB97E0CDA7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CB40FA-3E1D-DACD-E181-47C2E4DFE36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56BD44-B138-EE93-B228-DB01488AC99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0A4420-D54B-2090-8B13-52E1898CDDF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BF5DD7-23EA-0B10-E575-E6C1D8B39C2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8755CF-11D4-EF8E-E336-757972F7BDE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2A5E75-77FB-B391-0422-A748248ACA6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E9BB2A-D1EB-02E7-264A-FD57FEFCC14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399E6F-4947-7E35-784C-48CAFA95B77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F2AC83-1C39-8578-F9CB-5D23D2BBB11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5BF2C4-2978-0B30-0DB4-96A62365F86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494C6F-F8AD-27BA-7A99-49518ADE9C4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21498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BB55C-EE6D-7D5C-6AB9-73C2EF604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1ED5A8-E06B-F667-E93F-5E8AFA0AD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lower left block.</a:t>
            </a:r>
          </a:p>
          <a:p>
            <a:r>
              <a:rPr lang="en-US" dirty="0"/>
              <a:t>Then, after reduction, last possible 8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6D7FF1-5AEA-2D47-069A-4E51516E1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D5234D0-4258-DB5D-9283-953A172AA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05CC90-5519-1092-8B83-4B8CF7209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CE70DB-367D-C279-7103-F8168D466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7F2B0E-82D7-EFA9-9BD9-3150666C9F80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5AF1B-5B40-E9E8-F771-A09CE5A5E9BF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C6EAF-B425-6193-9680-C89DB25698B5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F45430-6F00-972E-F1D9-A249029B411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9CAE8-00DC-9313-2710-697C95898DB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0DEBEC-DBE2-FE40-CA86-FE2121F7335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0A1C2-A888-2BDC-5D3D-27E6F595818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5E45C7-0207-2825-9201-5784C974CD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DB03D-61FF-921A-BF8C-17EE0735379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532432-CB7E-9CF1-0D13-94F49016967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8B6AC-0141-CD34-8E7A-62F61670642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2468C4-1354-255A-9E37-80E1C06ECCA0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7F3BE1-7FC0-90B7-6060-C479660F8EC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4CF984-47C1-200F-F3AC-B7C05A9D7A4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D6EA53-1A8D-349D-6701-E59CF9C327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5D1447-37A2-CCC8-1F02-C49CF10DBD1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38AF13-A8F0-E8B5-E193-8FA5C7166D4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D4B316-7146-2B87-A754-8C697F057F5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DBF226-6E04-2422-B321-62DA4208E48E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BD9307-E062-8229-DF4A-71436AFAB30C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74CD09-2631-1231-1A97-61DE7C7DB1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FC089F-78AE-AB68-AB2E-602FB547D53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E8F9AC-6F5D-8EFE-9A31-DB186172FCCE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E8886D-5F24-402B-7640-C6614BC5931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E9F59E-277B-8FDF-400C-EE9ACC18F09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BB547D-46CE-AFB7-F089-7A6181C0E28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1F4838-3896-991A-2E80-39D6C93B41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6F7805-C199-BF60-33E7-140E5DF5076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574A2E-7037-9556-4C31-55ACF708929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1B49EC-B734-A7D5-AD8C-0A956A26C9A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C8AB83-E441-8B6D-A646-6FB40464197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E47DA8-8075-5772-93C6-CC7EF80CAE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A1022D-FF72-31C1-82B1-148F0A21284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B30F4E-305F-2D66-0B50-9DFAB1332C2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C6BAE9-FE8D-3AEF-A155-A04E39844E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6A35AB-67EF-AFF9-FAA0-A990DA54511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CDF63A-0085-A874-EBC6-0F50EE171F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D60A62-705C-A516-D758-69AE765DECA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3BAA4E-8995-3617-A9AC-B861EA50B4B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F0E21-BEDE-415D-B127-46CC3DDB3FE8}"/>
              </a:ext>
            </a:extLst>
          </p:cNvPr>
          <p:cNvSpPr txBox="1"/>
          <p:nvPr/>
        </p:nvSpPr>
        <p:spPr>
          <a:xfrm>
            <a:off x="3640666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9CF9B9-34BE-977F-BBF0-FFB763CD5A6B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2386CB-5AE4-ADF2-5558-B598D661217A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799AAC-75C3-0602-D684-4CC121202D73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ADCC34-9CAD-E0FF-9561-8EF6263633F6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B9E459-4C9E-4F70-6348-F0A31518914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30E0E1-A50B-D92D-2EE8-4740A8C0793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33C2F0-455E-4466-7F34-9361C4EC02F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740898-4758-FA03-C00F-EF62E3A559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F2D644-0494-900A-848B-D9EFA0D618E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CDAFFF-B51F-4597-7C2D-1B7DFEAD190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FC6967-EAB3-D600-B97E-40D9288DD72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E027A6-FB09-692C-3990-446854E08AE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3EEE44-3216-BD81-A5DC-63DDB45E5FC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5AB3F2-42C2-F1FC-DCDE-5320D1ED7EA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5A1D4A-D995-2E95-305C-A2355886A78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9F7830-22D6-276A-DEE5-F4376F0B610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F425C3-5C7E-8DBF-A12B-8BD3DFABF21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5B92BA-53A3-373E-CB6A-C0C5B287123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3F155E-D27E-A135-2A52-DE344A714D8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B5347B-0AFC-C6CD-F4E7-471F153FF83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E8DA19-1406-BA37-F82F-3AF5C234C2C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6C662-4C7D-F8F8-FB6E-5DBBD4A1E44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DE2C59-370E-876B-EB44-EE636D05789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5F6904-CDD7-1C71-D23B-6518E1B40DD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436B53-4D33-8DBD-4C2D-AA2BD8353A10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</p:spTree>
    <p:extLst>
      <p:ext uri="{BB962C8B-B14F-4D97-AF65-F5344CB8AC3E}">
        <p14:creationId xmlns:p14="http://schemas.microsoft.com/office/powerpoint/2010/main" val="281674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DBE4-8684-A652-9399-F29B0EF0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1EEBF9-B96E-5ADE-DB2A-B63A936C94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555770-0037-11BC-DB7E-AA572BC50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F0D5B9-E2AC-2372-0897-4752F8513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33F7A9-4AC0-C2CF-6D93-E5C587CDF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2CFF3D-7DA5-4199-A8A3-18CE6AFF9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C964E1-F51D-4C27-5118-C0D19A7F45FA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9F5B9-271C-5C3F-D2D1-501D53565603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11325-B832-6FD4-D910-767A41834078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824D9-5480-6FE7-4E51-ADE735A1E07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8E9E9-528E-5B86-430F-1AAAC0F5F77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75377F-6825-2BF8-5AF7-B0CE7C2164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187E6-E611-3450-10B7-C21EA3E895E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755971-F8AB-E731-39EC-C6C4F91DFB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5CC356-DDCD-75ED-E915-3247F162952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06FAD8-46EC-8072-1199-C4175B850B5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E6C59-9267-80F5-CF26-D1A727CEA6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4D788B-0F91-CA40-A525-FE9149A560EE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665195-AB75-4C4C-72CD-BBB92771B2F0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AE87F7-1D3B-1F56-D187-035F3C03AC7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3C6DB1-95C7-D92A-E48F-75E2729DF28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7CE732-4AE9-DC7A-7CCA-5B7DBF931C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627E16-FCBD-448C-9636-E34857C23A8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95C47B-EBF8-92F0-5357-B427DF3AE78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701067-AAA2-A4B3-B2DC-606E2ECC5195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5AD406-D6AB-CF1E-7DEA-54315AA1EDE3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6CAB46-5ADB-0681-2332-3CDD1811538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4B0F44-C57D-87A9-9271-1315C1D2A8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B74E38-77AB-27B9-B473-86888AB740E4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F74B31-84EF-BB1D-C968-ABE0A6E945F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F023A7-6662-FAD5-0C64-F5550975AB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10065D-937E-D7F8-F7EC-6595E02FA27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076FBB-F59B-6655-0DC3-9BD15489BB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9F45DD-BAE8-10FB-E959-71061C956DC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0B23B7-6BC9-7E34-A2A5-64696A8CEB8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3848A7-FECC-8641-2738-C2780E3CAF6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7C9779-037C-5643-4445-62A441EF54D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0044C7-7C5C-4285-65DE-5B79EF91AE1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2BB677-EF52-BD73-F5C0-531FFEA9F7B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1F65AD-BA92-D3DD-CDCE-EF229CE5F10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FCCB06-60C3-06C4-D482-D8147BFFFB6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FBED21-89EE-6D35-C753-A5D2C2E2804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294805-D6B3-E927-2C7C-90F1E9F4492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77E301-A222-ECDB-3732-1527551633D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BF2F86-E37F-A3AC-43EB-3680EE92BD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601A84-DB88-8173-AD48-0561C3121CC2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E39CF0-3331-CC3C-1A63-E88FBCA3355F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48E402-4568-A0F0-E09B-86DE6FBAEE22}"/>
              </a:ext>
            </a:extLst>
          </p:cNvPr>
          <p:cNvSpPr txBox="1"/>
          <p:nvPr/>
        </p:nvSpPr>
        <p:spPr>
          <a:xfrm>
            <a:off x="414302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A5AC8D-9D12-9B49-AECD-BBC62060D30F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E53725-16A7-F4A8-341F-73C52B81C8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5A8F00-095A-548A-8920-8FA3DF6559D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5C6B46-0B14-5DBF-5F9B-5E251A1569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3BC993-D4CA-8989-CB4C-800A5D7A5DC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883ECA-CE8B-9E96-F718-1B24F795496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34EBBD-9B77-0A31-0FC5-F46E4019C9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2C8A30-163F-5925-12B5-B5EE2EE5C20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5B5EBE-791C-08A7-3510-1BB1DA133D0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A12E8D-8FB2-6DAB-A3A7-B03BEDAD90F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5082DA-B3F8-C452-37A9-5FE007CFBE3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E21E-DEAD-571D-7720-8F676762F0A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0BF1BA-CD4F-637D-5632-254B516632C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73B00C-16A5-C848-7A52-B03ADD4C8BF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E2B039-2B5C-B375-B20B-608700E53F0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B0CC72-CA77-34B1-6E02-737EBD09F96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13C159-C99B-269B-BCD1-3C0F604EFF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5E448D-9EC0-D922-A03C-0E20B9715E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76D835-E339-739F-E4D2-7F9555ECD1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CB0C12-5236-26C4-6DD7-E624694691C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31E60F-B11F-9035-5948-0DEA37E9206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7DA9B0-9C21-CE37-A01E-331D49E70681}"/>
              </a:ext>
            </a:extLst>
          </p:cNvPr>
          <p:cNvSpPr txBox="1"/>
          <p:nvPr/>
        </p:nvSpPr>
        <p:spPr>
          <a:xfrm>
            <a:off x="5147734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EF0244-2AA3-8B2D-7E00-06064EB4F54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00164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CA52-9BA3-F466-74F7-A34509F0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8B0B85-7C35-A9F2-2B98-5DCCE45BE3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last possible 8 in upper left and lower center blocks.)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A3DD15-5553-C073-903F-913AD2C04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D090F7-B67B-AF91-9A81-634F6C86A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E41C10-5E60-13B4-A533-16F1DCE6D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9A8C77-C3E3-9497-0722-B8C86DD19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806478-DBD0-83DB-4F8F-D0319B6A18B6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49ABF-343E-7B74-63D4-D5BC54734C1F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21E01-B8D9-E51E-26E8-0058985EC30C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865C0F-003F-A0D1-788B-18658F58D21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E1D77-9F65-17CD-65E4-6E98399793B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E4B28-8D7A-327B-9670-658898F9795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4DF19-9C1C-C586-D98C-30425C97EDA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4D360-F17E-0818-4B53-5826383E206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16352-8DDE-91F3-E84C-82ACE12B903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E34006-2AD1-A138-69D7-D117A15BD6A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EDA6EB-71C6-7BBA-BB8E-63C62ED4DB8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272923-850B-0324-15C0-6B7A66F308D3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E79B78-261C-2EE8-EF68-0DB2B9174955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D283D0-0ACF-C485-059F-A2AAC448FE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4CB5CE-E912-D5F2-A374-19B8BD2B648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8CC12B-35CC-6F1C-BCCD-7A49E8BC696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C60EE-95A8-9785-C4B0-2742F33699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902241-0E71-DB38-D32C-5A00175CA02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CA795D-98CE-917A-CE4F-7E15EEBD893E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69478A-BB79-6B70-0F62-CF17EC1695DD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0614F9-6E72-4F03-B0FF-7CC2EE8CBE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DAFCB9-3DCF-22F7-71B1-50070C95AA8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373D38-1091-AF93-20D3-3648B525C508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4EC1C-5BC1-C123-4901-137948677D9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AE969B-DCA4-841A-028B-72B7C45D7E4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BD2BDD-B1D5-1DC3-66C4-DDCD35B2523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08C2C0-6E3B-1FF3-167D-4362000F76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ECC947-030F-EA26-91A8-6D6C31C833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A0A8E3-A19D-6FFE-E475-31F82DB3BF0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87D0E0-63E6-767E-E30A-F341AEC2F6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5C3E9D-FB24-2F25-DF49-8C0B4C5A118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A44865-F871-96D8-71F0-BD7072468C9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0CA8F8-E65E-B39D-712C-04B9A36A69A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314471-9785-EFD3-AF06-5B28696DEBB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5B6510-C3B0-F6C9-CE30-16899922A60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3611A2-00C9-3838-68BF-E2A5C509E3A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C6FB41-1E46-0EC3-3622-C788B116F0D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465FB8-809E-38D8-9F11-DCA817B455A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2AFA6B-74FA-6EFD-EBEE-2E723C8BA8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5ED22B-09AA-4C8E-01BA-500AA55AEE1C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B6D361-BEEF-2CDB-D3AA-EA79161DC7A2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183C47-4BCA-6B57-0F29-2D9DEE7C97DB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AA0E88-F8A0-A857-5680-CFD35F42BAE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315950-E25E-E78B-54D4-0376A48F73F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9EF894-9808-7F04-799F-115F40FB83C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14FC97-81D6-0AA1-A693-2349799A7C0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870F90-C0E8-8C24-3327-9CFCC30711F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AAB744-F3FB-90F4-A349-F2A44E1F2CF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7E505F-2670-806D-06A1-F71B4D9E951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65FE04-7F16-5441-32D3-0F7CBC255D5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276218-BAD8-DE3B-349E-39917C9FA92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3F05FE-95F5-3AD8-5566-54B0C8641AE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06D99F-B039-3BBB-A597-258CEC0926A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426AC3-C5C5-5436-EA65-A022180308E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77C258-712A-A242-91B8-37CFC2E0925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20C3BC-D653-42B4-E373-30D41A5A30B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52D45C-0479-8862-2BD5-0B5C3DEE243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6DAD6F9-D03D-3CF5-0F07-A51938306B1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3E6C00-C2CF-1C9E-508F-D5D8031CDC0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B293D3-BE21-0908-01EB-2014AB9310F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7F65F-20F5-C112-1B70-30C145C1FE9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E26839-6C11-1839-2FD2-36F42C19DF7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06C1D4-F821-5519-1917-ED4C03ECF51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2E447-83B7-DAD2-CC2E-88136A0EBF9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E7D23F-10BD-F421-1B8D-9E3ADB2D022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13411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65B1-40E8-1455-F250-D5A7AAA3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337983-0DCE-AEED-EE6A-CDDE0678AD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98B48D-F3C3-607C-C7C3-6A996DE31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15E5E8-B4E0-9122-BEDE-FD7A9337D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F85344-7A24-98BC-2321-89A71319D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C78038-1631-2010-2A12-BEDAB7C0E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346016-87AD-21E5-F48C-8D1FBD7C4CA3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7414E-E497-653B-042A-386D0B8AE63A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0FB2E-A0A0-E692-C4E6-51AF593999E9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CD6D8-8CE9-41FF-95A3-8CCA4E71E1C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D6FC7-1493-D0BD-F2CE-ABEF408D26F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5567A-14B1-BC95-B677-75C75BCB1B5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5339EE-D7BE-86FE-B56E-04EC482871E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251CE2-85DA-B10C-8001-D1EF2FA5CA9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03F809-1182-E4BE-685F-1B38709A96E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AA98BA-96C9-1CEE-002A-1B1FDA5BC77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6472C0-8F45-3013-3687-66ABE5713CA9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947FA5-425C-949D-1F04-4C51F682C85A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269D96-032C-2ABA-1115-7E2CA83BF9A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5C8BD3-F78E-C75C-4F29-49F41584C26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774137-55CC-D246-97AB-91DAF789D5D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9A2EED-E377-924E-3BC3-C50F5A122A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E4A60A-4E55-8C80-2C6A-A0665FE5346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1F3AF7-B62D-3D7D-ACEB-F67F7E8F2C32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4CB92B-D76A-CFE9-1DF4-35BE4E4E46B8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3B188D-FE7A-1937-B5D3-1BBA539831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B1F069-7338-E705-E972-F72E5F725B9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2D087B-875C-BFE1-850F-D65D4772BDC6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EED047-0BEF-7296-CC3D-8390237DF18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70CB9C-CEA4-3A92-4586-B092B2ECA69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3E2EC0-6F5B-80BA-5A8F-C14543319B3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12F2FC-1C61-FA29-8125-3E89D317C6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7680E8-1B5C-EF03-7B32-BD7F47E8AA7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1E6728-40B5-75B6-F1F2-378F53B2737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989FC4-D5F5-3A6A-AD4E-F9DC4773B00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881F0-76E5-AC84-EC53-53C06A1EB99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2D658A-F98F-35EE-E154-97B1B3AD816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B15FFA-8E8E-331C-124E-329DBE5A51B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F69DA-559E-9176-F9FE-2F177036F1D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E29DB6-364D-1723-DC72-4D2B7859DDE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4290B1-BA6C-A0AC-BD4C-6D77695115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3EA5A3-0C1A-88C2-53F4-581897ABDF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4C9C87-890C-E85A-4AFF-74EBC3EFB81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A9A2BC-FD14-9A7A-AC8A-E63A18F2B0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3F11B-BDEB-39E0-96FB-F4CC440CA86F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F59BC3-0D83-2BBD-24AD-B0FDF38AC099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E352CC-FFF4-3C6F-A611-AA3C307A2573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E39FB4-E9D9-762B-86CB-38479C21FA2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A7B6E7-D51D-253B-D3FA-B9A64BBFBD2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1EB503-E0D2-5344-D5C4-7D922358AD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A970D2-C1E9-303F-2565-6D82B4915F9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2A935B-C8A6-BCB6-69DA-D9D71ACAB96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E4BDB6-96E4-A2D2-0366-CEFED7BCB2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B6F0B7-F86E-0C55-9040-0E618943502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508FCC-BE90-F8E6-0634-D131A7C6CD9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7EA89C-8500-4583-F39C-359EBAAE914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0C3C39-0935-23BF-49E5-466071CFFE0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45F438-9358-00F8-BB66-A10952927AB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E8FF1E-AB41-47DB-9F1B-A3765287992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CB73FB-B955-5857-E653-05CCEBE1B33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359BC5-A658-CBC9-7E82-B60890CBE9E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AB7F63-5515-52F0-6EED-BE25D1C9B91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1ABA4D-BA2E-E6DF-D007-4ABAF74931C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476884-611F-71D4-2F31-689057B02F6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E04B60-9A5D-88E2-FBCB-93DA9C75F66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17FA04-89E5-B81C-DEF1-3CC18B5BAF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C2751C-B72B-555D-6438-3A07D02950B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B0F05C-8F15-49F1-D256-351596A69B6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D5C08-41A2-D66D-E349-3206073B0AA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0F7EB6-9444-F1A8-7728-726C53D11E8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0FC9BE-439F-3D85-5B84-1C9C4F33B10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09453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26A2-3C04-1461-DD37-4004F19D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DD2AC8-3602-D90F-483D-34EBF4085D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02EA4B-B5BA-4C5C-7BCE-9164D1768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4F99F1-4ABF-1FB5-F0C8-211D8ED93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B22B30-A950-6695-8390-04536CF6C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025354-96CB-1732-C49C-F2911968D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AA1322-B0CA-D0CD-2E6A-78A642CC46A0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415D8-73B4-084C-AFAA-E68B073D4DAE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FC8AF-5B74-C083-D0C0-256CFF72895E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79BD5-B397-3EEF-4907-A890DB65FB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B0D6B-DDA2-CF85-3D2A-66C3C05D292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AFD633-00A2-A0BD-F3A4-CB38081DCC4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EBA43E-6F7C-D593-4B33-2FBCBC6003D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C44932-C220-05AA-8600-88BCAB0B68D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9EA665-E55F-055F-2F92-5AC734BECF4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590640-E8A1-4A42-0549-495D7B73C86B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0585CA-25D1-D23D-0840-C925105BAE9B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B14104-1067-2CC2-31C3-ED60B44B12B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5E632E-F7A4-D41A-E935-3606AAE8D73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A3CEFB-085C-C90F-3436-7D21BFF187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66426-81B2-1927-2923-D50F39DE44F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F6E5E-BCE9-9A60-824A-6AD78328F5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C00CA8-D13B-72FF-9252-47D2DD74CEEB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A6244C-6020-8686-3F8C-DDFCE4091DCF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C9B861-1B30-CF35-124D-8BC5F24E0B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DD0FC0-4E2F-139A-F7AE-5B0EF0A10CC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98662B-006E-6384-9164-591886A970FB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C41597-6598-2C9E-2593-8FBEF75B5B3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F5F37A-D264-EC68-569E-CF1CB3A4D98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E3FE9F-5BFF-5667-A1B8-2B177322C5B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D5C1FB-762F-DF52-FC6C-B4818D96E6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F3001-4AD6-1B78-EFC1-77FD5B58595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B43606-7156-3AD2-D6AD-48B1C0F59E1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DC6BD9-7878-09DD-3EAA-D43ABFD011D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9BF6AC-089F-E437-E0CA-694A43A5EA7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A30558-ADAF-8604-3038-DE4ED35704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99807C-54AF-B867-F207-22480FEFB93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E70E73-5E0E-B0EA-FE76-C5426DC7EEB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878A9E-75FA-9522-AEA3-8229067ED47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FBB48C-F289-33E8-61BA-0BC900B7B79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63D2D1-2F75-F815-3434-247AF36AE8E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17345F-450C-0DBB-2C7E-F734503E7A8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0DF79D-43B0-84FB-75D9-7F258F1388B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46137-DADA-377C-382D-BC5DC0886CDE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7B841-CE3B-96F0-B7E8-28BDC08ACA24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911F75-854E-0D51-29DF-B53ED7403760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AB076E-C5FE-570F-71DE-114FF6A0D20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6623C6-DFA8-6ADA-EB12-293292F661D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6B3A0A-F7A8-0D54-0CF5-C2EA836ED1B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75C49E-DA99-22D6-99D7-F8DEC17C79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D382CD-D485-5398-A7E2-6D2838C87A6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4CA575-A5C1-4658-1718-4E61D11D6F3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4DC540-D5F9-01D8-1163-3A00C9298DA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6E1B9C-53DD-ECC2-C2F7-68AFF5DFBA6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3CB86C-6A8D-99AA-4AE3-CAF5C542C49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38684E-5CFD-37FD-4473-E0A75909F9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9592F3-FC8F-44C4-A301-3F462A06DD2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C5EB77-91E5-F70C-3624-BF3E8E51F53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F8B9F0-FC98-099E-72AB-66AB3202916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FEED62-EDA4-B5E7-70E5-19376A9A22E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CC9BE1-17CF-0738-5699-EADF855FA1B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D4B526-4422-E8F9-E9DE-0FB1CA206FD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3B29D5-D3EF-4378-73AD-9494D518E6B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1696E4-B60E-9E1C-973F-9D6C73014A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BBBB8E-A93F-9F9C-91C9-453A42815EE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442E75-0705-F564-28EC-345914B2A16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8A4561-3DDA-1E23-82EE-56D6A506495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FBCA0-3C9A-EA70-9570-57A9C4B26D4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C23644-A506-2ED0-FEDA-F37D7437D89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7C7A3F-9FB7-BEAC-4CF2-DF6625C9CB1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C52CD-C22C-19FE-0CBD-C5128D518A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124639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AAE99-A028-9623-6813-8FB724E6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5200F3-A9C2-472D-B482-A6D0A0EAFB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AD1A6B-0AB8-4BEA-3246-1C222EC10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CDAA10A-0E6D-AA3E-4B55-727BE6E4D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061215-C996-E725-E776-D51AFA905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A1E55B-33D1-4D7B-B8BB-FA1B3AA41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D0663E-E181-423A-AE27-B42601A6B2BE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83759-F558-48F1-3476-6FAA20AE2709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CD6B1-C8DE-F263-E7B5-60C565CDEB06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278D2-F169-9063-4F71-7F6929394BB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55D92-342D-D5DF-7316-28D3CE778B0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C012E-A1E2-E3D2-416D-E3C804AEACE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86A649-995A-CDEE-5E8C-8E66BEA926A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221BC8-18A8-5CA1-5A77-9A2E9D65987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D29CD3-B15D-12D9-F1AF-8AB21767C23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F9E891-B3C6-201C-ABE2-EBEC5FBF6FBB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AC6169-92AD-4BA5-07ED-C98964F1CFCE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5FF8CE-79A7-B4C0-4EDB-355A82DB0D7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1C6A38-044F-51A3-1EC9-DC8AF653239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850488-B7CA-E4A2-9B1C-7317B517555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2B29FE-3F15-C73B-8857-8A451FB8A1E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8D2DF0-1EBF-6F2F-4EE1-DEAFB61BA69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168CA8-2511-39AC-E47C-DD2F3C6CA669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FB217A-6D0C-3EB6-7199-31CA65CC6E85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1141F9-18A4-848F-372F-CBC0E26F0BE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FC96E7-23C5-7B68-B262-EA986D141B7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652EDF-CC66-0387-187B-E8DBE606341C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4CD2F9-7939-C423-064C-91E7F51D403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33B05B-46FA-DF85-0CD4-68DC73C36E1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059B2D-DB9A-10D0-1C0F-B10A52A9A5A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BC4531-808C-F6FD-E6D4-7925FD84445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E67635-18EA-C776-4BD0-09486028E22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ED6BB7-EDBC-A44E-D1E7-EA86483C7E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421166-8BB4-FED8-1618-0EA80470C48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0B0FA0-CDB2-3B38-ED5B-201296D6612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8DE0B9-A433-7EB8-193D-2E650B345DD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B88737-BFD0-46A6-5E9E-D8685DFB509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34C315-C0BB-A4EF-4187-E17108054BC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BF7217-6C1F-50D6-2F9D-9EFC3E9FE2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622F40-3795-C6EE-0355-BCDDD5721EC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F2217C-EDF2-5233-BA94-A069B1C562E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841E1C-EE80-1F5B-7D68-B8BFD0DF0C5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3311D4-75AF-A86F-6722-3DB19873D0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F84A2E-7684-86FE-E241-D7F16A1F3BAB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206047-456A-225E-6026-626B6F6935DE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80704E-B0AF-A692-2348-548EA78AD0DF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632C07-24E6-A70C-33BC-55AF43CA9D6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2DAE08-3032-FB7D-8F3F-BA74D3E5EEF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20F99B-A951-5236-D178-33E8D8D328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476913-561D-4FEF-EB34-6ABD8CDCE29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6C5FF3-2593-A318-54CB-2A0793C9E24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A33B5E-AA3C-4608-7933-10CE9E656F5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04F212-3D2E-903C-25FA-136F219DA6B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5FB9DA-12C1-08D8-5F87-0BFC1365275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838674-D5EB-A3FC-F5FF-F5F840CDB7B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D34131-CCDB-4BA1-DC00-958980CED78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AE2798-DDD8-9C75-4F1D-5B587F9DC27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765D5D-5356-4562-7186-1F3AE288C11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72C2C8-B8BD-DE7D-EFBE-B2B16CB5CA8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D1CBB1-89EF-0CA3-0105-870DD9D86A0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49332D-7B07-C1F9-1B95-BB84FB9248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1AED7F-8473-E96D-684F-3955B4ED45B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7B7F5A-4D5A-263F-CB0D-3698479C3F8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98AD95-6E2A-705C-29E7-0E24011C12B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280B36-FD46-C230-75B4-4C95D1EDFBD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619DE3-79D8-041A-F560-468CB9B9796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AB1677-A6CC-CF53-8E5C-F553D882AD1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5704D-E8CB-ACDE-5EDB-D0C1700D95B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CF420A-0BFF-046A-C86D-62293984752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A5C2B3-BC0C-547C-1F99-E0F9B77D8EF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A9D3D-AB42-3688-076D-A52DA69C1B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13142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6103-AA06-FD89-76BF-FD41EE23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A04F9E-B64D-416A-52E6-39790DBC1A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lower left block, 3 is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891890-FFBB-8736-B368-28D7BE35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56CBA4-02C6-4607-23BA-C73C898FA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1AB47A-9C5C-4481-8EE1-FF632BD58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D6428E-4E32-D729-C5C8-2E32F9D10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46918F-9C19-7A9F-AEAD-0F9CEEAF4984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1799C-61CE-4BEA-6879-2CBF87FFD7EC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F9DF7-CD29-B2AD-7838-5CC8471AFDD9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E422C-AC4B-42C3-51BB-A573FBE2A48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AB5795-C900-08B9-03B7-23C995A553E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AD53F-06DB-53C1-D5E7-FD6DBB35E5F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11C6DC-8532-E51F-7875-6BD6200F517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5FD5CC-8D6C-4128-C41D-2873F3F162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5CFB4C-27BA-CB4D-1872-36CA128AEDB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32584D-EFAF-CA55-04EE-B9807963CAA1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7065A2-373D-AA15-13C1-BE26516C6482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F32A2E-165E-A473-3EB4-4F83E8D1A92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3FFFF2-E32A-05ED-FE1D-B71B079C3A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9A3D8A-F73E-496E-DCB3-5B567DB5837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C04045-045D-87E4-86F2-0F6081D1521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106F2-A07D-F851-260C-786D9B755E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92F438-6220-E517-7C0A-ABC7278BE499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0E5123-7325-E3C5-0F8C-84D4818A04D7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A13AA6-5C3D-54B3-3B1D-9565EC8BAB7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6F8ED8-009C-FF0C-7A96-A6E8EA0A4A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BB4ED6-26EF-8522-A4FE-B1CE62204DDF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C02632-91BE-F3B7-65B0-D739AF5B5E0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7A7959-6BED-3085-35FE-3C61AA1B3A2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FB6943-6930-A421-1982-F67FC59EBBD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A2630A-C7D9-8220-1027-9759C01C794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818DA2-2ED2-B10F-7269-AE8B017F88F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DD2E7F-BBFE-3B95-6518-2C20B579839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8E44FA-5E5D-9D24-A8D6-AFF34C3BFDC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5D55B0-A100-F823-A3F9-1951552D31B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A700C5-3FE0-1F6A-07EE-6485B0CE796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8360DC-0E73-6B8C-940F-BA7A484287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C0C02-0314-C2D8-B512-D9037EBBC66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DE1AED-E5C9-59CE-4453-628B57F7D5D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9BDCCF-2AA0-B284-C413-EE6CBA986E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609FF9-BE01-392E-E184-EE7416ED9D7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B628D6-1D4F-1165-529F-EEC563D5395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C654AB-84B9-7404-956D-A2E46943E1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6D985-08D4-4041-44C4-206AC96FD0B3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C2586-6E43-C94C-97DC-ED207BA453F5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40EFC3-807E-19D3-60D6-185BABBCF2AC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9DD754-CFC3-69A9-026B-766F455B8C2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72FB2B-A155-39BF-F941-D1151FE0AA0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A02C55-C4F5-33A9-3D9D-F62460BD7CD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66E9E4-B464-3B7E-0F86-8487D026093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9727B7-21A8-6479-8EE0-452323C35E9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819EFD-5B38-46A2-9AF9-ED5E0B617A8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8FCD26-72CE-4AD1-597D-FC52A2FCBC6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026A52-C4B0-F99E-E9E3-0E51411D65C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55AE61-D0AD-26B5-04AD-8797C3E3189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5B5B130-0C3A-C9B6-20E0-7CDA7D5D64D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C50549-FD15-DA43-BBE1-FDCB2F8BF55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A593B7-564F-B1CA-C57B-4E1A7E1C8A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B460A11-5C39-3AD2-ED8C-58AC6C2DE33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2845C9-B777-5D66-41DC-7F7A64031E5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3EB529-875B-5DCA-99FE-0EA8089087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E115DE-C972-B699-FC62-F096EBEC15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C27D62-90C2-7866-32F4-653D785A1E8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BCB857-020C-C527-2C11-026EA65C89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05DF9E-8DCE-5CC9-B0A5-0E914C4387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9FFEAD-1DD1-E42F-D523-29052647869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A5C0D6-871E-14D0-8D7D-5B6B16FA645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FC83C-1A44-A16F-D7FA-E86BA7AAF10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2A481-542B-ECBE-3C2B-0A42DDECDAC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5DEDB6-C775-D850-0C9D-3FB55AD4E54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B9D52-6FF2-B75F-689F-6E96F03ECB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753558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B313-6822-318C-021A-1A6BE31B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87D5E9-3CEC-0BB3-65F4-B468A3B8B4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2 is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197F6B-1610-2F52-C481-927086EB4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E3D8D7-EE6F-B1C9-E2B8-05DB5A282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946B13-D003-B35B-ACDC-CFAE8F99B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E158CB-6E7A-A216-9344-CE7E70D5C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BA12EF-96E9-530E-8078-D77C5DD6940A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54267-F125-94B2-F2F3-1001AEB4CDFA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63854-2999-8DB9-5D93-59D81BDF287A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A2AD4-D593-294D-2EE8-D8B0DC97B98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52310B-96E7-118F-711B-0C9B0A7A4A4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D3655B-44D2-A7E3-9F3F-29CD1D8EDC8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A4B51-D18C-5C1E-70DC-CCF46602DF6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DE460-8AFD-A146-F29C-9CE156E4460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B487CB-D158-D195-B225-8A57314A34D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500AE4-912D-1580-D47F-67BFB3B8F3F5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33503A-D550-FB45-4061-E2DC92BDD421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A6B80-CD62-F52D-F59B-74FFC498BDF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FE4632-89A0-EE60-91B7-407E119E142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3E425C-15E3-3D02-5BD8-80707EDF802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C6CAB4-4A20-AAED-C5F4-63F1F601F9C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FA0D8C-7DB5-7B6E-F5D7-D79E5A38558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A0F53F-68EA-2A9F-41A7-6F67F209D1C8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72325D-3304-9BF2-24A0-8F2BF2EFC322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192FE9-666A-36EF-787A-C57F15731F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B510E7-6363-7782-4CEE-AC9FB76EE52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4FD7B8-65B0-14D2-60CC-9BDDC270D99D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BD616A-D922-0EA5-F680-D11DB36350D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D772C4-11AF-648F-B6D3-B4E618D707F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690B88-84F8-987F-DACE-6A73FA48FED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FEF3EB-9417-647C-BE41-6196424C1FE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718E41-8565-B6B0-E16B-9F97CE35246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7D6EBF-2B3C-CF46-4A59-2915B4BBD04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5954E4-9815-81A6-FC9A-06B2BDB146F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C810D2-830B-35B2-8B60-AEE94D110A9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762ACE-483E-2320-F59B-F309CF34F26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94B30D-8682-589E-08E4-5BE73847E2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275D2-78EB-BA3E-7E94-2EB04EE613E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B382AA-201B-3152-E740-6C2FA9161B0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0BD571-7CA6-AB3B-5737-207061EED5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B5BDFE-EC2E-7699-5D63-0485B0681F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07CD96-8F31-8901-4582-AA2AF41FF48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316D22-870A-70E1-4E3D-6A9824AE25C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923D40-84A3-35C8-58DC-ECD28101B129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6FAA2-6F1D-F39E-F0B2-2638DDBB87D1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27DEE1-3549-5FE4-FFB3-874939EE18BF}"/>
              </a:ext>
            </a:extLst>
          </p:cNvPr>
          <p:cNvSpPr txBox="1"/>
          <p:nvPr/>
        </p:nvSpPr>
        <p:spPr>
          <a:xfrm>
            <a:off x="4143022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B725AA-302C-028C-0F1C-536E86E1C02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5783F9-22D0-5F9E-4D33-19B1ABCFF12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538F08-C627-9ABE-053D-78F0800B993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7BD7EC-5F4E-7A6A-0E76-FA8513756C9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5000D9-6752-A41C-0513-53BFECF603F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3ABDA5-1630-565E-8CA9-C3153845ECD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06DDDE-6AF4-6AD9-904F-601AE8C4838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C54B8E-C070-186A-EF6E-2AD5EE75D6A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66E4A0-7929-7C24-80AC-572BCF7A106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9E9001-D2C5-6E7E-F029-B5C600FE1F8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D24D28-0CEB-B316-1FEB-41E6F053180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B3524C-45E1-B0BC-D123-49A3074B6B8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233839-10F9-05E4-28BD-DCE9A7E4411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BC9D53-855E-DB55-046C-25473262E58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331882-6CEA-3C48-5926-028ABF77519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06824B-A711-C714-6E50-09D879D0A82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995691-7E41-C0A4-0EAF-264CDAB3CB3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4357BF-CA22-9FD2-A70F-344EE0F2CFC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E6CE74-E537-78C4-4369-01939B14726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DFFEAC-8B06-54B8-CAE6-6EE22541344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A5551-7497-4847-9FE7-AE628BE66DF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2DB2-7667-97FD-70EA-7B633B87825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68F7A8-12C7-7C86-10D9-6F2C87BC952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FC4E68-8914-F2A0-39C8-9A30B3ADABD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50A2E-DFFA-1B8A-5CC5-1838D03872D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524894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8C32B-C326-2E16-B83D-9D65E88AB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8D3782-3CA1-E0CD-5489-C5CB24AF56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3, since there is a 3 on the line there must be a 2 in a 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2B7152-3238-010C-CC51-340C0A07B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FBBBCC-2024-AD7A-8614-780B40DBA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A773CE-8DE9-EBF8-B998-C9B0DB3DA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8F2339-09F8-7228-357A-D72FC9BA79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F21EBF-DB0B-4B30-A808-B07943F85088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8E8AC-EF95-E19C-65EC-C638C5AEC371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33A98-EF06-CA57-8947-1715D53AEF59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12217-892F-B747-2F32-DCBF3CC16F3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2EA40D-FBF1-4556-E2DF-89562F68493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6DF6A7-E9D1-A4DE-D060-596A5067A8F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2AF365-C525-3A4B-C306-6FFACA800F5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DAE4BD-EB88-E1D8-1D54-5A93056548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71A41-6622-9B06-8F3A-6069143D7C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883287-499D-66A6-AB6A-6B72242CAF1A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293AB8-9122-7FF6-634B-270B120E439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13E24E-B951-4818-E053-DA77333A5CB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A4FF03-4D7C-7F5E-AB9C-703388C84EA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773468-D71E-54CA-8874-5DC4B145BEF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61FE7B-19D7-F7AA-426A-3FC35660C2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7F26E6-8AA7-083F-8B19-05B283ADE8C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C37752-00F8-5CFB-7D56-C77BB63C53A9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090D43-4B8D-A79C-701E-5220DE41C0D5}"/>
              </a:ext>
            </a:extLst>
          </p:cNvPr>
          <p:cNvSpPr txBox="1"/>
          <p:nvPr/>
        </p:nvSpPr>
        <p:spPr>
          <a:xfrm>
            <a:off x="3138310" y="451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F0027F-1E23-093B-5D30-91CA4CBD83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CEF727-B8AC-195F-FA23-DC801914B99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609756-438B-9409-822D-E713B2061CDF}"/>
              </a:ext>
            </a:extLst>
          </p:cNvPr>
          <p:cNvSpPr txBox="1"/>
          <p:nvPr/>
        </p:nvSpPr>
        <p:spPr>
          <a:xfrm>
            <a:off x="4645378" y="4003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CF00B8-8EF1-AA2A-D3E0-E1721851DF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C5C049-4D76-8302-9AFA-8E8D5077E5E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895F8A-77FB-8892-BF46-3D0E7CAAEFF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9F16C8-C8EE-E9BF-91D1-5824381DC2A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1CB1B7-8E93-7296-5E7E-6719A052EEA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F1F799-89DF-4A4A-3CA7-0D6E44C7DB5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04998E-7456-E4D8-42F3-1201EED1CDB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147025-F0EE-4C90-1643-B7FE19AB085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3030F3-34D8-F980-E632-52B14D9D3DB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3BDC08-FB97-6159-FDE2-211B2001E88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3A9EE2-1656-9EF8-C562-85608B8135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89E06A-2283-ED17-D763-4E7B93C1B0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EA0208-7C8E-0536-CAFE-F241DCBDFFD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7281BA-EB14-4A50-9707-EF86D6F0A01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859900-828D-0022-D805-C6052A95EAD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5AE61C-6FE8-1209-3750-93D6AFD488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325774-5D36-EEC9-1A7B-A8A6A7F2C455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C1F0A4-2330-36A2-EA04-71191FA89517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8BC85D-ED34-74AC-9A81-67E271AC65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CEB185-58EB-CE00-ED9F-C0B1CF757B0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2CFB7D-A8E0-ED9E-AE6B-304A6AB9531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C11E0A-9447-D03C-53A3-AF5BB254C08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E44A1F-552F-8BC5-269F-7FF49EFE878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57F7A1-7EAA-3DDD-9222-A2479758B7A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C487AE-A0EA-7690-FE19-3D8F986A5A8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B8D9D3-D7CB-6920-AD91-7FB00E5594B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8233BA-1B66-5C5D-ED6C-21A57428392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B1C12D-2079-D08B-B07C-D98928E6608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21665D-A6B7-06F5-6910-AF5AD68AD1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617AFA1-B856-7CB5-369F-F7CC902D903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E06884-1BD2-315D-03F4-9DB27C70DCF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9920B0-0C6E-7E5A-9487-38E06BA45F4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4E54B8-3707-C65B-97A7-145619B52B5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D4E7B6-E493-03B1-16AE-12C855F6E49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A11AB5-B06B-08EF-B9BB-593B555B9D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24E81F-D658-9639-A1EA-E530B3B2761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812CD4-BE2A-61FC-B98E-DDCD65B4060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2E47291-A762-D74F-8363-CD976801F4F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DD4B9-2417-0DD9-7D98-A997B7E764E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A5A7EE-5CCB-F9D3-E28E-D6121A377CA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50AE72-D3CF-6D2C-E590-F455B418A72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297EFC-E4F8-3AD0-7C53-418318A0154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9A1677-6C55-3FCC-F475-E7ED75564A6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17E0B-7A10-86DD-7E44-66104CFA9A0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550308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BC842-098F-8F69-839E-669339F3E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DDF4A-FA4B-AED9-38D9-C7D8062155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F7049F-D317-14C0-0059-83C07E1EF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74709E-DCC2-A7B1-A776-E6D0FDBF4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1B2415-CA1E-FE17-8E82-AFF38B4A1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C2C01DA-DF45-6823-E121-6870101E6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561BD3-AA3D-F776-C8DC-EBC9E549C496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820BF-0660-8638-9B2D-167DA55B3A4F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C43EF9-E5D4-3C69-6802-EAF052FEA88C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7A019-D49E-CB66-0D44-872E6098E4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394796-32C8-F710-0398-175C2317AED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55330B-7713-4F37-9C7C-FDCD9721198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3C984A-BC2F-EB1B-41F5-B66337B60DB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546225-E1FA-FAEB-DF17-DBDA5894A41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F42B70-0CDA-0298-C3BC-D743B7F7CA7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2AA25-7D71-8BAB-9367-18EBD5197AAD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CB328-0A1C-353F-FEC9-1556FD0F9505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6AE4A4-38CE-50CF-E4AD-B7EFB4B6A65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4B35B-51E5-24E1-B8BE-32EF373CE32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8B6A47-66E6-757C-EBFD-0D831A4E28D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89DEAC-AB38-4C07-091E-F8F32B693C3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E01AEB-B7FB-32DA-6393-C53ADF84477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D6D6BD-D180-D892-802A-D6FFF9C63603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5155C9-485C-CCA7-7D8A-D7852509B1C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0A9E0F-BE01-C311-60BA-923BD05911C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71589D-7ECD-C037-FCD6-719F490704D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7EEE71-D34A-963A-B76A-15409836269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F611DC-C0DE-4384-074F-703732766C1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15DA90-BAEA-E8C1-74F4-DA35046CD10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B37A36-7AFD-2EFD-F9B9-5F8EB17981A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6C3A26-E747-5282-4B33-0FB33D6E392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FF15E3-EAFD-83B3-3973-1E6BF3A89E1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469938-DA9A-3116-45F9-FC07BF777CB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46CEFE-FC13-B6B5-1FA0-3BE4974829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4238A-975E-5C27-EFDF-1780CE5CF14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0C3863-C7B9-A631-EF28-3ED0620EDBA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02CCB7-8554-0A21-8A7D-F4E48157667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3A7DDA-0715-0AAD-4D0A-E546098D66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263656-C0D0-C1D0-43E9-2609FCE9D6A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4E0C37-2D5B-4CA4-438E-9DC41D9C0EC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BFEF24-45E0-8D48-4789-2205FDD756C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81EB30-7EA3-B624-B053-00B41FF56BC3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C4F28-64ED-B58A-E3CA-16FD8914B3EE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043E68-ACF9-8C8E-F15F-C80B87F3CF3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D877E5-176D-EF85-1EA9-1481D354C9E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A45DD1-EF4F-1629-D956-ED8D4037FC7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9A95D9-FE01-D16C-4550-8455250D040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CAED6F-A7F8-D471-D6FB-C8323624A23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4C9789-C4F8-801B-35B3-BB6EF08CF76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6CD7C9-09AF-4D73-5467-90AA2422696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986F69-596D-87BD-52F0-7A5534993AE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E5D5F0-77CC-838A-8288-8388C8BEB7C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3749BE-CE35-22DB-02A5-2BA863907A5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95E113-51DA-750D-B5B0-8B8D20E9E4E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40B81D-1762-5571-7994-870A41DE9B6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D7B826-2875-9FFB-E7A8-32C3FAE888B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8F24C4-3CC8-6160-0A2F-6AE986FDF68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7D5E66-0EA2-420C-1352-D61213400FF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AF601E-F770-3DA1-3D65-16230502068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F1786F-0727-30D1-0803-F9D09004ACE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CDBDEE-0345-8BF1-9CB1-EBB51CD923C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7A9C36-AC58-8BD0-9CA4-3C0B294082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5D95EC-8B8A-1FAB-CB1D-D7280424F44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1CCFC-53AB-D21D-B08E-E5C1A173785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38857-2C96-2103-C73A-045F28A2126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8AA2B3-60EB-1117-F64D-1B22E4B83E7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040B1A-76CB-E932-BB8A-A308DAEA396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539D8-A17D-5F9B-7F83-B1CEB32751E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E9C59-43FB-BC87-18A1-A33888218AC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0CC3DC-88BB-264B-7D0A-02DCC8D955B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8A5EF0-D22E-D7FF-0926-5E699F7DE5D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69208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5453-778F-284A-1ADF-7490A9E0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3C9141-513A-DD77-18DE-836D2C4C16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D3E631-B39B-79F1-4F1F-840D39827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6FB8CE-57BA-CA72-6295-C101A9FDD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62175D-C198-0522-75A7-00408652A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D90298-CF9C-D5E5-04A7-406BDC011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7D5141-A551-6063-92B3-B2A818841685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CA1DC-72E0-A43F-B320-34A101D514B4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7DAC4-C606-8F67-7DA1-2F05818201CB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DEFA6-CDDF-A4A4-7C8F-71467E28E4B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0E239A-BCDE-6CD7-BBBE-02E697F3956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011728-0369-16DD-60C9-43FD229815C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9BE76F-ED2E-E296-FF78-93BCEB61D5C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E1BE0E-9EEF-2C67-18CB-733FF2C7930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1FFBD7-A019-A0CC-5505-5BD20AB90EB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502509-627F-BA3A-5CC4-715491560750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A8840-71A1-78C9-5201-8C5B378432B9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ACB3FA-B84E-3075-2D98-CA574E4D454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EFD554-08C5-5B06-FB05-2763601E1DC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77EC17-09BA-C81C-CD96-B54F54B3B9C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14B38A-D9E8-F0AC-D5FE-01C79D5834B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ABAAB9-BDF1-969E-18D9-ADCA8292EB0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1468F7-9288-2B8D-5650-731E85D3BD13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ED5199-87B2-61F6-A310-909A9BC75DC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A44121-1612-13D3-3D87-5237EA0A3B9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826FD3-A229-16D3-2196-65FDFB8885E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FE3AA0-21AD-F69B-8243-E97D70BFF48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262197-1185-589F-D0E0-07E303B1617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8E5267-D11A-CE3E-EFED-94730F549BC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734517-22D4-26A3-ADE5-1C2D37E1AA8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C795F9-2DC6-4D0F-3809-0253C4A77E3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F056B8-4B05-0F63-12CB-8A9729700EC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673213-D98E-C90C-2D6A-A3E3153B8AC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6BD80E-5B92-3D0C-C926-3C1EE4DC4A5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BF0F3C-9388-1A6A-E743-DB0A4545F5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966D71-0AC1-EDDD-7651-B4326677B6B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CD1A5B-3ECA-0E0A-25F8-41DF411CF9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8E693B-19D1-6C21-7738-59DDEA14F44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2099A9-615C-6EEE-7101-F27B53847AF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CA170D-BCB3-C011-AF29-C8EA778096E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38DBFE-7C20-4C39-9741-770E26DD19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8833A3-A562-0A5C-DEC5-54E0F7E392B9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A3F5A-29EE-6AF4-3A90-87AFB762D1FC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9FAD6F-BA2E-4149-AFFB-01F7D08048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5D656F-77DB-23BF-7239-7C7C44BB913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5F7740-031B-B4F9-02B2-0B02D37DA26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FD23E3-FFC3-54EF-2241-0A683FCA2B8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0CD0BA-F154-88B2-C9E2-4F3625C8CDC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76746A-440D-15AB-89AC-F9C6649C47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7DE4C3-F2D7-039A-5D94-47442B11162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BBEBCD-D251-262B-8876-4F3C97A9DF1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9E0B60-FC27-0023-C5EB-63A056E54C4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79F7D7-D142-9E09-F7C1-C6FA083F346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769937-AF52-CD63-BB4C-D447B4AE2F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08207B-F2E1-E50E-4A91-A16E51BD10E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5F2053-B369-A828-A96B-8A530F6227D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B8AF26-14B3-11F4-E02A-2785144426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C5A582-8AE6-53B6-595F-94B3E0EFCF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58ED5B-4791-30BF-1151-5ABFE74494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C36565-B03C-B00F-CCE7-855E993B47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C19667-0765-A3E3-1DD6-AB0FE8C4783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36CA05-EDA1-A4E1-E6E7-4C3C0A83947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BC153B-1D72-371A-9A93-D91387EFEF0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9DC3AA-346F-2A41-2C43-4FDA5B8C650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6B5BDC-999C-CE5A-5BD8-94AF76457FB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4F43A1-3D4D-550E-DE9A-96527B50246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DB586-FCD3-DC15-3BC1-D019E24C556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66C2C6-CE68-8555-DD6C-C06F575C8BC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3E43E5-9F0F-976A-2316-359CA14E737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98AA6F-FAD2-C0B6-2C06-E99CC8EBD60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56AC54-48E5-1977-FAFC-02B2573B784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140523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48FCB-47E1-F8AD-F86E-CF240CBF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BD2323-CAEB-9566-F8D1-E3E8391189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B11FD5-9B33-2676-4AE8-9B7C6E59F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5B4525-BCE7-479A-A1EC-564D17984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E76CAE-A546-52CB-0A2B-97DCA91A2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F914D91-8760-C740-FA93-8DF68F812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B3B0C6-969A-3D53-4E0E-0E5970C980E7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FA4E8-3FBA-21C5-984E-4B58B3234223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1E431-7B55-5A3F-F5C4-DF48EF628584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01CE4-C3E9-EF9D-75F7-C09C58DF9DE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2D7FF-200A-F63D-7BF3-9FE43223EAF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B13F1B-C666-D9C3-2359-6A75231A1EE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E5362F-179E-AF0C-7832-3D5730089E6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73B4DC-0C87-AFE4-6D25-78F84DC9C63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0B1AD7-A974-6597-73F4-463AD612BB0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3DAF0D-26B1-254E-DCFB-3EDE1A0C0A94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A05ED3-F69B-BCF1-D108-981AB7013BE0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0B15D9-4A05-9DA2-EAE0-F9296A875FF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C38691-159D-307A-BF39-DFE531FE9F3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77EB79-92EC-3AEA-6654-FDCD50D4761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328BCE-6097-3ADE-4988-9DAA5A553C4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119113-069A-B340-FE88-01FBD04CFAD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E1F463-2FC1-4C38-7669-9C6F5C89F9B7}"/>
              </a:ext>
            </a:extLst>
          </p:cNvPr>
          <p:cNvSpPr txBox="1"/>
          <p:nvPr/>
        </p:nvSpPr>
        <p:spPr>
          <a:xfrm>
            <a:off x="5147734" y="151419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09CA76-7462-EE81-40B6-AC6B9AC6C8C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2B9135-E74A-DF5B-3C93-C2BDEFC2C96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91E2FB-98FD-85D6-F4B4-F2DA8C8F2FA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920118-C8ED-8CD6-9697-0F39DC0E556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0C8596-06B2-5B8B-3AF9-9694AA6C16A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6D8796-7415-6E7B-0741-3ADEA868DF6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3A5D18-B989-ECF5-5995-231910F42F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F06A60-3195-99A1-7ECF-8652C669127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0AC674-18F6-2184-D0AE-E6C80050CCF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F2E792-5B45-A4F4-00BC-FE4C7AB1933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962399-9EE2-0FE5-F793-3B63016570C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A5D79E-6E03-CB80-D259-BC4653FDC04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F1C083-FF2A-8282-F160-FB5FCD7D34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8D7E5D-A354-6539-3B6E-A0EB34BB39F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8C9FC0-1346-CDB7-531D-AE225D29119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4CA775-0051-9D58-C766-A9C2C1FEA4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18F546-B133-BBCC-587F-3698D40BA9D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DCFCDD-E664-3966-6BFD-061DA5A65D1E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4E703-C103-4BE3-B1C3-C3DFC0D8CEA1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EED6B1-C2F2-42A8-FF31-95E14379F54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CD5B0D-D88E-EBD0-A9ED-113D72A6549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072B7E-6940-C0A1-3EA6-78DB9A8C813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C6C163-6AEA-4B7B-42D8-CB1A42F8BAD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148A6F-3F26-63FA-586B-D42EE1E0FC7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01CE42-08E5-DC93-F6BA-B219F5A4B91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516072-981A-5C59-47F7-B4CC27B5B02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2AF568-CFE8-771A-EF50-8890E9455DA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739324-6BF4-9ACE-6754-FACA6FDAC69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3FB2C9-943D-E211-B006-F906A0E8D16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6BB41D-2502-3A86-5263-88B5E6EA1CB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4609B0-43DA-60B1-386B-2D15AA7D70A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7D3530-A936-93D3-9E39-426E9968BF1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426C33-CED1-256E-0E7F-7F0C7F44C6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6C320B-46D2-D109-1EA0-C9DF47DD587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71B855-781F-56E6-9FCE-AE15AF0218E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BE73D-F271-9A9E-9F82-DFD63EA2041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5A1EA3-3708-9ED4-E40F-3D6F2BC8830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5DC83A-83B9-DDD0-4717-9B18ED6DF43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82DBD-6A4F-EAAB-376E-7040CBB0388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46B0EB-ABB8-56B8-C60D-7E50F2BB947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6A4BCA-9F24-CA79-2B4F-2CA9EAD7D49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D7B60-249C-358F-3456-EDC30DD0491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6E9D5-DDAC-65F5-2051-C0B15171863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23F340-C597-41FD-01ED-7BC69E0B796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4AA18C-A7E7-9895-6D05-FF8CCB4FCB3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46EB21-3E93-6103-71D9-E59F570C925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6F7035-0249-A787-A7AA-22CD06CAF20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0BB459-DE7B-F2A7-A35C-F16424C1186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16964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1967D-87D5-A4E9-3446-2BF6DEF7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FF5B9-4114-7712-C336-3F6B0D933D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A3DB66-35BC-1B91-B7D7-0BBD6C1AC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D15224A-1F30-3031-7A23-09D78CEEC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B1DE5A-797E-5517-600C-B92B13507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C621CE-64B0-1600-F828-8A7F5A25D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821BD-358F-4111-4AE9-9428A1D8D09A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13A04-8C13-B4E9-9511-8DCFB0538D12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67B91-3725-E67E-DE2C-CD7A14D9B3DE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123D4-46E0-823F-7B24-8B3BA2BCAA8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302FF-C3E3-BEA3-6B18-1D7CCEDBE54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6B2C6-7EBC-4173-6CEE-7BF2D97E420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047996-59D5-853C-87C3-88FB8F02508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69D797-447F-D8DC-6F2E-6183655FB2F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F92C2A-FC55-BAA5-3194-C7F85414345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CE4E2-3E45-1592-FC22-3EAE642682EA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61B7EF-BB04-573F-31A6-2FB6E4A6EFB9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915E44-0A2F-D8E3-5479-6058332B67D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5E80F0-CF85-1F02-3074-4BA4AFCC1E6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80C89B-9B81-4C68-3034-A59A2263F4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4163E6-75D7-AE69-EC79-F9E74DB8AE5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089A95-2A43-1156-7C33-FC582CF580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3BFFA1-E490-DB24-7236-61C72A05441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22D9A8-ABAA-9965-6A81-4C4F692C9CC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58D49A-906B-4660-F090-FD86B36D5D7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2402A9-45E1-C2D0-D3E5-ADE541E4870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F4C6DF-0ED8-9EF9-3109-723CDB54D21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A84DFC-6409-731B-B427-8A9E6D39B21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E25A6B-99C9-0B33-9A7F-30DB83C9755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CC04C1-0D75-18F9-37B6-08D344292D9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1E8B49-F3B0-390F-9FFF-788DFBB4E3B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F4580F-5CF5-41DE-7E28-1FAE8A48CDF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197E68-F0FF-C69A-51C6-693C418EA38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F1306-2626-7204-6EEA-A682BD88548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5D196B-B3F5-A6B7-93AA-4E216B8686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18AB0-227C-0D7E-2D13-589C8D68AB8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EB9B32-BFFB-AED2-EC54-A790D4D303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F53ED4-14C9-CC6E-9703-8CA4A113DB1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626273-4B2A-B88D-B209-5AA8F1036D4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41DE3-05DF-6EF6-AB18-97FEF36F7860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2664BF-7995-B740-00E4-C33A1737C7E7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1C5350-14B7-720C-FB0A-8CE584763B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3023C4-2C1B-955E-059C-92AEC5B3E8A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A4DBC1-A993-4114-7280-CA7054FEA0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A7885D-633C-A417-D5E4-9FAA6720CB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14DB81-B4B4-4862-29D8-D40D5C87962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2FB4-1F56-3A53-B019-D5F528D329F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FC66E3-3540-5213-0F98-A70930D4954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D1DD25-0E2C-5EFB-272C-EE6F4FFE816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88DF9D-523B-F7E0-D98A-694B20C0CB8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D8F9B9-49CC-B8FE-93E9-CA142C4F1A5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3971AB-57F6-5E6E-3AA7-E7E3E4A94B1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5A33D9-F559-3457-EA13-49BBAED7E0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789DD7-9C3F-9892-AC43-10276341B36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8772D3-0504-37D1-4C2F-91ACC6AA40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FADA3E-73BC-228F-5EC7-73B57B70B4D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1FF5B0-A011-3A48-73B8-0D35A48A219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BDC776-C3FF-3DA1-BA65-226AAEEC81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459503-6221-C0C6-3644-588324F5FAA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4A277D-E569-6A2A-9647-5EC49B0FA35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39FD4-1623-019D-537D-5439722D249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CD4BCC-02B6-D924-C0BA-EC72437A7D1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6AB6D4-B4FD-4F96-C767-D6B8782F87B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546EEE-47A7-31E0-ED76-CC314906D8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867B95-45D9-10C3-16BF-9DCCB432DF1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AA7A9-D5AC-3521-9BE4-B22F46B4E8F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60C3CD-E226-09CB-CC31-96CF82FD837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396133-FB76-49B9-2106-3F61D0ACCB4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2ECF7A-2E44-5D42-BBBC-5618D2590B4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9FE852-0E08-F47F-9F63-1AE2A1086D4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411240-CFE3-3E30-A8B9-B520DC16EE3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567181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CAF22-D3CC-4399-C891-A71D1749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A359AA-1E32-5D33-1FBF-5C44F86557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83C7A5-49D6-651A-7D95-35F0F5E55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371AC0-C9BF-51F4-EEC3-A07AC72E7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FB04D0-143C-A163-3BDB-32CA88A60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1E3AD8-831B-3D71-F2A5-D60C1CE3F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65ED83-1714-F575-6165-06589EC103C1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AF7D8-127A-65D4-F96D-90CC2FB5AB41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B1AE0-EB81-1959-51DD-74B4031F1102}"/>
              </a:ext>
            </a:extLst>
          </p:cNvPr>
          <p:cNvSpPr txBox="1"/>
          <p:nvPr/>
        </p:nvSpPr>
        <p:spPr>
          <a:xfrm>
            <a:off x="6654802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4BFB7-EEB8-DE5A-E8E3-24DEFFA52E5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DBF869-2D41-AC02-C0CE-F7984FDD650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E30C1F-6103-A1F1-B54D-7B0F339817A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CD8088-647B-8AC6-2CAB-AA37BC3C93C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E67F3B-A401-7B09-9489-50E878C7F69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088A8D-80C5-306A-9C8A-0852164DB15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E87360-5040-623B-A338-A21D15C5432F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F30F03-21BF-C821-216D-65E42074A082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54EDCD-1C6C-C799-A39B-68CE9C3DD4B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E8DD1A-AE9D-97B5-1AE1-AE5523093E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C7EBE0-A2A3-5CFD-D4D9-460030E53D0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ED760D-E055-8ADE-EA72-A977A338FB2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14033-2839-008F-A768-B90A092B9C8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679127-56EE-3D35-4357-B0CC9504B27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697525-90C1-E61E-C542-DAB2FFA6A12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0B5218-6A56-A1C0-68FC-B1DF152EED3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526298-6ECA-F526-AF1C-372A148CDC2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DD864B-4F70-218F-8B0C-A158C9EB2BF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CFBF82-0208-F7A9-C4FB-61787B7BC4A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3C706C-6DE8-F2E5-9A46-7041D3E6168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AE32F3-DEB1-05AC-B29E-CC1522E4EBD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E03239-1EA4-315A-BE79-51F6F3AC820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0252A8-15BD-E4FE-512B-6E9EFADB4C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9C69BE-9498-583B-6AD4-2975CC32912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F32E2B-3AAF-E08E-E605-A126CE7EFD8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4E0865-009F-4A0C-A582-4DB25CB36E9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51627B-7D38-88B5-CEE9-8938ED98EF6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CAF6CC-FDCD-C6DF-9C5F-9F8F08816B3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F396F8-3BD3-2E57-7D19-228097826D9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DD25CB-49A7-FF6A-1346-26CF1F0D432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D4195-8589-5E80-F850-292076F52DBC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0783E8-381C-9348-B32F-BA5C87ABD09B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0137E2-1FB7-D79A-432C-7150284C57F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AB653B-0248-29F5-80F7-41A28221555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DBEB0F-8712-1511-A75C-F92EF47116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6DE9F0-1A3B-4FD8-1B9A-37591247594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988683-D69B-9BAF-544C-EFE31C3F15E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02F9D6-B887-B1B8-7F07-99FE553465C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E5F06E-87A8-A0AA-9755-512A7DFA48F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CA886C-B83D-31A4-4366-D931FCF8054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39FFF8-C03C-BCE1-43F7-375B78730BF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6A18A9-D504-EB99-7113-8270E1C62A1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FADF77-4978-5B2D-84C7-BF8F53839FB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25DE5F-3C87-C894-DE5E-AE7B828F5CB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0A268F-A170-0F63-60E6-D55CD05989B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F4026E-C73C-5652-9CA2-D02811A5250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7DC537-904A-E601-E496-27EA6639BAE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E0EB39-F791-836E-A04A-97A97A1CA92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E489A1-1223-C2A3-64E1-DAE49F0A99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0BC100-BB92-201D-03AB-C1C8C876D4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F3D952-7BAC-A0DA-AD03-E714DF61FC2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9B7F3F-EDAE-1AB8-4C2B-BDCFB144BA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4A4BF7-3C85-9596-BFE2-C09BEF60FBB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E27432-7613-2958-10C7-6B62406E0D5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78499-491F-E2E1-5790-90BE08AFAD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16306-5458-77F0-CB1B-B062D605D8B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6EC735-612F-49AE-27CA-6982B8EE25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1B1348-DA28-390D-C65A-A8759B03C4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E71F83-13A3-91B1-3FE2-A6360E8A71A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DAA686-2C11-DE4D-4642-0BE1B010B28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B9CD59-2305-39DC-C493-523A4B594CF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E47E71-3FD8-9CAF-0261-ADB676D26E8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37259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2D9D-6C56-B2D7-4625-DF7354B3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D0EF3-1E2D-115D-6E74-252BE108E7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16E362-7B8C-9BA8-47DC-B22368B16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4CAF0D-AB52-8039-E2DA-C46A7432E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17A2BA-9B38-A436-8098-19FC4644A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7B60EB-0109-DC9B-E45E-205DAF270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498B2C-3839-4F46-EC08-AD0E682426A5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6B79F-6C2A-C76B-1319-0371A9A62F69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CB379-9334-1A29-9677-EAA403C5587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CA5817-B66B-C391-032D-D242B51B5FE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3652F2-781C-518E-7E1C-39BB193CAB9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7EC672-704E-62A8-8C29-38653B687B7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27B23D-FABB-E340-7881-09873026E86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632D87-5902-6E35-F80C-5AFD3538D80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6C7786-EACB-455A-3307-EED841255E1D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6285F7-9368-FC97-4395-547558EA577B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67E6D5-8773-A354-4BD9-549DA8DEC50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C8BFF6-2310-83B3-06CC-0D432630765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DDE80A-E8B7-5A9C-FE76-29E2EACF75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74B57D-4E31-B0B4-D438-C2FAA8B78E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A027E-9FB9-BC0B-99B5-953866C6920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FD08C3-F55A-EEA5-E48D-E7A81E799F5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AC777F-3142-FD96-E6A7-C97B3027EEC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675032-0BEA-C41E-441E-BA61F35E086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E29F92-73A2-AA24-CAFD-6527602FB1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F22338-7D9C-2EFC-6FEF-A27FEC8EDFC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7A0548-1B68-140C-8D54-C07308E7A5F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E9F12F-8C9D-65E9-E955-4B002A41889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38BE39-A89F-9EE5-00B6-73343E984FA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53035C-715E-C291-BDA4-B5BF2C444B0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3527EB-2893-4AC5-307C-5421D8D4E49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4D8C10-6062-BA90-FA40-1B33453430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E93B2C-4CC3-1842-87DD-03FC132DD3F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796BFA-B7E3-2EA6-2772-4B46632589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AE8512-2641-C179-4C4A-18F51471167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5C32AF-87E8-4211-73C6-39EB6949FF9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6F3FD6-D07B-3C6C-B654-0B6067BFF42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70160-24D2-C209-2087-A2CE732242DD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BDFE0B-602D-D487-1AAC-CD5CF6E928DB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BD687A-6974-0C17-D8E6-EA4A867C64D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C9C0D2-B2EA-32D9-0F44-460F7289FCD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7D538E-1F73-79D6-D188-04E6F6685D9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096081-092F-2FBF-CE96-A7970BB17C0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950725-F785-7E8A-DA6E-E5B04B167E9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06571D-84FA-5ADD-1FDC-320502BB7C3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97CD75-E924-B6CA-9233-4B4EF83E241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F2080F-2AEA-1986-BC02-CC2C5D33866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1EE2E4-A7FD-D1CA-91E9-A3751980BDB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F6A8AD-E023-2C73-E7D1-B4F0BC5AB4A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346763-5826-66EA-4449-C6204D129F5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D4E59D-B522-B15A-D5E7-665A77C2F62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534C42-995C-C261-A121-D39B6258677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42754F-65C7-2B39-C13A-4F9A1086BE7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855907-BE01-3ADA-B266-E423DD8DE80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98DA33-AAB3-D361-C87B-D2362D7885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55B9E6-8F2C-A922-44BA-AA00209A30B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604281-749A-2B9A-E3A0-94DF19DFB45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A50AC5-9184-15DD-B601-9D5E9D0B7E4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600FCB-B0E5-E186-F61B-7BABFA73CB0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05471A-7CF2-0859-D127-8EC21041461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1A5124-D165-E5D3-16BF-D6536DAF07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025EE8-9285-BDA6-2564-5DC3A5A7C2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DEB59-4C76-1E79-F16B-3CFCBABE0BC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D35583-3D68-63CE-1281-833EA21B253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2CE3ED-CD8F-2144-5DF1-C7496134CA5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4F79ED-009E-6C95-7481-4A5BF932975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5E9AB4-F5D9-50B0-A9EA-6A3359FA2E0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C8EB62-E2BA-CD5D-A181-42DF974C454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1B1E41-7C22-D0D4-3A26-25ABA187806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B87A7F-E38A-7FAC-9B64-2557E63D9B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EC868B-EBD7-5C92-72F1-E99A0227C4E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21405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6297F-2CCF-9C36-E7EE-7CEBA435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79DBC7-00F9-DBF2-2B11-9D0A0180B9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3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E2BD1A-FC53-F790-7974-5255CB44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B69853-38D4-4F7A-C179-9BCD28663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28145B-75FE-D1C6-32DE-0896CA195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6C0519-F4DD-22E7-06CF-79D7FD715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E83ADE-CDE9-7234-B8B0-0B0FE2012FFF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49AAD-9517-2688-2F52-35BFA75992DA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EBCAF3-1501-0809-8B30-6F8250C565E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47886E-770D-6818-27D8-484EBD45221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C9251-7CC2-6FBA-91B5-3F1924D6B24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F06C20-852E-00F9-B524-A5FB5A5E9E3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D40D8-F96C-AFD4-0C47-5F85403D272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9AC54F-9830-C525-6FBC-2A447326F64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7BD1A-2F94-49B3-1AE4-9D9FE27A7F87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301760-41C8-447E-E61E-14BA2C26C32C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34B492-3EF9-71C7-775E-63DA2ABD073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B31D1C-C3D1-B62E-9795-26ED46E1190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C1060A-963C-E966-7A31-B088B8D5FB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82AB7E-E337-DBB7-724A-7A15C89630F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323491-A835-1C00-855D-020DD27962F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908FDC-40E0-0B42-DC79-71480DC94A1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AAA730-3887-E1B5-62CE-AB2D6688D5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650A4C-235E-AEA4-ADD6-F06777103F1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899D29-649B-DADE-7B3F-CFEA83ED2E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2F0F4E-F00A-57E7-9CA4-19F77E636C2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207B83-38F7-DFE0-B1D8-C9B58F3EF03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1FCC39-8434-B234-8434-2EC0E39A0E7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8E5FD6-14F5-69D3-D6CA-5A63AAF9E56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206290-9FB3-095A-D9FF-D414E43076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5FD44C-5593-46E8-6749-88230AD8839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B8984D-893E-F3EF-85F8-973164386A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3AE264-1A39-0641-3EFF-25168248813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0AEAE3-1142-0F83-B368-53060860711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DBF565-AD0D-0DA8-E1E1-001B1A7D5C1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A211EA-7795-7C82-6FD0-057490D38A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F3599F-917B-3B42-3F52-7CB4F4735C6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98AF1-BFB7-9968-7904-081878B4F76E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985858-9D07-F7E4-8A59-143AC2B8E51B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3A3617-FD6F-F24D-4284-9C7881F7EE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9A582A-A8FE-F54F-87B8-125AC1D10BD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412331-3EC5-43DB-532C-77B90E32DFD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765DC6-CC44-E105-19E7-35C6C023C09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5EC815-DC80-CB1A-1C95-2B1EE4563B2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51AE8A-B37C-2FD3-FE74-A1224A863C1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2FE503-09A5-67C7-6660-4FA8A53657C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DFFF9C-B7F0-1C54-1660-6E62CBFE17B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5F8657-A06C-7552-B434-9255D9DF43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1AA665-D56A-9E0E-5EBB-20AC612687C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D074EC-7E8C-ED39-CEB6-B7DF14CC8E8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6DF685-C9E2-54DE-7E7B-DF6CDA634DF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F77421-42A5-6AA4-5923-D10BCEBA40D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D92A15-EF91-6AB5-1598-E8D6898B278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8B1136-B791-4E00-F365-225225A5F42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B8DB6B-D450-70A3-5472-D89C6CFC93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D01200-AE05-05D1-34B7-C0EC71539C2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40B46E-2BE8-64D6-AFD5-831F98E0253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061932-D543-8699-34ED-0F42F80839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69FEA4-44ED-845E-3C05-914E257E1BA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CB13A5-6AE7-1935-A770-DF170BE36D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5DC91D-5775-D983-AFD1-5A8C7F13C78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621A1-A418-FB3D-B12D-D46DF7C3A2C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1CEF5F-5896-C658-5A65-3E28535C40A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B2A31D-9AF8-04EB-F80D-DA91587736E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B5D58A-8B32-1EA4-9CDF-3A5349682D6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2ACA56-65E4-1162-F8A1-400A79483EA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549DE7-2409-A43B-8077-D3CE1632720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EF7961-DC9B-A44D-FBE0-C64487B9C38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1A782E-57CC-64E1-B41C-33AC9EAFC3D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144266-2E4D-505E-EA01-47A1F51010F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28ACAA-8380-97DD-57EF-F65C15A528F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946828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A69D-DB1A-1D0B-95EA-7E6F89A0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996881-30C1-4DD7-9789-F5CFE10FCD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remaining columns.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12C093-BBCC-F10C-88E9-46D113429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A4E38A-A5BF-6F0E-AC09-7DD5BAFB5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5621C0-8957-A919-46B3-FA5626AF6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DDA24C-DBD4-5811-AE24-65B1CC51E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43C20C-B8AE-A0F4-6F96-520CB1BEB70F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EAADD-87FB-9FAC-F081-C3DFE8DFEC56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BB375-9CA2-0E1D-1270-CA295983AD1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0F0706-AFE9-AF15-C3A6-1B458334184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2D472-B26E-8FD9-7F3E-363CB73E4ED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E0CBA0-19CE-9EBC-C161-BEA4EFBB1FC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10D3D9-97E8-315D-6C8F-3E510137936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AD2A50-897B-9DE3-D21B-DFEFFA0323A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717F2D-9033-BA5B-FAA4-73D73EA554E4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2C1EC-DD67-4975-4B3C-643D5B8B5FB4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FCBE7F-BD36-FC5D-4142-5568FA18982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E33E1E-D4CE-C883-CD62-31627E53B2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201553-131B-26E4-FF5F-3C48D44C20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A028F9-293F-5172-9B9F-6C4DDC3ECDA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560C8-1C60-CBDB-0C82-8C61AEBA324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C0A78A-D4B7-8940-CCEA-75524F6DF20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7F12A4-248B-3464-C85B-BCED7013CE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60B9B5-8E08-BABD-D85E-35A3A4770B5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D9F4AF-460E-B2E8-DD77-95445FCE5B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B99D5E-0EB2-957E-1924-52FF26A4879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34D7F0-BD27-0D22-E5AC-4ECB7C78A9C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4B94E8-9097-39C6-2523-752B082AD90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D3B486-ED56-F3D0-6DD9-577E26C555D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E766EC-C776-77B0-D42C-D592E21110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5C29B2-CFC1-6D56-4520-5D61343E396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EEBEC6-621E-AF3C-7121-58E09C098E3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8FB45F-0F76-154B-0B0A-C6F6F5067EB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A7A607-05FF-7DF6-5997-9B2149E210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FBF54E-4DE1-132D-DD56-8301C189920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FC81FD-59B1-F226-7325-FC9BD93739B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805FB3-3C73-9370-BA3C-57DA2E5D00B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4DB6B-1ACA-8063-1B43-B4CD7D4F5D7A}"/>
              </a:ext>
            </a:extLst>
          </p:cNvPr>
          <p:cNvSpPr txBox="1"/>
          <p:nvPr/>
        </p:nvSpPr>
        <p:spPr>
          <a:xfrm>
            <a:off x="6654802" y="1808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AF5F9-42B3-30DB-2C2A-93F0492726D6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2A846D-E7AB-4CED-BC44-FC91120418E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EA0E70-7DA8-429F-62A2-DD20514C972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765324-C03E-DEBE-C65A-A1C77998CC5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82BED5-49FF-4274-858D-68B7ED14A7A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D45847-161E-48F7-30EC-0D9B6CF7CB8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31DC69-2E44-5732-7EB4-0F6D6A63674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4BFDBA-62D4-0DBC-8797-1C051788F67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0BC70D-8331-CC0D-6AC0-3F8CB7F8A9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B69CFD-8AB5-1790-7FFA-62CC71F1849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448BD7-2EE0-F981-F7AA-9263A29B608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196886-4E9B-8D6F-4B5C-2049ADF033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64AAF9-7F26-3302-64EE-83ED5610634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D476C2-06FB-43A2-126C-8BE45E47D7F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D81DEE-9518-A26C-730F-732AD103FC3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2F7F53-269B-ED22-AF10-91FE502AA4D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DDD82A-F626-30BC-7B15-5B7A013D0E3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4FDED5-14CC-1941-D428-EDAE752C4CB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0EDD9E-0254-99A9-6505-6D195DA3B82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2937E8-AF68-709C-BDDB-AC103E164E4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86F9B-7C3A-3DE7-F7AF-19F2B915942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C1CF32-15D4-4A42-8933-8371F1C85FA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62E032-CED9-51DA-2B7F-835696A20AF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D29A9-C868-F87B-D1D9-388433AA08A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7C9AD-A1FB-5EC9-B850-92BD65FF29E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FFA14C-65D2-D3A1-241A-0A3117B21D0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01D1D8-E75A-C9BD-995E-EC99903645B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43DEB0-BF78-0191-A6B9-EE23BC4BA5E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E40B7D-508D-7872-88D3-DEA16274BEA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DFFCAA-075F-2747-8122-E264E73B4CE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36AA3F-41E4-0246-5FEE-9FB1B93BE44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AE8C03-D2AC-EB3C-BB33-60BAE11E2E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4DE734-6657-B50B-8CF9-1F32DBFB208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5D767-C1D7-73DB-AFEA-12C46B1783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477808-D466-D316-EFBD-9BD728B39C7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B01C1C3-F7C7-E81A-716E-B6008DEE671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0059C6-DD9C-AD72-CEBC-3D89CA35192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15700824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2FB5-6545-6A68-49DD-209523742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8B6EF2-EE2E-310F-730C-C7B0D4FDF9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2E1350-F975-6BD9-A99D-923B2018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5036F1-CB46-8A33-F622-F1F9F06E7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EEA4D4-0668-1E0C-9F11-189E36DB8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5EBEAF-5F60-76D7-8DA2-9E1110EE3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C707D7-7002-CF3B-4524-924478939AF9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E22968-148A-EA77-3B47-B3E51BBACF41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C29833-8952-FC6F-712C-72832620C91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17C70-9231-255D-0EF9-5C974C22A04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4C6380-E080-38A6-B1F3-A50C75510CB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5E74E3-2551-23F1-95E6-D3D5A6ACB46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04389-5F9F-49D2-F03F-C20E41FE4C7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076746-D380-FE68-1F1B-A24C9C81AE6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AA0AB1-795F-2A35-AF17-D53A03D43171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E284C7-3FE8-F93D-DD7F-FA5797168857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5DC279-C078-0AB6-5DF5-7AF19A22208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CFCADF-0A28-0121-D282-1789B905F32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47C91E-595D-E452-FC4B-F9C2BD70652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9675A5-49BB-D291-3820-1BE60753501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20B9E-3A81-E26C-FBC9-3EB392C2DDC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D55196-F880-69F5-FBDB-1433E200D36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2939D-17B4-D3E6-3725-A7A2334C1D8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941D98-F531-37A9-6BB6-53CFCEED78F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13EE6D-FC80-446D-4AF8-E693775E3E3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EDCFB1-9E11-B1F1-0794-36760A18FC9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2AF84C-6DA4-E552-4C47-6BE9F02A703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87BF36-1C7B-4050-297C-C9C308C30EA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20A443-41B4-C741-C8EC-4A1B88516AC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A58B72-EB38-6E2A-9489-6DFE283675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9CE4AF-7FCE-AB75-6F8A-83DBF9D342B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908516-F6DF-0992-8C45-22063079F2B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DD7175-EA8B-20FC-1CE9-55E6D8593BB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6643AF-5F28-EF8C-2A45-D337000D4B3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3E4396-5684-61AB-53DF-1F00CBE60C4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AF6366-FCE7-30AF-7ADA-D47704F9CEF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332053-3277-F96F-5454-6763120DF83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29479-1768-05CE-E153-7D79D7818B48}"/>
              </a:ext>
            </a:extLst>
          </p:cNvPr>
          <p:cNvSpPr txBox="1"/>
          <p:nvPr/>
        </p:nvSpPr>
        <p:spPr>
          <a:xfrm>
            <a:off x="6152446" y="18243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915BAA-DF1A-4617-C4F8-C6811FD3A07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59EA1F-1BB7-4E98-56F6-533AAAB86DF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181061-CB49-2758-08A9-4D60DCC3061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B08BFE-C56C-072F-180B-0219F1B3CB4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19C54-EFAF-91A3-FCE8-FA863F10E8B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74025E-32A8-9CD9-16C4-20BDB4C1FFB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B98D11-DF4A-66C4-F4D5-4DA3E783ACD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FD1E9E-A1FD-CB7C-A55D-7564D5C851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B93B9B-AB24-45E2-08A5-F2ACB76EF90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3557F0-A42E-BB29-4DA2-0D5C8F9268A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6B7C69-151B-EF9B-0174-3AD4D46C420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E172B9-386A-2F37-2CE2-E9B9C3015F0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935E90-7E53-126E-5006-0DE490C4D26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3C8924-B61A-3FDD-0FEC-69B991A045D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578998-B564-F75B-0100-99F50043947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874B64-399F-6662-C0E2-B9FE11B03A5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DF1771-1710-0EBE-E5A6-282A2E7660A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BBF97D-AF36-B068-4F24-A5492AD7987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509BEF-84AC-CDC9-F8F7-A1FDE300509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FAC064-6162-1FE6-6788-D981E647F15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C6A7F0-65D3-7287-8501-15BBAFE8662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D89364-CB60-F1ED-7489-DE19126C254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E65C0E-8440-D89D-6719-9E7518ABFA5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920CB-A665-EBF2-0DF3-91CF0F6F7E9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7C5BD6-BC2E-E2BE-3387-28D3822BAAE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42C20-E571-298A-D187-5D10CDD7229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EB4D61-3889-9D19-9242-197A64D4605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54A57-88E1-09AE-019A-494FC68267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F6EF6C-334E-8A49-FF74-7164772627F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7CB1D5-114E-9203-B378-637F9F1DCE4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9B1B45-9199-E16E-5C20-25F42827EBA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428DCD-7A26-C75A-D44D-FA14BD936C4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D72116-8632-60B4-5335-5267A7F5C1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FD0CA4-A4A3-1117-D9DD-F7E0D102065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86E0A6-2F48-65DB-C13A-0F7B7ED41B5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014D3D-4991-CDE3-DED6-1810C1079DE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B782FC-AC2D-6F63-9CDA-8837A800DB1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38911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CB65A-8BEB-C4A5-27C8-9EE4EF20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8E376D-238D-81A1-F976-1017900A67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AE5A7A-526A-A5A5-D2E8-6A40942F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06C8EA-91DB-8679-F84D-A5BFF7E5F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737362-E219-570A-160A-AC16055CC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7E8B91-CAAC-2BD3-B87A-EC2F2BB82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6AEE35-A2A5-3778-CD74-99D141103D03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68145-B76D-BCE3-0480-21C45A5E80EA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37CC8-3680-9AEB-3208-1BE8CD27FD0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3E528C-832F-309A-2F49-77F082DF362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FD835C-D20B-0201-4118-B28B2476046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2BC036-A3C7-2ACE-0704-54C245D5775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554A18-3917-B1B0-CF09-A78789F0FA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FBE781-E878-8011-94EC-A019A140160F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47019B-9B73-AE68-C978-ACB68AD334A6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B209C6-CD2C-94DF-DFCE-AD595BC17BF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EA70F4-081B-F3F0-3388-5552461C66B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B39CA-7E9B-99C5-0A2E-76BDBBBA84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E907AF-DB26-D550-BA19-2E6A8E3EA41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9512A4-4E38-0622-832C-0BF596D1511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5877DE-10FA-36EF-3FF8-684955E3545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E86A4E-6FC7-53C8-A1CA-5EECF590F1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35C2DF-8138-2447-6D66-9FC82D1AAC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EAA094-EF71-CFE8-D26A-32E2F259510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98548C-19DF-D87A-653E-E61CE5F904D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7A7513-BB17-52DE-5603-DBA31CCA6EB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3131D7-B59C-B497-3447-9164F843AA6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E41B67-4428-6CB8-8991-9DAFC06599B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DB23EB-F180-CEC4-C4A0-C243867DEE5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D3F618-1CD6-0233-CCF0-07119E136B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0A9DAE-0F50-4A9F-352F-DE9EAC35903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A4035E-3149-4654-EBC8-F224C1410E2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546A08-415D-446A-B940-B54A14C192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DFF3CC-57EA-2AA2-740E-B0D8DD6FA1D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3185CA-68BE-279B-1334-B9A2DEE3E8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108C21-F0AC-AC25-A630-5C2CEB2F2DA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C9C8AC-52F0-670A-C082-245D8F7D51F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5EAAA3-A826-426A-B637-D2AAE599466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14E8AB-CCBD-77F8-F43A-2A910BA650B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BEE10C-DFFA-06CC-94F5-614FD5F0441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99CA75-F357-F54D-C42B-A571F3CA501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DCB86E-2288-145E-9418-FC29CE99E82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C66261-AAB9-CDE3-97D5-8E08532A140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0E0735-C1A2-ABE3-1EC4-341C422C2EF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1E78FB-615A-9CE5-27E5-F01BCF94820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C47399-573B-EB76-6F65-B05977612D7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403CAB-B81D-8B4E-794E-CDB417F0F78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F78A223-0D24-0CF6-3FB6-391470BDDCF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92A3D2-E85A-4F15-0A5A-E6BA581128B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B022E1-AE88-1782-4866-C98070220C6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773016-12E1-0DE4-195C-FF2C5A3ABF6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819B0C-E123-25B6-B3EB-6FB1DAA49E0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BC9100-6139-0258-95FA-0B1376403C8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36192F-3240-0F78-68FC-F7482502FA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35EB9C-51B4-1EA4-2733-1963279668C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8EC1A9-AC18-68FE-37D3-880ECE1E6D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EB6B72-D05F-C17E-224B-A7FC9C74036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B4E873-69B2-8DEE-720A-11F644A15FB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E5194-F5E2-463E-64D1-D89E7511423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45C1C-9881-B6B9-EFC6-5D7506296B1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CAF577-04E7-590F-F15D-80979F6F1F1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9C2E58-F172-49BA-739A-30F9D03863E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077C9D-5816-EE5F-FB16-4BEF0B34BF5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939146-4010-F17F-C0C5-483B35F4E14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7C0DE9-AB2D-2224-CBAA-4FB7640E6B9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BF7D01-D9A8-9F22-FD9A-41EBF5911C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2DF11F-97C5-93C6-70F6-01F1EB601D8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DDDB73-49E8-72E5-3CB1-E9D7A325F1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86430-C2EE-11BB-7221-C276F48E5AC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693AC1-8C2F-1314-C911-000EC58A0FB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EA1220-99F4-3764-8BFE-30963E3F697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8FE637-CFE0-CF5F-1FBB-415B66CB538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E39B3E-DFB3-EF52-0622-4410460CF8A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E7A05-3184-1316-89EC-46819A322FD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2B4A967-503B-CB11-6886-44874AE54D1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78837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DC0C-932B-C38D-387B-268BD845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E7B27A-A7F9-0E1E-A75B-0AE2E2B3B7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A6A196-FAF4-4ED0-FECE-03785F2E8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F7A771-DEE9-53D3-C539-F27E71365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E62858-E0D3-2088-1D1A-92C07EA56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D32112-5B79-C0DC-F50A-00038A5CF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5E8489-DFC2-B24B-5DB0-AA96C87C7E78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DF3C9-87CB-76E5-45F3-CBC179CA26A9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56754C-286F-C7B5-0A82-9B53B0024DB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019A8A-421B-2FA8-6F0C-CE1751285F0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F564E2-5D8B-4A51-858E-6DF4852AC3FD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B71731-8C7E-5E71-F0AF-8596D7DE368C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828E53-05D4-2FA0-E3F3-7B40BBF5168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1338D-A77E-F218-EDF9-8E2380912C6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F506E-607C-7891-EF79-B649C85BF40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AB5BB6-9177-CD74-4D96-CFDA5883C0B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CA440-EE54-E20F-9BCD-80ECD713EA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0FA830-9CF6-DA59-90C3-E85F157ABD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F7ABD3-F840-90C2-08A0-25EC50CEE7D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4B43A5-8800-5450-6DC8-F117DD6CFD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0810E5-ACB2-D7C2-EB6B-36A3D64C2D8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4C0202-C8E3-8831-00BD-9BDEB17ECFD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483D86-DB43-E150-4E93-C1663C3EA85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DE15B8-7D14-958B-4F9F-F5094C3FE83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5543DE-23FD-2064-8B07-04129523C63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BE2E70-72BD-8AE9-CA94-94CA3B224C7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59E876-01C9-FB0A-E556-7918C8F8357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D519EF-077E-D2AF-929A-B9E8025A3B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8345D2-0839-5239-37E0-D7115C3C837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BAFF4C-A655-5962-C83F-B17A8C9A8E8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6895A8-D965-818D-217E-B008C89006D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8084E5-5B31-98A7-44E2-F94A3054B6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0AC8BC-C2DB-4B26-F288-B8D83384AB0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6B89D5-EB54-F285-3066-902BA2D8B92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932EF7-E91E-A861-A6A3-A120E4383EA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6F32C3-47BE-C6B5-3FC9-90EF4FF804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B2C072-1ED3-CADD-D337-3165BCA6225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F6458A-C16C-A21E-152D-24F6054A92E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A9751F-635F-8C00-92F2-F4DEC612A9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63F6EB-5B52-06A4-C7C1-F8DBD0DE486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1139A5-CBDB-8B34-6E3F-B53BB71B36F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0C2AA6-DB5D-7881-E326-30BA1CD6865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134F54-6E7E-FC99-F5AC-26AE6963162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F85A5D-DAC7-1B35-2D5F-EBC1105B6D5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35225C-FEE1-E089-2C8F-A471567BA5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88DD7D-410E-55D2-F093-CEAAF560598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84AF39-C72C-9D95-5BF9-173BB1D61B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AC52F0-A334-2A2A-442C-D46082DC679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5ACDAF-E9BE-0922-91A0-A817EFFBD87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2DC2D3-863E-5844-73B4-40F38EAC21B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509F99-0145-B6FA-5155-88692BBBE06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51920B-927C-98EB-F245-B104D5B3B4F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36DE8-4FD0-659F-3ECD-42CD06A51E9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0A48AE-4C79-1DA0-D216-DA191DF949F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1D4CEF-76F6-800E-1677-40ABEF0D922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EE0A95-A5E3-0A53-6ABD-36A528BD0B5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9E266-A3A0-037F-636A-A2745625762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BE5502-1D55-88F5-8DD0-49D12B86652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268E07-920F-53F4-554B-056A3EB1C60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04FE8A-6645-0EA0-3F64-6F6DF8EFE68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EBD21D-4D3F-EF68-1E35-54C059AD68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067635-7A07-BD29-35AF-3877BC9502E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639F9A-615A-EAC8-CF5B-1337819E1F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20B0F2-47CA-0569-0E6A-88A21F1BEC4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BCC564-FBD1-F194-A0FF-FF177491B2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BB1C3-ADBD-3FF2-32E8-828B39604EC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72DD5-C4D0-F387-FAD3-7A5DB1808C2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68A0F6-E6C4-A5D4-AE8F-000CFE916BB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5D926E4-3429-C771-56DD-D420C6057D0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E57688-2403-4E08-ACE5-16FEF9A4E46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CF2A1-C9EA-4320-6A66-46768B91CBC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EF48179-6864-A714-56A7-44FC35AA81E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12DDBD-9432-47A8-108D-DE04184B10F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4D5526-753C-C14A-4FEE-90198918B81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52C26C-00CB-786B-CA27-84002929E53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122905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85C4-1AB3-74E3-851F-6B7ED3F1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3CA985-FBE6-0883-4D72-41AA47DE62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01EC3E-65B1-CCA7-96B4-CA8B4BAE3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547E0E-8993-C1CA-91A0-B98A1DA7B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BB67C4-AF51-21DE-FCD9-A54AAE32E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1F017F-AAC1-AC95-996D-8999E2E41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0D993B-E171-CFDF-C911-98BDE82D0488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9C963-7D6E-2408-BF93-73878333575A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AB271-FA69-30E6-17A7-107FF62D79E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5B4BC1-B789-2597-056B-A2940DF816EC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C57341-17DE-FD70-EF57-E694A3805917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18F6CD-3DBC-C572-BE99-5844AB2AAFF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175370-2232-1E47-D630-A82490D7835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A00E68-D71F-7F8D-980A-67CF3925EE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5C6B3-3864-AA08-109B-98A2D056A3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DE4DB4-5ACB-E1B3-FE50-5A23C2EB321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086993-E87E-875F-1444-DA77A0AA5B8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5DBCA9-46DC-4732-D705-D31686CB1E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AC1385-3B97-DCB6-C457-AE49CC3807A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1B3C7D-9A10-EAE4-89E2-A475FA85C67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9D0F8F-27CE-DB02-CDF8-A325EF728C0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1DE183-462B-E584-0AB1-04DB1FF2F23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F034A3-4A1E-19AE-2EF3-FABD0ED88B4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34305E-A07D-6AF0-067B-544C576594B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7D0B15-81E7-DF80-21CA-7BB755571F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207BF5-A375-FFC8-D1C4-5B4AFDC6735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83F06A-1D1C-EC60-4BC1-86BB7079B19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7FAE39-8A50-48E2-E93F-F0C9C07125A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3674C1-D5AD-9D8D-064E-8E1786B9E3D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FECA67-9C97-651C-ADAD-491F870F012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1B4C1F-6B16-E13D-A8A9-068BBB05AA9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54DEAE-CE9A-3281-7A5D-682F708A1AD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2C4910-04D9-229B-8E2B-148BC2D805C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6834B2-53ED-26D3-A076-BCC1B212A2E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39DC2C-DA3D-730D-0058-BE3A158EA4E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CC05E9-07A9-B6A2-41E4-8101B85DA76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D0908F-30E6-1106-D4D9-5E464E4BE17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32C701-E27F-E626-98F7-BDDD833B0C7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A2FCB0-21A5-E094-DEC8-A567279BD8A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BC758C-779B-CFFB-84C7-4914E8C6416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C6184F-32C7-F7B3-D8C6-CFEC1ED7350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233128-C260-66A3-5E49-9B737291A2C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F63354-8DD3-4029-121C-36BE0B66518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44F8AD-9869-8A39-F996-24B17BEF570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F00A5A-9F76-6B79-6670-15B41C5E917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D2F6C8-0309-F7C2-4FB3-EE72D89D3F1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506AF9-A849-A6EA-C2EC-3E689FE9B1F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1AA5AF-A3E2-9D9B-77E1-87B78605664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E8D42E-FDEB-A4EF-6F32-FFE3BAFE788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2E865C-5639-5D72-4568-A8D3AC6533B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E4C8F1-899D-A7D7-D693-FDDB4BC5481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C1193B-AB9F-0A88-DB33-DB9503BF9E5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E9A32C-D50C-FC0A-29E0-EF1BE8025B2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6608C6-62B2-EA6A-3107-339FD2625A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7D8055-53E8-83B6-6B4F-FF0773A923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FAF6B-E43B-EB72-20F2-62A46A6E62C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EFE188-B285-F2C0-4D05-9CC65BDA6C3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B9E942-541B-CD00-8A36-D6DD07F93F1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EC3E2E-E7DA-8499-3AE5-AE54BB70376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49C123-CEC3-2119-A61E-7C5931D60FE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085402-99CC-FCDB-177E-7515F0D45A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ED0A65-004D-6C9F-C11C-92836055B56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B519CE-9EC6-A1AE-C51F-2E13EC16142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7050F6-3AD5-2751-A14E-66206350DA9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2F656-6EB7-C6D6-BEE4-6BAE60E72BD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5FAC22-38FD-2264-92C8-A7F1F22F4F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33D316-3EBA-746A-C6C5-B246C0D731C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7DD0F0-9077-1946-2275-EE4C5902929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B3A8EE4-AADC-CBBE-3EA6-3CE77BA9DAD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28121A-3CDF-F70E-B10C-8B441F1AD9E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E31E24-20D0-67B2-F796-C4502E0955E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7CB17-4AF9-BF43-82EB-8341E82F2E0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DB689A-92CC-D658-289D-C7E6C8ED072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97E516A-40A0-D621-99BB-35CD8D3184C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E8DAD-9289-4796-8F92-2A1A637D2B6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165079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9897-E5DC-74F4-560E-356C83AA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220BD9-FEA3-DC2C-65C5-6FD2176DDC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EB754E-F056-C882-2218-ED3BCE10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7D7406-1AEC-E45E-58C6-478577BF0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2631CA-1340-A5B8-2BD2-AE0EBD1D2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123DE9-7DA8-919F-C8DF-50D299204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4C836A-F040-B4D9-3C0D-A53C431E62BF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144E5-299C-A7B1-3996-67F90E9C21FB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4E1BE9-C595-8D4F-72B8-9D5244C6AF9E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5D0D44-C1F4-A589-83C4-3829F4AD1C76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E43EE7-97F7-36E3-3809-9A82CB9F264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91502-B16B-1AD2-C439-13A889CB669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A5360F-6E9D-9183-EE5A-5D315B51212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A63E44-4CD6-05DD-2993-1047F1DDE36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A891FB-3BCA-DB33-6CC7-F143B1EF1D7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875168-3611-B0EA-4EA5-34A9DDB55EC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51CDA4-F407-B0E6-4C48-479042294C9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892818-09F4-8B59-EB6D-AE61D22538B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123BF6-AD74-B008-D61C-0A83E87429D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387723-0E0E-5A7E-53E8-D9A785F55DF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A10510-BB32-2783-552E-78D2486F186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096918-456E-5B38-5056-76B3CC0D4F8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76DAD4-1A58-C0E9-F551-A92BC3FCE25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12608C-BFF7-0BCE-DEE8-454569B320F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7E8703-34E5-3683-A415-F64990CA4F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5CFE30-4AD2-1034-92A6-92B61754ED4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F1717E-425E-E25C-402E-3FEA1B70747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67DC8D-6E07-AB54-5B7A-36394963CE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32DE1B-F59A-B5B9-6961-BBD2154714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BF4A36-88B5-40DF-A8BC-756D09EAC77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1F9533-182C-ECD0-26E2-9483D296B50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A496F6-AE24-B410-1FDB-CE39987DA20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C041E1-C9D3-81F8-490A-9BF83D9350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0CE202-7BA5-D8F2-5206-292ECFFD578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8CD037-2F92-CAEE-0AC3-15BAA23AE1B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B6F880-6841-1A3A-B75E-C2D86C0C750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73DEC6-2A38-3A94-5D27-8C2DF6AF40F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CB2DA6-ED27-B51A-DF93-2562A6B810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02413F-F71A-296D-D270-48322753C2B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79C533-18E1-2216-3505-5A956F25C0D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CBDED3-4B8B-D03D-9F7A-016150BDC6C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2A07B7-3CCB-91BE-0588-BDBB111F674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A8A187-46C7-026B-D501-E40537458D5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AA0ADF-489D-707A-FB93-56AF60058F1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EDA646-7294-3E0F-6AEA-9314EAB353C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2E0419-1FE3-704B-6C65-C6C28EE0BF7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B94DC5-0B65-6F12-9F3D-F56D2E32B1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B788ED-2D02-E48E-C488-B564146AA3D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6A909D-CEB9-CFE8-F1F0-4799AF08360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0F2FB1-F9BB-95CA-37C8-4B009E52BAF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E3BD63-9416-A200-3596-3E141729CCB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396A37-2D56-BA4C-F163-259DAE1174A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222204-2ED2-C5F1-2137-0E1FC38549E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FF84F-D38C-A473-F820-9C25EA3B975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E8A287-C991-9DC2-D9B7-EF955E88A01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5C05B8-DC69-86EF-3DB1-7088498C650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BAE626-1BE0-8728-1BCD-4C8E6DC0BF9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952E52-5F1F-C638-3A17-83A3FCC6EAB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FDF77C-BCFF-E7CD-20DF-153DDA26D59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3BDEE0-4D5A-BA54-84B6-01D92F7219E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2A2619-285E-11B2-1BCB-F2366B4FB3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D29C1F-D2A6-BB5D-C174-06F1A34176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7387AE-AB45-6BB5-573F-4E3E0FC82C8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0A48B-7076-9F5D-41D1-183403A90D0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BA0CE6-C794-6E9F-DC4B-FAECB9B4108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ADA4E7-0681-756F-65B5-FCF8BC00345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C4F48B-55FD-D6AC-A676-65D42A414A7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3DEDE97-539A-8F1B-6A4C-418A26ABA7D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9D61E9-751E-7EDE-3F2D-E5DAA5D3492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D433D5-B02F-6528-DA82-8F3AF54BF84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0DC7E2-C7DF-D773-197A-9665E548399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DB58D0-6186-FCF0-ECF1-E0CE2596067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A1B2CD9-C7F7-E609-2FDB-74A0A60A019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03745-7415-58ED-36A2-736564D9260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C20CE5-6447-3068-7E1D-01FD336FB63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67667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2EFDD-C78B-DD77-5F4E-AF4FE150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277D3D-D6DB-8E87-94F6-4C4B36CA29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215CEC-7697-5509-5DB0-A68A32174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AA808B-B4ED-6D2D-84C0-D5F06C0A3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B2F6A0-4BAF-B8E4-AF96-C2E78FF29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9C68A0-82B0-D8E7-CE9B-A5049DC3C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331814-432F-3335-6ED6-54A81C343C85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B42A99-BCF2-DC6B-A617-79E7693F881F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7C0461-C0DC-DCBE-5C5B-75388CCDF737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E54DEA-21CC-E801-234B-2B8138879B79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FA1B94-3DC3-6A75-3CFF-544B9F7708A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19482D-6EA2-A2C1-BB60-EC34081FE45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5AA9D1-C312-839B-25F6-1DDE5CDFD4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5425EF-BCA2-B0A6-D97D-AD95056A8A2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8A1406-F032-0EB4-AC84-4703DBC2217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671EB2-CADD-E320-C9E5-BAF970E9D0B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0761D4-65EA-7933-26D6-8953D83441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5A6B42-2992-F3E1-4CF6-718CEAB777A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1B3537-F27D-197E-5DB7-9AE28BF6D7B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40D86C-8E82-B4C0-578B-53D44D1D067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EBC92B-2887-642C-3F7F-D7D25CFF0FA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ED740F-5786-337C-22AB-12120F5C46B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3AA198-F710-E79F-1AE0-02035222E5F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84D9B5-2EA0-A068-9FF8-B3F6C79BE65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934EB4-13B2-D99A-85C4-4A3E7E9327D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6F682C-9EEA-DDB8-BF6C-BFE4FF4E59A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510494-0ECA-CE39-81EE-413051A27D0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5523DA-0DB5-2928-387F-74772FA6EA7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EF267E-F251-84F6-E55E-6370F267262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1B7B44-C553-DF90-02F8-2EA880E9C7F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FECE32-C1D3-B778-E1D2-82D4262DCBA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038A09-C31B-20D1-2E0A-F8B3E8EC25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B87A8F-277F-0875-F42D-F3D621D5B70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3EFF6E-36B0-6BCE-F7E0-DCF04758575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D275E5-7048-D813-70D1-74C04318FBF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EFB815-5198-93E2-6762-D482F810A0E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689F11-57D6-5A11-364B-2660D2A59E2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E57AD7-AF57-B14A-778A-8BBDAED9B7F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094987-232C-C273-2BC2-B3F7F1B112C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EB3383-9875-A0DF-3328-7CB38B62987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8D8F9F-64D6-B9FA-69CA-CFA7C960E3A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A7DC62-4672-F60E-B54C-F22D149C6AC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FB858A-D846-541A-AAEC-A025CFFAC50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89E1FF-922D-0C52-8A94-CE737CB502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429780-D7D3-5EDF-3034-27343ACBC9E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BF543F-11F2-EBC7-1AE5-56947121F08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B6343B-0B98-1D3F-7F9A-5A3481EBEDA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472045-B8FC-0E2C-F362-E76A1588006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ED716B-252C-C10F-42A1-48BE5AE9755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DA8C76-929C-D69A-1FEC-538138DD9E7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4632C-5BBD-4441-5CAF-8297FB2622B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1C4FB6-E521-44B6-FAFA-3E5B79543A1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C9E5D0-2F7C-EEC3-43C1-4DC86C4BF07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177C5E-73D6-800D-53FA-ACE569C4E96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E42EF-B590-095A-C14C-1ED709CA0A6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9554A5-FECD-53D3-2E8E-A06C3024C3F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A8EA16-8F3E-11A1-6978-7A7F879BB12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DF817E-47E8-87B8-4315-96B29B3E336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BAA2FA-4C1A-4148-E610-44C608ACA50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0BE721-50AF-FD98-EE6D-835531A44ED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D6AFFC-997C-BE36-FF33-D86652FCAA2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C2B4E4-7D81-2F57-7F9F-B72A981AD50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191416-D9C8-F632-F018-EA0F9888E81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56089-B912-071D-A3E6-767680B766B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12E215-9F96-0103-1052-C13F7AF9C3A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23F584-89F3-9F27-29BF-B86F85A5250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482DC2-5F32-7623-7D99-9462A306AD9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AC8769-BC6A-DC96-615B-FC66FF15E0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777C5-B58E-CF68-04E3-F20143D16BE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B2610B-15D2-F6D9-A282-8CA4CC8479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D347F1-FBF3-2CC3-512A-EA63A9E37B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0D21C0-530C-1CA6-FA20-95813D8F6BA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78604D-BF07-5090-4298-5BF498C757E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7250B4-29FF-D8CB-2186-65FBA6796F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06A558-5E89-EDDB-47C5-BA7437A5FE9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823020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93C0-6462-133B-5955-98418445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8F41E3-D75D-148C-CAC3-F651D96521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EFAF9A-3432-ACB9-403E-AC03B49F5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  <a:noFill/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BF5DC6-86A3-CC4D-96D1-C8666762D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  <a:noFill/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AC63DD-B790-D848-BB73-860853669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  <a:noFill/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D563F6-1985-B4D7-5959-42D940CA8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A72944-AAE0-1936-9CF2-AA75F6D7FDED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019A5-9D67-C3BF-1CB6-6E547CC94CC9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203542-1EA7-F29E-9601-5E230BF63204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A08D33-0BEE-49CE-225E-2446B16F9D18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5E158D-678B-D621-F0DE-C6976A46E5C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9A81FB-4698-A083-4479-49CE31A5453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E91FDC-27E3-6044-E719-9FAAB6535FF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5E541-472E-E6FD-3CD0-B8CFFE6E550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C12BA-75D3-C291-EE0E-2D3518F0698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B11785-DEDF-AFD0-6D4C-444219AAEF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359972-7BEE-846D-EAFF-B43426BC4BD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98B290-876C-D168-D490-A289E0B2B8D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8282D2-0F1D-4D36-FB27-4C544DBD660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D30463-065C-ED2C-D863-2C089B14164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2F23F1-2875-54B1-DC9F-69CE35304D7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A9B4E7-9D99-6399-8F19-B729C97F12C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6526DC-AC05-B9E7-91D0-A71673416A9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693985-2D76-7122-4E1E-E4B9F2F790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22EA0-7444-E1F8-05B2-B6EDFD8386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C8D0B9-A668-CB11-F9F6-F7A9DAA4012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4A12BA-8688-6271-7347-3E851E8EA46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4515C9-9F87-BC92-D664-4517EA989C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FE0F73-8B05-E8F3-FACF-F2B6532FBFA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4A2083-0046-48CB-2B83-0BF22C97329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B35740-3ADB-9E8A-BD2A-4462299AA29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872C65-7A24-8A5A-A64C-DBBD4F28A3C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B3055F-A191-9C82-35A5-52A70BAD624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735578-7313-6361-DB74-C7420F3C8FA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8BFE73-33F4-F7CF-E644-CA3B735E09B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0A5100-5994-B204-BD8B-C56FC0358F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F9495B-6FBA-A213-51A4-296F3B00229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A02C1A-D901-2C12-CB2C-42772A9DB45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A2A0C-B7B6-16E2-403F-E2D9CEA54BC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FBBF8D-CC31-3BE2-D9B1-545D2B25C90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1CDCED-3A79-B564-2F53-C31CF4310D2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669174-DB48-2B73-36EB-0180D17F70B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047841-7EBB-56B2-40C1-B6B994E0A9A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E1AE3A-BADF-0AD1-57F8-1FFC1367ECF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FC7F03-7D1D-7DE9-4678-27F969F2F9D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8E4A6C-A643-E8C8-5147-3B516CE8B31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04F3E7-1F47-D25F-AFA7-0D7A57BACBA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FE6017-0570-8D0F-41E2-03371E5D30B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147E4C-1DF1-24FF-1070-BD70FB2908A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4828A3-E297-1831-ECB0-FB335308C27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225049-608B-144E-DD99-504E515D41E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AF628D-2095-6ED1-19F7-FAE99403B3C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02470C-325D-3C62-0829-AD6A9E54A0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8679F-629A-7F16-1A7A-1EDBDEC3009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030F6F-4A7F-0F5E-857F-D52D09863C4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BD33A7-9B2F-62C5-E491-5CF02A62725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A87C9B-0535-0E1D-E47C-87227AFFF50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A17913-2D97-B721-F1A1-78456439FF1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0C0D29-2195-12A9-E41F-10E7A2E755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2E19F5-25FB-0853-E3D1-CCF142971FA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5B22D3-C900-D1F9-9783-03684C406F5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2034-AEFA-F01A-503D-4C9E8F80751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9EA11A-E5A9-5787-8801-611B6C7B09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A10F11-80BE-0F63-9BC4-49DFFC960CE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D7B1C2-751F-47DA-01EB-B6A02E82C7D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96330C-6995-1A84-D29B-96E0E025566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503633-2BD6-8BAA-1EC9-8F575222183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8A32A4-CCC7-D9DA-A01F-C6EAB010D7D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7F4E51-2600-CDF1-DBD6-03BFDB42734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B7AA44-C62D-3FE3-2A56-382A3AE0130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2A97A9-F0C8-805B-19F4-55842A4CA49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9AF76A8-93EF-1882-3D85-E549FB887F2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D4120C-6B6F-8C2D-B745-3187EB85480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C24C5-23B5-B8DA-DDE5-E8A3A103F0B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D5309-A7BB-7FCC-6189-886474AA1C2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641573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E7F3-8EFD-1E10-120E-819E8E38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BAB108-657F-1592-DACD-F6D4A020B2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It’s not clear which of these two solutions is correct. So, we try both.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061BA2-77BA-F6EB-8C5F-02C484D44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1A5E1C-0521-1C6E-84A2-FB6C9A9E0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51EA05-6B45-0D2E-3A7A-74444CF11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6B3647-B057-D003-5CAA-FE8EF936C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DD4E4D-FF4A-F28F-9E7F-3A1D8513DDAA}"/>
              </a:ext>
            </a:extLst>
          </p:cNvPr>
          <p:cNvSpPr txBox="1"/>
          <p:nvPr/>
        </p:nvSpPr>
        <p:spPr>
          <a:xfrm>
            <a:off x="5650090" y="154599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E9914-74AC-2860-1FEE-CCDB545C543E}"/>
              </a:ext>
            </a:extLst>
          </p:cNvPr>
          <p:cNvSpPr txBox="1"/>
          <p:nvPr/>
        </p:nvSpPr>
        <p:spPr>
          <a:xfrm>
            <a:off x="6152446" y="154599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79DAEB-5390-0C33-3188-5AD7B2016FE9}"/>
              </a:ext>
            </a:extLst>
          </p:cNvPr>
          <p:cNvSpPr txBox="1"/>
          <p:nvPr/>
        </p:nvSpPr>
        <p:spPr>
          <a:xfrm>
            <a:off x="4143022" y="455165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58AD2E-2E5B-D3A7-D646-8A50E365374F}"/>
              </a:ext>
            </a:extLst>
          </p:cNvPr>
          <p:cNvSpPr txBox="1"/>
          <p:nvPr/>
        </p:nvSpPr>
        <p:spPr>
          <a:xfrm>
            <a:off x="4645378" y="455165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49A19F-BBBA-90A8-D165-398E7C02FFC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DE6707-5F12-00D2-4781-925301F811F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124816-592D-C584-9B88-8871224566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06DBF-228B-015B-AB77-DDA5AE4E300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44084A-498A-5669-EF34-1A009A5DFDE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F097E6-4AED-6CFB-175A-F48925F8BE3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D9B24D-E1DD-7F13-B51D-641E7BAAB83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3C3167-4DD4-5486-9103-8F9E413C685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F64820-AD43-12C5-A9D0-CE231B1EC59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272CD-BA78-4379-3EE9-0A9251F7831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7BFC59-3BBF-069C-3C82-C8A47E92126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0EF862-D1F0-75A4-63AD-FEE8F9749E1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725539-6D61-8B86-F7DE-E158DA604AA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EBB1CA-98C8-39EC-12A8-07AE7FE1E30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B59236-AF08-C6D4-206D-FA424E466C8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24763F-6065-D576-6BCB-A77BD8BD0BD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6E0668-7D05-72E4-B118-C4DDB6E862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A73E0F-E726-7F15-E601-D0190800D9A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74F029-19D5-889F-F773-F4097892822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D9B1C9-129D-40FC-C5EC-7191352CB34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84473E-CA1C-67A6-6F1B-3C42887371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0BF057-3977-411A-34E6-770EA0BFDCA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B2749B-C58A-652A-CF9C-2C3F0C34E21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7E24F3-C9C0-5315-0CA0-F5BF39B50E4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1443D5-18BC-4884-569A-066255C5DAE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73FC92-31C1-C3F0-E644-4A151BEF92A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0880FA-02B3-96E3-D4AA-ED012A3DCA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DD69A3-446B-A881-2020-72F34D4B5C8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A29A39-1D70-EC3F-12B0-4AA15CFFDA2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A51B46-5352-07E7-B6C4-FAD7EA098A7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D0C76E-6669-A800-ED29-3BF0385AA68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A9D1AB-2253-B40A-D2ED-7520011386C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CDA755-56A3-8320-7CDD-56698857F5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71142E-90AE-DB05-F89A-C2913F44644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6BA6F1-CD3F-147E-3A12-730D38E8814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90AC6F-FDBB-D932-46C3-8F8A7E32AD5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A0C575-8ECA-E162-CFDC-A0F7DD284A0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F20B3B-67DB-2794-1A0E-7E1E3A784AB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A4B20F-E2B3-B21C-6B63-CA1456961B5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A1D3E-59D7-06C7-2AB3-760B92593A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829085-89E4-4456-B297-A697E6D8FA4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17B5C0-EBDF-EE96-D24E-BCBD6F9B8E3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AF4471-76B7-9548-28D2-EA9DBC5541D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83D99-BD0E-5764-68EF-3C37E05F0DF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ABA66E-A819-3D85-CD7E-C947E36E759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18E168-2D04-E207-C6D2-35D85BDC4CD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C52788-BB8C-ECA5-5081-866442758A1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19F87A-4822-36AB-F01F-FDE190358DE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AF15C-1AA1-52DB-04D3-CE8C78BC98B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DE1C44-2BDF-5593-3F16-E147862F87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357935-252B-7824-E336-CD8A1A6A52B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EB9D3A-F433-DDDC-0153-BA6D3CB427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3DE9A-B2FD-302E-8464-8E63757CA06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652976-1887-63DE-9C64-253C0F10F87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AD5187-9BA6-7D4E-E8F9-0E87753E8D2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F817A9-72F0-9036-47AD-0E303BE0A8C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6B6D34-6CB9-E66A-5602-CEEC36FC007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FF302-0A0A-861D-32F6-F611D1E8188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F9C396-5F5C-555E-C22C-AA5A73E4CBB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A4EC46-D15A-720B-F188-416EB0C2201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19FAF-C099-9C92-E9DB-95DF1CA84D5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D92D6F-DCF5-85DE-533F-3CA69795FBB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99D75-A995-7AF3-6844-6F78834D99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FED4D-B297-E302-CE88-90C48D07A7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6FF41F-5349-3E36-8C7D-D06A9030BF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58771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3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74B57-B566-7256-E2C4-98A6BF2C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B704DA-7966-ECE6-0F68-56231587E5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Try Solution #2.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8C27D3-E276-D6C5-D7AA-61047AA1A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B3DAEF-F2BC-DDA7-36F8-4DF9B3964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91D6ED-8E4A-7D81-EC8E-970DAB516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08F0F8-915C-0DCF-4DE8-49C2CEE57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FF71A92-1B71-0F5A-2A4C-28B990B83AB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68AB34-3D82-56C4-2304-C9671F22C0D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4F57AD-6FA2-06FD-EC16-A8A580EE5D5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CADEA-CE6C-5C92-3E9A-4042C7B720D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3FD309-DE47-FF93-D768-023B788BA1B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842B61-9801-1CE9-29CB-BAFA2CBBAE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150413-0105-E97E-9CEF-EABEFC4E511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77CF6E-5A13-D9A6-48FC-7FC94C59609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DA0924-4D11-EAC2-8D3C-6C256890236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EA1F09-0E2C-008C-4168-05C554445E3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57FCFA-B05C-AC9E-5B4B-FC304B82461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2B6C80-48CB-BDD1-8235-6F60EF13F10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E1EA44-C16F-BE85-1AD6-998D089E212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9D27AE-BCD5-1FCA-F6EB-18ACAD764CF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269B3B-1696-FC0E-843D-88822990B6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D13DB4-7E7A-40EA-4AE3-D31827C81E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E724F-5ED5-241C-A2B0-EE27381DF9C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2A625E-E76C-0A29-23F8-D3DF3B9005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14FAF5-04D7-5832-74FC-89E2340DAF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6F2969-7F23-B235-4959-14360C36CD2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170193-DE08-9911-0962-E24C0442BF7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671140-D788-CD2C-BB21-4C64EC3F15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D78122-A615-D81F-6D97-7EC14515303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FB136A-E3F2-4102-4737-3C5AD515476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E486FF-D69F-71AE-219C-A61721A0E57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9D1417-C72B-BD1F-6098-B20EDDF84C9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7C9B5C-17E8-6F03-AE6A-41B488F575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3296F1-0BDD-58BD-0F68-07B4C81C35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742C21-3898-2795-1E68-BE098B7FEA2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0A5A3B-C404-84C8-83F3-F60CE66F903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DC2220-7555-A854-3426-F2EF1AE2404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E1DF9D-68EB-DD96-A73C-0056560C794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9733EF-9851-B504-2CEF-AE6851D9544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9B6BC-35D1-A18B-B4A5-063F364AB7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A1DB5B-700D-9288-F98B-51F0252B90E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C886F2-4DB2-D478-4E62-DDCA404D466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12D538-0479-9CEB-975E-FD079C015A9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06D06-F075-A8F7-71F3-763B7DA23C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2A415D-36BC-57BA-27D9-F75F4082A0E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90B03E-EBD3-6D8B-C4C1-56D20B8F7EA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7E7E44-25BC-5F86-9B3D-ACDF27E8D76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0F7369-2CA5-1F00-C46F-B411CBE0054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9787CC-8588-ABCB-388E-3EF4869DE9A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D02684-ADF6-748A-2B1B-A75F6D452C2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45563E-00FA-D6F7-DAA9-45CF2471995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933A76-E022-FF41-8A89-E77D36F46A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6576AE-E1B4-6C9D-9DD3-9BD2BCCE76E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69A23-9A1E-615A-979E-BBB1C7AC891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AC3844-F7A5-4AFE-F984-209CDACF09E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EBF174-8130-FBAD-1F43-3FDFEF80CE0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09CAB-15F8-1FCC-127F-227CEB308B8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039E5E-25F2-93BA-340E-B5E363DCEC7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9A3A70-9AF6-F416-672D-9AF2BE3AEA0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28FF24-81EF-9AAA-E4B7-DD75041626B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7AEB5A-A89A-09DF-030E-6F9713B68A9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122E3-8298-EB7A-9D0A-8E4A5DB98E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F8347-43DE-9884-6E7B-4241227D0D8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C4B3B-6A2E-6289-5F03-3D6135860DB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A1F4EB-2152-7116-89EC-E932B90654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25214D-4466-544F-FC79-6CA335AE887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4A8B3F-B075-B6C4-048D-C0B39E3813D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4A2117-D0C4-9D25-50A9-C9917F02BB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EA353A0-21A7-9E2F-0F40-6930029EF67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A3F98A-C109-907F-BA3F-C7F7873C9D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A1C5D8-4752-855D-512C-F7C5EF197B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B2BBB6-B3E9-8326-124B-90059559604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50A3FAA-E3A7-9EB5-2F75-5FD8E7C9F6D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982AE4-45DE-8469-DEB6-3E19AC8456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6C814B-E58E-6AB9-656F-AD303D32911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808676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3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2FBA1-194E-61C6-A715-2B07FE4E6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87E81-8148-E53E-0647-472CE247EF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FAIL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8DC4FF-F32A-92E3-CE3D-2580EF3C8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8C28E1-B97A-9B1C-EB20-5CDA95C93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6AC321-36D3-DDC2-057D-CA31356C5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2390A1-C95A-EC44-2F26-2AB74E031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1642116-5BDC-B5D0-6C78-026C234A0B7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00BE86-60B1-B193-D7F5-415E5BF9C26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6AE2D8-0FFC-26A4-67F7-36B316740A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D174F4-0662-9067-0A52-90ACCBF252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F7908F-6C27-7A92-2732-8CA68EF1684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3355E6-51ED-AAD5-95A8-656CDD463F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EED530-574F-F45A-2543-79C54DED4B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6E1D51-A7B8-A47A-85F9-BBDB794305A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AED577-DDDD-E017-7676-FCF884C3155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D64AB1-2C6B-2B88-3C51-9BDD2A39C87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1313DD-9558-A57E-E445-82507187ACF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8BF861-05FB-0E28-BFAC-A99A4F21D39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1EEF63-6393-BCEA-471E-E0FFBAD7257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B5ABF4-85F2-B480-DA1D-1CD3351D8CA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2B807B-84CE-1270-6743-B915041B4BE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E5C49A-42E6-8841-ABF5-BB37DE180D9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04F2B2-42BE-3BFE-B831-F966315E614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CDB87D-B8F3-67C1-F53F-E7D2659D5B6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2E138B-4AED-3FB0-1947-87B1034C437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A6EF35-2EC0-2A02-9375-33EC77BB64B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D9780E-3A37-9C79-9FD2-C43ACCC566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004E8E-4EF1-D74C-6931-CD409BF091D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DDA252-BE46-EC18-3A2D-C313DE06068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131587-8EBA-CD93-B696-44EA8745C2B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840438-7E1D-4CE3-9FA9-3BF30EEAF34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E3768C-7BA9-2383-341A-A6ACE38A2DE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3BF6B8-5801-A251-F9A0-66A0D63B467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A1506E-257C-33BE-6BE5-BD19176281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418D49-EDBE-9DED-B928-1D489C7FAD2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16F4F5-D8C4-7B32-9DC8-D107D184FCA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6859C6-A933-491B-7977-00F945D4520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74AFD-77A5-D6D2-FF6C-C1F53D3727D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1D3DD-BDCD-27BF-83D7-F0BE7A5D271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9AA596-8C4A-ADFD-390B-498F7AA4F5A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F57619-9B78-86E5-ECBA-BE14FAFF4BC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E8E962-D0C7-B9E3-73EF-5AEABC3A2B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CB9F6-6BB4-C115-3B8A-4324209ABD5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791DB4-F20E-8640-2495-7CDF2EB96F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408068-CE1E-6AA7-986E-F2A5DEF3DAD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1C6AE7-9451-2E03-6E65-0E2C9EDD1C9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0233F9-6FC2-5594-5804-4E2586C522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7824CF-183A-0EDD-E720-B80F94D2C4A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B4AC6D-D335-A82A-9F48-D057D7E233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B0CB2F-4AA5-8D76-3DC1-93CDAEEA4FE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AA311F-80DA-B6C0-908F-601C1A559D4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F213C5-7E02-D11D-A725-2E56D5CE051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4C7AD4-90A0-BBF4-15A4-C544AB6F09D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C9F6196-2E49-F5C5-38DE-BB286A6C6DC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A7D58-252F-F8DC-D42B-EB81A725233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4ADE85-2410-2DB2-4A0E-A4559BB2D4D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D54FBD-2682-9C12-0434-47925C6DDB4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58ED4-02A1-01E4-C0F0-B8331B200EF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98066F-FF69-35DE-119C-E605BB7601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AA111-D30A-4165-8D2B-CBF5DD48D94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A3ADE-5CD0-5E97-F81E-D817632E0F1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92AE3-BA18-2B9C-8CF0-D950BAFECD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933D4F-F8F1-001B-181D-066AB22404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EFB166-16CD-1978-5161-5BA8CB43442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1A570E-304C-2560-AA3C-8931B5ED861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AE6BCA-E8AA-5A87-B3A8-86295E188DC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A10BFB-2AAC-87DA-D5D2-27256811708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78AF55-AA14-9765-1AD5-6E2462876F5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B043D8E-7C56-D490-08CF-0EC1E8B6D65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5F5A7DC-6C49-03B4-02BF-AA4BB82EEE6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468CFA-CB66-3A56-D278-C4D924C44EC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86F98D1-2855-5E57-6130-BF625BE140F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91FCC7-AE1A-F8DD-DF4F-A9BA681A13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FDDBF-D5C4-384A-5F7E-27F0F75E7E0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10946-2701-AD33-1C80-63946892A10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22818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3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6471A-6DDA-A19D-BE10-1D839238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91928B-0D98-B366-9F92-BE98F00C30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Try Solution #1.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10347A-0F42-C4E6-5ECF-4CC24314C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62C4BD-4612-EF33-B296-25AFBE3CE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094FCF-EB19-7B3C-0644-D6D6D94BF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30C4B6-8352-9C58-6636-B15BC0855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747EC5D-A287-50AD-0487-4F5C398393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13E178-9279-8279-1B81-E0C98E89C06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725B8-F102-DDD1-BAAD-569CBC6531C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4FB772-B28F-3BD4-F7DC-94F790F627D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BA23C7-B9FF-6EE8-806B-D89953C33E7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ECFBFA-140F-9FF5-62B3-DBE85629C5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0A4C3E-862E-21AC-9AAF-08581A37CC5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7EDB43-DD79-9DB0-F71A-2D3EE455561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8985E6-6519-7731-3418-799D8002C94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03616B-4C80-334D-4656-18E416C4F20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3738E4-C82A-DF26-A4FF-457A67E38A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17B984-4AF0-40EF-39C1-5170515AEAF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9C2D45-2F3A-8321-FB2D-FCEC90EB110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082B2E-CD95-E393-2E02-10872B28297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42EE23-3C3E-7F99-A6A8-D049974CBAA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E7B478-062D-4A2A-6459-82B7C561557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D9BA96-3281-12EE-3AAA-78167B1975D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00C825-B0DA-345C-468B-3E9D6CE2DA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290E5F-34C1-A95D-B565-520C54FE1F6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799C56-2676-888D-0670-5C10DC69755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DB7E7-E26D-78AD-ABB4-F4F8D06AADF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5E8E96-7FA5-7E1D-5D75-6E592C1817F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4672BE-2869-92BB-BDB5-7093E4AAFB5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C9A9AA1-8C4E-FA03-78EA-95A60D28BAB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5B6BCA-907E-0619-EE76-45B28FCC15F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413607-35DD-F406-A4A5-C9F5E08ED26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A72A80-3E85-724F-9B00-EE94D58303A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4DEF9A-E5F9-EA00-C4DE-79AC1086A46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242CF3-0C39-24B3-7FD1-2D274F6FBBA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4C3E28-2FDB-EACB-EC99-0D5EBA95BBF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63EA61-D280-79A2-A2F4-ACE62375464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3B1994-5D74-BFD1-0C98-87163498885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573A7B-AF63-14C1-1E39-D1649D0B2E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3E9066-3A0B-F3EB-F1C5-6B7A9C3BBE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144E98-7508-4C48-7E45-A1E1BD979D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F776C2-7DBB-19CE-EF76-16AC04C69D1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EF928E-9C02-1037-35AD-42E7FCDFBA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854E5-B2A6-F261-D3ED-E7A6BCE7BA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5A4A5-F9EC-D3C0-F97C-92D116343EA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97F817-0BE1-DA64-6E62-8E5EB4BCFE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A84CCF-E539-F8C1-8F48-67354E992E2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3C783E-FFAB-78D7-EF83-69359E56433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1C0BDF-4BD7-1E26-7F64-7EB5904DDEB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757AA2-FF2E-624A-F2B2-FFCD171EE58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703050-8598-DA4B-C29D-EAC54AF0040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323AF7-6AAC-431F-33E5-ABC33A471AF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DCDF72-2100-C538-354A-4F0056805AA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2EC472-0ADB-69E5-741B-51D3DFD1A6E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BEE65C-AF13-187E-0A18-77CE7A69DD7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3847FF0-1FDB-E3AF-93BD-4E6609A2D26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C94D28-EF12-2F83-95C9-0228677378F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851C32-96FB-CB3E-C71C-47C38489727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10E74D-77AB-A88F-68FB-8EC1181617A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217FDC-7512-21D1-77AB-E6700782C03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1C50A8-B377-8B9F-CDDD-9B02770CE9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8DF69-C883-D039-61F2-BC09E9362B6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BA711-A5A4-0F07-7872-E0EBDD9448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DE6F9-3DD7-7AF2-A4BB-6579EC6E82F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E1EF1E-99A1-D788-1614-D34EF651E19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566B3B-74F4-1906-1455-0BB442FCE28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C88635-AC74-F738-6F34-4913C02F8CB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B89064-D5F5-D679-8195-2A8476A9BDB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B433D3-97CE-9FE3-EA85-81BA0067A1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061D095-BF59-9944-A81A-0B35DC7A6CC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8A57F9E-633A-59AA-C98F-C86605DCE4A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0A08DB-E38A-DDBD-52D2-A31062C34C0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F96CBE-7E29-8A28-CF5E-09169DEFB93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DB92DFC-1D84-0B85-382C-96E5BA15FD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7B61D8-5DB6-3A32-701A-D901B4648B1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54604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F194-3729-01D7-81B5-6850312E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CFA8D4-689F-4AF4-6C0B-261E1D746A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8949FB-BAA7-5CAF-080C-8905C2AEF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B353DA-D2CC-6566-F844-F28FCE73D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02A38C-B718-2484-60CC-22F4F653E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808781-0372-AD17-2EC0-5E6AEDE8C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D0D75F-A793-20D2-D5C4-A03546A546B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A2998-F8CB-AE51-8E43-E066D80E00B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A41903-9B51-291A-8611-5B321B028EE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46AD9B-177E-47CE-8A67-ED466428D1D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504AE2-36AE-5424-B725-7A951116B08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9FD6B0-6C6D-B3A9-3CED-62702F822A8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C84340-AA21-25D3-5370-5B665ABA375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A3E995-D195-ED15-9D61-349B2731932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359938-DC45-17CC-22C1-398EC3AF796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16BD2E-3CE7-70FD-0AF8-A923C408E43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539AA7-A823-0A95-8DED-3D2C96AFF8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7B328F-A021-8122-17C8-3524861E2AA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F0B0D5-10C2-AB48-5B9A-86E0ECE4385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227178-7B74-EBBB-B4D7-0038CA9F5F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31D498-A810-6630-6A24-50187D790E9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AD6B8D-1E1F-1495-FC3F-25E4ACAFCD0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3016E7-D434-5B77-64A5-FD99EC8F1A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E9B262-5C45-9635-74B6-7C84FC191F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C2FAF4-182A-DED1-E4D8-6B79B1540D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874E65-6DEB-04A2-C1DF-D7FBD4F5EF2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9519DF-D7A4-C79C-48DA-7558572E168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994780-9EF8-5266-7916-AB171CD87C5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66A9EB-87FE-8E74-FCA7-974DC6099DC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C7747A-DF83-1144-2698-ADAEFBBC10E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DF30CA-DD4A-FD48-1A03-189644DB94D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7D0B5A-21BC-5E8B-F13B-6F7258ECAFF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9B3951-BCED-776A-2697-C1DBC840E1E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D5057D-4670-B62A-7F92-9016006575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57A5D6-0583-D112-7A65-51D62A1D8BD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19E278-7BA9-57A4-D521-4567175C5E6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BDCF0D-DAFC-2C6D-617C-1A73B2D2B18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D7F364-ACB6-B9D8-DA8D-38696FD7614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A85B3-81A0-A536-284B-AD4EF075F12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1445F-89E9-4E68-5176-1FCE54D70F9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DEA6D7-05A0-C705-5141-3E625302E25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5B094B-3682-A2B2-5500-6C93F5F819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99813-135C-2787-0E81-78F36F9FA67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4BE788-04BD-9A7F-05DE-EC9EF453860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43D346-3EA6-ABDA-FFFA-BE788FD1F85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1D28E9-A185-254D-496F-D06B82FAEDF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6BCC09-4D32-7916-17FA-3C5BD3F8CA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59CFC3-30A1-70E1-7C25-3574EC50FFE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7412ED-018B-53C1-FA7D-FA8DE056A78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F6D999-53C8-F825-6DAB-7FAA914D416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21AF0E-4EA7-2A5E-D1EE-8759CDB7BDD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F6B1E2-CA3F-ED24-BD13-308647E3051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9714CE-B33C-04DC-B978-3720D85BAA0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37914C-1F77-321D-2DE3-3819DDB9BD3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7DD9B4-49C0-FBD6-7B46-0D201F4FC74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47E8BE-9867-D119-2293-479C669D47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1FF963-C6B2-BFF3-FC42-ACDD810AF0E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F7D33-E2D2-4EF4-B296-EAE7AB49EEA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BE6D7F-6A83-F7E9-7B88-C1BB7CAFD57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63118-F6E6-8E86-BA22-979B63FF19B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3F5280-5F09-8E28-2C49-41D3C1AFBBE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1C710B-AA91-A7AB-EA1A-D3E5C2B7E94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7BB24-C69D-A552-E1D4-822196D8058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2D3FBE-6995-B50F-7EB6-E712548DBDC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9FD470-F6AE-18D4-95CC-CB66C423677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D07435-0E9C-7C01-191E-9C89D1FE10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51F492-ED09-FBE4-0D04-5645EC510C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CFB9CB-D5E5-85C9-459C-67EA7A5678B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6FFEB22-3342-2DB8-94A3-297B25A6F89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A72A4DD-F3EF-A8B1-DBD8-A5AEFFCBA44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7C9DFEC-261F-1717-9BC6-57284276CA3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D0CCA9-1B98-B333-BB3A-114C1D94C9B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C51468-F768-778D-5E1C-B7BA9BA66A5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41C66-B335-62C6-2AC5-0E161BCC3E4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125BF-5459-D132-1C18-97A8509F4C3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821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133A-7B19-B85F-1101-F3A6D2E79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201355-03EB-B120-2766-842E02233A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52DF35-7FF0-192D-1F11-B7642B63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81F9C5-808D-1AE2-AB4F-B34969D1A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1035BB-07ED-6F5C-679F-A224A2776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C98462-3135-E474-0BDD-92718DEB2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B133C3-F8A7-0C18-BA06-08DE8E92218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7DAF5-D5A9-21CC-B3FF-AB92C857A46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50E49-05DE-9A83-3AF1-D39D9928A14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B0EAD-A1D4-7919-091B-4593626DEE4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E40E05-39A6-5F44-DB64-EB3844E5630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2F2E97-F344-95E6-ABCD-0049D17DECF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80BE7B-8ABB-18AD-29B2-BA8AF5DA084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7B43F5-022A-01B5-9C88-AFF88057E2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0BF636-E657-BAD2-D489-06C6D24D522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8B80C-51C1-A8DC-7F21-0077367172C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191039-2FD6-44FA-9F91-9A0CBD8BD7E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914340-D7B6-7E1A-1074-10B665BB5D1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A556B8-3493-D3EE-5EDC-ECD6337FC7F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A557DB-CAC6-E921-7E70-CF4754B1F02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459166-A59B-B304-79E2-59CF91D9C2F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21929C-C15F-EE0A-64A2-59BE51570B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4D79D6-927C-2A44-EE0E-F89C09D6636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B56088-8ABF-0D4E-10C9-06278CA3154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E1B487-9426-9AB3-691D-A84CC42120F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F6E5BD-9BAB-252D-9E0C-FEA0EFA5DC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8D009D-B79C-3D3D-5F4A-86B4235BD7E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5148F0-34A3-92A9-FCB2-3D31FDAE6AC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DBEED6-7D30-F954-9905-C8ADCF7638A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DD4AAD-921B-8646-A83E-80787AB683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4ED33B-3D10-E923-E422-8B7DF1FA7D0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AA20C1-BB44-3B04-CF20-8EB066A5F23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364896-BA46-AC36-598C-EBF8B87E0F2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1CC2D6-8F11-ED7A-3C4E-7598A77CA12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656470-CC8A-EA8C-9092-D61FB0BADB6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694920-35F9-768B-2234-8ACD1F24AC1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55FC21-0497-B5AA-85DA-C0B0AF9A56E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E2D37-E252-6DFD-B871-5A4326B2CE6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C2B3F-59AB-E038-3E7B-312E5F9A214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540826-C69A-ABC1-B8B5-FF33827C25C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49F6CE-E3B0-B34D-0C8C-7274C06CFDC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475512-EFC3-8954-940D-B21B065048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5B0178-0B95-84D0-B588-92E5E54C948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1F6C0-0007-0707-B702-EE1D4E7E3C9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7E83A7-79DC-512A-9655-19BE6152BB7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FAF930-FA1B-AF81-8113-3C4188E8FF1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D7F262-15A8-0A4C-B694-20714E8BA5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5B27CC-9340-AF54-512B-0B47E3B634B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107716-3F09-E811-E112-38648668E05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7849AB-57E2-351C-8A2B-90C9915F33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10ACB-B6D8-F5C1-87BA-EC96DE3373F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7E4817-BB80-145D-F8B8-01878BC548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D7815E-640B-FE93-9CEF-CBE45CE4E3E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D3E51A-CE05-75FC-DBF7-F7AD9F84663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95C814-0203-C3BB-1E2C-14BB0C0C09D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A31C8-BB2B-9D5B-628B-E7F554D4A3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3DDBE0-D817-84AB-F239-6CEFB273115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C24D4E-6CD6-7A18-28DD-6D1336D574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F0DB48-B0ED-CAA1-5380-C1B321CA44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625003-B660-458D-C5D8-09FECC79A67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C6C935-EA5A-4637-2D3F-9C1E809BBC1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D86C1D-0C70-A3B2-ED43-08A571E89AA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19960A-AC4B-37D3-159B-C3CE1B12433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F2FFAD-D2CA-FDB2-309E-2E6916C3CD7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07F777-04B0-64CE-5518-0789D83B117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A5ED4F-17CD-1601-2B12-2AB91B1C4A7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CE556D9-E7E7-7B09-6376-82DC2223B2D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F6C3D3-9879-D3E2-F34D-F78942CB9B9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A27C5BA-A1FC-2152-475C-0362218B113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2D3A4-BA9B-59F2-79E4-6971352F183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C7F89-5B4F-D3D1-89A2-8772B7DEDF7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C2031-E234-BD0C-D64A-0C14A6771A6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D09BDC-6927-0675-E3CD-96BF2EFB01E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2CA428-7C57-B24E-3669-B550D0E1C99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E932E6-96C2-A51F-BECC-4AB550CC96F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45641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7680-7E69-AF10-B9DA-332B6560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C20645-B6D5-B452-7176-78483E20E9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2AE1F2-0B9B-1DCE-53C9-F5E5F3F44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CF8B4D2-0A4D-CBCE-76A1-64BFE9C5F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35D46D-14CC-CCC8-6D33-349FC3301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187E57-6B80-D7E4-B357-5B8B79417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F48652-4E07-B72D-A676-DE2ADB1640C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D5FC1D-CC4F-95B8-E65D-06292596940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087E4B-B2D4-FD33-52BE-30E7533D84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D145F4-21D0-F3D1-98A3-DC2BA36F68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59C655-3C61-2286-0083-E13AFCB630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453D05-1DFA-58CE-4195-243471F4C21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E7851D-F1F7-3AAF-533D-E376EE32777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68F1AF-599D-BCC1-A950-0CC107C59A8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D9531D-F763-1DF7-A7BC-1FB5563738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A9E901-8959-A75D-D07D-968C3AF39F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53CF24-E2CE-D382-1E32-CD79D34487D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3F2747-B959-5843-B7D9-0D5CCB1938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D8D949-CB61-E153-5D0A-A84F55B89E6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C8DB40-A477-E2D8-BE2B-AF048514F87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2D28B2-072D-6340-3B41-23724AB8D97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766C9-BCA2-3DD8-694A-1B77AFFA60C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848A6C-0E2A-C5A6-669E-F5A10486C87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C50507-7906-F9AA-27AF-EA729DB3411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0FD088-F593-1FAB-4382-127ECDC3792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158BEB-AFB1-295F-B383-69A307730D9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6C1F43-D936-B0BC-7216-C7644962AF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C35D88-6FD5-B91F-2F1B-0E8D4FD327D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C09079-7906-208E-E4EC-4D6B3F2E687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8F2493-7635-3B09-171E-E2590350C5F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9CFC49-863D-3155-49CA-046FB9AC487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DBF19C-10BE-31BA-8147-A4CB4CBC74E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BA9343-3FE8-086D-7EF1-AC457FA601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5F302-5916-D1E9-5241-A46542978E8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365ECB-BF78-ADA8-B49C-11BA14A991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5BFE69-89FF-1D92-1CFE-F1525F00DFC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87132-E776-461F-F29F-24409AB63DD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62AC8C-4C96-E30F-4BB4-4D4BE231F66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4C8F0C-6000-6C91-E9DB-BF5963A732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65D775-B9F5-6185-5FBE-647DACE100E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AA5523-6D99-9073-B233-9FF8746C818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9EE9DC-F6C2-C705-05BF-58A81149474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5ECA8C-32F1-159E-2A33-07881A8642B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0B93E4-B925-DA3A-1768-A3219755959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CF026E-92AD-70CB-F05E-2A1526624D0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B597B0-4BF8-4D4D-9D31-474DB50E54B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C6E0E7-A527-7852-5E6C-FB2D3872EFF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87F6AA-AE42-1495-5519-6D51F3E270A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C7FE62-83F8-3A97-6734-BD0B2856612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FDB16-9FB2-7FAB-102B-756D1B3C4B4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708F9F-8CE1-F007-B453-3EE700CD55A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A1B50C-CA0E-8BF0-DAAF-B64C2F8CDED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C5501C-1492-1B21-F53D-C5CA1B18714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689588-A03B-AA50-30AF-BDDCA5858C2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0D5D1-A8F1-9C38-77DD-DF6A1DB134E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B85095-F879-BB88-ED0B-CDD946DF33C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607373-5E2A-176E-5156-B510A18F112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C680D-6DAD-DCCF-4624-09DB18C597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165927-C1B4-287D-F170-F7F33E56915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318D33-815D-1528-6FC6-EFF7F1526BA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919BFF-BB91-6525-EDE7-44769737A96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7ECD84-5254-BA7B-735A-7AC5642CB56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7E29ABF-BD3E-687E-0D6B-F5985543A9A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B72406-0AB1-4834-53BE-2F05E7555CF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DA519A-60A2-AD0E-6F93-6D24B50A88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5075F6-3532-0913-A109-9D50390F841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8C626C0-F32F-CB36-043C-F0EC1CBA30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2D0D63A-4F9A-374D-65E7-5F61D0569D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4770C-760D-6B3F-920D-52D6EBB85F1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A8D8E-D0D1-C8CF-BD2A-C55E1AF8FA6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B3CC9-EF92-0A4C-728D-C4C64407708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589CA-DC35-C7F7-4CC7-3B3BAC0D2AB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6DCE3-443E-E602-7040-717602EC5C5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1B1CBF-C381-D838-783D-193613646A2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EAC4EF-2E03-EFA7-BBED-C9F7A8996BB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977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10106</TotalTime>
  <Words>4586</Words>
  <Application>Microsoft Macintosh PowerPoint</Application>
  <PresentationFormat>Widescreen</PresentationFormat>
  <Paragraphs>3827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405</cp:revision>
  <cp:lastPrinted>2025-12-02T00:08:17Z</cp:lastPrinted>
  <dcterms:created xsi:type="dcterms:W3CDTF">2024-03-19T02:13:08Z</dcterms:created>
  <dcterms:modified xsi:type="dcterms:W3CDTF">2026-06-19T02:04:33Z</dcterms:modified>
</cp:coreProperties>
</file>